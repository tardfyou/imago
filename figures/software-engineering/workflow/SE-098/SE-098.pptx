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bc0a17243df4298" /><Relationship Type="http://schemas.openxmlformats.org/officeDocument/2006/relationships/extended-properties" Target="/docProps/app.xml" Id="Rda13d93f35634b88" /><Relationship Type="http://schemas.openxmlformats.org/officeDocument/2006/relationships/officeDocument" Target="/ppt/presentation.xml" Id="R597dce253aad4ed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867869868ff46e6"/>
  </p:sldMasterIdLst>
  <p:notesMasterIdLst>
    <p:notesMasterId xmlns:r="http://schemas.openxmlformats.org/officeDocument/2006/relationships" r:id="R8b92b145bbf84d6e"/>
  </p:notesMasterIdLst>
  <p:sldIdLst>
    <p:sldId xmlns:r="http://schemas.openxmlformats.org/officeDocument/2006/relationships" id="256" r:id="R54dc83f0c2e2420c"/>
  </p:sldIdLst>
  <p:sldSz cx="9515475" cy="56578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103218980024d9e" /><Relationship Type="http://schemas.openxmlformats.org/officeDocument/2006/relationships/slideMaster" Target="/ppt/slideMasters/slideMaster1.xml" Id="R9867869868ff46e6" /><Relationship Type="http://schemas.openxmlformats.org/officeDocument/2006/relationships/notesMaster" Target="/ppt/notesMasters/notesMaster1.xml" Id="R8b92b145bbf84d6e" /><Relationship Type="http://schemas.openxmlformats.org/officeDocument/2006/relationships/presProps" Target="/ppt/presProps.xml" Id="R9767ea4d8b654608" /><Relationship Type="http://schemas.openxmlformats.org/officeDocument/2006/relationships/tableStyles" Target="/ppt/tableStyles.xml" Id="R437328b83bd7430d" /><Relationship Type="http://schemas.openxmlformats.org/officeDocument/2006/relationships/slide" Target="/ppt/slides/slide1.xml" Id="R54dc83f0c2e2420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8d633610d4041d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ca6fd54b209425d" /><Relationship Type="http://schemas.openxmlformats.org/officeDocument/2006/relationships/notesMaster" Target="/ppt/notesMasters/notesMaster1.xml" Id="R6490bc3bd5e14052" 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素材ID：SE-098</ns1:t>
            </ns1:r>
          </ns1:p>
          <ns1:p>
            <ns1:r>
              <ns1:t>论文：SWE-GPT: A Process-Centric Language Model for Automated Software Improvement</ns1:t>
            </ns1:r>
          </ns1:p>
          <ns1:p>
            <ns1:r>
              <ns1:t>会议：ISSTA 2025</ns1:t>
            </ns1:r>
          </ns1:p>
          <ns1:p>
            <ns1:r>
              <ns1:t>奖项：ACM SIGSOFT Distinguished Paper Award</ns1:t>
            </ns1:r>
          </ns1:p>
          <ns1:p>
            <ns1:r>
              <ns1:t>图号：Figure 1，PDF第3页</ns1:t>
            </ns1:r>
          </ns1:p>
          <ns1:p>
            <ns1:r>
              <ns1:t>类型：研究流程</ns1:t>
            </ns1:r>
          </ns1:p>
          <ns1:p>
            <ns1:r>
              <ns1:t>借鉴点：把仓库理解、故障定位、补丁生成拆成三种训练轨迹，上方执行任务、下方收集推理/动作/观察样本，通过正确定位和补丁拒绝采样回馈训练。</ns1:t>
            </ns1:r>
          </ns1:p>
          <ns1:p>
            <ns1:r>
              <ns1:t>论文URL：https://arxiv.org/pdf/2411.00622</ns1:t>
            </ns1:r>
          </ns1:p>
          <ns1:p>
            <ns1:r>
              <ns1:t>官方获奖URL：https://www2.sigsoft.org/awards/distinguishedpaper/#acm-sigsoft-international-symposium-on-software-testing-and-analysis-issta-2025</ns1:t>
            </ns1:r>
          </ns1:p>
          <ns1:p>
            <ns1:r>
              <ns1:t>原始论文与绘图来源：见本页论文链接及仓库 catalog/papers.md。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0cab8efc6a541e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b960800116e4e86" /><Relationship Type="http://schemas.openxmlformats.org/officeDocument/2006/relationships/slideLayout" Target="/ppt/slideLayouts/slideLayout1.xml" Id="R1e6cc7a682af414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e6cc7a682af414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659100cf47434c" /><Relationship Type="http://schemas.openxmlformats.org/officeDocument/2006/relationships/image" Target="/ppt/media/image.png" Id="Rad11925703bc4de3" /><Relationship Type="http://schemas.openxmlformats.org/officeDocument/2006/relationships/image" Target="/ppt/media/image2.png" Id="R0bd1b6a1ed274633" /><Relationship Type="http://schemas.openxmlformats.org/officeDocument/2006/relationships/image" Target="/ppt/media/image3.png" Id="Rfc7d0a875f404608" /><Relationship Type="http://schemas.openxmlformats.org/officeDocument/2006/relationships/image" Target="/ppt/media/image4.png" Id="R7ebe6d32ec034c93" /><Relationship Type="http://schemas.openxmlformats.org/officeDocument/2006/relationships/image" Target="/ppt/media/image5.png" Id="R8f14f7056a774ece" /><Relationship Type="http://schemas.openxmlformats.org/officeDocument/2006/relationships/image" Target="/ppt/media/image6.png" Id="Rdc97e7daca664a6f" /><Relationship Type="http://schemas.openxmlformats.org/officeDocument/2006/relationships/image" Target="/ppt/media/image7.png" Id="R63e19a15a01c43ae" /><Relationship Type="http://schemas.openxmlformats.org/officeDocument/2006/relationships/image" Target="/ppt/media/image8.png" Id="R5ff5f4785e924b31" /><Relationship Type="http://schemas.openxmlformats.org/officeDocument/2006/relationships/image" Target="/ppt/media/image9.png" Id="Ra0f61651ebfa45a9" /><Relationship Type="http://schemas.openxmlformats.org/officeDocument/2006/relationships/image" Target="/ppt/media/image10.png" Id="Rb2bfb6e6e75142b4" /><Relationship Type="http://schemas.openxmlformats.org/officeDocument/2006/relationships/image" Target="/ppt/media/image11.png" Id="Rc71bf98842154d88" /><Relationship Type="http://schemas.openxmlformats.org/officeDocument/2006/relationships/image" Target="/ppt/media/image12.png" Id="R3e5e12a441fe4582" /><Relationship Type="http://schemas.openxmlformats.org/officeDocument/2006/relationships/image" Target="/ppt/media/image13.png" Id="R82395883f3e14235" /><Relationship Type="http://schemas.openxmlformats.org/officeDocument/2006/relationships/image" Target="/ppt/media/image14.png" Id="R0f1abfc549f744d8" /><Relationship Type="http://schemas.openxmlformats.org/officeDocument/2006/relationships/image" Target="/ppt/media/image15.png" Id="Red7f555b3c7f4a45" /><Relationship Type="http://schemas.openxmlformats.org/officeDocument/2006/relationships/image" Target="/ppt/media/image16.png" Id="Rc978652f78014db6" /><Relationship Type="http://schemas.openxmlformats.org/officeDocument/2006/relationships/image" Target="/ppt/media/image17.png" Id="R4ad0a341ec8243e1" /><Relationship Type="http://schemas.openxmlformats.org/officeDocument/2006/relationships/image" Target="/ppt/media/image18.png" Id="Rfc0ddf1f0b0342e8" /><Relationship Type="http://schemas.openxmlformats.org/officeDocument/2006/relationships/image" Target="/ppt/media/image19.png" Id="Rd19673eee3b44022" /><Relationship Type="http://schemas.openxmlformats.org/officeDocument/2006/relationships/notesSlide" Target="/ppt/notesSlides/notesSlide1.xml" Id="R5c1eacf0fa5d4eb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C324EB1-E81F-4B42-B46C-DE3AED3D2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54" y="76696"/>
            <a:ext cx="9390422" cy="5481999"/>
          </a:xfrm>
          <a:custGeom xmlns:a="http://schemas.openxmlformats.org/drawingml/2006/main">
            <a:pathLst>
              <a:path w="9390422" h="5481999">
                <a:moveTo>
                  <a:pt x="0" y="5481999"/>
                </a:moveTo>
                <a:lnTo>
                  <a:pt x="0" y="0"/>
                </a:lnTo>
                <a:lnTo>
                  <a:pt x="9390422" y="0"/>
                </a:lnTo>
                <a:lnTo>
                  <a:pt x="9390422" y="5481999"/>
                </a:lnTo>
                <a:lnTo>
                  <a:pt x="0" y="548199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CBE9C95-EBED-4F28-B016-69AB2AE28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61" y="92489"/>
            <a:ext cx="9353855" cy="5443723"/>
          </a:xfrm>
          <a:custGeom xmlns:a="http://schemas.openxmlformats.org/drawingml/2006/main">
            <a:pathLst>
              <a:path w="9353855" h="5443723">
                <a:moveTo>
                  <a:pt x="469" y="71700"/>
                </a:moveTo>
                <a:cubicBezTo>
                  <a:pt x="0" y="32218"/>
                  <a:pt x="31633" y="586"/>
                  <a:pt x="70763" y="0"/>
                </a:cubicBezTo>
                <a:lnTo>
                  <a:pt x="9283560" y="0"/>
                </a:lnTo>
                <a:cubicBezTo>
                  <a:pt x="9322222" y="586"/>
                  <a:pt x="9353855" y="32218"/>
                  <a:pt x="9353855" y="71700"/>
                </a:cubicBezTo>
                <a:lnTo>
                  <a:pt x="9353855" y="5373312"/>
                </a:lnTo>
                <a:cubicBezTo>
                  <a:pt x="9353855" y="5412091"/>
                  <a:pt x="9322222" y="5443723"/>
                  <a:pt x="9283560" y="5443606"/>
                </a:cubicBezTo>
                <a:lnTo>
                  <a:pt x="70763" y="5443606"/>
                </a:lnTo>
                <a:cubicBezTo>
                  <a:pt x="31633" y="5443723"/>
                  <a:pt x="0" y="5412091"/>
                  <a:pt x="469" y="5373312"/>
                </a:cubicBezTo>
                <a:lnTo>
                  <a:pt x="469" y="71700"/>
                </a:lnTo>
              </a:path>
            </a:pathLst>
          </a:custGeom>
          <a:solidFill xmlns:a="http://schemas.openxmlformats.org/drawingml/2006/main">
            <a:srgbClr val="F2F2F2">
              <a:alpha val="4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0B8FC44-262A-4625-B513-A35DAA911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03" y="87217"/>
            <a:ext cx="9365571" cy="5454853"/>
          </a:xfrm>
          <a:custGeom xmlns:a="http://schemas.openxmlformats.org/drawingml/2006/main">
            <a:pathLst>
              <a:path w="9365571" h="5454853">
                <a:moveTo>
                  <a:pt x="2402" y="5397458"/>
                </a:moveTo>
                <a:lnTo>
                  <a:pt x="3444" y="5401090"/>
                </a:lnTo>
                <a:lnTo>
                  <a:pt x="4639" y="5404651"/>
                </a:lnTo>
                <a:lnTo>
                  <a:pt x="6010" y="5408131"/>
                </a:lnTo>
                <a:lnTo>
                  <a:pt x="7545" y="5411517"/>
                </a:lnTo>
                <a:lnTo>
                  <a:pt x="9232" y="5414820"/>
                </a:lnTo>
                <a:lnTo>
                  <a:pt x="11083" y="5418019"/>
                </a:lnTo>
                <a:lnTo>
                  <a:pt x="13063" y="5421124"/>
                </a:lnTo>
                <a:lnTo>
                  <a:pt x="15195" y="5424123"/>
                </a:lnTo>
                <a:lnTo>
                  <a:pt x="17468" y="5427017"/>
                </a:lnTo>
                <a:lnTo>
                  <a:pt x="19870" y="5429793"/>
                </a:lnTo>
                <a:lnTo>
                  <a:pt x="22412" y="5432441"/>
                </a:lnTo>
                <a:lnTo>
                  <a:pt x="25060" y="5434983"/>
                </a:lnTo>
                <a:lnTo>
                  <a:pt x="27837" y="5437385"/>
                </a:lnTo>
                <a:lnTo>
                  <a:pt x="30730" y="5439658"/>
                </a:lnTo>
                <a:lnTo>
                  <a:pt x="33730" y="5441790"/>
                </a:lnTo>
                <a:lnTo>
                  <a:pt x="36834" y="5443770"/>
                </a:lnTo>
                <a:lnTo>
                  <a:pt x="40033" y="5445621"/>
                </a:lnTo>
                <a:lnTo>
                  <a:pt x="43337" y="5447308"/>
                </a:lnTo>
                <a:lnTo>
                  <a:pt x="46722" y="5448843"/>
                </a:lnTo>
                <a:lnTo>
                  <a:pt x="50202" y="5450214"/>
                </a:lnTo>
                <a:lnTo>
                  <a:pt x="53764" y="5451409"/>
                </a:lnTo>
                <a:lnTo>
                  <a:pt x="57395" y="5452451"/>
                </a:lnTo>
                <a:lnTo>
                  <a:pt x="61098" y="5453295"/>
                </a:lnTo>
                <a:lnTo>
                  <a:pt x="64858" y="5453975"/>
                </a:lnTo>
                <a:lnTo>
                  <a:pt x="68689" y="5454455"/>
                </a:lnTo>
                <a:lnTo>
                  <a:pt x="72579" y="5454759"/>
                </a:lnTo>
                <a:lnTo>
                  <a:pt x="76434" y="5454853"/>
                </a:lnTo>
                <a:lnTo>
                  <a:pt x="9289137" y="5454853"/>
                </a:lnTo>
                <a:lnTo>
                  <a:pt x="9292991" y="5454759"/>
                </a:lnTo>
                <a:lnTo>
                  <a:pt x="9296881" y="5454455"/>
                </a:lnTo>
                <a:lnTo>
                  <a:pt x="9300712" y="5453975"/>
                </a:lnTo>
                <a:lnTo>
                  <a:pt x="9304473" y="5453295"/>
                </a:lnTo>
                <a:lnTo>
                  <a:pt x="9308175" y="5452451"/>
                </a:lnTo>
                <a:lnTo>
                  <a:pt x="9311807" y="5451409"/>
                </a:lnTo>
                <a:lnTo>
                  <a:pt x="9315369" y="5450214"/>
                </a:lnTo>
                <a:lnTo>
                  <a:pt x="9318848" y="5448843"/>
                </a:lnTo>
                <a:lnTo>
                  <a:pt x="9322234" y="5447308"/>
                </a:lnTo>
                <a:lnTo>
                  <a:pt x="9325538" y="5445621"/>
                </a:lnTo>
                <a:lnTo>
                  <a:pt x="9328736" y="5443770"/>
                </a:lnTo>
                <a:lnTo>
                  <a:pt x="9331841" y="5441790"/>
                </a:lnTo>
                <a:lnTo>
                  <a:pt x="9334840" y="5439658"/>
                </a:lnTo>
                <a:lnTo>
                  <a:pt x="9337734" y="5437385"/>
                </a:lnTo>
                <a:lnTo>
                  <a:pt x="9340511" y="5434983"/>
                </a:lnTo>
                <a:lnTo>
                  <a:pt x="9343158" y="5432441"/>
                </a:lnTo>
                <a:lnTo>
                  <a:pt x="9345701" y="5429793"/>
                </a:lnTo>
                <a:lnTo>
                  <a:pt x="9348102" y="5427017"/>
                </a:lnTo>
                <a:lnTo>
                  <a:pt x="9350364" y="5424123"/>
                </a:lnTo>
                <a:lnTo>
                  <a:pt x="9352507" y="5421124"/>
                </a:lnTo>
                <a:lnTo>
                  <a:pt x="9354487" y="5418019"/>
                </a:lnTo>
                <a:lnTo>
                  <a:pt x="9356339" y="5414820"/>
                </a:lnTo>
                <a:lnTo>
                  <a:pt x="9358026" y="5411517"/>
                </a:lnTo>
                <a:lnTo>
                  <a:pt x="9359560" y="5408131"/>
                </a:lnTo>
                <a:lnTo>
                  <a:pt x="9360931" y="5404651"/>
                </a:lnTo>
                <a:lnTo>
                  <a:pt x="9362126" y="5401090"/>
                </a:lnTo>
                <a:lnTo>
                  <a:pt x="9363157" y="5397458"/>
                </a:lnTo>
                <a:lnTo>
                  <a:pt x="9364012" y="5393756"/>
                </a:lnTo>
                <a:lnTo>
                  <a:pt x="9364692" y="5389995"/>
                </a:lnTo>
                <a:lnTo>
                  <a:pt x="9365172" y="5386164"/>
                </a:lnTo>
                <a:lnTo>
                  <a:pt x="9365477" y="5382274"/>
                </a:lnTo>
                <a:lnTo>
                  <a:pt x="9365571" y="5378420"/>
                </a:lnTo>
                <a:lnTo>
                  <a:pt x="9365571" y="76434"/>
                </a:lnTo>
                <a:lnTo>
                  <a:pt x="9365477" y="72579"/>
                </a:lnTo>
                <a:lnTo>
                  <a:pt x="9365172" y="68689"/>
                </a:lnTo>
                <a:lnTo>
                  <a:pt x="9364692" y="64858"/>
                </a:lnTo>
                <a:lnTo>
                  <a:pt x="9364012" y="61098"/>
                </a:lnTo>
                <a:lnTo>
                  <a:pt x="9363157" y="57395"/>
                </a:lnTo>
                <a:lnTo>
                  <a:pt x="9362126" y="53764"/>
                </a:lnTo>
                <a:lnTo>
                  <a:pt x="9360931" y="50202"/>
                </a:lnTo>
                <a:lnTo>
                  <a:pt x="9359560" y="46722"/>
                </a:lnTo>
                <a:lnTo>
                  <a:pt x="9358026" y="43337"/>
                </a:lnTo>
                <a:lnTo>
                  <a:pt x="9356339" y="40033"/>
                </a:lnTo>
                <a:lnTo>
                  <a:pt x="9354487" y="36834"/>
                </a:lnTo>
                <a:lnTo>
                  <a:pt x="9352507" y="33730"/>
                </a:lnTo>
                <a:lnTo>
                  <a:pt x="9350364" y="30730"/>
                </a:lnTo>
                <a:lnTo>
                  <a:pt x="9348102" y="27837"/>
                </a:lnTo>
                <a:lnTo>
                  <a:pt x="9345701" y="25060"/>
                </a:lnTo>
                <a:lnTo>
                  <a:pt x="9343158" y="22412"/>
                </a:lnTo>
                <a:lnTo>
                  <a:pt x="9340511" y="19870"/>
                </a:lnTo>
                <a:lnTo>
                  <a:pt x="9337734" y="17468"/>
                </a:lnTo>
                <a:lnTo>
                  <a:pt x="9334840" y="15195"/>
                </a:lnTo>
                <a:lnTo>
                  <a:pt x="9331841" y="13063"/>
                </a:lnTo>
                <a:lnTo>
                  <a:pt x="9328736" y="11083"/>
                </a:lnTo>
                <a:lnTo>
                  <a:pt x="9325538" y="9232"/>
                </a:lnTo>
                <a:lnTo>
                  <a:pt x="9322234" y="7545"/>
                </a:lnTo>
                <a:lnTo>
                  <a:pt x="9318848" y="6010"/>
                </a:lnTo>
                <a:lnTo>
                  <a:pt x="9315369" y="4639"/>
                </a:lnTo>
                <a:lnTo>
                  <a:pt x="9311807" y="3444"/>
                </a:lnTo>
                <a:lnTo>
                  <a:pt x="9308175" y="2402"/>
                </a:lnTo>
                <a:lnTo>
                  <a:pt x="9304473" y="1546"/>
                </a:lnTo>
                <a:lnTo>
                  <a:pt x="9300712" y="879"/>
                </a:lnTo>
                <a:lnTo>
                  <a:pt x="9296881" y="398"/>
                </a:lnTo>
                <a:lnTo>
                  <a:pt x="9292991" y="94"/>
                </a:lnTo>
                <a:lnTo>
                  <a:pt x="9289137" y="0"/>
                </a:lnTo>
                <a:lnTo>
                  <a:pt x="76434" y="0"/>
                </a:lnTo>
                <a:lnTo>
                  <a:pt x="72579" y="94"/>
                </a:lnTo>
                <a:lnTo>
                  <a:pt x="68689" y="398"/>
                </a:lnTo>
                <a:lnTo>
                  <a:pt x="64858" y="879"/>
                </a:lnTo>
                <a:lnTo>
                  <a:pt x="61098" y="1546"/>
                </a:lnTo>
                <a:lnTo>
                  <a:pt x="57395" y="2402"/>
                </a:lnTo>
                <a:lnTo>
                  <a:pt x="53764" y="3444"/>
                </a:lnTo>
                <a:lnTo>
                  <a:pt x="50202" y="4639"/>
                </a:lnTo>
                <a:lnTo>
                  <a:pt x="46722" y="6010"/>
                </a:lnTo>
                <a:lnTo>
                  <a:pt x="43337" y="7545"/>
                </a:lnTo>
                <a:lnTo>
                  <a:pt x="40033" y="9232"/>
                </a:lnTo>
                <a:lnTo>
                  <a:pt x="36834" y="11083"/>
                </a:lnTo>
                <a:lnTo>
                  <a:pt x="33730" y="13063"/>
                </a:lnTo>
                <a:lnTo>
                  <a:pt x="30730" y="15195"/>
                </a:lnTo>
                <a:lnTo>
                  <a:pt x="27837" y="17468"/>
                </a:lnTo>
                <a:lnTo>
                  <a:pt x="25060" y="19870"/>
                </a:lnTo>
                <a:lnTo>
                  <a:pt x="22412" y="22412"/>
                </a:lnTo>
                <a:lnTo>
                  <a:pt x="19870" y="25060"/>
                </a:lnTo>
                <a:lnTo>
                  <a:pt x="17468" y="27837"/>
                </a:lnTo>
                <a:lnTo>
                  <a:pt x="15195" y="30730"/>
                </a:lnTo>
                <a:lnTo>
                  <a:pt x="13063" y="33730"/>
                </a:lnTo>
                <a:lnTo>
                  <a:pt x="11083" y="36834"/>
                </a:lnTo>
                <a:lnTo>
                  <a:pt x="9232" y="40033"/>
                </a:lnTo>
                <a:lnTo>
                  <a:pt x="7545" y="43337"/>
                </a:lnTo>
                <a:lnTo>
                  <a:pt x="6010" y="46722"/>
                </a:lnTo>
                <a:lnTo>
                  <a:pt x="4639" y="50202"/>
                </a:lnTo>
                <a:lnTo>
                  <a:pt x="3444" y="53764"/>
                </a:lnTo>
                <a:lnTo>
                  <a:pt x="2402" y="57395"/>
                </a:lnTo>
                <a:lnTo>
                  <a:pt x="1558" y="61098"/>
                </a:lnTo>
                <a:lnTo>
                  <a:pt x="879" y="64858"/>
                </a:lnTo>
                <a:lnTo>
                  <a:pt x="398" y="68689"/>
                </a:lnTo>
                <a:lnTo>
                  <a:pt x="94" y="72579"/>
                </a:lnTo>
                <a:lnTo>
                  <a:pt x="0" y="76434"/>
                </a:lnTo>
                <a:lnTo>
                  <a:pt x="0" y="5378420"/>
                </a:lnTo>
                <a:lnTo>
                  <a:pt x="94" y="5382274"/>
                </a:lnTo>
                <a:lnTo>
                  <a:pt x="398" y="5386164"/>
                </a:lnTo>
                <a:lnTo>
                  <a:pt x="879" y="5389995"/>
                </a:lnTo>
                <a:lnTo>
                  <a:pt x="1558" y="5393756"/>
                </a:lnTo>
                <a:lnTo>
                  <a:pt x="2402" y="5397458"/>
                </a:lnTo>
                <a:close/>
                <a:moveTo>
                  <a:pt x="13042" y="63419"/>
                </a:moveTo>
                <a:lnTo>
                  <a:pt x="13749" y="60348"/>
                </a:lnTo>
                <a:lnTo>
                  <a:pt x="14621" y="57270"/>
                </a:lnTo>
                <a:lnTo>
                  <a:pt x="15694" y="54106"/>
                </a:lnTo>
                <a:lnTo>
                  <a:pt x="16859" y="51151"/>
                </a:lnTo>
                <a:lnTo>
                  <a:pt x="16754" y="51420"/>
                </a:lnTo>
                <a:lnTo>
                  <a:pt x="18053" y="48529"/>
                </a:lnTo>
                <a:lnTo>
                  <a:pt x="19593" y="45519"/>
                </a:lnTo>
                <a:lnTo>
                  <a:pt x="21073" y="42947"/>
                </a:lnTo>
                <a:lnTo>
                  <a:pt x="22857" y="40173"/>
                </a:lnTo>
                <a:lnTo>
                  <a:pt x="22693" y="40396"/>
                </a:lnTo>
                <a:lnTo>
                  <a:pt x="24557" y="37778"/>
                </a:lnTo>
                <a:lnTo>
                  <a:pt x="26430" y="35392"/>
                </a:lnTo>
                <a:lnTo>
                  <a:pt x="28504" y="32989"/>
                </a:lnTo>
                <a:lnTo>
                  <a:pt x="30692" y="30692"/>
                </a:lnTo>
                <a:lnTo>
                  <a:pt x="32989" y="28504"/>
                </a:lnTo>
                <a:lnTo>
                  <a:pt x="35392" y="26430"/>
                </a:lnTo>
                <a:lnTo>
                  <a:pt x="37778" y="24557"/>
                </a:lnTo>
                <a:lnTo>
                  <a:pt x="40396" y="22693"/>
                </a:lnTo>
                <a:lnTo>
                  <a:pt x="40173" y="22857"/>
                </a:lnTo>
                <a:lnTo>
                  <a:pt x="42947" y="21073"/>
                </a:lnTo>
                <a:lnTo>
                  <a:pt x="45519" y="19593"/>
                </a:lnTo>
                <a:lnTo>
                  <a:pt x="48544" y="18045"/>
                </a:lnTo>
                <a:lnTo>
                  <a:pt x="51235" y="16826"/>
                </a:lnTo>
                <a:lnTo>
                  <a:pt x="54106" y="15694"/>
                </a:lnTo>
                <a:lnTo>
                  <a:pt x="57270" y="14621"/>
                </a:lnTo>
                <a:lnTo>
                  <a:pt x="60348" y="13749"/>
                </a:lnTo>
                <a:lnTo>
                  <a:pt x="63419" y="13042"/>
                </a:lnTo>
                <a:lnTo>
                  <a:pt x="66780" y="12442"/>
                </a:lnTo>
                <a:lnTo>
                  <a:pt x="66487" y="12477"/>
                </a:lnTo>
                <a:lnTo>
                  <a:pt x="69768" y="12064"/>
                </a:lnTo>
                <a:lnTo>
                  <a:pt x="73317" y="11786"/>
                </a:lnTo>
                <a:lnTo>
                  <a:pt x="73024" y="11809"/>
                </a:lnTo>
                <a:lnTo>
                  <a:pt x="76656" y="11716"/>
                </a:lnTo>
                <a:lnTo>
                  <a:pt x="9288914" y="11716"/>
                </a:lnTo>
                <a:lnTo>
                  <a:pt x="9292546" y="11809"/>
                </a:lnTo>
                <a:lnTo>
                  <a:pt x="9292253" y="11786"/>
                </a:lnTo>
                <a:lnTo>
                  <a:pt x="9295802" y="12064"/>
                </a:lnTo>
                <a:lnTo>
                  <a:pt x="9299084" y="12477"/>
                </a:lnTo>
                <a:lnTo>
                  <a:pt x="9298791" y="12442"/>
                </a:lnTo>
                <a:lnTo>
                  <a:pt x="9302151" y="13042"/>
                </a:lnTo>
                <a:lnTo>
                  <a:pt x="9305222" y="13749"/>
                </a:lnTo>
                <a:lnTo>
                  <a:pt x="9308300" y="14621"/>
                </a:lnTo>
                <a:lnTo>
                  <a:pt x="9311465" y="15694"/>
                </a:lnTo>
                <a:lnTo>
                  <a:pt x="9314336" y="16826"/>
                </a:lnTo>
                <a:lnTo>
                  <a:pt x="9317026" y="18045"/>
                </a:lnTo>
                <a:lnTo>
                  <a:pt x="9320051" y="19593"/>
                </a:lnTo>
                <a:lnTo>
                  <a:pt x="9322623" y="21073"/>
                </a:lnTo>
                <a:lnTo>
                  <a:pt x="9325397" y="22857"/>
                </a:lnTo>
                <a:lnTo>
                  <a:pt x="9325175" y="22693"/>
                </a:lnTo>
                <a:lnTo>
                  <a:pt x="9327793" y="24557"/>
                </a:lnTo>
                <a:lnTo>
                  <a:pt x="9330178" y="26430"/>
                </a:lnTo>
                <a:lnTo>
                  <a:pt x="9332581" y="28504"/>
                </a:lnTo>
                <a:lnTo>
                  <a:pt x="9334879" y="30692"/>
                </a:lnTo>
                <a:lnTo>
                  <a:pt x="9336943" y="32859"/>
                </a:lnTo>
                <a:lnTo>
                  <a:pt x="9339141" y="35393"/>
                </a:lnTo>
                <a:lnTo>
                  <a:pt x="9341013" y="37778"/>
                </a:lnTo>
                <a:lnTo>
                  <a:pt x="9342877" y="40396"/>
                </a:lnTo>
                <a:lnTo>
                  <a:pt x="9342713" y="40173"/>
                </a:lnTo>
                <a:lnTo>
                  <a:pt x="9344552" y="43032"/>
                </a:lnTo>
                <a:lnTo>
                  <a:pt x="9344400" y="42798"/>
                </a:lnTo>
                <a:lnTo>
                  <a:pt x="9345985" y="45533"/>
                </a:lnTo>
                <a:lnTo>
                  <a:pt x="9347517" y="48529"/>
                </a:lnTo>
                <a:lnTo>
                  <a:pt x="9348817" y="51420"/>
                </a:lnTo>
                <a:lnTo>
                  <a:pt x="9348712" y="51151"/>
                </a:lnTo>
                <a:lnTo>
                  <a:pt x="9349876" y="54106"/>
                </a:lnTo>
                <a:lnTo>
                  <a:pt x="9350950" y="57270"/>
                </a:lnTo>
                <a:lnTo>
                  <a:pt x="9351822" y="60348"/>
                </a:lnTo>
                <a:lnTo>
                  <a:pt x="9352529" y="63419"/>
                </a:lnTo>
                <a:lnTo>
                  <a:pt x="9353096" y="66596"/>
                </a:lnTo>
                <a:lnTo>
                  <a:pt x="9353507" y="69785"/>
                </a:lnTo>
                <a:lnTo>
                  <a:pt x="9353785" y="73317"/>
                </a:lnTo>
                <a:lnTo>
                  <a:pt x="9353761" y="73024"/>
                </a:lnTo>
                <a:lnTo>
                  <a:pt x="9353855" y="76656"/>
                </a:lnTo>
                <a:lnTo>
                  <a:pt x="9353855" y="5378197"/>
                </a:lnTo>
                <a:lnTo>
                  <a:pt x="9353761" y="5381829"/>
                </a:lnTo>
                <a:lnTo>
                  <a:pt x="9353785" y="5381536"/>
                </a:lnTo>
                <a:lnTo>
                  <a:pt x="9353507" y="5385068"/>
                </a:lnTo>
                <a:lnTo>
                  <a:pt x="9353096" y="5388257"/>
                </a:lnTo>
                <a:lnTo>
                  <a:pt x="9352529" y="5391434"/>
                </a:lnTo>
                <a:lnTo>
                  <a:pt x="9351822" y="5394505"/>
                </a:lnTo>
                <a:lnTo>
                  <a:pt x="9350950" y="5397583"/>
                </a:lnTo>
                <a:lnTo>
                  <a:pt x="9349876" y="5400748"/>
                </a:lnTo>
                <a:lnTo>
                  <a:pt x="9348712" y="5403702"/>
                </a:lnTo>
                <a:lnTo>
                  <a:pt x="9348817" y="5403433"/>
                </a:lnTo>
                <a:lnTo>
                  <a:pt x="9347517" y="5406324"/>
                </a:lnTo>
                <a:lnTo>
                  <a:pt x="9345985" y="5409320"/>
                </a:lnTo>
                <a:lnTo>
                  <a:pt x="9344400" y="5412056"/>
                </a:lnTo>
                <a:lnTo>
                  <a:pt x="9344552" y="5411821"/>
                </a:lnTo>
                <a:lnTo>
                  <a:pt x="9342713" y="5414680"/>
                </a:lnTo>
                <a:lnTo>
                  <a:pt x="9342877" y="5414457"/>
                </a:lnTo>
                <a:lnTo>
                  <a:pt x="9341013" y="5417076"/>
                </a:lnTo>
                <a:lnTo>
                  <a:pt x="9339141" y="5419460"/>
                </a:lnTo>
                <a:lnTo>
                  <a:pt x="9336943" y="5421994"/>
                </a:lnTo>
                <a:lnTo>
                  <a:pt x="9334879" y="5424161"/>
                </a:lnTo>
                <a:lnTo>
                  <a:pt x="9332712" y="5426225"/>
                </a:lnTo>
                <a:lnTo>
                  <a:pt x="9330177" y="5428424"/>
                </a:lnTo>
                <a:lnTo>
                  <a:pt x="9327793" y="5430296"/>
                </a:lnTo>
                <a:lnTo>
                  <a:pt x="9325175" y="5432160"/>
                </a:lnTo>
                <a:lnTo>
                  <a:pt x="9325397" y="5431996"/>
                </a:lnTo>
                <a:lnTo>
                  <a:pt x="9322539" y="5433835"/>
                </a:lnTo>
                <a:lnTo>
                  <a:pt x="9322773" y="5433683"/>
                </a:lnTo>
                <a:lnTo>
                  <a:pt x="9320038" y="5435267"/>
                </a:lnTo>
                <a:lnTo>
                  <a:pt x="9317042" y="5436800"/>
                </a:lnTo>
                <a:lnTo>
                  <a:pt x="9314150" y="5438100"/>
                </a:lnTo>
                <a:lnTo>
                  <a:pt x="9314420" y="5437994"/>
                </a:lnTo>
                <a:lnTo>
                  <a:pt x="9311465" y="5439159"/>
                </a:lnTo>
                <a:lnTo>
                  <a:pt x="9308300" y="5440233"/>
                </a:lnTo>
                <a:lnTo>
                  <a:pt x="9305222" y="5441104"/>
                </a:lnTo>
                <a:lnTo>
                  <a:pt x="9302151" y="5441811"/>
                </a:lnTo>
                <a:lnTo>
                  <a:pt x="9298974" y="5442378"/>
                </a:lnTo>
                <a:lnTo>
                  <a:pt x="9295786" y="5442790"/>
                </a:lnTo>
                <a:lnTo>
                  <a:pt x="9292253" y="5443067"/>
                </a:lnTo>
                <a:lnTo>
                  <a:pt x="9292546" y="5443044"/>
                </a:lnTo>
                <a:lnTo>
                  <a:pt x="9288914" y="5443137"/>
                </a:lnTo>
                <a:lnTo>
                  <a:pt x="76656" y="5443137"/>
                </a:lnTo>
                <a:lnTo>
                  <a:pt x="73024" y="5443044"/>
                </a:lnTo>
                <a:lnTo>
                  <a:pt x="73317" y="5443067"/>
                </a:lnTo>
                <a:lnTo>
                  <a:pt x="69785" y="5442790"/>
                </a:lnTo>
                <a:lnTo>
                  <a:pt x="66596" y="5442378"/>
                </a:lnTo>
                <a:lnTo>
                  <a:pt x="63419" y="5441811"/>
                </a:lnTo>
                <a:lnTo>
                  <a:pt x="60348" y="5441104"/>
                </a:lnTo>
                <a:lnTo>
                  <a:pt x="57270" y="5440233"/>
                </a:lnTo>
                <a:lnTo>
                  <a:pt x="54106" y="5439159"/>
                </a:lnTo>
                <a:lnTo>
                  <a:pt x="51151" y="5437994"/>
                </a:lnTo>
                <a:lnTo>
                  <a:pt x="51420" y="5438100"/>
                </a:lnTo>
                <a:lnTo>
                  <a:pt x="48529" y="5436800"/>
                </a:lnTo>
                <a:lnTo>
                  <a:pt x="45533" y="5435267"/>
                </a:lnTo>
                <a:lnTo>
                  <a:pt x="42798" y="5433683"/>
                </a:lnTo>
                <a:lnTo>
                  <a:pt x="43032" y="5433835"/>
                </a:lnTo>
                <a:lnTo>
                  <a:pt x="40173" y="5431996"/>
                </a:lnTo>
                <a:lnTo>
                  <a:pt x="40396" y="5432160"/>
                </a:lnTo>
                <a:lnTo>
                  <a:pt x="37778" y="5430296"/>
                </a:lnTo>
                <a:lnTo>
                  <a:pt x="35393" y="5428424"/>
                </a:lnTo>
                <a:lnTo>
                  <a:pt x="32859" y="5426225"/>
                </a:lnTo>
                <a:lnTo>
                  <a:pt x="30692" y="5424161"/>
                </a:lnTo>
                <a:lnTo>
                  <a:pt x="28504" y="5421864"/>
                </a:lnTo>
                <a:lnTo>
                  <a:pt x="26430" y="5419461"/>
                </a:lnTo>
                <a:lnTo>
                  <a:pt x="24557" y="5417076"/>
                </a:lnTo>
                <a:lnTo>
                  <a:pt x="22693" y="5414457"/>
                </a:lnTo>
                <a:lnTo>
                  <a:pt x="22857" y="5414680"/>
                </a:lnTo>
                <a:lnTo>
                  <a:pt x="21073" y="5411906"/>
                </a:lnTo>
                <a:lnTo>
                  <a:pt x="19593" y="5409334"/>
                </a:lnTo>
                <a:lnTo>
                  <a:pt x="18053" y="5406324"/>
                </a:lnTo>
                <a:lnTo>
                  <a:pt x="16754" y="5403433"/>
                </a:lnTo>
                <a:lnTo>
                  <a:pt x="16859" y="5403702"/>
                </a:lnTo>
                <a:lnTo>
                  <a:pt x="15694" y="5400748"/>
                </a:lnTo>
                <a:lnTo>
                  <a:pt x="14621" y="5397583"/>
                </a:lnTo>
                <a:lnTo>
                  <a:pt x="13749" y="5394505"/>
                </a:lnTo>
                <a:lnTo>
                  <a:pt x="13042" y="5391434"/>
                </a:lnTo>
                <a:lnTo>
                  <a:pt x="12442" y="5388073"/>
                </a:lnTo>
                <a:lnTo>
                  <a:pt x="12477" y="5388366"/>
                </a:lnTo>
                <a:lnTo>
                  <a:pt x="12064" y="5385085"/>
                </a:lnTo>
                <a:lnTo>
                  <a:pt x="11786" y="5381536"/>
                </a:lnTo>
                <a:lnTo>
                  <a:pt x="11809" y="5381829"/>
                </a:lnTo>
                <a:lnTo>
                  <a:pt x="11716" y="5378197"/>
                </a:lnTo>
                <a:lnTo>
                  <a:pt x="11716" y="76656"/>
                </a:lnTo>
                <a:lnTo>
                  <a:pt x="11809" y="73024"/>
                </a:lnTo>
                <a:lnTo>
                  <a:pt x="11786" y="73317"/>
                </a:lnTo>
                <a:lnTo>
                  <a:pt x="12064" y="69768"/>
                </a:lnTo>
                <a:lnTo>
                  <a:pt x="12477" y="66487"/>
                </a:lnTo>
                <a:lnTo>
                  <a:pt x="12442" y="66780"/>
                </a:lnTo>
                <a:lnTo>
                  <a:pt x="13042" y="63419"/>
                </a:lnTo>
                <a:close/>
              </a:path>
            </a:pathLst>
          </a:custGeom>
          <a:solidFill xmlns:a="http://schemas.openxmlformats.org/drawingml/2006/main">
            <a:srgbClr val="7F7F7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16E180F-71E5-40B9-ACB9-54EA57CFA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0005" y="2444426"/>
            <a:ext cx="4455500" cy="569503"/>
          </a:xfrm>
          <a:custGeom xmlns:a="http://schemas.openxmlformats.org/drawingml/2006/main">
            <a:pathLst>
              <a:path w="4455500" h="569503">
                <a:moveTo>
                  <a:pt x="0" y="239118"/>
                </a:moveTo>
                <a:cubicBezTo>
                  <a:pt x="0" y="107117"/>
                  <a:pt x="107117" y="0"/>
                  <a:pt x="239001" y="117"/>
                </a:cubicBezTo>
                <a:lnTo>
                  <a:pt x="4216264" y="117"/>
                </a:lnTo>
                <a:cubicBezTo>
                  <a:pt x="4348383" y="0"/>
                  <a:pt x="4455500" y="107117"/>
                  <a:pt x="4455265" y="239118"/>
                </a:cubicBezTo>
                <a:lnTo>
                  <a:pt x="4455265" y="330501"/>
                </a:lnTo>
                <a:cubicBezTo>
                  <a:pt x="4455500" y="462268"/>
                  <a:pt x="4348383" y="569385"/>
                  <a:pt x="4216264" y="569503"/>
                </a:cubicBezTo>
                <a:lnTo>
                  <a:pt x="239001" y="569503"/>
                </a:lnTo>
                <a:cubicBezTo>
                  <a:pt x="107117" y="569385"/>
                  <a:pt x="0" y="462268"/>
                  <a:pt x="0" y="330501"/>
                </a:cubicBezTo>
                <a:lnTo>
                  <a:pt x="0" y="23911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295BD0E-8200-4BAD-85E6-6679F4424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6825" y="2431246"/>
            <a:ext cx="4481860" cy="595746"/>
          </a:xfrm>
          <a:custGeom xmlns:a="http://schemas.openxmlformats.org/drawingml/2006/main">
            <a:pathLst>
              <a:path w="4481860" h="595746">
                <a:moveTo>
                  <a:pt x="2027" y="375455"/>
                </a:moveTo>
                <a:lnTo>
                  <a:pt x="2906" y="381746"/>
                </a:lnTo>
                <a:lnTo>
                  <a:pt x="3936" y="387990"/>
                </a:lnTo>
                <a:lnTo>
                  <a:pt x="5131" y="394176"/>
                </a:lnTo>
                <a:lnTo>
                  <a:pt x="6467" y="400315"/>
                </a:lnTo>
                <a:lnTo>
                  <a:pt x="7943" y="406396"/>
                </a:lnTo>
                <a:lnTo>
                  <a:pt x="9572" y="412418"/>
                </a:lnTo>
                <a:lnTo>
                  <a:pt x="11353" y="418381"/>
                </a:lnTo>
                <a:lnTo>
                  <a:pt x="13262" y="424274"/>
                </a:lnTo>
                <a:lnTo>
                  <a:pt x="15324" y="430109"/>
                </a:lnTo>
                <a:lnTo>
                  <a:pt x="17515" y="435884"/>
                </a:lnTo>
                <a:lnTo>
                  <a:pt x="19870" y="441660"/>
                </a:lnTo>
                <a:lnTo>
                  <a:pt x="24896" y="452767"/>
                </a:lnTo>
                <a:lnTo>
                  <a:pt x="30473" y="463651"/>
                </a:lnTo>
                <a:lnTo>
                  <a:pt x="36553" y="474218"/>
                </a:lnTo>
                <a:lnTo>
                  <a:pt x="43114" y="484470"/>
                </a:lnTo>
                <a:lnTo>
                  <a:pt x="50155" y="494358"/>
                </a:lnTo>
                <a:lnTo>
                  <a:pt x="57641" y="503894"/>
                </a:lnTo>
                <a:lnTo>
                  <a:pt x="65573" y="513056"/>
                </a:lnTo>
                <a:lnTo>
                  <a:pt x="73926" y="521820"/>
                </a:lnTo>
                <a:lnTo>
                  <a:pt x="82690" y="530173"/>
                </a:lnTo>
                <a:lnTo>
                  <a:pt x="91851" y="538104"/>
                </a:lnTo>
                <a:lnTo>
                  <a:pt x="101388" y="545591"/>
                </a:lnTo>
                <a:lnTo>
                  <a:pt x="111276" y="552632"/>
                </a:lnTo>
                <a:lnTo>
                  <a:pt x="121527" y="559193"/>
                </a:lnTo>
                <a:lnTo>
                  <a:pt x="132095" y="565273"/>
                </a:lnTo>
                <a:lnTo>
                  <a:pt x="142979" y="570850"/>
                </a:lnTo>
                <a:lnTo>
                  <a:pt x="154086" y="575876"/>
                </a:lnTo>
                <a:lnTo>
                  <a:pt x="159861" y="578231"/>
                </a:lnTo>
                <a:lnTo>
                  <a:pt x="165637" y="580422"/>
                </a:lnTo>
                <a:lnTo>
                  <a:pt x="171472" y="582484"/>
                </a:lnTo>
                <a:lnTo>
                  <a:pt x="177365" y="584393"/>
                </a:lnTo>
                <a:lnTo>
                  <a:pt x="183328" y="586174"/>
                </a:lnTo>
                <a:lnTo>
                  <a:pt x="189350" y="587803"/>
                </a:lnTo>
                <a:lnTo>
                  <a:pt x="195430" y="589279"/>
                </a:lnTo>
                <a:lnTo>
                  <a:pt x="201569" y="590614"/>
                </a:lnTo>
                <a:lnTo>
                  <a:pt x="207755" y="591809"/>
                </a:lnTo>
                <a:lnTo>
                  <a:pt x="214000" y="592840"/>
                </a:lnTo>
                <a:lnTo>
                  <a:pt x="220291" y="593719"/>
                </a:lnTo>
                <a:lnTo>
                  <a:pt x="226629" y="594445"/>
                </a:lnTo>
                <a:lnTo>
                  <a:pt x="233015" y="595008"/>
                </a:lnTo>
                <a:lnTo>
                  <a:pt x="239446" y="595418"/>
                </a:lnTo>
                <a:lnTo>
                  <a:pt x="245914" y="595664"/>
                </a:lnTo>
                <a:lnTo>
                  <a:pt x="252346" y="595746"/>
                </a:lnTo>
                <a:lnTo>
                  <a:pt x="4229515" y="595746"/>
                </a:lnTo>
                <a:lnTo>
                  <a:pt x="4235947" y="595664"/>
                </a:lnTo>
                <a:lnTo>
                  <a:pt x="4242414" y="595418"/>
                </a:lnTo>
                <a:lnTo>
                  <a:pt x="4248846" y="595008"/>
                </a:lnTo>
                <a:lnTo>
                  <a:pt x="4255231" y="594445"/>
                </a:lnTo>
                <a:lnTo>
                  <a:pt x="4261569" y="593719"/>
                </a:lnTo>
                <a:lnTo>
                  <a:pt x="4267860" y="592840"/>
                </a:lnTo>
                <a:lnTo>
                  <a:pt x="4274105" y="591809"/>
                </a:lnTo>
                <a:lnTo>
                  <a:pt x="4280291" y="590614"/>
                </a:lnTo>
                <a:lnTo>
                  <a:pt x="4286430" y="589279"/>
                </a:lnTo>
                <a:lnTo>
                  <a:pt x="4292510" y="587803"/>
                </a:lnTo>
                <a:lnTo>
                  <a:pt x="4298532" y="586174"/>
                </a:lnTo>
                <a:lnTo>
                  <a:pt x="4304495" y="584393"/>
                </a:lnTo>
                <a:lnTo>
                  <a:pt x="4310388" y="582484"/>
                </a:lnTo>
                <a:lnTo>
                  <a:pt x="4316223" y="580422"/>
                </a:lnTo>
                <a:lnTo>
                  <a:pt x="4321999" y="578231"/>
                </a:lnTo>
                <a:lnTo>
                  <a:pt x="4327775" y="575876"/>
                </a:lnTo>
                <a:lnTo>
                  <a:pt x="4338881" y="570850"/>
                </a:lnTo>
                <a:lnTo>
                  <a:pt x="4349765" y="565273"/>
                </a:lnTo>
                <a:lnTo>
                  <a:pt x="4360333" y="559193"/>
                </a:lnTo>
                <a:lnTo>
                  <a:pt x="4370584" y="552632"/>
                </a:lnTo>
                <a:lnTo>
                  <a:pt x="4380472" y="545591"/>
                </a:lnTo>
                <a:lnTo>
                  <a:pt x="4390009" y="538104"/>
                </a:lnTo>
                <a:lnTo>
                  <a:pt x="4399170" y="530173"/>
                </a:lnTo>
                <a:lnTo>
                  <a:pt x="4407934" y="521820"/>
                </a:lnTo>
                <a:lnTo>
                  <a:pt x="4416287" y="513056"/>
                </a:lnTo>
                <a:lnTo>
                  <a:pt x="4424219" y="503894"/>
                </a:lnTo>
                <a:lnTo>
                  <a:pt x="4431705" y="494358"/>
                </a:lnTo>
                <a:lnTo>
                  <a:pt x="4438746" y="484470"/>
                </a:lnTo>
                <a:lnTo>
                  <a:pt x="4445307" y="474218"/>
                </a:lnTo>
                <a:lnTo>
                  <a:pt x="4451387" y="463651"/>
                </a:lnTo>
                <a:lnTo>
                  <a:pt x="4456964" y="452767"/>
                </a:lnTo>
                <a:lnTo>
                  <a:pt x="4461990" y="441660"/>
                </a:lnTo>
                <a:lnTo>
                  <a:pt x="4464345" y="435884"/>
                </a:lnTo>
                <a:lnTo>
                  <a:pt x="4466536" y="430109"/>
                </a:lnTo>
                <a:lnTo>
                  <a:pt x="4468598" y="424274"/>
                </a:lnTo>
                <a:lnTo>
                  <a:pt x="4470508" y="418381"/>
                </a:lnTo>
                <a:lnTo>
                  <a:pt x="4472288" y="412418"/>
                </a:lnTo>
                <a:lnTo>
                  <a:pt x="4473917" y="406396"/>
                </a:lnTo>
                <a:lnTo>
                  <a:pt x="4475393" y="400315"/>
                </a:lnTo>
                <a:lnTo>
                  <a:pt x="4476729" y="394176"/>
                </a:lnTo>
                <a:lnTo>
                  <a:pt x="4477924" y="387990"/>
                </a:lnTo>
                <a:lnTo>
                  <a:pt x="4478955" y="381746"/>
                </a:lnTo>
                <a:lnTo>
                  <a:pt x="4479833" y="375455"/>
                </a:lnTo>
                <a:lnTo>
                  <a:pt x="4480560" y="369116"/>
                </a:lnTo>
                <a:lnTo>
                  <a:pt x="4481122" y="362731"/>
                </a:lnTo>
                <a:lnTo>
                  <a:pt x="4481532" y="356299"/>
                </a:lnTo>
                <a:lnTo>
                  <a:pt x="4481778" y="349832"/>
                </a:lnTo>
                <a:lnTo>
                  <a:pt x="4481860" y="343400"/>
                </a:lnTo>
                <a:lnTo>
                  <a:pt x="4481860" y="252346"/>
                </a:lnTo>
                <a:lnTo>
                  <a:pt x="4481778" y="245914"/>
                </a:lnTo>
                <a:lnTo>
                  <a:pt x="4481532" y="239446"/>
                </a:lnTo>
                <a:lnTo>
                  <a:pt x="4481122" y="233015"/>
                </a:lnTo>
                <a:lnTo>
                  <a:pt x="4480560" y="226629"/>
                </a:lnTo>
                <a:lnTo>
                  <a:pt x="4479833" y="220291"/>
                </a:lnTo>
                <a:lnTo>
                  <a:pt x="4478955" y="214000"/>
                </a:lnTo>
                <a:lnTo>
                  <a:pt x="4477924" y="207755"/>
                </a:lnTo>
                <a:lnTo>
                  <a:pt x="4476729" y="201569"/>
                </a:lnTo>
                <a:lnTo>
                  <a:pt x="4475393" y="195430"/>
                </a:lnTo>
                <a:lnTo>
                  <a:pt x="4473917" y="189350"/>
                </a:lnTo>
                <a:lnTo>
                  <a:pt x="4472288" y="183328"/>
                </a:lnTo>
                <a:lnTo>
                  <a:pt x="4470508" y="177365"/>
                </a:lnTo>
                <a:lnTo>
                  <a:pt x="4468598" y="171472"/>
                </a:lnTo>
                <a:lnTo>
                  <a:pt x="4466536" y="165637"/>
                </a:lnTo>
                <a:lnTo>
                  <a:pt x="4464345" y="159861"/>
                </a:lnTo>
                <a:lnTo>
                  <a:pt x="4461990" y="154086"/>
                </a:lnTo>
                <a:lnTo>
                  <a:pt x="4456964" y="142979"/>
                </a:lnTo>
                <a:lnTo>
                  <a:pt x="4451387" y="132095"/>
                </a:lnTo>
                <a:lnTo>
                  <a:pt x="4445307" y="121527"/>
                </a:lnTo>
                <a:lnTo>
                  <a:pt x="4438746" y="111276"/>
                </a:lnTo>
                <a:lnTo>
                  <a:pt x="4431705" y="101388"/>
                </a:lnTo>
                <a:lnTo>
                  <a:pt x="4424219" y="91851"/>
                </a:lnTo>
                <a:lnTo>
                  <a:pt x="4416287" y="82690"/>
                </a:lnTo>
                <a:lnTo>
                  <a:pt x="4407934" y="73926"/>
                </a:lnTo>
                <a:lnTo>
                  <a:pt x="4399170" y="65573"/>
                </a:lnTo>
                <a:lnTo>
                  <a:pt x="4390009" y="57641"/>
                </a:lnTo>
                <a:lnTo>
                  <a:pt x="4380472" y="50155"/>
                </a:lnTo>
                <a:lnTo>
                  <a:pt x="4370584" y="43114"/>
                </a:lnTo>
                <a:lnTo>
                  <a:pt x="4360333" y="36553"/>
                </a:lnTo>
                <a:lnTo>
                  <a:pt x="4349765" y="30473"/>
                </a:lnTo>
                <a:lnTo>
                  <a:pt x="4338881" y="24896"/>
                </a:lnTo>
                <a:lnTo>
                  <a:pt x="4327775" y="19870"/>
                </a:lnTo>
                <a:lnTo>
                  <a:pt x="4321999" y="17515"/>
                </a:lnTo>
                <a:lnTo>
                  <a:pt x="4316223" y="15324"/>
                </a:lnTo>
                <a:lnTo>
                  <a:pt x="4310388" y="13262"/>
                </a:lnTo>
                <a:lnTo>
                  <a:pt x="4304495" y="11353"/>
                </a:lnTo>
                <a:lnTo>
                  <a:pt x="4298532" y="9572"/>
                </a:lnTo>
                <a:lnTo>
                  <a:pt x="4292510" y="7943"/>
                </a:lnTo>
                <a:lnTo>
                  <a:pt x="4286430" y="6467"/>
                </a:lnTo>
                <a:lnTo>
                  <a:pt x="4280291" y="5131"/>
                </a:lnTo>
                <a:lnTo>
                  <a:pt x="4274105" y="3936"/>
                </a:lnTo>
                <a:lnTo>
                  <a:pt x="4267860" y="2906"/>
                </a:lnTo>
                <a:lnTo>
                  <a:pt x="4261569" y="2027"/>
                </a:lnTo>
                <a:lnTo>
                  <a:pt x="4255231" y="1300"/>
                </a:lnTo>
                <a:lnTo>
                  <a:pt x="4248846" y="738"/>
                </a:lnTo>
                <a:lnTo>
                  <a:pt x="4242414" y="328"/>
                </a:lnTo>
                <a:lnTo>
                  <a:pt x="4235947" y="82"/>
                </a:lnTo>
                <a:lnTo>
                  <a:pt x="4229515" y="0"/>
                </a:lnTo>
                <a:lnTo>
                  <a:pt x="252346" y="0"/>
                </a:lnTo>
                <a:lnTo>
                  <a:pt x="245914" y="82"/>
                </a:lnTo>
                <a:lnTo>
                  <a:pt x="239446" y="328"/>
                </a:lnTo>
                <a:lnTo>
                  <a:pt x="233015" y="738"/>
                </a:lnTo>
                <a:lnTo>
                  <a:pt x="226629" y="1300"/>
                </a:lnTo>
                <a:lnTo>
                  <a:pt x="220291" y="2027"/>
                </a:lnTo>
                <a:lnTo>
                  <a:pt x="214000" y="2906"/>
                </a:lnTo>
                <a:lnTo>
                  <a:pt x="207755" y="3936"/>
                </a:lnTo>
                <a:lnTo>
                  <a:pt x="201569" y="5131"/>
                </a:lnTo>
                <a:lnTo>
                  <a:pt x="195430" y="6467"/>
                </a:lnTo>
                <a:lnTo>
                  <a:pt x="189350" y="7943"/>
                </a:lnTo>
                <a:lnTo>
                  <a:pt x="183328" y="9572"/>
                </a:lnTo>
                <a:lnTo>
                  <a:pt x="177365" y="11353"/>
                </a:lnTo>
                <a:lnTo>
                  <a:pt x="171472" y="13262"/>
                </a:lnTo>
                <a:lnTo>
                  <a:pt x="165637" y="15324"/>
                </a:lnTo>
                <a:lnTo>
                  <a:pt x="159861" y="17515"/>
                </a:lnTo>
                <a:lnTo>
                  <a:pt x="154086" y="19870"/>
                </a:lnTo>
                <a:lnTo>
                  <a:pt x="142979" y="24896"/>
                </a:lnTo>
                <a:lnTo>
                  <a:pt x="132095" y="30473"/>
                </a:lnTo>
                <a:lnTo>
                  <a:pt x="121527" y="36553"/>
                </a:lnTo>
                <a:lnTo>
                  <a:pt x="111276" y="43114"/>
                </a:lnTo>
                <a:lnTo>
                  <a:pt x="101388" y="50155"/>
                </a:lnTo>
                <a:lnTo>
                  <a:pt x="91851" y="57641"/>
                </a:lnTo>
                <a:lnTo>
                  <a:pt x="82690" y="65573"/>
                </a:lnTo>
                <a:lnTo>
                  <a:pt x="73926" y="73926"/>
                </a:lnTo>
                <a:lnTo>
                  <a:pt x="65573" y="82690"/>
                </a:lnTo>
                <a:lnTo>
                  <a:pt x="57641" y="91851"/>
                </a:lnTo>
                <a:lnTo>
                  <a:pt x="50155" y="101388"/>
                </a:lnTo>
                <a:lnTo>
                  <a:pt x="43114" y="111276"/>
                </a:lnTo>
                <a:lnTo>
                  <a:pt x="36553" y="121527"/>
                </a:lnTo>
                <a:lnTo>
                  <a:pt x="30473" y="132095"/>
                </a:lnTo>
                <a:lnTo>
                  <a:pt x="24896" y="142979"/>
                </a:lnTo>
                <a:lnTo>
                  <a:pt x="19870" y="154086"/>
                </a:lnTo>
                <a:lnTo>
                  <a:pt x="17515" y="159861"/>
                </a:lnTo>
                <a:lnTo>
                  <a:pt x="15324" y="165637"/>
                </a:lnTo>
                <a:lnTo>
                  <a:pt x="13262" y="171472"/>
                </a:lnTo>
                <a:lnTo>
                  <a:pt x="11353" y="177365"/>
                </a:lnTo>
                <a:lnTo>
                  <a:pt x="9572" y="183328"/>
                </a:lnTo>
                <a:lnTo>
                  <a:pt x="7943" y="189350"/>
                </a:lnTo>
                <a:lnTo>
                  <a:pt x="6467" y="195430"/>
                </a:lnTo>
                <a:lnTo>
                  <a:pt x="5131" y="201569"/>
                </a:lnTo>
                <a:lnTo>
                  <a:pt x="3936" y="207755"/>
                </a:lnTo>
                <a:lnTo>
                  <a:pt x="2906" y="214000"/>
                </a:lnTo>
                <a:lnTo>
                  <a:pt x="2027" y="220291"/>
                </a:lnTo>
                <a:lnTo>
                  <a:pt x="1300" y="226629"/>
                </a:lnTo>
                <a:lnTo>
                  <a:pt x="738" y="233015"/>
                </a:lnTo>
                <a:lnTo>
                  <a:pt x="328" y="239446"/>
                </a:lnTo>
                <a:lnTo>
                  <a:pt x="82" y="245914"/>
                </a:lnTo>
                <a:lnTo>
                  <a:pt x="0" y="252346"/>
                </a:lnTo>
                <a:lnTo>
                  <a:pt x="0" y="343400"/>
                </a:lnTo>
                <a:lnTo>
                  <a:pt x="82" y="349832"/>
                </a:lnTo>
                <a:lnTo>
                  <a:pt x="328" y="356299"/>
                </a:lnTo>
                <a:lnTo>
                  <a:pt x="738" y="362731"/>
                </a:lnTo>
                <a:lnTo>
                  <a:pt x="1300" y="369116"/>
                </a:lnTo>
                <a:lnTo>
                  <a:pt x="2027" y="375455"/>
                </a:lnTo>
                <a:close/>
                <a:moveTo>
                  <a:pt x="28200" y="223454"/>
                </a:moveTo>
                <a:lnTo>
                  <a:pt x="28153" y="223783"/>
                </a:lnTo>
                <a:lnTo>
                  <a:pt x="28945" y="218106"/>
                </a:lnTo>
                <a:lnTo>
                  <a:pt x="29894" y="212400"/>
                </a:lnTo>
                <a:lnTo>
                  <a:pt x="30981" y="206728"/>
                </a:lnTo>
                <a:lnTo>
                  <a:pt x="32183" y="201195"/>
                </a:lnTo>
                <a:lnTo>
                  <a:pt x="32113" y="201523"/>
                </a:lnTo>
                <a:lnTo>
                  <a:pt x="33485" y="195896"/>
                </a:lnTo>
                <a:lnTo>
                  <a:pt x="34982" y="190374"/>
                </a:lnTo>
                <a:lnTo>
                  <a:pt x="36565" y="185039"/>
                </a:lnTo>
                <a:lnTo>
                  <a:pt x="36471" y="185355"/>
                </a:lnTo>
                <a:lnTo>
                  <a:pt x="38267" y="179830"/>
                </a:lnTo>
                <a:lnTo>
                  <a:pt x="40126" y="174541"/>
                </a:lnTo>
                <a:lnTo>
                  <a:pt x="40021" y="174846"/>
                </a:lnTo>
                <a:lnTo>
                  <a:pt x="42061" y="169475"/>
                </a:lnTo>
                <a:lnTo>
                  <a:pt x="44050" y="164608"/>
                </a:lnTo>
                <a:lnTo>
                  <a:pt x="48687" y="154348"/>
                </a:lnTo>
                <a:lnTo>
                  <a:pt x="53632" y="144698"/>
                </a:lnTo>
                <a:lnTo>
                  <a:pt x="59194" y="135034"/>
                </a:lnTo>
                <a:lnTo>
                  <a:pt x="65027" y="125944"/>
                </a:lnTo>
                <a:lnTo>
                  <a:pt x="71363" y="117052"/>
                </a:lnTo>
                <a:lnTo>
                  <a:pt x="78020" y="108585"/>
                </a:lnTo>
                <a:lnTo>
                  <a:pt x="85044" y="100478"/>
                </a:lnTo>
                <a:lnTo>
                  <a:pt x="92572" y="92572"/>
                </a:lnTo>
                <a:lnTo>
                  <a:pt x="100478" y="85044"/>
                </a:lnTo>
                <a:lnTo>
                  <a:pt x="108585" y="78020"/>
                </a:lnTo>
                <a:lnTo>
                  <a:pt x="117052" y="71363"/>
                </a:lnTo>
                <a:lnTo>
                  <a:pt x="125944" y="65027"/>
                </a:lnTo>
                <a:lnTo>
                  <a:pt x="135034" y="59194"/>
                </a:lnTo>
                <a:lnTo>
                  <a:pt x="144698" y="53632"/>
                </a:lnTo>
                <a:lnTo>
                  <a:pt x="154348" y="48687"/>
                </a:lnTo>
                <a:lnTo>
                  <a:pt x="164608" y="44050"/>
                </a:lnTo>
                <a:lnTo>
                  <a:pt x="169475" y="42061"/>
                </a:lnTo>
                <a:lnTo>
                  <a:pt x="174846" y="40021"/>
                </a:lnTo>
                <a:lnTo>
                  <a:pt x="174541" y="40126"/>
                </a:lnTo>
                <a:lnTo>
                  <a:pt x="179830" y="38267"/>
                </a:lnTo>
                <a:lnTo>
                  <a:pt x="185355" y="36471"/>
                </a:lnTo>
                <a:lnTo>
                  <a:pt x="185039" y="36565"/>
                </a:lnTo>
                <a:lnTo>
                  <a:pt x="190374" y="34982"/>
                </a:lnTo>
                <a:lnTo>
                  <a:pt x="195896" y="33485"/>
                </a:lnTo>
                <a:lnTo>
                  <a:pt x="201523" y="32113"/>
                </a:lnTo>
                <a:lnTo>
                  <a:pt x="201195" y="32183"/>
                </a:lnTo>
                <a:lnTo>
                  <a:pt x="206728" y="30981"/>
                </a:lnTo>
                <a:lnTo>
                  <a:pt x="212400" y="29894"/>
                </a:lnTo>
                <a:lnTo>
                  <a:pt x="218106" y="28945"/>
                </a:lnTo>
                <a:lnTo>
                  <a:pt x="223783" y="28153"/>
                </a:lnTo>
                <a:lnTo>
                  <a:pt x="223454" y="28200"/>
                </a:lnTo>
                <a:lnTo>
                  <a:pt x="229276" y="27530"/>
                </a:lnTo>
                <a:lnTo>
                  <a:pt x="235080" y="27014"/>
                </a:lnTo>
                <a:lnTo>
                  <a:pt x="240946" y="26642"/>
                </a:lnTo>
                <a:lnTo>
                  <a:pt x="240618" y="26665"/>
                </a:lnTo>
                <a:lnTo>
                  <a:pt x="246451" y="26442"/>
                </a:lnTo>
                <a:lnTo>
                  <a:pt x="252592" y="26360"/>
                </a:lnTo>
                <a:lnTo>
                  <a:pt x="4229269" y="26360"/>
                </a:lnTo>
                <a:lnTo>
                  <a:pt x="4235410" y="26442"/>
                </a:lnTo>
                <a:lnTo>
                  <a:pt x="4241242" y="26665"/>
                </a:lnTo>
                <a:lnTo>
                  <a:pt x="4240914" y="26642"/>
                </a:lnTo>
                <a:lnTo>
                  <a:pt x="4246781" y="27014"/>
                </a:lnTo>
                <a:lnTo>
                  <a:pt x="4252584" y="27530"/>
                </a:lnTo>
                <a:lnTo>
                  <a:pt x="4258406" y="28200"/>
                </a:lnTo>
                <a:lnTo>
                  <a:pt x="4258078" y="28153"/>
                </a:lnTo>
                <a:lnTo>
                  <a:pt x="4263754" y="28945"/>
                </a:lnTo>
                <a:lnTo>
                  <a:pt x="4269460" y="29894"/>
                </a:lnTo>
                <a:lnTo>
                  <a:pt x="4275132" y="30981"/>
                </a:lnTo>
                <a:lnTo>
                  <a:pt x="4280666" y="32183"/>
                </a:lnTo>
                <a:lnTo>
                  <a:pt x="4280338" y="32113"/>
                </a:lnTo>
                <a:lnTo>
                  <a:pt x="4285964" y="33485"/>
                </a:lnTo>
                <a:lnTo>
                  <a:pt x="4291486" y="34982"/>
                </a:lnTo>
                <a:lnTo>
                  <a:pt x="4296822" y="36565"/>
                </a:lnTo>
                <a:lnTo>
                  <a:pt x="4296505" y="36471"/>
                </a:lnTo>
                <a:lnTo>
                  <a:pt x="4302031" y="38267"/>
                </a:lnTo>
                <a:lnTo>
                  <a:pt x="4307319" y="40126"/>
                </a:lnTo>
                <a:lnTo>
                  <a:pt x="4307014" y="40021"/>
                </a:lnTo>
                <a:lnTo>
                  <a:pt x="4312221" y="41999"/>
                </a:lnTo>
                <a:lnTo>
                  <a:pt x="4317259" y="44053"/>
                </a:lnTo>
                <a:lnTo>
                  <a:pt x="4327513" y="48687"/>
                </a:lnTo>
                <a:lnTo>
                  <a:pt x="4337162" y="53632"/>
                </a:lnTo>
                <a:lnTo>
                  <a:pt x="4346826" y="59194"/>
                </a:lnTo>
                <a:lnTo>
                  <a:pt x="4355916" y="65027"/>
                </a:lnTo>
                <a:lnTo>
                  <a:pt x="4364808" y="71363"/>
                </a:lnTo>
                <a:lnTo>
                  <a:pt x="4373275" y="78020"/>
                </a:lnTo>
                <a:lnTo>
                  <a:pt x="4381382" y="85044"/>
                </a:lnTo>
                <a:lnTo>
                  <a:pt x="4389289" y="92572"/>
                </a:lnTo>
                <a:lnTo>
                  <a:pt x="4396816" y="100478"/>
                </a:lnTo>
                <a:lnTo>
                  <a:pt x="4403841" y="108585"/>
                </a:lnTo>
                <a:lnTo>
                  <a:pt x="4410497" y="117052"/>
                </a:lnTo>
                <a:lnTo>
                  <a:pt x="4416833" y="125944"/>
                </a:lnTo>
                <a:lnTo>
                  <a:pt x="4422666" y="135034"/>
                </a:lnTo>
                <a:lnTo>
                  <a:pt x="4428228" y="144698"/>
                </a:lnTo>
                <a:lnTo>
                  <a:pt x="4433173" y="154348"/>
                </a:lnTo>
                <a:lnTo>
                  <a:pt x="4437810" y="164608"/>
                </a:lnTo>
                <a:lnTo>
                  <a:pt x="4439799" y="169475"/>
                </a:lnTo>
                <a:lnTo>
                  <a:pt x="4441839" y="174846"/>
                </a:lnTo>
                <a:lnTo>
                  <a:pt x="4441734" y="174541"/>
                </a:lnTo>
                <a:lnTo>
                  <a:pt x="4443594" y="179830"/>
                </a:lnTo>
                <a:lnTo>
                  <a:pt x="4445389" y="185355"/>
                </a:lnTo>
                <a:lnTo>
                  <a:pt x="4445295" y="185039"/>
                </a:lnTo>
                <a:lnTo>
                  <a:pt x="4446878" y="190374"/>
                </a:lnTo>
                <a:lnTo>
                  <a:pt x="4448375" y="195896"/>
                </a:lnTo>
                <a:lnTo>
                  <a:pt x="4449747" y="201523"/>
                </a:lnTo>
                <a:lnTo>
                  <a:pt x="4449677" y="201195"/>
                </a:lnTo>
                <a:lnTo>
                  <a:pt x="4450879" y="206728"/>
                </a:lnTo>
                <a:lnTo>
                  <a:pt x="4451966" y="212400"/>
                </a:lnTo>
                <a:lnTo>
                  <a:pt x="4452922" y="218147"/>
                </a:lnTo>
                <a:lnTo>
                  <a:pt x="4452864" y="217819"/>
                </a:lnTo>
                <a:lnTo>
                  <a:pt x="4453707" y="223783"/>
                </a:lnTo>
                <a:lnTo>
                  <a:pt x="4453660" y="223454"/>
                </a:lnTo>
                <a:lnTo>
                  <a:pt x="4454330" y="229276"/>
                </a:lnTo>
                <a:lnTo>
                  <a:pt x="4454846" y="235080"/>
                </a:lnTo>
                <a:lnTo>
                  <a:pt x="4455219" y="240946"/>
                </a:lnTo>
                <a:lnTo>
                  <a:pt x="4455195" y="240618"/>
                </a:lnTo>
                <a:lnTo>
                  <a:pt x="4455418" y="246451"/>
                </a:lnTo>
                <a:lnTo>
                  <a:pt x="4455500" y="252592"/>
                </a:lnTo>
                <a:lnTo>
                  <a:pt x="4455500" y="343154"/>
                </a:lnTo>
                <a:lnTo>
                  <a:pt x="4455418" y="349295"/>
                </a:lnTo>
                <a:lnTo>
                  <a:pt x="4455195" y="355128"/>
                </a:lnTo>
                <a:lnTo>
                  <a:pt x="4455219" y="354800"/>
                </a:lnTo>
                <a:lnTo>
                  <a:pt x="4454846" y="360666"/>
                </a:lnTo>
                <a:lnTo>
                  <a:pt x="4454330" y="366470"/>
                </a:lnTo>
                <a:lnTo>
                  <a:pt x="4453660" y="372291"/>
                </a:lnTo>
                <a:lnTo>
                  <a:pt x="4453707" y="371963"/>
                </a:lnTo>
                <a:lnTo>
                  <a:pt x="4452864" y="377927"/>
                </a:lnTo>
                <a:lnTo>
                  <a:pt x="4452922" y="377599"/>
                </a:lnTo>
                <a:lnTo>
                  <a:pt x="4451966" y="383346"/>
                </a:lnTo>
                <a:lnTo>
                  <a:pt x="4450879" y="389018"/>
                </a:lnTo>
                <a:lnTo>
                  <a:pt x="4449677" y="394551"/>
                </a:lnTo>
                <a:lnTo>
                  <a:pt x="4449747" y="394223"/>
                </a:lnTo>
                <a:lnTo>
                  <a:pt x="4448375" y="399850"/>
                </a:lnTo>
                <a:lnTo>
                  <a:pt x="4446878" y="405372"/>
                </a:lnTo>
                <a:lnTo>
                  <a:pt x="4445295" y="410707"/>
                </a:lnTo>
                <a:lnTo>
                  <a:pt x="4445389" y="410391"/>
                </a:lnTo>
                <a:lnTo>
                  <a:pt x="4443594" y="415916"/>
                </a:lnTo>
                <a:lnTo>
                  <a:pt x="4441734" y="421205"/>
                </a:lnTo>
                <a:lnTo>
                  <a:pt x="4441839" y="420900"/>
                </a:lnTo>
                <a:lnTo>
                  <a:pt x="4439799" y="426271"/>
                </a:lnTo>
                <a:lnTo>
                  <a:pt x="4437810" y="431138"/>
                </a:lnTo>
                <a:lnTo>
                  <a:pt x="4433173" y="441398"/>
                </a:lnTo>
                <a:lnTo>
                  <a:pt x="4428228" y="451048"/>
                </a:lnTo>
                <a:lnTo>
                  <a:pt x="4422666" y="460712"/>
                </a:lnTo>
                <a:lnTo>
                  <a:pt x="4416833" y="469801"/>
                </a:lnTo>
                <a:lnTo>
                  <a:pt x="4410497" y="478694"/>
                </a:lnTo>
                <a:lnTo>
                  <a:pt x="4403841" y="487160"/>
                </a:lnTo>
                <a:lnTo>
                  <a:pt x="4396816" y="495268"/>
                </a:lnTo>
                <a:lnTo>
                  <a:pt x="4389289" y="503174"/>
                </a:lnTo>
                <a:lnTo>
                  <a:pt x="4381382" y="510702"/>
                </a:lnTo>
                <a:lnTo>
                  <a:pt x="4373275" y="517726"/>
                </a:lnTo>
                <a:lnTo>
                  <a:pt x="4364808" y="524383"/>
                </a:lnTo>
                <a:lnTo>
                  <a:pt x="4355916" y="530719"/>
                </a:lnTo>
                <a:lnTo>
                  <a:pt x="4346826" y="536552"/>
                </a:lnTo>
                <a:lnTo>
                  <a:pt x="4337162" y="542114"/>
                </a:lnTo>
                <a:lnTo>
                  <a:pt x="4327513" y="547059"/>
                </a:lnTo>
                <a:lnTo>
                  <a:pt x="4317259" y="551693"/>
                </a:lnTo>
                <a:lnTo>
                  <a:pt x="4312221" y="553747"/>
                </a:lnTo>
                <a:lnTo>
                  <a:pt x="4307014" y="555725"/>
                </a:lnTo>
                <a:lnTo>
                  <a:pt x="4307319" y="555619"/>
                </a:lnTo>
                <a:lnTo>
                  <a:pt x="4302031" y="557479"/>
                </a:lnTo>
                <a:lnTo>
                  <a:pt x="4296505" y="559275"/>
                </a:lnTo>
                <a:lnTo>
                  <a:pt x="4296822" y="559181"/>
                </a:lnTo>
                <a:lnTo>
                  <a:pt x="4291486" y="560764"/>
                </a:lnTo>
                <a:lnTo>
                  <a:pt x="4285964" y="562261"/>
                </a:lnTo>
                <a:lnTo>
                  <a:pt x="4280338" y="563633"/>
                </a:lnTo>
                <a:lnTo>
                  <a:pt x="4280666" y="563563"/>
                </a:lnTo>
                <a:lnTo>
                  <a:pt x="4275132" y="564765"/>
                </a:lnTo>
                <a:lnTo>
                  <a:pt x="4269460" y="565852"/>
                </a:lnTo>
                <a:lnTo>
                  <a:pt x="4263754" y="566801"/>
                </a:lnTo>
                <a:lnTo>
                  <a:pt x="4258078" y="567593"/>
                </a:lnTo>
                <a:lnTo>
                  <a:pt x="4258406" y="567546"/>
                </a:lnTo>
                <a:lnTo>
                  <a:pt x="4252584" y="568216"/>
                </a:lnTo>
                <a:lnTo>
                  <a:pt x="4246781" y="568732"/>
                </a:lnTo>
                <a:lnTo>
                  <a:pt x="4240914" y="569104"/>
                </a:lnTo>
                <a:lnTo>
                  <a:pt x="4241242" y="569081"/>
                </a:lnTo>
                <a:lnTo>
                  <a:pt x="4235410" y="569304"/>
                </a:lnTo>
                <a:lnTo>
                  <a:pt x="4229269" y="569385"/>
                </a:lnTo>
                <a:lnTo>
                  <a:pt x="252592" y="569385"/>
                </a:lnTo>
                <a:lnTo>
                  <a:pt x="246451" y="569304"/>
                </a:lnTo>
                <a:lnTo>
                  <a:pt x="240618" y="569081"/>
                </a:lnTo>
                <a:lnTo>
                  <a:pt x="240946" y="569104"/>
                </a:lnTo>
                <a:lnTo>
                  <a:pt x="235080" y="568732"/>
                </a:lnTo>
                <a:lnTo>
                  <a:pt x="229276" y="568216"/>
                </a:lnTo>
                <a:lnTo>
                  <a:pt x="223454" y="567546"/>
                </a:lnTo>
                <a:lnTo>
                  <a:pt x="223783" y="567593"/>
                </a:lnTo>
                <a:lnTo>
                  <a:pt x="218106" y="566801"/>
                </a:lnTo>
                <a:lnTo>
                  <a:pt x="212400" y="565852"/>
                </a:lnTo>
                <a:lnTo>
                  <a:pt x="206728" y="564765"/>
                </a:lnTo>
                <a:lnTo>
                  <a:pt x="201195" y="563563"/>
                </a:lnTo>
                <a:lnTo>
                  <a:pt x="201523" y="563633"/>
                </a:lnTo>
                <a:lnTo>
                  <a:pt x="195896" y="562261"/>
                </a:lnTo>
                <a:lnTo>
                  <a:pt x="190374" y="560764"/>
                </a:lnTo>
                <a:lnTo>
                  <a:pt x="185039" y="559181"/>
                </a:lnTo>
                <a:lnTo>
                  <a:pt x="185355" y="559275"/>
                </a:lnTo>
                <a:lnTo>
                  <a:pt x="179830" y="557479"/>
                </a:lnTo>
                <a:lnTo>
                  <a:pt x="174541" y="555619"/>
                </a:lnTo>
                <a:lnTo>
                  <a:pt x="174846" y="555725"/>
                </a:lnTo>
                <a:lnTo>
                  <a:pt x="169475" y="553685"/>
                </a:lnTo>
                <a:lnTo>
                  <a:pt x="164608" y="551696"/>
                </a:lnTo>
                <a:lnTo>
                  <a:pt x="154348" y="547059"/>
                </a:lnTo>
                <a:lnTo>
                  <a:pt x="144698" y="542114"/>
                </a:lnTo>
                <a:lnTo>
                  <a:pt x="135034" y="536552"/>
                </a:lnTo>
                <a:lnTo>
                  <a:pt x="125944" y="530719"/>
                </a:lnTo>
                <a:lnTo>
                  <a:pt x="117052" y="524383"/>
                </a:lnTo>
                <a:lnTo>
                  <a:pt x="108585" y="517726"/>
                </a:lnTo>
                <a:lnTo>
                  <a:pt x="100478" y="510702"/>
                </a:lnTo>
                <a:lnTo>
                  <a:pt x="92572" y="503174"/>
                </a:lnTo>
                <a:lnTo>
                  <a:pt x="85044" y="495268"/>
                </a:lnTo>
                <a:lnTo>
                  <a:pt x="78020" y="487160"/>
                </a:lnTo>
                <a:lnTo>
                  <a:pt x="71363" y="478694"/>
                </a:lnTo>
                <a:lnTo>
                  <a:pt x="65027" y="469801"/>
                </a:lnTo>
                <a:lnTo>
                  <a:pt x="59194" y="460712"/>
                </a:lnTo>
                <a:lnTo>
                  <a:pt x="53632" y="451048"/>
                </a:lnTo>
                <a:lnTo>
                  <a:pt x="48687" y="441398"/>
                </a:lnTo>
                <a:lnTo>
                  <a:pt x="44050" y="431138"/>
                </a:lnTo>
                <a:lnTo>
                  <a:pt x="42061" y="426271"/>
                </a:lnTo>
                <a:lnTo>
                  <a:pt x="40021" y="420900"/>
                </a:lnTo>
                <a:lnTo>
                  <a:pt x="40126" y="421205"/>
                </a:lnTo>
                <a:lnTo>
                  <a:pt x="38267" y="415916"/>
                </a:lnTo>
                <a:lnTo>
                  <a:pt x="36471" y="410391"/>
                </a:lnTo>
                <a:lnTo>
                  <a:pt x="36565" y="410707"/>
                </a:lnTo>
                <a:lnTo>
                  <a:pt x="34982" y="405372"/>
                </a:lnTo>
                <a:lnTo>
                  <a:pt x="33485" y="399850"/>
                </a:lnTo>
                <a:lnTo>
                  <a:pt x="32113" y="394223"/>
                </a:lnTo>
                <a:lnTo>
                  <a:pt x="32183" y="394551"/>
                </a:lnTo>
                <a:lnTo>
                  <a:pt x="30981" y="389018"/>
                </a:lnTo>
                <a:lnTo>
                  <a:pt x="29894" y="383346"/>
                </a:lnTo>
                <a:lnTo>
                  <a:pt x="28945" y="377640"/>
                </a:lnTo>
                <a:lnTo>
                  <a:pt x="28153" y="371963"/>
                </a:lnTo>
                <a:lnTo>
                  <a:pt x="28200" y="372291"/>
                </a:lnTo>
                <a:lnTo>
                  <a:pt x="27530" y="366470"/>
                </a:lnTo>
                <a:lnTo>
                  <a:pt x="27014" y="360666"/>
                </a:lnTo>
                <a:lnTo>
                  <a:pt x="26642" y="354800"/>
                </a:lnTo>
                <a:lnTo>
                  <a:pt x="26665" y="355128"/>
                </a:lnTo>
                <a:lnTo>
                  <a:pt x="26442" y="349295"/>
                </a:lnTo>
                <a:lnTo>
                  <a:pt x="26360" y="343154"/>
                </a:lnTo>
                <a:lnTo>
                  <a:pt x="26360" y="252592"/>
                </a:lnTo>
                <a:lnTo>
                  <a:pt x="26442" y="246451"/>
                </a:lnTo>
                <a:lnTo>
                  <a:pt x="26665" y="240618"/>
                </a:lnTo>
                <a:lnTo>
                  <a:pt x="26642" y="240946"/>
                </a:lnTo>
                <a:lnTo>
                  <a:pt x="27014" y="235080"/>
                </a:lnTo>
                <a:lnTo>
                  <a:pt x="27530" y="229276"/>
                </a:lnTo>
                <a:lnTo>
                  <a:pt x="28200" y="223454"/>
                </a:lnTo>
                <a:close/>
              </a:path>
            </a:pathLst>
          </a:custGeom>
          <a:solidFill xmlns:a="http://schemas.openxmlformats.org/drawingml/2006/main">
            <a:srgbClr val="32539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" name="Text LingmaSWE-GPT">
            <a:extLst xmlns:a="http://schemas.openxmlformats.org/drawingml/2006/main">
              <a:ext uri="{FF2B5EF4-FFF2-40B4-BE49-F238E27FC236}">
                <a16:creationId xmlns:a16="http://schemas.microsoft.com/office/drawing/2014/main" id="{F17986DD-1ABB-4693-88C2-4E5E5A5AE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0925" y="2639092"/>
            <a:ext cx="1710742" cy="223446"/>
          </a:xfrm>
          <a:custGeom xmlns:a="http://schemas.openxmlformats.org/drawingml/2006/main">
            <a:pathLst>
              <a:path w="1710742" h="223446">
                <a:moveTo>
                  <a:pt x="95145" y="161252"/>
                </a:moveTo>
                <a:cubicBezTo>
                  <a:pt x="87388" y="164890"/>
                  <a:pt x="75203" y="168151"/>
                  <a:pt x="58590" y="171034"/>
                </a:cubicBezTo>
                <a:cubicBezTo>
                  <a:pt x="43282" y="173711"/>
                  <a:pt x="30788" y="175050"/>
                  <a:pt x="21109" y="175050"/>
                </a:cubicBezTo>
                <a:cubicBezTo>
                  <a:pt x="14176" y="175050"/>
                  <a:pt x="9199" y="173985"/>
                  <a:pt x="6178" y="171854"/>
                </a:cubicBezTo>
                <a:cubicBezTo>
                  <a:pt x="2059" y="168971"/>
                  <a:pt x="0" y="163682"/>
                  <a:pt x="0" y="155987"/>
                </a:cubicBezTo>
                <a:lnTo>
                  <a:pt x="2059" y="121885"/>
                </a:lnTo>
                <a:cubicBezTo>
                  <a:pt x="3844" y="90425"/>
                  <a:pt x="4737" y="55531"/>
                  <a:pt x="4737" y="17203"/>
                </a:cubicBezTo>
                <a:cubicBezTo>
                  <a:pt x="4737" y="14249"/>
                  <a:pt x="5715" y="11742"/>
                  <a:pt x="7671" y="9682"/>
                </a:cubicBezTo>
                <a:cubicBezTo>
                  <a:pt x="9628" y="7621"/>
                  <a:pt x="12048" y="6590"/>
                  <a:pt x="14931" y="6590"/>
                </a:cubicBezTo>
                <a:cubicBezTo>
                  <a:pt x="17883" y="6590"/>
                  <a:pt x="20337" y="7620"/>
                  <a:pt x="22293" y="9679"/>
                </a:cubicBezTo>
                <a:cubicBezTo>
                  <a:pt x="24250" y="11739"/>
                  <a:pt x="25228" y="14244"/>
                  <a:pt x="25228" y="17196"/>
                </a:cubicBezTo>
                <a:cubicBezTo>
                  <a:pt x="25228" y="55982"/>
                  <a:pt x="24301" y="91266"/>
                  <a:pt x="22448" y="123050"/>
                </a:cubicBezTo>
                <a:lnTo>
                  <a:pt x="21109" y="138701"/>
                </a:lnTo>
                <a:cubicBezTo>
                  <a:pt x="20560" y="144399"/>
                  <a:pt x="20354" y="149444"/>
                  <a:pt x="20491" y="153838"/>
                </a:cubicBezTo>
                <a:cubicBezTo>
                  <a:pt x="38408" y="154044"/>
                  <a:pt x="61061" y="149822"/>
                  <a:pt x="88452" y="141173"/>
                </a:cubicBezTo>
                <a:cubicBezTo>
                  <a:pt x="89619" y="140829"/>
                  <a:pt x="90717" y="140658"/>
                  <a:pt x="91747" y="140658"/>
                </a:cubicBezTo>
                <a:cubicBezTo>
                  <a:pt x="94698" y="140658"/>
                  <a:pt x="97170" y="141830"/>
                  <a:pt x="99161" y="144175"/>
                </a:cubicBezTo>
                <a:cubicBezTo>
                  <a:pt x="100877" y="146314"/>
                  <a:pt x="101735" y="148763"/>
                  <a:pt x="101735" y="151524"/>
                </a:cubicBezTo>
                <a:cubicBezTo>
                  <a:pt x="101735" y="155939"/>
                  <a:pt x="99538" y="159182"/>
                  <a:pt x="95145" y="161252"/>
                </a:cubicBezTo>
                <a:close/>
                <a:moveTo>
                  <a:pt x="139566" y="35010"/>
                </a:moveTo>
                <a:cubicBezTo>
                  <a:pt x="136271" y="35010"/>
                  <a:pt x="133422" y="33843"/>
                  <a:pt x="131019" y="31509"/>
                </a:cubicBezTo>
                <a:cubicBezTo>
                  <a:pt x="128617" y="29175"/>
                  <a:pt x="127415" y="26360"/>
                  <a:pt x="127415" y="23065"/>
                </a:cubicBezTo>
                <a:cubicBezTo>
                  <a:pt x="127415" y="19770"/>
                  <a:pt x="128617" y="16956"/>
                  <a:pt x="131019" y="14622"/>
                </a:cubicBezTo>
                <a:cubicBezTo>
                  <a:pt x="133422" y="12288"/>
                  <a:pt x="136271" y="11121"/>
                  <a:pt x="139566" y="11121"/>
                </a:cubicBezTo>
                <a:cubicBezTo>
                  <a:pt x="142861" y="11121"/>
                  <a:pt x="145693" y="12288"/>
                  <a:pt x="148061" y="14622"/>
                </a:cubicBezTo>
                <a:cubicBezTo>
                  <a:pt x="150429" y="16956"/>
                  <a:pt x="151613" y="19770"/>
                  <a:pt x="151613" y="23065"/>
                </a:cubicBezTo>
                <a:cubicBezTo>
                  <a:pt x="151613" y="26360"/>
                  <a:pt x="150429" y="29175"/>
                  <a:pt x="148061" y="31509"/>
                </a:cubicBezTo>
                <a:cubicBezTo>
                  <a:pt x="145693" y="33843"/>
                  <a:pt x="142861" y="35010"/>
                  <a:pt x="139566" y="35010"/>
                </a:cubicBezTo>
                <a:moveTo>
                  <a:pt x="144200" y="118680"/>
                </a:moveTo>
                <a:cubicBezTo>
                  <a:pt x="144200" y="122803"/>
                  <a:pt x="144320" y="128971"/>
                  <a:pt x="144560" y="137182"/>
                </a:cubicBezTo>
                <a:cubicBezTo>
                  <a:pt x="144800" y="145392"/>
                  <a:pt x="144920" y="151559"/>
                  <a:pt x="144920" y="155682"/>
                </a:cubicBezTo>
                <a:cubicBezTo>
                  <a:pt x="144920" y="158704"/>
                  <a:pt x="143994" y="161178"/>
                  <a:pt x="142140" y="163102"/>
                </a:cubicBezTo>
                <a:cubicBezTo>
                  <a:pt x="140287" y="165026"/>
                  <a:pt x="137850" y="165988"/>
                  <a:pt x="134829" y="165988"/>
                </a:cubicBezTo>
                <a:cubicBezTo>
                  <a:pt x="131877" y="165988"/>
                  <a:pt x="129458" y="165026"/>
                  <a:pt x="127570" y="163102"/>
                </a:cubicBezTo>
                <a:cubicBezTo>
                  <a:pt x="125682" y="161178"/>
                  <a:pt x="124738" y="158704"/>
                  <a:pt x="124738" y="155682"/>
                </a:cubicBezTo>
                <a:cubicBezTo>
                  <a:pt x="124738" y="151559"/>
                  <a:pt x="124618" y="145392"/>
                  <a:pt x="124378" y="137182"/>
                </a:cubicBezTo>
                <a:cubicBezTo>
                  <a:pt x="124137" y="128971"/>
                  <a:pt x="124017" y="122803"/>
                  <a:pt x="124017" y="118680"/>
                </a:cubicBezTo>
                <a:cubicBezTo>
                  <a:pt x="124017" y="112221"/>
                  <a:pt x="124361" y="104164"/>
                  <a:pt x="125047" y="94511"/>
                </a:cubicBezTo>
                <a:cubicBezTo>
                  <a:pt x="125734" y="84855"/>
                  <a:pt x="126077" y="76798"/>
                  <a:pt x="126077" y="70338"/>
                </a:cubicBezTo>
                <a:cubicBezTo>
                  <a:pt x="126077" y="67247"/>
                  <a:pt x="127021" y="64739"/>
                  <a:pt x="128908" y="62815"/>
                </a:cubicBezTo>
                <a:cubicBezTo>
                  <a:pt x="130796" y="60891"/>
                  <a:pt x="133216" y="59929"/>
                  <a:pt x="136168" y="59929"/>
                </a:cubicBezTo>
                <a:cubicBezTo>
                  <a:pt x="139120" y="59929"/>
                  <a:pt x="141539" y="60891"/>
                  <a:pt x="143427" y="62815"/>
                </a:cubicBezTo>
                <a:cubicBezTo>
                  <a:pt x="145315" y="64739"/>
                  <a:pt x="146259" y="67247"/>
                  <a:pt x="146259" y="70338"/>
                </a:cubicBezTo>
                <a:cubicBezTo>
                  <a:pt x="146259" y="76798"/>
                  <a:pt x="145916" y="84855"/>
                  <a:pt x="145229" y="94511"/>
                </a:cubicBezTo>
                <a:cubicBezTo>
                  <a:pt x="144543" y="104164"/>
                  <a:pt x="144200" y="112221"/>
                  <a:pt x="144200" y="118680"/>
                </a:cubicBezTo>
                <a:close/>
                <a:moveTo>
                  <a:pt x="258041" y="172784"/>
                </a:moveTo>
                <a:cubicBezTo>
                  <a:pt x="252138" y="172784"/>
                  <a:pt x="248808" y="169552"/>
                  <a:pt x="248053" y="163086"/>
                </a:cubicBezTo>
                <a:lnTo>
                  <a:pt x="245170" y="140487"/>
                </a:lnTo>
                <a:cubicBezTo>
                  <a:pt x="244209" y="132438"/>
                  <a:pt x="243728" y="124905"/>
                  <a:pt x="243728" y="117888"/>
                </a:cubicBezTo>
                <a:cubicBezTo>
                  <a:pt x="243728" y="115962"/>
                  <a:pt x="243848" y="112695"/>
                  <a:pt x="244089" y="108087"/>
                </a:cubicBezTo>
                <a:cubicBezTo>
                  <a:pt x="244329" y="103477"/>
                  <a:pt x="244449" y="100208"/>
                  <a:pt x="244449" y="98282"/>
                </a:cubicBezTo>
                <a:cubicBezTo>
                  <a:pt x="244449" y="83422"/>
                  <a:pt x="241703" y="75992"/>
                  <a:pt x="236211" y="75992"/>
                </a:cubicBezTo>
                <a:cubicBezTo>
                  <a:pt x="228523" y="75992"/>
                  <a:pt x="221178" y="80563"/>
                  <a:pt x="214176" y="89703"/>
                </a:cubicBezTo>
                <a:cubicBezTo>
                  <a:pt x="207860" y="98018"/>
                  <a:pt x="202918" y="108532"/>
                  <a:pt x="199348" y="121244"/>
                </a:cubicBezTo>
                <a:cubicBezTo>
                  <a:pt x="199211" y="123926"/>
                  <a:pt x="198902" y="127294"/>
                  <a:pt x="198421" y="131348"/>
                </a:cubicBezTo>
                <a:cubicBezTo>
                  <a:pt x="198009" y="134785"/>
                  <a:pt x="197803" y="138118"/>
                  <a:pt x="197803" y="141346"/>
                </a:cubicBezTo>
                <a:cubicBezTo>
                  <a:pt x="197803" y="143408"/>
                  <a:pt x="198009" y="146500"/>
                  <a:pt x="198421" y="150623"/>
                </a:cubicBezTo>
                <a:cubicBezTo>
                  <a:pt x="198833" y="154746"/>
                  <a:pt x="199039" y="157839"/>
                  <a:pt x="199039" y="159900"/>
                </a:cubicBezTo>
                <a:cubicBezTo>
                  <a:pt x="199039" y="162994"/>
                  <a:pt x="198095" y="165502"/>
                  <a:pt x="196207" y="167427"/>
                </a:cubicBezTo>
                <a:cubicBezTo>
                  <a:pt x="194320" y="169351"/>
                  <a:pt x="191900" y="170313"/>
                  <a:pt x="188948" y="170313"/>
                </a:cubicBezTo>
                <a:cubicBezTo>
                  <a:pt x="185927" y="170313"/>
                  <a:pt x="183491" y="169350"/>
                  <a:pt x="181637" y="167424"/>
                </a:cubicBezTo>
                <a:cubicBezTo>
                  <a:pt x="179784" y="165499"/>
                  <a:pt x="178857" y="162989"/>
                  <a:pt x="178857" y="159894"/>
                </a:cubicBezTo>
                <a:cubicBezTo>
                  <a:pt x="178857" y="157832"/>
                  <a:pt x="178634" y="154739"/>
                  <a:pt x="178188" y="150614"/>
                </a:cubicBezTo>
                <a:cubicBezTo>
                  <a:pt x="177741" y="146486"/>
                  <a:pt x="177518" y="143391"/>
                  <a:pt x="177518" y="141327"/>
                </a:cubicBezTo>
                <a:cubicBezTo>
                  <a:pt x="177518" y="134243"/>
                  <a:pt x="178016" y="124427"/>
                  <a:pt x="179011" y="111877"/>
                </a:cubicBezTo>
                <a:cubicBezTo>
                  <a:pt x="180007" y="99328"/>
                  <a:pt x="180504" y="89511"/>
                  <a:pt x="180504" y="82428"/>
                </a:cubicBezTo>
                <a:cubicBezTo>
                  <a:pt x="180504" y="80227"/>
                  <a:pt x="180384" y="76961"/>
                  <a:pt x="180144" y="72630"/>
                </a:cubicBezTo>
                <a:cubicBezTo>
                  <a:pt x="179904" y="68296"/>
                  <a:pt x="179784" y="65030"/>
                  <a:pt x="179784" y="62831"/>
                </a:cubicBezTo>
                <a:cubicBezTo>
                  <a:pt x="179784" y="59873"/>
                  <a:pt x="180762" y="57449"/>
                  <a:pt x="182718" y="55559"/>
                </a:cubicBezTo>
                <a:cubicBezTo>
                  <a:pt x="184675" y="53667"/>
                  <a:pt x="187094" y="52721"/>
                  <a:pt x="189978" y="52721"/>
                </a:cubicBezTo>
                <a:cubicBezTo>
                  <a:pt x="196293" y="52721"/>
                  <a:pt x="199760" y="57201"/>
                  <a:pt x="200378" y="66162"/>
                </a:cubicBezTo>
                <a:lnTo>
                  <a:pt x="200687" y="78258"/>
                </a:lnTo>
                <a:cubicBezTo>
                  <a:pt x="212219" y="62881"/>
                  <a:pt x="224061" y="55192"/>
                  <a:pt x="236211" y="55192"/>
                </a:cubicBezTo>
                <a:cubicBezTo>
                  <a:pt x="247195" y="55192"/>
                  <a:pt x="254849" y="60040"/>
                  <a:pt x="259174" y="69737"/>
                </a:cubicBezTo>
                <a:cubicBezTo>
                  <a:pt x="262126" y="76200"/>
                  <a:pt x="263739" y="85759"/>
                  <a:pt x="264013" y="98414"/>
                </a:cubicBezTo>
                <a:lnTo>
                  <a:pt x="264013" y="108830"/>
                </a:lnTo>
                <a:lnTo>
                  <a:pt x="263910" y="118422"/>
                </a:lnTo>
                <a:cubicBezTo>
                  <a:pt x="263910" y="124131"/>
                  <a:pt x="264648" y="131507"/>
                  <a:pt x="266124" y="140551"/>
                </a:cubicBezTo>
                <a:cubicBezTo>
                  <a:pt x="267600" y="149594"/>
                  <a:pt x="268338" y="156933"/>
                  <a:pt x="268338" y="162571"/>
                </a:cubicBezTo>
                <a:cubicBezTo>
                  <a:pt x="268338" y="165598"/>
                  <a:pt x="267360" y="168056"/>
                  <a:pt x="265404" y="169946"/>
                </a:cubicBezTo>
                <a:cubicBezTo>
                  <a:pt x="263447" y="171838"/>
                  <a:pt x="260993" y="172784"/>
                  <a:pt x="258041" y="172784"/>
                </a:cubicBezTo>
                <a:close/>
                <a:moveTo>
                  <a:pt x="373936" y="120990"/>
                </a:moveTo>
                <a:lnTo>
                  <a:pt x="371568" y="155588"/>
                </a:lnTo>
                <a:cubicBezTo>
                  <a:pt x="371156" y="169318"/>
                  <a:pt x="369748" y="180542"/>
                  <a:pt x="367346" y="189260"/>
                </a:cubicBezTo>
                <a:cubicBezTo>
                  <a:pt x="364257" y="200381"/>
                  <a:pt x="359314" y="208584"/>
                  <a:pt x="352518" y="213870"/>
                </a:cubicBezTo>
                <a:cubicBezTo>
                  <a:pt x="344280" y="220254"/>
                  <a:pt x="332370" y="223446"/>
                  <a:pt x="316787" y="223446"/>
                </a:cubicBezTo>
                <a:cubicBezTo>
                  <a:pt x="307657" y="223446"/>
                  <a:pt x="300003" y="222828"/>
                  <a:pt x="293825" y="221592"/>
                </a:cubicBezTo>
                <a:cubicBezTo>
                  <a:pt x="285175" y="219876"/>
                  <a:pt x="280851" y="216307"/>
                  <a:pt x="280851" y="210884"/>
                </a:cubicBezTo>
                <a:cubicBezTo>
                  <a:pt x="280851" y="204774"/>
                  <a:pt x="283837" y="201719"/>
                  <a:pt x="289809" y="201719"/>
                </a:cubicBezTo>
                <a:cubicBezTo>
                  <a:pt x="292280" y="201719"/>
                  <a:pt x="296399" y="202320"/>
                  <a:pt x="302165" y="203521"/>
                </a:cubicBezTo>
                <a:cubicBezTo>
                  <a:pt x="307932" y="204722"/>
                  <a:pt x="314316" y="205254"/>
                  <a:pt x="321318" y="205117"/>
                </a:cubicBezTo>
                <a:cubicBezTo>
                  <a:pt x="334498" y="204898"/>
                  <a:pt x="343594" y="198139"/>
                  <a:pt x="348605" y="184838"/>
                </a:cubicBezTo>
                <a:cubicBezTo>
                  <a:pt x="351900" y="175970"/>
                  <a:pt x="353651" y="162342"/>
                  <a:pt x="353857" y="143953"/>
                </a:cubicBezTo>
                <a:cubicBezTo>
                  <a:pt x="350150" y="151984"/>
                  <a:pt x="345739" y="158008"/>
                  <a:pt x="340625" y="162024"/>
                </a:cubicBezTo>
                <a:cubicBezTo>
                  <a:pt x="335511" y="166040"/>
                  <a:pt x="329659" y="168048"/>
                  <a:pt x="323068" y="168048"/>
                </a:cubicBezTo>
                <a:cubicBezTo>
                  <a:pt x="310643" y="168048"/>
                  <a:pt x="300535" y="163805"/>
                  <a:pt x="292744" y="155318"/>
                </a:cubicBezTo>
                <a:cubicBezTo>
                  <a:pt x="284952" y="146832"/>
                  <a:pt x="281056" y="135820"/>
                  <a:pt x="281056" y="122284"/>
                </a:cubicBezTo>
                <a:cubicBezTo>
                  <a:pt x="281056" y="103732"/>
                  <a:pt x="286377" y="88787"/>
                  <a:pt x="297017" y="77450"/>
                </a:cubicBezTo>
                <a:cubicBezTo>
                  <a:pt x="308000" y="65769"/>
                  <a:pt x="322965" y="59929"/>
                  <a:pt x="341912" y="59929"/>
                </a:cubicBezTo>
                <a:cubicBezTo>
                  <a:pt x="348296" y="59929"/>
                  <a:pt x="353651" y="60753"/>
                  <a:pt x="357975" y="62400"/>
                </a:cubicBezTo>
                <a:cubicBezTo>
                  <a:pt x="362300" y="64048"/>
                  <a:pt x="365595" y="66519"/>
                  <a:pt x="367861" y="69814"/>
                </a:cubicBezTo>
                <a:cubicBezTo>
                  <a:pt x="375206" y="70020"/>
                  <a:pt x="378878" y="74104"/>
                  <a:pt x="378878" y="82067"/>
                </a:cubicBezTo>
                <a:cubicBezTo>
                  <a:pt x="378878" y="86941"/>
                  <a:pt x="378158" y="93463"/>
                  <a:pt x="376716" y="101632"/>
                </a:cubicBezTo>
                <a:cubicBezTo>
                  <a:pt x="375137" y="111105"/>
                  <a:pt x="374210" y="117558"/>
                  <a:pt x="373936" y="120990"/>
                </a:cubicBezTo>
                <a:moveTo>
                  <a:pt x="340882" y="80523"/>
                </a:moveTo>
                <a:cubicBezTo>
                  <a:pt x="327839" y="80523"/>
                  <a:pt x="317748" y="84571"/>
                  <a:pt x="310609" y="92667"/>
                </a:cubicBezTo>
                <a:cubicBezTo>
                  <a:pt x="304225" y="99959"/>
                  <a:pt x="301033" y="109229"/>
                  <a:pt x="301033" y="120479"/>
                </a:cubicBezTo>
                <a:cubicBezTo>
                  <a:pt x="301033" y="129439"/>
                  <a:pt x="302921" y="136175"/>
                  <a:pt x="306696" y="140687"/>
                </a:cubicBezTo>
                <a:cubicBezTo>
                  <a:pt x="310472" y="145198"/>
                  <a:pt x="316135" y="147454"/>
                  <a:pt x="323686" y="147454"/>
                </a:cubicBezTo>
                <a:cubicBezTo>
                  <a:pt x="330620" y="147454"/>
                  <a:pt x="337347" y="143931"/>
                  <a:pt x="343868" y="136886"/>
                </a:cubicBezTo>
                <a:cubicBezTo>
                  <a:pt x="349772" y="130397"/>
                  <a:pt x="353136" y="123970"/>
                  <a:pt x="353960" y="117605"/>
                </a:cubicBezTo>
                <a:cubicBezTo>
                  <a:pt x="355401" y="110929"/>
                  <a:pt x="356946" y="100453"/>
                  <a:pt x="358593" y="86177"/>
                </a:cubicBezTo>
                <a:cubicBezTo>
                  <a:pt x="355847" y="84261"/>
                  <a:pt x="352998" y="82840"/>
                  <a:pt x="350047" y="81913"/>
                </a:cubicBezTo>
                <a:cubicBezTo>
                  <a:pt x="347095" y="80986"/>
                  <a:pt x="344040" y="80523"/>
                  <a:pt x="340882" y="80523"/>
                </a:cubicBezTo>
                <a:close/>
                <a:moveTo>
                  <a:pt x="531849" y="174020"/>
                </a:moveTo>
                <a:cubicBezTo>
                  <a:pt x="526220" y="174020"/>
                  <a:pt x="522925" y="171027"/>
                  <a:pt x="521964" y="165042"/>
                </a:cubicBezTo>
                <a:cubicBezTo>
                  <a:pt x="520728" y="157474"/>
                  <a:pt x="519493" y="146811"/>
                  <a:pt x="518257" y="133054"/>
                </a:cubicBezTo>
                <a:lnTo>
                  <a:pt x="514756" y="101062"/>
                </a:lnTo>
                <a:cubicBezTo>
                  <a:pt x="514069" y="96317"/>
                  <a:pt x="512902" y="91674"/>
                  <a:pt x="511255" y="87132"/>
                </a:cubicBezTo>
                <a:cubicBezTo>
                  <a:pt x="508921" y="80941"/>
                  <a:pt x="506381" y="77846"/>
                  <a:pt x="503635" y="77846"/>
                </a:cubicBezTo>
                <a:cubicBezTo>
                  <a:pt x="501095" y="77846"/>
                  <a:pt x="496359" y="80010"/>
                  <a:pt x="489425" y="84339"/>
                </a:cubicBezTo>
                <a:cubicBezTo>
                  <a:pt x="482835" y="88325"/>
                  <a:pt x="478510" y="91520"/>
                  <a:pt x="476451" y="93925"/>
                </a:cubicBezTo>
                <a:cubicBezTo>
                  <a:pt x="476382" y="100384"/>
                  <a:pt x="476554" y="106844"/>
                  <a:pt x="476966" y="113303"/>
                </a:cubicBezTo>
                <a:lnTo>
                  <a:pt x="480055" y="140825"/>
                </a:lnTo>
                <a:cubicBezTo>
                  <a:pt x="481359" y="151682"/>
                  <a:pt x="482011" y="160650"/>
                  <a:pt x="482011" y="167729"/>
                </a:cubicBezTo>
                <a:cubicBezTo>
                  <a:pt x="482011" y="170752"/>
                  <a:pt x="481067" y="173242"/>
                  <a:pt x="479180" y="175201"/>
                </a:cubicBezTo>
                <a:cubicBezTo>
                  <a:pt x="477292" y="177160"/>
                  <a:pt x="474872" y="178139"/>
                  <a:pt x="471920" y="178139"/>
                </a:cubicBezTo>
                <a:cubicBezTo>
                  <a:pt x="468968" y="178139"/>
                  <a:pt x="466549" y="177160"/>
                  <a:pt x="464661" y="175201"/>
                </a:cubicBezTo>
                <a:cubicBezTo>
                  <a:pt x="462773" y="173242"/>
                  <a:pt x="461829" y="170752"/>
                  <a:pt x="461829" y="167729"/>
                </a:cubicBezTo>
                <a:cubicBezTo>
                  <a:pt x="461829" y="159414"/>
                  <a:pt x="460988" y="147131"/>
                  <a:pt x="459306" y="130879"/>
                </a:cubicBezTo>
                <a:cubicBezTo>
                  <a:pt x="457624" y="114627"/>
                  <a:pt x="456784" y="102343"/>
                  <a:pt x="456784" y="94028"/>
                </a:cubicBezTo>
                <a:cubicBezTo>
                  <a:pt x="456784" y="86745"/>
                  <a:pt x="455754" y="81076"/>
                  <a:pt x="453694" y="77022"/>
                </a:cubicBezTo>
                <a:cubicBezTo>
                  <a:pt x="448889" y="79223"/>
                  <a:pt x="444015" y="82800"/>
                  <a:pt x="439073" y="87753"/>
                </a:cubicBezTo>
                <a:lnTo>
                  <a:pt x="426922" y="101378"/>
                </a:lnTo>
                <a:cubicBezTo>
                  <a:pt x="425824" y="103027"/>
                  <a:pt x="424073" y="105194"/>
                  <a:pt x="421671" y="107878"/>
                </a:cubicBezTo>
                <a:cubicBezTo>
                  <a:pt x="421671" y="112005"/>
                  <a:pt x="421293" y="118094"/>
                  <a:pt x="420538" y="126145"/>
                </a:cubicBezTo>
                <a:cubicBezTo>
                  <a:pt x="419783" y="134194"/>
                  <a:pt x="419405" y="140145"/>
                  <a:pt x="419405" y="143998"/>
                </a:cubicBezTo>
                <a:cubicBezTo>
                  <a:pt x="419405" y="146061"/>
                  <a:pt x="419731" y="148951"/>
                  <a:pt x="420384" y="152667"/>
                </a:cubicBezTo>
                <a:cubicBezTo>
                  <a:pt x="421036" y="156380"/>
                  <a:pt x="421362" y="159063"/>
                  <a:pt x="421362" y="160714"/>
                </a:cubicBezTo>
                <a:cubicBezTo>
                  <a:pt x="421362" y="163535"/>
                  <a:pt x="420315" y="165909"/>
                  <a:pt x="418221" y="167835"/>
                </a:cubicBezTo>
                <a:cubicBezTo>
                  <a:pt x="416127" y="169762"/>
                  <a:pt x="413673" y="170725"/>
                  <a:pt x="410859" y="170725"/>
                </a:cubicBezTo>
                <a:cubicBezTo>
                  <a:pt x="403102" y="170725"/>
                  <a:pt x="399223" y="161896"/>
                  <a:pt x="399223" y="144239"/>
                </a:cubicBezTo>
                <a:cubicBezTo>
                  <a:pt x="399223" y="140116"/>
                  <a:pt x="399601" y="133967"/>
                  <a:pt x="400356" y="125791"/>
                </a:cubicBezTo>
                <a:cubicBezTo>
                  <a:pt x="401111" y="117616"/>
                  <a:pt x="401488" y="111467"/>
                  <a:pt x="401488" y="107343"/>
                </a:cubicBezTo>
                <a:cubicBezTo>
                  <a:pt x="401488" y="103703"/>
                  <a:pt x="401162" y="98241"/>
                  <a:pt x="400510" y="90958"/>
                </a:cubicBezTo>
                <a:cubicBezTo>
                  <a:pt x="399858" y="83675"/>
                  <a:pt x="399532" y="78178"/>
                  <a:pt x="399532" y="74467"/>
                </a:cubicBezTo>
                <a:cubicBezTo>
                  <a:pt x="399532" y="58871"/>
                  <a:pt x="403033" y="51073"/>
                  <a:pt x="410035" y="51073"/>
                </a:cubicBezTo>
                <a:cubicBezTo>
                  <a:pt x="412712" y="51073"/>
                  <a:pt x="415166" y="52223"/>
                  <a:pt x="417397" y="54523"/>
                </a:cubicBezTo>
                <a:cubicBezTo>
                  <a:pt x="419628" y="56823"/>
                  <a:pt x="420744" y="59345"/>
                  <a:pt x="420744" y="62091"/>
                </a:cubicBezTo>
                <a:cubicBezTo>
                  <a:pt x="420744" y="63395"/>
                  <a:pt x="420572" y="65421"/>
                  <a:pt x="420229" y="68166"/>
                </a:cubicBezTo>
                <a:cubicBezTo>
                  <a:pt x="419886" y="70912"/>
                  <a:pt x="419714" y="73006"/>
                  <a:pt x="419714" y="74448"/>
                </a:cubicBezTo>
                <a:lnTo>
                  <a:pt x="419920" y="85260"/>
                </a:lnTo>
                <a:cubicBezTo>
                  <a:pt x="423490" y="77914"/>
                  <a:pt x="428741" y="71273"/>
                  <a:pt x="435675" y="65335"/>
                </a:cubicBezTo>
                <a:cubicBezTo>
                  <a:pt x="442608" y="59397"/>
                  <a:pt x="448512" y="56428"/>
                  <a:pt x="453386" y="56428"/>
                </a:cubicBezTo>
                <a:cubicBezTo>
                  <a:pt x="464163" y="56428"/>
                  <a:pt x="471577" y="61782"/>
                  <a:pt x="475627" y="72491"/>
                </a:cubicBezTo>
                <a:cubicBezTo>
                  <a:pt x="479403" y="67480"/>
                  <a:pt x="483899" y="63722"/>
                  <a:pt x="489116" y="61216"/>
                </a:cubicBezTo>
                <a:cubicBezTo>
                  <a:pt x="494333" y="58710"/>
                  <a:pt x="500306" y="57458"/>
                  <a:pt x="507033" y="57458"/>
                </a:cubicBezTo>
                <a:cubicBezTo>
                  <a:pt x="518497" y="57458"/>
                  <a:pt x="526323" y="63646"/>
                  <a:pt x="530510" y="76024"/>
                </a:cubicBezTo>
                <a:cubicBezTo>
                  <a:pt x="531334" y="78500"/>
                  <a:pt x="532741" y="88162"/>
                  <a:pt x="534732" y="105011"/>
                </a:cubicBezTo>
                <a:cubicBezTo>
                  <a:pt x="536654" y="116839"/>
                  <a:pt x="539126" y="136542"/>
                  <a:pt x="542146" y="164119"/>
                </a:cubicBezTo>
                <a:cubicBezTo>
                  <a:pt x="542352" y="166869"/>
                  <a:pt x="541425" y="169206"/>
                  <a:pt x="539366" y="171130"/>
                </a:cubicBezTo>
                <a:cubicBezTo>
                  <a:pt x="537306" y="173057"/>
                  <a:pt x="534801" y="174020"/>
                  <a:pt x="531849" y="174020"/>
                </a:cubicBezTo>
                <a:close/>
                <a:moveTo>
                  <a:pt x="645517" y="172167"/>
                </a:moveTo>
                <a:cubicBezTo>
                  <a:pt x="644212" y="172167"/>
                  <a:pt x="641844" y="170644"/>
                  <a:pt x="638412" y="167597"/>
                </a:cubicBezTo>
                <a:cubicBezTo>
                  <a:pt x="635323" y="164759"/>
                  <a:pt x="633023" y="162232"/>
                  <a:pt x="631513" y="160016"/>
                </a:cubicBezTo>
                <a:cubicBezTo>
                  <a:pt x="624923" y="163620"/>
                  <a:pt x="619122" y="166340"/>
                  <a:pt x="614111" y="168177"/>
                </a:cubicBezTo>
                <a:cubicBezTo>
                  <a:pt x="609099" y="170013"/>
                  <a:pt x="604912" y="170931"/>
                  <a:pt x="601548" y="170931"/>
                </a:cubicBezTo>
                <a:cubicBezTo>
                  <a:pt x="585485" y="170931"/>
                  <a:pt x="573781" y="166400"/>
                  <a:pt x="566435" y="157339"/>
                </a:cubicBezTo>
                <a:cubicBezTo>
                  <a:pt x="559502" y="148827"/>
                  <a:pt x="556035" y="135784"/>
                  <a:pt x="556035" y="118210"/>
                </a:cubicBezTo>
                <a:cubicBezTo>
                  <a:pt x="556035" y="101598"/>
                  <a:pt x="561750" y="87388"/>
                  <a:pt x="573180" y="75580"/>
                </a:cubicBezTo>
                <a:cubicBezTo>
                  <a:pt x="584610" y="63773"/>
                  <a:pt x="598253" y="57869"/>
                  <a:pt x="614111" y="57869"/>
                </a:cubicBezTo>
                <a:cubicBezTo>
                  <a:pt x="620083" y="57869"/>
                  <a:pt x="626776" y="59414"/>
                  <a:pt x="634190" y="62503"/>
                </a:cubicBezTo>
                <a:cubicBezTo>
                  <a:pt x="643526" y="66347"/>
                  <a:pt x="648194" y="70981"/>
                  <a:pt x="648194" y="76404"/>
                </a:cubicBezTo>
                <a:cubicBezTo>
                  <a:pt x="648194" y="78258"/>
                  <a:pt x="647507" y="79905"/>
                  <a:pt x="646135" y="81347"/>
                </a:cubicBezTo>
                <a:cubicBezTo>
                  <a:pt x="645448" y="83955"/>
                  <a:pt x="644916" y="88246"/>
                  <a:pt x="644538" y="94218"/>
                </a:cubicBezTo>
                <a:cubicBezTo>
                  <a:pt x="644161" y="100190"/>
                  <a:pt x="643938" y="107844"/>
                  <a:pt x="643869" y="117180"/>
                </a:cubicBezTo>
                <a:cubicBezTo>
                  <a:pt x="643801" y="125693"/>
                  <a:pt x="644384" y="132420"/>
                  <a:pt x="645620" y="137363"/>
                </a:cubicBezTo>
                <a:cubicBezTo>
                  <a:pt x="646306" y="140383"/>
                  <a:pt x="648469" y="146424"/>
                  <a:pt x="652107" y="155485"/>
                </a:cubicBezTo>
                <a:cubicBezTo>
                  <a:pt x="652587" y="156721"/>
                  <a:pt x="653377" y="158540"/>
                  <a:pt x="654475" y="160943"/>
                </a:cubicBezTo>
                <a:lnTo>
                  <a:pt x="655093" y="162693"/>
                </a:lnTo>
                <a:cubicBezTo>
                  <a:pt x="655093" y="165439"/>
                  <a:pt x="654132" y="167705"/>
                  <a:pt x="652210" y="169489"/>
                </a:cubicBezTo>
                <a:cubicBezTo>
                  <a:pt x="650288" y="171274"/>
                  <a:pt x="648057" y="172167"/>
                  <a:pt x="645517" y="172167"/>
                </a:cubicBezTo>
                <a:moveTo>
                  <a:pt x="624099" y="100641"/>
                </a:moveTo>
                <a:cubicBezTo>
                  <a:pt x="624099" y="97695"/>
                  <a:pt x="624288" y="94495"/>
                  <a:pt x="624665" y="91039"/>
                </a:cubicBezTo>
                <a:cubicBezTo>
                  <a:pt x="625043" y="87581"/>
                  <a:pt x="625609" y="83901"/>
                  <a:pt x="626364" y="79998"/>
                </a:cubicBezTo>
                <a:cubicBezTo>
                  <a:pt x="623824" y="78696"/>
                  <a:pt x="621645" y="77737"/>
                  <a:pt x="619826" y="77122"/>
                </a:cubicBezTo>
                <a:cubicBezTo>
                  <a:pt x="618006" y="76506"/>
                  <a:pt x="616548" y="76198"/>
                  <a:pt x="615449" y="76198"/>
                </a:cubicBezTo>
                <a:cubicBezTo>
                  <a:pt x="604809" y="76198"/>
                  <a:pt x="595628" y="80528"/>
                  <a:pt x="587905" y="89189"/>
                </a:cubicBezTo>
                <a:cubicBezTo>
                  <a:pt x="580182" y="97849"/>
                  <a:pt x="576321" y="107827"/>
                  <a:pt x="576321" y="119124"/>
                </a:cubicBezTo>
                <a:cubicBezTo>
                  <a:pt x="576321" y="130352"/>
                  <a:pt x="578311" y="138773"/>
                  <a:pt x="582293" y="144387"/>
                </a:cubicBezTo>
                <a:cubicBezTo>
                  <a:pt x="586274" y="150001"/>
                  <a:pt x="592247" y="152808"/>
                  <a:pt x="600210" y="152808"/>
                </a:cubicBezTo>
                <a:cubicBezTo>
                  <a:pt x="606800" y="152808"/>
                  <a:pt x="612395" y="151610"/>
                  <a:pt x="616994" y="149214"/>
                </a:cubicBezTo>
                <a:cubicBezTo>
                  <a:pt x="619465" y="147914"/>
                  <a:pt x="622932" y="145313"/>
                  <a:pt x="627394" y="141411"/>
                </a:cubicBezTo>
                <a:cubicBezTo>
                  <a:pt x="625197" y="123266"/>
                  <a:pt x="624099" y="109676"/>
                  <a:pt x="624099" y="100641"/>
                </a:cubicBezTo>
                <a:close/>
                <a:moveTo>
                  <a:pt x="735632" y="139757"/>
                </a:moveTo>
                <a:cubicBezTo>
                  <a:pt x="735563" y="136865"/>
                  <a:pt x="736541" y="134507"/>
                  <a:pt x="738567" y="132684"/>
                </a:cubicBezTo>
                <a:cubicBezTo>
                  <a:pt x="740592" y="130860"/>
                  <a:pt x="743080" y="129949"/>
                  <a:pt x="746032" y="129949"/>
                </a:cubicBezTo>
                <a:cubicBezTo>
                  <a:pt x="749396" y="129949"/>
                  <a:pt x="752347" y="131879"/>
                  <a:pt x="754887" y="135741"/>
                </a:cubicBezTo>
                <a:cubicBezTo>
                  <a:pt x="758388" y="140984"/>
                  <a:pt x="761512" y="144536"/>
                  <a:pt x="764258" y="146398"/>
                </a:cubicBezTo>
                <a:cubicBezTo>
                  <a:pt x="770093" y="150260"/>
                  <a:pt x="778571" y="152190"/>
                  <a:pt x="789691" y="152190"/>
                </a:cubicBezTo>
                <a:cubicBezTo>
                  <a:pt x="800332" y="152190"/>
                  <a:pt x="810217" y="149886"/>
                  <a:pt x="819347" y="145278"/>
                </a:cubicBezTo>
                <a:cubicBezTo>
                  <a:pt x="831017" y="139364"/>
                  <a:pt x="836852" y="131147"/>
                  <a:pt x="836852" y="120627"/>
                </a:cubicBezTo>
                <a:cubicBezTo>
                  <a:pt x="836852" y="111962"/>
                  <a:pt x="831944" y="105120"/>
                  <a:pt x="822127" y="100100"/>
                </a:cubicBezTo>
                <a:cubicBezTo>
                  <a:pt x="813821" y="95767"/>
                  <a:pt x="803558" y="93429"/>
                  <a:pt x="791339" y="93085"/>
                </a:cubicBezTo>
                <a:cubicBezTo>
                  <a:pt x="780493" y="92673"/>
                  <a:pt x="771260" y="90302"/>
                  <a:pt x="763640" y="85971"/>
                </a:cubicBezTo>
                <a:cubicBezTo>
                  <a:pt x="753892" y="80404"/>
                  <a:pt x="749018" y="72430"/>
                  <a:pt x="749018" y="62049"/>
                </a:cubicBezTo>
                <a:cubicBezTo>
                  <a:pt x="749018" y="49815"/>
                  <a:pt x="755951" y="38646"/>
                  <a:pt x="769818" y="28542"/>
                </a:cubicBezTo>
                <a:cubicBezTo>
                  <a:pt x="783067" y="18987"/>
                  <a:pt x="796762" y="14210"/>
                  <a:pt x="810903" y="14210"/>
                </a:cubicBezTo>
                <a:cubicBezTo>
                  <a:pt x="817562" y="14210"/>
                  <a:pt x="825079" y="15348"/>
                  <a:pt x="833454" y="17624"/>
                </a:cubicBezTo>
                <a:cubicBezTo>
                  <a:pt x="844575" y="20589"/>
                  <a:pt x="850135" y="24380"/>
                  <a:pt x="850135" y="28999"/>
                </a:cubicBezTo>
                <a:cubicBezTo>
                  <a:pt x="850135" y="35066"/>
                  <a:pt x="847046" y="38099"/>
                  <a:pt x="840868" y="38099"/>
                </a:cubicBezTo>
                <a:cubicBezTo>
                  <a:pt x="838122" y="38099"/>
                  <a:pt x="833316" y="37361"/>
                  <a:pt x="826452" y="35885"/>
                </a:cubicBezTo>
                <a:cubicBezTo>
                  <a:pt x="819587" y="34409"/>
                  <a:pt x="814267" y="33706"/>
                  <a:pt x="810491" y="33774"/>
                </a:cubicBezTo>
                <a:cubicBezTo>
                  <a:pt x="799782" y="33912"/>
                  <a:pt x="790687" y="36548"/>
                  <a:pt x="783204" y="41684"/>
                </a:cubicBezTo>
                <a:cubicBezTo>
                  <a:pt x="775516" y="46957"/>
                  <a:pt x="771672" y="53359"/>
                  <a:pt x="771672" y="60891"/>
                </a:cubicBezTo>
                <a:cubicBezTo>
                  <a:pt x="771672" y="66576"/>
                  <a:pt x="776751" y="70582"/>
                  <a:pt x="786911" y="72910"/>
                </a:cubicBezTo>
                <a:cubicBezTo>
                  <a:pt x="790687" y="73800"/>
                  <a:pt x="797998" y="74621"/>
                  <a:pt x="808844" y="75374"/>
                </a:cubicBezTo>
                <a:cubicBezTo>
                  <a:pt x="824564" y="76544"/>
                  <a:pt x="836852" y="81497"/>
                  <a:pt x="845707" y="90234"/>
                </a:cubicBezTo>
                <a:cubicBezTo>
                  <a:pt x="853808" y="98215"/>
                  <a:pt x="857858" y="107948"/>
                  <a:pt x="857858" y="119436"/>
                </a:cubicBezTo>
                <a:cubicBezTo>
                  <a:pt x="857858" y="135811"/>
                  <a:pt x="850307" y="148882"/>
                  <a:pt x="835204" y="158652"/>
                </a:cubicBezTo>
                <a:cubicBezTo>
                  <a:pt x="822093" y="167112"/>
                  <a:pt x="806887" y="171343"/>
                  <a:pt x="789588" y="171343"/>
                </a:cubicBezTo>
                <a:cubicBezTo>
                  <a:pt x="777026" y="171343"/>
                  <a:pt x="765528" y="168934"/>
                  <a:pt x="755093" y="164116"/>
                </a:cubicBezTo>
                <a:cubicBezTo>
                  <a:pt x="742325" y="158199"/>
                  <a:pt x="735838" y="150079"/>
                  <a:pt x="735632" y="139757"/>
                </a:cubicBezTo>
                <a:close/>
                <a:moveTo>
                  <a:pt x="1014808" y="175462"/>
                </a:moveTo>
                <a:cubicBezTo>
                  <a:pt x="1011650" y="175462"/>
                  <a:pt x="1008870" y="174551"/>
                  <a:pt x="1006467" y="172730"/>
                </a:cubicBezTo>
                <a:cubicBezTo>
                  <a:pt x="1003721" y="170630"/>
                  <a:pt x="1002348" y="168039"/>
                  <a:pt x="1002348" y="164959"/>
                </a:cubicBezTo>
                <a:cubicBezTo>
                  <a:pt x="999190" y="156652"/>
                  <a:pt x="997200" y="149891"/>
                  <a:pt x="996376" y="144673"/>
                </a:cubicBezTo>
                <a:cubicBezTo>
                  <a:pt x="995552" y="139456"/>
                  <a:pt x="992841" y="124663"/>
                  <a:pt x="988241" y="100293"/>
                </a:cubicBezTo>
                <a:cubicBezTo>
                  <a:pt x="984740" y="81827"/>
                  <a:pt x="982406" y="66999"/>
                  <a:pt x="981239" y="55810"/>
                </a:cubicBezTo>
                <a:cubicBezTo>
                  <a:pt x="975130" y="78463"/>
                  <a:pt x="968574" y="97650"/>
                  <a:pt x="961572" y="113370"/>
                </a:cubicBezTo>
                <a:cubicBezTo>
                  <a:pt x="953472" y="131562"/>
                  <a:pt x="948220" y="145806"/>
                  <a:pt x="945817" y="156103"/>
                </a:cubicBezTo>
                <a:cubicBezTo>
                  <a:pt x="946641" y="157704"/>
                  <a:pt x="947053" y="159270"/>
                  <a:pt x="947053" y="160801"/>
                </a:cubicBezTo>
                <a:cubicBezTo>
                  <a:pt x="947053" y="163931"/>
                  <a:pt x="945680" y="166505"/>
                  <a:pt x="942934" y="168524"/>
                </a:cubicBezTo>
                <a:cubicBezTo>
                  <a:pt x="940463" y="170403"/>
                  <a:pt x="937648" y="171343"/>
                  <a:pt x="934491" y="171343"/>
                </a:cubicBezTo>
                <a:cubicBezTo>
                  <a:pt x="925223" y="171343"/>
                  <a:pt x="920590" y="167121"/>
                  <a:pt x="920590" y="158677"/>
                </a:cubicBezTo>
                <a:lnTo>
                  <a:pt x="917398" y="145600"/>
                </a:lnTo>
                <a:lnTo>
                  <a:pt x="906174" y="95145"/>
                </a:lnTo>
                <a:cubicBezTo>
                  <a:pt x="901712" y="78120"/>
                  <a:pt x="894092" y="53716"/>
                  <a:pt x="883314" y="21933"/>
                </a:cubicBezTo>
                <a:cubicBezTo>
                  <a:pt x="882834" y="20422"/>
                  <a:pt x="882594" y="19050"/>
                  <a:pt x="882594" y="17814"/>
                </a:cubicBezTo>
                <a:cubicBezTo>
                  <a:pt x="882594" y="11430"/>
                  <a:pt x="886198" y="8238"/>
                  <a:pt x="893405" y="8238"/>
                </a:cubicBezTo>
                <a:cubicBezTo>
                  <a:pt x="897868" y="8238"/>
                  <a:pt x="901300" y="10675"/>
                  <a:pt x="903703" y="15549"/>
                </a:cubicBezTo>
                <a:cubicBezTo>
                  <a:pt x="904938" y="18020"/>
                  <a:pt x="907444" y="25125"/>
                  <a:pt x="911219" y="36863"/>
                </a:cubicBezTo>
                <a:cubicBezTo>
                  <a:pt x="915270" y="49289"/>
                  <a:pt x="919320" y="64254"/>
                  <a:pt x="923370" y="81759"/>
                </a:cubicBezTo>
                <a:lnTo>
                  <a:pt x="933358" y="127271"/>
                </a:lnTo>
                <a:cubicBezTo>
                  <a:pt x="940703" y="110247"/>
                  <a:pt x="948014" y="89516"/>
                  <a:pt x="955291" y="65077"/>
                </a:cubicBezTo>
                <a:cubicBezTo>
                  <a:pt x="959753" y="50181"/>
                  <a:pt x="963151" y="39850"/>
                  <a:pt x="965485" y="34083"/>
                </a:cubicBezTo>
                <a:cubicBezTo>
                  <a:pt x="971663" y="18912"/>
                  <a:pt x="977670" y="11327"/>
                  <a:pt x="983505" y="11327"/>
                </a:cubicBezTo>
                <a:cubicBezTo>
                  <a:pt x="988310" y="11327"/>
                  <a:pt x="991708" y="13764"/>
                  <a:pt x="993699" y="18638"/>
                </a:cubicBezTo>
                <a:cubicBezTo>
                  <a:pt x="996170" y="24541"/>
                  <a:pt x="998676" y="38614"/>
                  <a:pt x="1001216" y="60856"/>
                </a:cubicBezTo>
                <a:cubicBezTo>
                  <a:pt x="1002589" y="72114"/>
                  <a:pt x="1004922" y="85637"/>
                  <a:pt x="1008218" y="101426"/>
                </a:cubicBezTo>
                <a:lnTo>
                  <a:pt x="1017073" y="141893"/>
                </a:lnTo>
                <a:cubicBezTo>
                  <a:pt x="1026272" y="119789"/>
                  <a:pt x="1037770" y="89893"/>
                  <a:pt x="1051568" y="52206"/>
                </a:cubicBezTo>
                <a:cubicBezTo>
                  <a:pt x="1052323" y="50147"/>
                  <a:pt x="1054039" y="43659"/>
                  <a:pt x="1056717" y="32745"/>
                </a:cubicBezTo>
                <a:cubicBezTo>
                  <a:pt x="1058707" y="24713"/>
                  <a:pt x="1061144" y="18466"/>
                  <a:pt x="1064028" y="14004"/>
                </a:cubicBezTo>
                <a:cubicBezTo>
                  <a:pt x="1066499" y="10160"/>
                  <a:pt x="1069725" y="8238"/>
                  <a:pt x="1073707" y="8238"/>
                </a:cubicBezTo>
                <a:cubicBezTo>
                  <a:pt x="1080640" y="8238"/>
                  <a:pt x="1084107" y="11687"/>
                  <a:pt x="1084107" y="18586"/>
                </a:cubicBezTo>
                <a:cubicBezTo>
                  <a:pt x="1084107" y="19760"/>
                  <a:pt x="1083008" y="23209"/>
                  <a:pt x="1080812" y="28935"/>
                </a:cubicBezTo>
                <a:lnTo>
                  <a:pt x="1076693" y="40056"/>
                </a:lnTo>
                <a:lnTo>
                  <a:pt x="1071030" y="58384"/>
                </a:lnTo>
                <a:lnTo>
                  <a:pt x="1040447" y="132800"/>
                </a:lnTo>
                <a:cubicBezTo>
                  <a:pt x="1037633" y="140975"/>
                  <a:pt x="1032793" y="152862"/>
                  <a:pt x="1025928" y="168460"/>
                </a:cubicBezTo>
                <a:cubicBezTo>
                  <a:pt x="1023457" y="173128"/>
                  <a:pt x="1019750" y="175462"/>
                  <a:pt x="1014808" y="175462"/>
                </a:cubicBezTo>
                <a:close/>
                <a:moveTo>
                  <a:pt x="1202178" y="26566"/>
                </a:moveTo>
                <a:cubicBezTo>
                  <a:pt x="1201217" y="26566"/>
                  <a:pt x="1200152" y="26398"/>
                  <a:pt x="1198985" y="26061"/>
                </a:cubicBezTo>
                <a:cubicBezTo>
                  <a:pt x="1187384" y="22828"/>
                  <a:pt x="1176195" y="21212"/>
                  <a:pt x="1165417" y="21212"/>
                </a:cubicBezTo>
                <a:cubicBezTo>
                  <a:pt x="1159788" y="21212"/>
                  <a:pt x="1153644" y="21718"/>
                  <a:pt x="1146985" y="22731"/>
                </a:cubicBezTo>
                <a:cubicBezTo>
                  <a:pt x="1140327" y="23743"/>
                  <a:pt x="1133153" y="25296"/>
                  <a:pt x="1125465" y="27390"/>
                </a:cubicBezTo>
                <a:cubicBezTo>
                  <a:pt x="1126082" y="31872"/>
                  <a:pt x="1126391" y="35456"/>
                  <a:pt x="1126391" y="38144"/>
                </a:cubicBezTo>
                <a:cubicBezTo>
                  <a:pt x="1126391" y="47725"/>
                  <a:pt x="1125808" y="60890"/>
                  <a:pt x="1124641" y="77640"/>
                </a:cubicBezTo>
                <a:lnTo>
                  <a:pt x="1169742" y="73315"/>
                </a:lnTo>
                <a:cubicBezTo>
                  <a:pt x="1182991" y="71942"/>
                  <a:pt x="1191125" y="71256"/>
                  <a:pt x="1194146" y="71256"/>
                </a:cubicBezTo>
                <a:cubicBezTo>
                  <a:pt x="1197166" y="71256"/>
                  <a:pt x="1199706" y="72222"/>
                  <a:pt x="1201766" y="74155"/>
                </a:cubicBezTo>
                <a:cubicBezTo>
                  <a:pt x="1203825" y="76086"/>
                  <a:pt x="1204855" y="78672"/>
                  <a:pt x="1204855" y="81913"/>
                </a:cubicBezTo>
                <a:cubicBezTo>
                  <a:pt x="1204855" y="88190"/>
                  <a:pt x="1201697" y="91708"/>
                  <a:pt x="1195382" y="92467"/>
                </a:cubicBezTo>
                <a:lnTo>
                  <a:pt x="1170875" y="94594"/>
                </a:lnTo>
                <a:lnTo>
                  <a:pt x="1123302" y="98852"/>
                </a:lnTo>
                <a:cubicBezTo>
                  <a:pt x="1123028" y="103734"/>
                  <a:pt x="1122805" y="108359"/>
                  <a:pt x="1122633" y="112727"/>
                </a:cubicBezTo>
                <a:cubicBezTo>
                  <a:pt x="1122461" y="117095"/>
                  <a:pt x="1122375" y="121169"/>
                  <a:pt x="1122375" y="124951"/>
                </a:cubicBezTo>
                <a:cubicBezTo>
                  <a:pt x="1122375" y="140150"/>
                  <a:pt x="1123474" y="149091"/>
                  <a:pt x="1125671" y="151772"/>
                </a:cubicBezTo>
                <a:cubicBezTo>
                  <a:pt x="1127318" y="153698"/>
                  <a:pt x="1132707" y="154662"/>
                  <a:pt x="1141837" y="154662"/>
                </a:cubicBezTo>
                <a:cubicBezTo>
                  <a:pt x="1146093" y="154662"/>
                  <a:pt x="1152494" y="154524"/>
                  <a:pt x="1161041" y="154250"/>
                </a:cubicBezTo>
                <a:cubicBezTo>
                  <a:pt x="1169587" y="153975"/>
                  <a:pt x="1176023" y="153838"/>
                  <a:pt x="1180348" y="153838"/>
                </a:cubicBezTo>
                <a:cubicBezTo>
                  <a:pt x="1181721" y="153838"/>
                  <a:pt x="1183746" y="153598"/>
                  <a:pt x="1186423" y="153117"/>
                </a:cubicBezTo>
                <a:cubicBezTo>
                  <a:pt x="1189100" y="152637"/>
                  <a:pt x="1191091" y="152396"/>
                  <a:pt x="1192395" y="152396"/>
                </a:cubicBezTo>
                <a:cubicBezTo>
                  <a:pt x="1199672" y="152396"/>
                  <a:pt x="1203310" y="155998"/>
                  <a:pt x="1203310" y="163202"/>
                </a:cubicBezTo>
                <a:cubicBezTo>
                  <a:pt x="1203310" y="169020"/>
                  <a:pt x="1200393" y="172517"/>
                  <a:pt x="1194558" y="173695"/>
                </a:cubicBezTo>
                <a:cubicBezTo>
                  <a:pt x="1188105" y="175010"/>
                  <a:pt x="1174135" y="175668"/>
                  <a:pt x="1152649" y="175668"/>
                </a:cubicBezTo>
                <a:cubicBezTo>
                  <a:pt x="1131368" y="175668"/>
                  <a:pt x="1117707" y="172851"/>
                  <a:pt x="1111667" y="167218"/>
                </a:cubicBezTo>
                <a:cubicBezTo>
                  <a:pt x="1105076" y="161106"/>
                  <a:pt x="1101781" y="147026"/>
                  <a:pt x="1101781" y="124977"/>
                </a:cubicBezTo>
                <a:cubicBezTo>
                  <a:pt x="1101781" y="120579"/>
                  <a:pt x="1101884" y="115771"/>
                  <a:pt x="1102090" y="110552"/>
                </a:cubicBezTo>
                <a:cubicBezTo>
                  <a:pt x="1102296" y="105330"/>
                  <a:pt x="1102571" y="99698"/>
                  <a:pt x="1102914" y="93655"/>
                </a:cubicBezTo>
                <a:cubicBezTo>
                  <a:pt x="1102159" y="92074"/>
                  <a:pt x="1101781" y="90391"/>
                  <a:pt x="1101781" y="88606"/>
                </a:cubicBezTo>
                <a:cubicBezTo>
                  <a:pt x="1101781" y="86270"/>
                  <a:pt x="1102434" y="84175"/>
                  <a:pt x="1103738" y="82322"/>
                </a:cubicBezTo>
                <a:cubicBezTo>
                  <a:pt x="1105111" y="62470"/>
                  <a:pt x="1105797" y="47804"/>
                  <a:pt x="1105797" y="38324"/>
                </a:cubicBezTo>
                <a:cubicBezTo>
                  <a:pt x="1105797" y="35784"/>
                  <a:pt x="1105454" y="32059"/>
                  <a:pt x="1104768" y="27149"/>
                </a:cubicBezTo>
                <a:cubicBezTo>
                  <a:pt x="1104081" y="22236"/>
                  <a:pt x="1103738" y="18509"/>
                  <a:pt x="1103738" y="15967"/>
                </a:cubicBezTo>
                <a:cubicBezTo>
                  <a:pt x="1103738" y="7794"/>
                  <a:pt x="1107170" y="3707"/>
                  <a:pt x="1114035" y="3707"/>
                </a:cubicBezTo>
                <a:cubicBezTo>
                  <a:pt x="1116918" y="3707"/>
                  <a:pt x="1119389" y="4697"/>
                  <a:pt x="1121449" y="6677"/>
                </a:cubicBezTo>
                <a:cubicBezTo>
                  <a:pt x="1129686" y="4450"/>
                  <a:pt x="1137461" y="2781"/>
                  <a:pt x="1144772" y="1670"/>
                </a:cubicBezTo>
                <a:cubicBezTo>
                  <a:pt x="1152082" y="557"/>
                  <a:pt x="1158964" y="0"/>
                  <a:pt x="1165417" y="0"/>
                </a:cubicBezTo>
                <a:cubicBezTo>
                  <a:pt x="1182098" y="0"/>
                  <a:pt x="1195416" y="1983"/>
                  <a:pt x="1205370" y="5950"/>
                </a:cubicBezTo>
                <a:cubicBezTo>
                  <a:pt x="1209969" y="7795"/>
                  <a:pt x="1212269" y="11077"/>
                  <a:pt x="1212269" y="15796"/>
                </a:cubicBezTo>
                <a:cubicBezTo>
                  <a:pt x="1212269" y="18531"/>
                  <a:pt x="1211376" y="20959"/>
                  <a:pt x="1209591" y="23078"/>
                </a:cubicBezTo>
                <a:cubicBezTo>
                  <a:pt x="1207601" y="25404"/>
                  <a:pt x="1205129" y="26566"/>
                  <a:pt x="1202178" y="26566"/>
                </a:cubicBezTo>
                <a:close/>
                <a:moveTo>
                  <a:pt x="1289085" y="116357"/>
                </a:moveTo>
                <a:cubicBezTo>
                  <a:pt x="1279749" y="117318"/>
                  <a:pt x="1263136" y="117798"/>
                  <a:pt x="1239247" y="117798"/>
                </a:cubicBezTo>
                <a:cubicBezTo>
                  <a:pt x="1233481" y="117798"/>
                  <a:pt x="1230597" y="115121"/>
                  <a:pt x="1230597" y="109767"/>
                </a:cubicBezTo>
                <a:cubicBezTo>
                  <a:pt x="1230597" y="104412"/>
                  <a:pt x="1233481" y="101735"/>
                  <a:pt x="1239247" y="101735"/>
                </a:cubicBezTo>
                <a:cubicBezTo>
                  <a:pt x="1244670" y="101735"/>
                  <a:pt x="1252805" y="101495"/>
                  <a:pt x="1263651" y="101014"/>
                </a:cubicBezTo>
                <a:cubicBezTo>
                  <a:pt x="1274497" y="100533"/>
                  <a:pt x="1282632" y="100293"/>
                  <a:pt x="1288055" y="100293"/>
                </a:cubicBezTo>
                <a:cubicBezTo>
                  <a:pt x="1294165" y="100293"/>
                  <a:pt x="1297219" y="102970"/>
                  <a:pt x="1297219" y="108325"/>
                </a:cubicBezTo>
                <a:cubicBezTo>
                  <a:pt x="1297219" y="113062"/>
                  <a:pt x="1294508" y="115739"/>
                  <a:pt x="1289085" y="116357"/>
                </a:cubicBezTo>
                <a:close/>
                <a:moveTo>
                  <a:pt x="1440897" y="103096"/>
                </a:moveTo>
                <a:cubicBezTo>
                  <a:pt x="1436641" y="124194"/>
                  <a:pt x="1427700" y="141049"/>
                  <a:pt x="1414074" y="153661"/>
                </a:cubicBezTo>
                <a:cubicBezTo>
                  <a:pt x="1400447" y="166273"/>
                  <a:pt x="1384367" y="172578"/>
                  <a:pt x="1365832" y="172578"/>
                </a:cubicBezTo>
                <a:cubicBezTo>
                  <a:pt x="1348945" y="172578"/>
                  <a:pt x="1336279" y="167854"/>
                  <a:pt x="1327836" y="158404"/>
                </a:cubicBezTo>
                <a:cubicBezTo>
                  <a:pt x="1319392" y="148952"/>
                  <a:pt x="1315170" y="134777"/>
                  <a:pt x="1315170" y="115877"/>
                </a:cubicBezTo>
                <a:cubicBezTo>
                  <a:pt x="1315170" y="98074"/>
                  <a:pt x="1319375" y="79740"/>
                  <a:pt x="1327784" y="60875"/>
                </a:cubicBezTo>
                <a:cubicBezTo>
                  <a:pt x="1336194" y="42008"/>
                  <a:pt x="1346988" y="26766"/>
                  <a:pt x="1360169" y="15150"/>
                </a:cubicBezTo>
                <a:cubicBezTo>
                  <a:pt x="1368955" y="7384"/>
                  <a:pt x="1378257" y="3501"/>
                  <a:pt x="1388074" y="3501"/>
                </a:cubicBezTo>
                <a:cubicBezTo>
                  <a:pt x="1394320" y="3501"/>
                  <a:pt x="1402558" y="5560"/>
                  <a:pt x="1412786" y="9679"/>
                </a:cubicBezTo>
                <a:cubicBezTo>
                  <a:pt x="1425280" y="14622"/>
                  <a:pt x="1431527" y="20079"/>
                  <a:pt x="1431527" y="26052"/>
                </a:cubicBezTo>
                <a:cubicBezTo>
                  <a:pt x="1431527" y="28866"/>
                  <a:pt x="1430497" y="31372"/>
                  <a:pt x="1428438" y="33568"/>
                </a:cubicBezTo>
                <a:cubicBezTo>
                  <a:pt x="1426379" y="35765"/>
                  <a:pt x="1423907" y="36863"/>
                  <a:pt x="1421024" y="36863"/>
                </a:cubicBezTo>
                <a:cubicBezTo>
                  <a:pt x="1419514" y="36863"/>
                  <a:pt x="1417386" y="36005"/>
                  <a:pt x="1414640" y="34289"/>
                </a:cubicBezTo>
                <a:cubicBezTo>
                  <a:pt x="1404137" y="27905"/>
                  <a:pt x="1395281" y="24713"/>
                  <a:pt x="1388074" y="24713"/>
                </a:cubicBezTo>
                <a:cubicBezTo>
                  <a:pt x="1382925" y="24713"/>
                  <a:pt x="1377536" y="27392"/>
                  <a:pt x="1371907" y="32751"/>
                </a:cubicBezTo>
                <a:cubicBezTo>
                  <a:pt x="1369093" y="35430"/>
                  <a:pt x="1365043" y="40309"/>
                  <a:pt x="1359757" y="47386"/>
                </a:cubicBezTo>
                <a:cubicBezTo>
                  <a:pt x="1343899" y="68409"/>
                  <a:pt x="1335971" y="91218"/>
                  <a:pt x="1335971" y="115813"/>
                </a:cubicBezTo>
                <a:cubicBezTo>
                  <a:pt x="1335971" y="128729"/>
                  <a:pt x="1337961" y="137764"/>
                  <a:pt x="1341943" y="142917"/>
                </a:cubicBezTo>
                <a:cubicBezTo>
                  <a:pt x="1346268" y="148550"/>
                  <a:pt x="1354231" y="151367"/>
                  <a:pt x="1365832" y="151367"/>
                </a:cubicBezTo>
                <a:cubicBezTo>
                  <a:pt x="1378120" y="151367"/>
                  <a:pt x="1388794" y="147488"/>
                  <a:pt x="1397856" y="139731"/>
                </a:cubicBezTo>
                <a:cubicBezTo>
                  <a:pt x="1407398" y="131493"/>
                  <a:pt x="1414056" y="119720"/>
                  <a:pt x="1417832" y="104412"/>
                </a:cubicBezTo>
                <a:cubicBezTo>
                  <a:pt x="1398817" y="105373"/>
                  <a:pt x="1382513" y="109046"/>
                  <a:pt x="1368921" y="115430"/>
                </a:cubicBezTo>
                <a:cubicBezTo>
                  <a:pt x="1367342" y="116185"/>
                  <a:pt x="1365798" y="116563"/>
                  <a:pt x="1364287" y="116563"/>
                </a:cubicBezTo>
                <a:cubicBezTo>
                  <a:pt x="1361267" y="116563"/>
                  <a:pt x="1358761" y="115396"/>
                  <a:pt x="1356771" y="113062"/>
                </a:cubicBezTo>
                <a:cubicBezTo>
                  <a:pt x="1354917" y="110934"/>
                  <a:pt x="1353990" y="108462"/>
                  <a:pt x="1353990" y="105648"/>
                </a:cubicBezTo>
                <a:cubicBezTo>
                  <a:pt x="1353990" y="101872"/>
                  <a:pt x="1355809" y="98852"/>
                  <a:pt x="1359448" y="96586"/>
                </a:cubicBezTo>
                <a:cubicBezTo>
                  <a:pt x="1374276" y="87525"/>
                  <a:pt x="1399847" y="82994"/>
                  <a:pt x="1436161" y="82994"/>
                </a:cubicBezTo>
                <a:cubicBezTo>
                  <a:pt x="1439113" y="82994"/>
                  <a:pt x="1441584" y="83991"/>
                  <a:pt x="1443575" y="85984"/>
                </a:cubicBezTo>
                <a:cubicBezTo>
                  <a:pt x="1445565" y="87976"/>
                  <a:pt x="1446561" y="90485"/>
                  <a:pt x="1446561" y="93510"/>
                </a:cubicBezTo>
                <a:cubicBezTo>
                  <a:pt x="1446561" y="97976"/>
                  <a:pt x="1444673" y="101172"/>
                  <a:pt x="1440897" y="103096"/>
                </a:cubicBezTo>
                <a:close/>
                <a:moveTo>
                  <a:pt x="1493080" y="104824"/>
                </a:moveTo>
                <a:cubicBezTo>
                  <a:pt x="1491158" y="104824"/>
                  <a:pt x="1486971" y="104378"/>
                  <a:pt x="1480518" y="103485"/>
                </a:cubicBezTo>
                <a:cubicBezTo>
                  <a:pt x="1479969" y="113866"/>
                  <a:pt x="1479694" y="132052"/>
                  <a:pt x="1479694" y="158044"/>
                </a:cubicBezTo>
                <a:cubicBezTo>
                  <a:pt x="1479694" y="160794"/>
                  <a:pt x="1478802" y="163115"/>
                  <a:pt x="1477017" y="165007"/>
                </a:cubicBezTo>
                <a:cubicBezTo>
                  <a:pt x="1475232" y="166897"/>
                  <a:pt x="1473001" y="167842"/>
                  <a:pt x="1470324" y="167842"/>
                </a:cubicBezTo>
                <a:cubicBezTo>
                  <a:pt x="1467578" y="167842"/>
                  <a:pt x="1465313" y="166898"/>
                  <a:pt x="1463528" y="165010"/>
                </a:cubicBezTo>
                <a:cubicBezTo>
                  <a:pt x="1461743" y="163120"/>
                  <a:pt x="1460851" y="160801"/>
                  <a:pt x="1460851" y="158053"/>
                </a:cubicBezTo>
                <a:lnTo>
                  <a:pt x="1460851" y="127761"/>
                </a:lnTo>
                <a:cubicBezTo>
                  <a:pt x="1460851" y="117663"/>
                  <a:pt x="1461468" y="103445"/>
                  <a:pt x="1462704" y="85105"/>
                </a:cubicBezTo>
                <a:cubicBezTo>
                  <a:pt x="1464077" y="65253"/>
                  <a:pt x="1464832" y="51035"/>
                  <a:pt x="1464969" y="42450"/>
                </a:cubicBezTo>
                <a:lnTo>
                  <a:pt x="1464969" y="28230"/>
                </a:lnTo>
                <a:cubicBezTo>
                  <a:pt x="1464969" y="21430"/>
                  <a:pt x="1465381" y="16484"/>
                  <a:pt x="1466205" y="13393"/>
                </a:cubicBezTo>
                <a:cubicBezTo>
                  <a:pt x="1467784" y="7347"/>
                  <a:pt x="1471148" y="4737"/>
                  <a:pt x="1476296" y="5560"/>
                </a:cubicBezTo>
                <a:cubicBezTo>
                  <a:pt x="1478493" y="4874"/>
                  <a:pt x="1481616" y="4359"/>
                  <a:pt x="1485666" y="4016"/>
                </a:cubicBezTo>
                <a:cubicBezTo>
                  <a:pt x="1489717" y="3673"/>
                  <a:pt x="1494693" y="3501"/>
                  <a:pt x="1500597" y="3501"/>
                </a:cubicBezTo>
                <a:cubicBezTo>
                  <a:pt x="1513160" y="3501"/>
                  <a:pt x="1524932" y="7791"/>
                  <a:pt x="1535916" y="16372"/>
                </a:cubicBezTo>
                <a:cubicBezTo>
                  <a:pt x="1547998" y="25846"/>
                  <a:pt x="1554039" y="37241"/>
                  <a:pt x="1554039" y="50558"/>
                </a:cubicBezTo>
                <a:cubicBezTo>
                  <a:pt x="1554039" y="67583"/>
                  <a:pt x="1547586" y="81141"/>
                  <a:pt x="1534680" y="91232"/>
                </a:cubicBezTo>
                <a:cubicBezTo>
                  <a:pt x="1523148" y="100293"/>
                  <a:pt x="1509281" y="104824"/>
                  <a:pt x="1493080" y="104824"/>
                </a:cubicBezTo>
                <a:moveTo>
                  <a:pt x="1498229" y="23065"/>
                </a:moveTo>
                <a:cubicBezTo>
                  <a:pt x="1495208" y="23065"/>
                  <a:pt x="1492514" y="23134"/>
                  <a:pt x="1490146" y="23271"/>
                </a:cubicBezTo>
                <a:cubicBezTo>
                  <a:pt x="1487777" y="23409"/>
                  <a:pt x="1485769" y="23615"/>
                  <a:pt x="1484122" y="23889"/>
                </a:cubicBezTo>
                <a:lnTo>
                  <a:pt x="1483916" y="42804"/>
                </a:lnTo>
                <a:lnTo>
                  <a:pt x="1481754" y="83718"/>
                </a:lnTo>
                <a:lnTo>
                  <a:pt x="1493080" y="85054"/>
                </a:lnTo>
                <a:cubicBezTo>
                  <a:pt x="1504613" y="85054"/>
                  <a:pt x="1514327" y="82141"/>
                  <a:pt x="1522221" y="76317"/>
                </a:cubicBezTo>
                <a:cubicBezTo>
                  <a:pt x="1530870" y="69942"/>
                  <a:pt x="1535195" y="61340"/>
                  <a:pt x="1535195" y="50513"/>
                </a:cubicBezTo>
                <a:cubicBezTo>
                  <a:pt x="1535195" y="42838"/>
                  <a:pt x="1531076" y="36224"/>
                  <a:pt x="1522839" y="30672"/>
                </a:cubicBezTo>
                <a:cubicBezTo>
                  <a:pt x="1515219" y="25601"/>
                  <a:pt x="1507016" y="23065"/>
                  <a:pt x="1498229" y="23065"/>
                </a:cubicBezTo>
                <a:close/>
                <a:moveTo>
                  <a:pt x="1700342" y="35422"/>
                </a:moveTo>
                <a:cubicBezTo>
                  <a:pt x="1695262" y="35422"/>
                  <a:pt x="1687436" y="35010"/>
                  <a:pt x="1676865" y="34186"/>
                </a:cubicBezTo>
                <a:cubicBezTo>
                  <a:pt x="1666567" y="33431"/>
                  <a:pt x="1658742" y="33088"/>
                  <a:pt x="1653387" y="33156"/>
                </a:cubicBezTo>
                <a:lnTo>
                  <a:pt x="1646076" y="33156"/>
                </a:lnTo>
                <a:cubicBezTo>
                  <a:pt x="1646282" y="42623"/>
                  <a:pt x="1647209" y="57988"/>
                  <a:pt x="1648857" y="79252"/>
                </a:cubicBezTo>
                <a:cubicBezTo>
                  <a:pt x="1650367" y="99076"/>
                  <a:pt x="1651122" y="114475"/>
                  <a:pt x="1651122" y="125450"/>
                </a:cubicBezTo>
                <a:cubicBezTo>
                  <a:pt x="1651122" y="127851"/>
                  <a:pt x="1651362" y="131486"/>
                  <a:pt x="1651843" y="136355"/>
                </a:cubicBezTo>
                <a:cubicBezTo>
                  <a:pt x="1652323" y="141225"/>
                  <a:pt x="1652563" y="144896"/>
                  <a:pt x="1652563" y="147367"/>
                </a:cubicBezTo>
                <a:cubicBezTo>
                  <a:pt x="1652563" y="152031"/>
                  <a:pt x="1651808" y="156043"/>
                  <a:pt x="1650298" y="159405"/>
                </a:cubicBezTo>
                <a:cubicBezTo>
                  <a:pt x="1648376" y="163931"/>
                  <a:pt x="1645390" y="166194"/>
                  <a:pt x="1641340" y="166194"/>
                </a:cubicBezTo>
                <a:cubicBezTo>
                  <a:pt x="1638594" y="166194"/>
                  <a:pt x="1636123" y="165234"/>
                  <a:pt x="1633926" y="163314"/>
                </a:cubicBezTo>
                <a:cubicBezTo>
                  <a:pt x="1631729" y="161392"/>
                  <a:pt x="1630631" y="158922"/>
                  <a:pt x="1630631" y="155904"/>
                </a:cubicBezTo>
                <a:cubicBezTo>
                  <a:pt x="1630631" y="154876"/>
                  <a:pt x="1630802" y="153334"/>
                  <a:pt x="1631146" y="151276"/>
                </a:cubicBezTo>
                <a:cubicBezTo>
                  <a:pt x="1631489" y="149217"/>
                  <a:pt x="1631660" y="147674"/>
                  <a:pt x="1631660" y="146646"/>
                </a:cubicBezTo>
                <a:cubicBezTo>
                  <a:pt x="1631660" y="143284"/>
                  <a:pt x="1631437" y="138243"/>
                  <a:pt x="1630991" y="131522"/>
                </a:cubicBezTo>
                <a:cubicBezTo>
                  <a:pt x="1630545" y="124799"/>
                  <a:pt x="1630322" y="119722"/>
                  <a:pt x="1630322" y="116292"/>
                </a:cubicBezTo>
                <a:cubicBezTo>
                  <a:pt x="1630322" y="106484"/>
                  <a:pt x="1629532" y="92697"/>
                  <a:pt x="1627954" y="74930"/>
                </a:cubicBezTo>
                <a:cubicBezTo>
                  <a:pt x="1626306" y="55724"/>
                  <a:pt x="1625379" y="41937"/>
                  <a:pt x="1625173" y="33568"/>
                </a:cubicBezTo>
                <a:lnTo>
                  <a:pt x="1615803" y="33671"/>
                </a:lnTo>
                <a:cubicBezTo>
                  <a:pt x="1600769" y="33671"/>
                  <a:pt x="1588962" y="32568"/>
                  <a:pt x="1580381" y="30360"/>
                </a:cubicBezTo>
                <a:cubicBezTo>
                  <a:pt x="1574821" y="28912"/>
                  <a:pt x="1572041" y="25498"/>
                  <a:pt x="1572041" y="20118"/>
                </a:cubicBezTo>
                <a:cubicBezTo>
                  <a:pt x="1572041" y="17290"/>
                  <a:pt x="1572933" y="14807"/>
                  <a:pt x="1574718" y="12669"/>
                </a:cubicBezTo>
                <a:cubicBezTo>
                  <a:pt x="1576777" y="10264"/>
                  <a:pt x="1579420" y="9164"/>
                  <a:pt x="1582647" y="9370"/>
                </a:cubicBezTo>
                <a:cubicBezTo>
                  <a:pt x="1585049" y="9508"/>
                  <a:pt x="1590541" y="10125"/>
                  <a:pt x="1599122" y="11224"/>
                </a:cubicBezTo>
                <a:cubicBezTo>
                  <a:pt x="1605987" y="12050"/>
                  <a:pt x="1611547" y="12463"/>
                  <a:pt x="1615803" y="12463"/>
                </a:cubicBezTo>
                <a:cubicBezTo>
                  <a:pt x="1619922" y="12463"/>
                  <a:pt x="1626169" y="12377"/>
                  <a:pt x="1634544" y="12205"/>
                </a:cubicBezTo>
                <a:cubicBezTo>
                  <a:pt x="1642919" y="12031"/>
                  <a:pt x="1649165" y="11945"/>
                  <a:pt x="1653284" y="11945"/>
                </a:cubicBezTo>
                <a:cubicBezTo>
                  <a:pt x="1658570" y="11945"/>
                  <a:pt x="1666413" y="12324"/>
                  <a:pt x="1676813" y="13084"/>
                </a:cubicBezTo>
                <a:cubicBezTo>
                  <a:pt x="1687213" y="13841"/>
                  <a:pt x="1695056" y="14220"/>
                  <a:pt x="1700342" y="14220"/>
                </a:cubicBezTo>
                <a:cubicBezTo>
                  <a:pt x="1703294" y="14220"/>
                  <a:pt x="1705765" y="15237"/>
                  <a:pt x="1707756" y="17273"/>
                </a:cubicBezTo>
                <a:cubicBezTo>
                  <a:pt x="1709746" y="19309"/>
                  <a:pt x="1710742" y="21845"/>
                  <a:pt x="1710742" y="24880"/>
                </a:cubicBezTo>
                <a:cubicBezTo>
                  <a:pt x="1710742" y="27845"/>
                  <a:pt x="1709746" y="30343"/>
                  <a:pt x="1707756" y="32375"/>
                </a:cubicBezTo>
                <a:cubicBezTo>
                  <a:pt x="1705765" y="34406"/>
                  <a:pt x="1703294" y="35422"/>
                  <a:pt x="1700342" y="3542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69B0136-2B49-41F9-84FF-E32D58887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9157" y="2296807"/>
            <a:ext cx="1271276" cy="818345"/>
          </a:xfrm>
          <a:custGeom xmlns:a="http://schemas.openxmlformats.org/drawingml/2006/main">
            <a:pathLst>
              <a:path w="1271276" h="818345">
                <a:moveTo>
                  <a:pt x="351" y="61976"/>
                </a:moveTo>
                <a:cubicBezTo>
                  <a:pt x="0" y="27766"/>
                  <a:pt x="27766" y="0"/>
                  <a:pt x="62211" y="117"/>
                </a:cubicBezTo>
                <a:lnTo>
                  <a:pt x="1209417" y="117"/>
                </a:lnTo>
                <a:cubicBezTo>
                  <a:pt x="1243393" y="0"/>
                  <a:pt x="1271159" y="27766"/>
                  <a:pt x="1271276" y="61976"/>
                </a:cubicBezTo>
                <a:lnTo>
                  <a:pt x="1271276" y="756486"/>
                </a:lnTo>
                <a:cubicBezTo>
                  <a:pt x="1271159" y="790579"/>
                  <a:pt x="1243393" y="818345"/>
                  <a:pt x="1209417" y="818345"/>
                </a:cubicBezTo>
                <a:lnTo>
                  <a:pt x="62211" y="818345"/>
                </a:lnTo>
                <a:cubicBezTo>
                  <a:pt x="27766" y="818345"/>
                  <a:pt x="0" y="790579"/>
                  <a:pt x="351" y="756486"/>
                </a:cubicBezTo>
                <a:lnTo>
                  <a:pt x="351" y="61976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516A4A9-F104-4819-9AA0-1375A4520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3299" y="2290950"/>
            <a:ext cx="1282875" cy="830061"/>
          </a:xfrm>
          <a:custGeom xmlns:a="http://schemas.openxmlformats.org/drawingml/2006/main">
            <a:pathLst>
              <a:path w="1282875" h="830061">
                <a:moveTo>
                  <a:pt x="2132" y="779144"/>
                </a:moveTo>
                <a:lnTo>
                  <a:pt x="3046" y="782366"/>
                </a:lnTo>
                <a:lnTo>
                  <a:pt x="4124" y="785518"/>
                </a:lnTo>
                <a:lnTo>
                  <a:pt x="5331" y="788599"/>
                </a:lnTo>
                <a:lnTo>
                  <a:pt x="6690" y="791610"/>
                </a:lnTo>
                <a:lnTo>
                  <a:pt x="8224" y="794609"/>
                </a:lnTo>
                <a:lnTo>
                  <a:pt x="11587" y="800139"/>
                </a:lnTo>
                <a:lnTo>
                  <a:pt x="15500" y="805364"/>
                </a:lnTo>
                <a:lnTo>
                  <a:pt x="19882" y="810179"/>
                </a:lnTo>
                <a:lnTo>
                  <a:pt x="24697" y="814561"/>
                </a:lnTo>
                <a:lnTo>
                  <a:pt x="29922" y="818474"/>
                </a:lnTo>
                <a:lnTo>
                  <a:pt x="35452" y="821836"/>
                </a:lnTo>
                <a:lnTo>
                  <a:pt x="38451" y="823371"/>
                </a:lnTo>
                <a:lnTo>
                  <a:pt x="41450" y="824730"/>
                </a:lnTo>
                <a:lnTo>
                  <a:pt x="44543" y="825937"/>
                </a:lnTo>
                <a:lnTo>
                  <a:pt x="47695" y="827015"/>
                </a:lnTo>
                <a:lnTo>
                  <a:pt x="50917" y="827929"/>
                </a:lnTo>
                <a:lnTo>
                  <a:pt x="54209" y="828678"/>
                </a:lnTo>
                <a:lnTo>
                  <a:pt x="57548" y="829276"/>
                </a:lnTo>
                <a:lnTo>
                  <a:pt x="60945" y="829709"/>
                </a:lnTo>
                <a:lnTo>
                  <a:pt x="64390" y="829979"/>
                </a:lnTo>
                <a:lnTo>
                  <a:pt x="67811" y="830061"/>
                </a:lnTo>
                <a:lnTo>
                  <a:pt x="1215064" y="830061"/>
                </a:lnTo>
                <a:lnTo>
                  <a:pt x="1218485" y="829979"/>
                </a:lnTo>
                <a:lnTo>
                  <a:pt x="1221929" y="829709"/>
                </a:lnTo>
                <a:lnTo>
                  <a:pt x="1225327" y="829276"/>
                </a:lnTo>
                <a:lnTo>
                  <a:pt x="1228666" y="828678"/>
                </a:lnTo>
                <a:lnTo>
                  <a:pt x="1231958" y="827929"/>
                </a:lnTo>
                <a:lnTo>
                  <a:pt x="1235180" y="827015"/>
                </a:lnTo>
                <a:lnTo>
                  <a:pt x="1238331" y="825937"/>
                </a:lnTo>
                <a:lnTo>
                  <a:pt x="1241413" y="824730"/>
                </a:lnTo>
                <a:lnTo>
                  <a:pt x="1244424" y="823371"/>
                </a:lnTo>
                <a:lnTo>
                  <a:pt x="1247423" y="821836"/>
                </a:lnTo>
                <a:lnTo>
                  <a:pt x="1252953" y="818474"/>
                </a:lnTo>
                <a:lnTo>
                  <a:pt x="1258178" y="814561"/>
                </a:lnTo>
                <a:lnTo>
                  <a:pt x="1262993" y="810179"/>
                </a:lnTo>
                <a:lnTo>
                  <a:pt x="1267375" y="805364"/>
                </a:lnTo>
                <a:lnTo>
                  <a:pt x="1271288" y="800139"/>
                </a:lnTo>
                <a:lnTo>
                  <a:pt x="1274650" y="794609"/>
                </a:lnTo>
                <a:lnTo>
                  <a:pt x="1276173" y="791610"/>
                </a:lnTo>
                <a:lnTo>
                  <a:pt x="1277544" y="788599"/>
                </a:lnTo>
                <a:lnTo>
                  <a:pt x="1278751" y="785518"/>
                </a:lnTo>
                <a:lnTo>
                  <a:pt x="1279829" y="782366"/>
                </a:lnTo>
                <a:lnTo>
                  <a:pt x="1280742" y="779144"/>
                </a:lnTo>
                <a:lnTo>
                  <a:pt x="1281492" y="775852"/>
                </a:lnTo>
                <a:lnTo>
                  <a:pt x="1282090" y="772513"/>
                </a:lnTo>
                <a:lnTo>
                  <a:pt x="1282523" y="769116"/>
                </a:lnTo>
                <a:lnTo>
                  <a:pt x="1282793" y="765671"/>
                </a:lnTo>
                <a:lnTo>
                  <a:pt x="1282875" y="762250"/>
                </a:lnTo>
                <a:lnTo>
                  <a:pt x="1282875" y="67811"/>
                </a:lnTo>
                <a:lnTo>
                  <a:pt x="1282793" y="64390"/>
                </a:lnTo>
                <a:lnTo>
                  <a:pt x="1282523" y="60945"/>
                </a:lnTo>
                <a:lnTo>
                  <a:pt x="1282090" y="57548"/>
                </a:lnTo>
                <a:lnTo>
                  <a:pt x="1281492" y="54209"/>
                </a:lnTo>
                <a:lnTo>
                  <a:pt x="1280742" y="50917"/>
                </a:lnTo>
                <a:lnTo>
                  <a:pt x="1279829" y="47695"/>
                </a:lnTo>
                <a:lnTo>
                  <a:pt x="1278751" y="44543"/>
                </a:lnTo>
                <a:lnTo>
                  <a:pt x="1277544" y="41450"/>
                </a:lnTo>
                <a:lnTo>
                  <a:pt x="1276173" y="38451"/>
                </a:lnTo>
                <a:lnTo>
                  <a:pt x="1274650" y="35452"/>
                </a:lnTo>
                <a:lnTo>
                  <a:pt x="1271288" y="29922"/>
                </a:lnTo>
                <a:lnTo>
                  <a:pt x="1267375" y="24697"/>
                </a:lnTo>
                <a:lnTo>
                  <a:pt x="1262993" y="19882"/>
                </a:lnTo>
                <a:lnTo>
                  <a:pt x="1258178" y="15500"/>
                </a:lnTo>
                <a:lnTo>
                  <a:pt x="1252953" y="11587"/>
                </a:lnTo>
                <a:lnTo>
                  <a:pt x="1247423" y="8224"/>
                </a:lnTo>
                <a:lnTo>
                  <a:pt x="1244424" y="6690"/>
                </a:lnTo>
                <a:lnTo>
                  <a:pt x="1241413" y="5331"/>
                </a:lnTo>
                <a:lnTo>
                  <a:pt x="1238331" y="4124"/>
                </a:lnTo>
                <a:lnTo>
                  <a:pt x="1235180" y="3046"/>
                </a:lnTo>
                <a:lnTo>
                  <a:pt x="1231958" y="2132"/>
                </a:lnTo>
                <a:lnTo>
                  <a:pt x="1228666" y="1382"/>
                </a:lnTo>
                <a:lnTo>
                  <a:pt x="1225327" y="785"/>
                </a:lnTo>
                <a:lnTo>
                  <a:pt x="1221929" y="351"/>
                </a:lnTo>
                <a:lnTo>
                  <a:pt x="1218485" y="82"/>
                </a:lnTo>
                <a:lnTo>
                  <a:pt x="1215064" y="0"/>
                </a:lnTo>
                <a:lnTo>
                  <a:pt x="67811" y="0"/>
                </a:lnTo>
                <a:lnTo>
                  <a:pt x="64390" y="82"/>
                </a:lnTo>
                <a:lnTo>
                  <a:pt x="60945" y="351"/>
                </a:lnTo>
                <a:lnTo>
                  <a:pt x="57548" y="785"/>
                </a:lnTo>
                <a:lnTo>
                  <a:pt x="54209" y="1382"/>
                </a:lnTo>
                <a:lnTo>
                  <a:pt x="50917" y="2132"/>
                </a:lnTo>
                <a:lnTo>
                  <a:pt x="47695" y="3046"/>
                </a:lnTo>
                <a:lnTo>
                  <a:pt x="44543" y="4124"/>
                </a:lnTo>
                <a:lnTo>
                  <a:pt x="41450" y="5331"/>
                </a:lnTo>
                <a:lnTo>
                  <a:pt x="38451" y="6690"/>
                </a:lnTo>
                <a:lnTo>
                  <a:pt x="35452" y="8224"/>
                </a:lnTo>
                <a:lnTo>
                  <a:pt x="29922" y="11587"/>
                </a:lnTo>
                <a:lnTo>
                  <a:pt x="24697" y="15500"/>
                </a:lnTo>
                <a:lnTo>
                  <a:pt x="19882" y="19882"/>
                </a:lnTo>
                <a:lnTo>
                  <a:pt x="15500" y="24697"/>
                </a:lnTo>
                <a:lnTo>
                  <a:pt x="11587" y="29922"/>
                </a:lnTo>
                <a:lnTo>
                  <a:pt x="8224" y="35452"/>
                </a:lnTo>
                <a:lnTo>
                  <a:pt x="6690" y="38451"/>
                </a:lnTo>
                <a:lnTo>
                  <a:pt x="5331" y="41450"/>
                </a:lnTo>
                <a:lnTo>
                  <a:pt x="4124" y="44543"/>
                </a:lnTo>
                <a:lnTo>
                  <a:pt x="3046" y="47695"/>
                </a:lnTo>
                <a:lnTo>
                  <a:pt x="2132" y="50917"/>
                </a:lnTo>
                <a:lnTo>
                  <a:pt x="1382" y="54209"/>
                </a:lnTo>
                <a:lnTo>
                  <a:pt x="785" y="57548"/>
                </a:lnTo>
                <a:lnTo>
                  <a:pt x="351" y="60945"/>
                </a:lnTo>
                <a:lnTo>
                  <a:pt x="82" y="64390"/>
                </a:lnTo>
                <a:lnTo>
                  <a:pt x="0" y="67811"/>
                </a:lnTo>
                <a:lnTo>
                  <a:pt x="0" y="762250"/>
                </a:lnTo>
                <a:lnTo>
                  <a:pt x="82" y="765671"/>
                </a:lnTo>
                <a:lnTo>
                  <a:pt x="351" y="769116"/>
                </a:lnTo>
                <a:lnTo>
                  <a:pt x="785" y="772513"/>
                </a:lnTo>
                <a:lnTo>
                  <a:pt x="1382" y="775852"/>
                </a:lnTo>
                <a:lnTo>
                  <a:pt x="2132" y="779144"/>
                </a:lnTo>
                <a:close/>
                <a:moveTo>
                  <a:pt x="13479" y="53870"/>
                </a:moveTo>
                <a:lnTo>
                  <a:pt x="14215" y="51270"/>
                </a:lnTo>
                <a:lnTo>
                  <a:pt x="15165" y="48454"/>
                </a:lnTo>
                <a:lnTo>
                  <a:pt x="16101" y="46089"/>
                </a:lnTo>
                <a:lnTo>
                  <a:pt x="17294" y="43455"/>
                </a:lnTo>
                <a:lnTo>
                  <a:pt x="18468" y="41157"/>
                </a:lnTo>
                <a:lnTo>
                  <a:pt x="21291" y="36512"/>
                </a:lnTo>
                <a:lnTo>
                  <a:pt x="24512" y="32200"/>
                </a:lnTo>
                <a:lnTo>
                  <a:pt x="28174" y="28174"/>
                </a:lnTo>
                <a:lnTo>
                  <a:pt x="32200" y="24512"/>
                </a:lnTo>
                <a:lnTo>
                  <a:pt x="36512" y="21291"/>
                </a:lnTo>
                <a:lnTo>
                  <a:pt x="41157" y="18468"/>
                </a:lnTo>
                <a:lnTo>
                  <a:pt x="43455" y="17294"/>
                </a:lnTo>
                <a:lnTo>
                  <a:pt x="46089" y="16101"/>
                </a:lnTo>
                <a:lnTo>
                  <a:pt x="48454" y="15165"/>
                </a:lnTo>
                <a:lnTo>
                  <a:pt x="51270" y="14215"/>
                </a:lnTo>
                <a:lnTo>
                  <a:pt x="53870" y="13479"/>
                </a:lnTo>
                <a:lnTo>
                  <a:pt x="56535" y="12865"/>
                </a:lnTo>
                <a:lnTo>
                  <a:pt x="59290" y="12369"/>
                </a:lnTo>
                <a:lnTo>
                  <a:pt x="62037" y="12017"/>
                </a:lnTo>
                <a:lnTo>
                  <a:pt x="65128" y="11774"/>
                </a:lnTo>
                <a:lnTo>
                  <a:pt x="64835" y="11798"/>
                </a:lnTo>
                <a:lnTo>
                  <a:pt x="68033" y="11716"/>
                </a:lnTo>
                <a:lnTo>
                  <a:pt x="1214841" y="11716"/>
                </a:lnTo>
                <a:lnTo>
                  <a:pt x="1218040" y="11798"/>
                </a:lnTo>
                <a:lnTo>
                  <a:pt x="1217747" y="11774"/>
                </a:lnTo>
                <a:lnTo>
                  <a:pt x="1220838" y="12017"/>
                </a:lnTo>
                <a:lnTo>
                  <a:pt x="1223585" y="12369"/>
                </a:lnTo>
                <a:lnTo>
                  <a:pt x="1226288" y="12856"/>
                </a:lnTo>
                <a:lnTo>
                  <a:pt x="1228947" y="13466"/>
                </a:lnTo>
                <a:lnTo>
                  <a:pt x="1231610" y="14216"/>
                </a:lnTo>
                <a:lnTo>
                  <a:pt x="1234421" y="15165"/>
                </a:lnTo>
                <a:lnTo>
                  <a:pt x="1236786" y="16101"/>
                </a:lnTo>
                <a:lnTo>
                  <a:pt x="1239411" y="17290"/>
                </a:lnTo>
                <a:lnTo>
                  <a:pt x="1241777" y="18504"/>
                </a:lnTo>
                <a:lnTo>
                  <a:pt x="1246302" y="21254"/>
                </a:lnTo>
                <a:lnTo>
                  <a:pt x="1250677" y="24515"/>
                </a:lnTo>
                <a:lnTo>
                  <a:pt x="1254701" y="28174"/>
                </a:lnTo>
                <a:lnTo>
                  <a:pt x="1258363" y="32200"/>
                </a:lnTo>
                <a:lnTo>
                  <a:pt x="1261523" y="36431"/>
                </a:lnTo>
                <a:lnTo>
                  <a:pt x="1264409" y="41162"/>
                </a:lnTo>
                <a:lnTo>
                  <a:pt x="1265581" y="43455"/>
                </a:lnTo>
                <a:lnTo>
                  <a:pt x="1266774" y="46089"/>
                </a:lnTo>
                <a:lnTo>
                  <a:pt x="1267710" y="48454"/>
                </a:lnTo>
                <a:lnTo>
                  <a:pt x="1268660" y="51270"/>
                </a:lnTo>
                <a:lnTo>
                  <a:pt x="1269395" y="53870"/>
                </a:lnTo>
                <a:lnTo>
                  <a:pt x="1270010" y="56535"/>
                </a:lnTo>
                <a:lnTo>
                  <a:pt x="1270506" y="59290"/>
                </a:lnTo>
                <a:lnTo>
                  <a:pt x="1270858" y="62037"/>
                </a:lnTo>
                <a:lnTo>
                  <a:pt x="1271100" y="65128"/>
                </a:lnTo>
                <a:lnTo>
                  <a:pt x="1271077" y="64835"/>
                </a:lnTo>
                <a:lnTo>
                  <a:pt x="1271159" y="68033"/>
                </a:lnTo>
                <a:lnTo>
                  <a:pt x="1271159" y="762028"/>
                </a:lnTo>
                <a:lnTo>
                  <a:pt x="1271077" y="765226"/>
                </a:lnTo>
                <a:lnTo>
                  <a:pt x="1271100" y="764933"/>
                </a:lnTo>
                <a:lnTo>
                  <a:pt x="1270858" y="768024"/>
                </a:lnTo>
                <a:lnTo>
                  <a:pt x="1270506" y="770771"/>
                </a:lnTo>
                <a:lnTo>
                  <a:pt x="1270010" y="773526"/>
                </a:lnTo>
                <a:lnTo>
                  <a:pt x="1269410" y="776129"/>
                </a:lnTo>
                <a:lnTo>
                  <a:pt x="1268658" y="778796"/>
                </a:lnTo>
                <a:lnTo>
                  <a:pt x="1267710" y="781607"/>
                </a:lnTo>
                <a:lnTo>
                  <a:pt x="1266774" y="783972"/>
                </a:lnTo>
                <a:lnTo>
                  <a:pt x="1265581" y="786605"/>
                </a:lnTo>
                <a:lnTo>
                  <a:pt x="1264409" y="788899"/>
                </a:lnTo>
                <a:lnTo>
                  <a:pt x="1261560" y="793569"/>
                </a:lnTo>
                <a:lnTo>
                  <a:pt x="1258360" y="797863"/>
                </a:lnTo>
                <a:lnTo>
                  <a:pt x="1254701" y="801887"/>
                </a:lnTo>
                <a:lnTo>
                  <a:pt x="1250677" y="805546"/>
                </a:lnTo>
                <a:lnTo>
                  <a:pt x="1246302" y="808807"/>
                </a:lnTo>
                <a:lnTo>
                  <a:pt x="1241777" y="811557"/>
                </a:lnTo>
                <a:lnTo>
                  <a:pt x="1239411" y="812771"/>
                </a:lnTo>
                <a:lnTo>
                  <a:pt x="1236786" y="813960"/>
                </a:lnTo>
                <a:lnTo>
                  <a:pt x="1234421" y="814896"/>
                </a:lnTo>
                <a:lnTo>
                  <a:pt x="1231610" y="815844"/>
                </a:lnTo>
                <a:lnTo>
                  <a:pt x="1228947" y="816595"/>
                </a:lnTo>
                <a:lnTo>
                  <a:pt x="1226288" y="817205"/>
                </a:lnTo>
                <a:lnTo>
                  <a:pt x="1223585" y="817692"/>
                </a:lnTo>
                <a:lnTo>
                  <a:pt x="1220838" y="818044"/>
                </a:lnTo>
                <a:lnTo>
                  <a:pt x="1217747" y="818287"/>
                </a:lnTo>
                <a:lnTo>
                  <a:pt x="1218040" y="818263"/>
                </a:lnTo>
                <a:lnTo>
                  <a:pt x="1214841" y="818345"/>
                </a:lnTo>
                <a:lnTo>
                  <a:pt x="68033" y="818345"/>
                </a:lnTo>
                <a:lnTo>
                  <a:pt x="64835" y="818263"/>
                </a:lnTo>
                <a:lnTo>
                  <a:pt x="65128" y="818287"/>
                </a:lnTo>
                <a:lnTo>
                  <a:pt x="62037" y="818044"/>
                </a:lnTo>
                <a:lnTo>
                  <a:pt x="59290" y="817692"/>
                </a:lnTo>
                <a:lnTo>
                  <a:pt x="56535" y="817196"/>
                </a:lnTo>
                <a:lnTo>
                  <a:pt x="53870" y="816582"/>
                </a:lnTo>
                <a:lnTo>
                  <a:pt x="51270" y="815846"/>
                </a:lnTo>
                <a:lnTo>
                  <a:pt x="48454" y="814896"/>
                </a:lnTo>
                <a:lnTo>
                  <a:pt x="46089" y="813960"/>
                </a:lnTo>
                <a:lnTo>
                  <a:pt x="43455" y="812767"/>
                </a:lnTo>
                <a:lnTo>
                  <a:pt x="41157" y="811593"/>
                </a:lnTo>
                <a:lnTo>
                  <a:pt x="36512" y="808770"/>
                </a:lnTo>
                <a:lnTo>
                  <a:pt x="32200" y="805549"/>
                </a:lnTo>
                <a:lnTo>
                  <a:pt x="28174" y="801887"/>
                </a:lnTo>
                <a:lnTo>
                  <a:pt x="24515" y="797863"/>
                </a:lnTo>
                <a:lnTo>
                  <a:pt x="21254" y="793488"/>
                </a:lnTo>
                <a:lnTo>
                  <a:pt x="18468" y="788904"/>
                </a:lnTo>
                <a:lnTo>
                  <a:pt x="17294" y="786605"/>
                </a:lnTo>
                <a:lnTo>
                  <a:pt x="16101" y="783972"/>
                </a:lnTo>
                <a:lnTo>
                  <a:pt x="15165" y="781607"/>
                </a:lnTo>
                <a:lnTo>
                  <a:pt x="14216" y="778796"/>
                </a:lnTo>
                <a:lnTo>
                  <a:pt x="13465" y="776129"/>
                </a:lnTo>
                <a:lnTo>
                  <a:pt x="12865" y="773526"/>
                </a:lnTo>
                <a:lnTo>
                  <a:pt x="12369" y="770771"/>
                </a:lnTo>
                <a:lnTo>
                  <a:pt x="12017" y="768024"/>
                </a:lnTo>
                <a:lnTo>
                  <a:pt x="11774" y="764933"/>
                </a:lnTo>
                <a:lnTo>
                  <a:pt x="11798" y="765226"/>
                </a:lnTo>
                <a:lnTo>
                  <a:pt x="11716" y="762028"/>
                </a:lnTo>
                <a:lnTo>
                  <a:pt x="11716" y="68033"/>
                </a:lnTo>
                <a:lnTo>
                  <a:pt x="11798" y="64835"/>
                </a:lnTo>
                <a:lnTo>
                  <a:pt x="11774" y="65128"/>
                </a:lnTo>
                <a:lnTo>
                  <a:pt x="12017" y="62037"/>
                </a:lnTo>
                <a:lnTo>
                  <a:pt x="12369" y="59290"/>
                </a:lnTo>
                <a:lnTo>
                  <a:pt x="12865" y="56535"/>
                </a:lnTo>
                <a:lnTo>
                  <a:pt x="13479" y="53870"/>
                </a:lnTo>
                <a:close/>
              </a:path>
            </a:pathLst>
          </a:custGeom>
          <a:solidFill xmlns:a="http://schemas.openxmlformats.org/drawingml/2006/main">
            <a:srgbClr val="80808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" name="Text SubmittedPatch">
            <a:extLst xmlns:a="http://schemas.openxmlformats.org/drawingml/2006/main">
              <a:ext uri="{FF2B5EF4-FFF2-40B4-BE49-F238E27FC236}">
                <a16:creationId xmlns:a16="http://schemas.microsoft.com/office/drawing/2014/main" id="{C38640AB-9F3D-473B-A286-FC2AC1D02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7045" y="2385922"/>
            <a:ext cx="996976" cy="109105"/>
          </a:xfrm>
          <a:custGeom xmlns:a="http://schemas.openxmlformats.org/drawingml/2006/main">
            <a:pathLst>
              <a:path w="996976" h="109105">
                <a:moveTo>
                  <a:pt x="42" y="85542"/>
                </a:moveTo>
                <a:cubicBezTo>
                  <a:pt x="0" y="83767"/>
                  <a:pt x="601" y="82320"/>
                  <a:pt x="1844" y="81200"/>
                </a:cubicBezTo>
                <a:cubicBezTo>
                  <a:pt x="3087" y="80081"/>
                  <a:pt x="4615" y="79521"/>
                  <a:pt x="6427" y="79521"/>
                </a:cubicBezTo>
                <a:cubicBezTo>
                  <a:pt x="8492" y="79521"/>
                  <a:pt x="10304" y="80706"/>
                  <a:pt x="11863" y="83077"/>
                </a:cubicBezTo>
                <a:cubicBezTo>
                  <a:pt x="14012" y="86295"/>
                  <a:pt x="15930" y="88476"/>
                  <a:pt x="17615" y="89619"/>
                </a:cubicBezTo>
                <a:cubicBezTo>
                  <a:pt x="21197" y="91990"/>
                  <a:pt x="26402" y="93175"/>
                  <a:pt x="33229" y="93175"/>
                </a:cubicBezTo>
                <a:cubicBezTo>
                  <a:pt x="39761" y="93175"/>
                  <a:pt x="45829" y="91761"/>
                  <a:pt x="51434" y="88932"/>
                </a:cubicBezTo>
                <a:cubicBezTo>
                  <a:pt x="58598" y="85301"/>
                  <a:pt x="62180" y="80257"/>
                  <a:pt x="62180" y="73799"/>
                </a:cubicBezTo>
                <a:cubicBezTo>
                  <a:pt x="62180" y="68479"/>
                  <a:pt x="59167" y="64279"/>
                  <a:pt x="53141" y="61198"/>
                </a:cubicBezTo>
                <a:cubicBezTo>
                  <a:pt x="48041" y="58537"/>
                  <a:pt x="41741" y="57102"/>
                  <a:pt x="34240" y="56891"/>
                </a:cubicBezTo>
                <a:cubicBezTo>
                  <a:pt x="27582" y="56638"/>
                  <a:pt x="21914" y="55182"/>
                  <a:pt x="17236" y="52524"/>
                </a:cubicBezTo>
                <a:cubicBezTo>
                  <a:pt x="11252" y="49106"/>
                  <a:pt x="8260" y="44211"/>
                  <a:pt x="8260" y="37839"/>
                </a:cubicBezTo>
                <a:cubicBezTo>
                  <a:pt x="8260" y="30328"/>
                  <a:pt x="12516" y="23472"/>
                  <a:pt x="21029" y="17269"/>
                </a:cubicBezTo>
                <a:cubicBezTo>
                  <a:pt x="29162" y="11403"/>
                  <a:pt x="37569" y="8470"/>
                  <a:pt x="46250" y="8470"/>
                </a:cubicBezTo>
                <a:cubicBezTo>
                  <a:pt x="50338" y="8470"/>
                  <a:pt x="54953" y="9169"/>
                  <a:pt x="60094" y="10566"/>
                </a:cubicBezTo>
                <a:cubicBezTo>
                  <a:pt x="66921" y="12386"/>
                  <a:pt x="70334" y="14714"/>
                  <a:pt x="70334" y="17549"/>
                </a:cubicBezTo>
                <a:cubicBezTo>
                  <a:pt x="70334" y="21274"/>
                  <a:pt x="68438" y="23136"/>
                  <a:pt x="64645" y="23136"/>
                </a:cubicBezTo>
                <a:cubicBezTo>
                  <a:pt x="62960" y="23136"/>
                  <a:pt x="60010" y="22683"/>
                  <a:pt x="55795" y="21777"/>
                </a:cubicBezTo>
                <a:cubicBezTo>
                  <a:pt x="51581" y="20871"/>
                  <a:pt x="48315" y="20439"/>
                  <a:pt x="45998" y="20481"/>
                </a:cubicBezTo>
                <a:cubicBezTo>
                  <a:pt x="39423" y="20565"/>
                  <a:pt x="33840" y="22184"/>
                  <a:pt x="29246" y="25336"/>
                </a:cubicBezTo>
                <a:cubicBezTo>
                  <a:pt x="24526" y="28573"/>
                  <a:pt x="22166" y="32504"/>
                  <a:pt x="22166" y="37127"/>
                </a:cubicBezTo>
                <a:cubicBezTo>
                  <a:pt x="22166" y="40617"/>
                  <a:pt x="25285" y="43077"/>
                  <a:pt x="31522" y="44505"/>
                </a:cubicBezTo>
                <a:cubicBezTo>
                  <a:pt x="33840" y="45052"/>
                  <a:pt x="38328" y="45556"/>
                  <a:pt x="44986" y="46019"/>
                </a:cubicBezTo>
                <a:cubicBezTo>
                  <a:pt x="54637" y="46736"/>
                  <a:pt x="62180" y="49777"/>
                  <a:pt x="67616" y="55141"/>
                </a:cubicBezTo>
                <a:cubicBezTo>
                  <a:pt x="72589" y="60040"/>
                  <a:pt x="75075" y="66015"/>
                  <a:pt x="75075" y="73068"/>
                </a:cubicBezTo>
                <a:cubicBezTo>
                  <a:pt x="75075" y="83120"/>
                  <a:pt x="70440" y="91144"/>
                  <a:pt x="61169" y="97142"/>
                </a:cubicBezTo>
                <a:cubicBezTo>
                  <a:pt x="53120" y="102336"/>
                  <a:pt x="43785" y="104933"/>
                  <a:pt x="33165" y="104933"/>
                </a:cubicBezTo>
                <a:cubicBezTo>
                  <a:pt x="25454" y="104933"/>
                  <a:pt x="18395" y="103454"/>
                  <a:pt x="11989" y="100496"/>
                </a:cubicBezTo>
                <a:cubicBezTo>
                  <a:pt x="4151" y="96864"/>
                  <a:pt x="169" y="91879"/>
                  <a:pt x="42" y="85542"/>
                </a:cubicBezTo>
                <a:close/>
                <a:moveTo>
                  <a:pt x="141565" y="64350"/>
                </a:moveTo>
                <a:cubicBezTo>
                  <a:pt x="141565" y="67384"/>
                  <a:pt x="141586" y="71936"/>
                  <a:pt x="141629" y="78004"/>
                </a:cubicBezTo>
                <a:cubicBezTo>
                  <a:pt x="141671" y="84073"/>
                  <a:pt x="141692" y="88624"/>
                  <a:pt x="141692" y="91658"/>
                </a:cubicBezTo>
                <a:cubicBezTo>
                  <a:pt x="141692" y="92585"/>
                  <a:pt x="141765" y="93997"/>
                  <a:pt x="141913" y="95893"/>
                </a:cubicBezTo>
                <a:cubicBezTo>
                  <a:pt x="142060" y="97790"/>
                  <a:pt x="142134" y="99201"/>
                  <a:pt x="142134" y="100128"/>
                </a:cubicBezTo>
                <a:cubicBezTo>
                  <a:pt x="142134" y="101941"/>
                  <a:pt x="141523" y="103426"/>
                  <a:pt x="140301" y="104585"/>
                </a:cubicBezTo>
                <a:cubicBezTo>
                  <a:pt x="139079" y="105744"/>
                  <a:pt x="137583" y="106323"/>
                  <a:pt x="135813" y="106323"/>
                </a:cubicBezTo>
                <a:cubicBezTo>
                  <a:pt x="132568" y="106323"/>
                  <a:pt x="130503" y="104322"/>
                  <a:pt x="129618" y="100318"/>
                </a:cubicBezTo>
                <a:cubicBezTo>
                  <a:pt x="124350" y="103057"/>
                  <a:pt x="118282" y="104427"/>
                  <a:pt x="111413" y="104427"/>
                </a:cubicBezTo>
                <a:cubicBezTo>
                  <a:pt x="105892" y="104427"/>
                  <a:pt x="101320" y="103205"/>
                  <a:pt x="97696" y="100761"/>
                </a:cubicBezTo>
                <a:cubicBezTo>
                  <a:pt x="93692" y="98064"/>
                  <a:pt x="91311" y="94123"/>
                  <a:pt x="90553" y="88940"/>
                </a:cubicBezTo>
                <a:cubicBezTo>
                  <a:pt x="88909" y="77772"/>
                  <a:pt x="88088" y="67827"/>
                  <a:pt x="88088" y="59104"/>
                </a:cubicBezTo>
                <a:cubicBezTo>
                  <a:pt x="88088" y="53330"/>
                  <a:pt x="88720" y="46756"/>
                  <a:pt x="89984" y="39381"/>
                </a:cubicBezTo>
                <a:cubicBezTo>
                  <a:pt x="90574" y="35715"/>
                  <a:pt x="92576" y="33882"/>
                  <a:pt x="95989" y="33882"/>
                </a:cubicBezTo>
                <a:cubicBezTo>
                  <a:pt x="97801" y="33882"/>
                  <a:pt x="99318" y="34461"/>
                  <a:pt x="100540" y="35618"/>
                </a:cubicBezTo>
                <a:cubicBezTo>
                  <a:pt x="101763" y="36776"/>
                  <a:pt x="102374" y="38260"/>
                  <a:pt x="102374" y="40071"/>
                </a:cubicBezTo>
                <a:cubicBezTo>
                  <a:pt x="102374" y="42007"/>
                  <a:pt x="102068" y="45101"/>
                  <a:pt x="101457" y="49353"/>
                </a:cubicBezTo>
                <a:cubicBezTo>
                  <a:pt x="100846" y="53604"/>
                  <a:pt x="100540" y="56845"/>
                  <a:pt x="100540" y="59076"/>
                </a:cubicBezTo>
                <a:cubicBezTo>
                  <a:pt x="100540" y="66106"/>
                  <a:pt x="100772" y="72125"/>
                  <a:pt x="101236" y="77135"/>
                </a:cubicBezTo>
                <a:cubicBezTo>
                  <a:pt x="101699" y="82145"/>
                  <a:pt x="102395" y="86164"/>
                  <a:pt x="103322" y="89195"/>
                </a:cubicBezTo>
                <a:cubicBezTo>
                  <a:pt x="104712" y="89953"/>
                  <a:pt x="106082" y="90533"/>
                  <a:pt x="107431" y="90933"/>
                </a:cubicBezTo>
                <a:cubicBezTo>
                  <a:pt x="108779" y="91332"/>
                  <a:pt x="110107" y="91532"/>
                  <a:pt x="111413" y="91532"/>
                </a:cubicBezTo>
                <a:cubicBezTo>
                  <a:pt x="117060" y="91532"/>
                  <a:pt x="123023" y="90627"/>
                  <a:pt x="129302" y="88817"/>
                </a:cubicBezTo>
                <a:lnTo>
                  <a:pt x="129239" y="75999"/>
                </a:lnTo>
                <a:lnTo>
                  <a:pt x="129112" y="63750"/>
                </a:lnTo>
                <a:cubicBezTo>
                  <a:pt x="129112" y="54656"/>
                  <a:pt x="129513" y="46763"/>
                  <a:pt x="130314" y="40071"/>
                </a:cubicBezTo>
                <a:cubicBezTo>
                  <a:pt x="130777" y="36198"/>
                  <a:pt x="132821" y="34261"/>
                  <a:pt x="136445" y="34261"/>
                </a:cubicBezTo>
                <a:cubicBezTo>
                  <a:pt x="138257" y="34261"/>
                  <a:pt x="139774" y="34851"/>
                  <a:pt x="140996" y="36031"/>
                </a:cubicBezTo>
                <a:cubicBezTo>
                  <a:pt x="142219" y="37211"/>
                  <a:pt x="142787" y="38686"/>
                  <a:pt x="142703" y="40456"/>
                </a:cubicBezTo>
                <a:lnTo>
                  <a:pt x="141565" y="64350"/>
                </a:lnTo>
                <a:close/>
                <a:moveTo>
                  <a:pt x="186284" y="103921"/>
                </a:moveTo>
                <a:cubicBezTo>
                  <a:pt x="179837" y="103921"/>
                  <a:pt x="173979" y="102657"/>
                  <a:pt x="168711" y="100128"/>
                </a:cubicBezTo>
                <a:cubicBezTo>
                  <a:pt x="167363" y="102151"/>
                  <a:pt x="165719" y="103163"/>
                  <a:pt x="163781" y="103163"/>
                </a:cubicBezTo>
                <a:cubicBezTo>
                  <a:pt x="162179" y="103163"/>
                  <a:pt x="160820" y="102604"/>
                  <a:pt x="159703" y="101486"/>
                </a:cubicBezTo>
                <a:cubicBezTo>
                  <a:pt x="158587" y="100369"/>
                  <a:pt x="158028" y="98967"/>
                  <a:pt x="158028" y="97280"/>
                </a:cubicBezTo>
                <a:cubicBezTo>
                  <a:pt x="158028" y="96184"/>
                  <a:pt x="158081" y="94561"/>
                  <a:pt x="158186" y="92411"/>
                </a:cubicBezTo>
                <a:cubicBezTo>
                  <a:pt x="158292" y="90260"/>
                  <a:pt x="158344" y="88636"/>
                  <a:pt x="158344" y="87539"/>
                </a:cubicBezTo>
                <a:cubicBezTo>
                  <a:pt x="158344" y="83070"/>
                  <a:pt x="158228" y="76376"/>
                  <a:pt x="157997" y="67458"/>
                </a:cubicBezTo>
                <a:cubicBezTo>
                  <a:pt x="157765" y="58539"/>
                  <a:pt x="157649" y="51845"/>
                  <a:pt x="157649" y="47374"/>
                </a:cubicBezTo>
                <a:cubicBezTo>
                  <a:pt x="157649" y="44296"/>
                  <a:pt x="157670" y="38467"/>
                  <a:pt x="157712" y="29886"/>
                </a:cubicBezTo>
                <a:cubicBezTo>
                  <a:pt x="157754" y="21305"/>
                  <a:pt x="157775" y="15453"/>
                  <a:pt x="157775" y="12332"/>
                </a:cubicBezTo>
                <a:cubicBezTo>
                  <a:pt x="157775" y="9803"/>
                  <a:pt x="158302" y="7526"/>
                  <a:pt x="159356" y="5501"/>
                </a:cubicBezTo>
                <a:cubicBezTo>
                  <a:pt x="160746" y="2930"/>
                  <a:pt x="162664" y="1644"/>
                  <a:pt x="165108" y="1644"/>
                </a:cubicBezTo>
                <a:cubicBezTo>
                  <a:pt x="168269" y="1644"/>
                  <a:pt x="169849" y="3480"/>
                  <a:pt x="169849" y="7153"/>
                </a:cubicBezTo>
                <a:cubicBezTo>
                  <a:pt x="169849" y="7744"/>
                  <a:pt x="169744" y="8610"/>
                  <a:pt x="169533" y="9751"/>
                </a:cubicBezTo>
                <a:cubicBezTo>
                  <a:pt x="169322" y="10890"/>
                  <a:pt x="169217" y="11755"/>
                  <a:pt x="169217" y="12346"/>
                </a:cubicBezTo>
                <a:lnTo>
                  <a:pt x="169027" y="26217"/>
                </a:lnTo>
                <a:lnTo>
                  <a:pt x="168901" y="42352"/>
                </a:lnTo>
                <a:cubicBezTo>
                  <a:pt x="172567" y="39866"/>
                  <a:pt x="176054" y="38001"/>
                  <a:pt x="179362" y="36758"/>
                </a:cubicBezTo>
                <a:cubicBezTo>
                  <a:pt x="182671" y="35515"/>
                  <a:pt x="185779" y="34893"/>
                  <a:pt x="188686" y="34893"/>
                </a:cubicBezTo>
                <a:cubicBezTo>
                  <a:pt x="197747" y="34893"/>
                  <a:pt x="205100" y="38370"/>
                  <a:pt x="210747" y="45323"/>
                </a:cubicBezTo>
                <a:cubicBezTo>
                  <a:pt x="216057" y="51855"/>
                  <a:pt x="218712" y="59883"/>
                  <a:pt x="218712" y="69407"/>
                </a:cubicBezTo>
                <a:cubicBezTo>
                  <a:pt x="218712" y="79016"/>
                  <a:pt x="215615" y="87170"/>
                  <a:pt x="209420" y="93870"/>
                </a:cubicBezTo>
                <a:cubicBezTo>
                  <a:pt x="203225" y="100571"/>
                  <a:pt x="195513" y="103921"/>
                  <a:pt x="186284" y="103921"/>
                </a:cubicBezTo>
                <a:moveTo>
                  <a:pt x="188686" y="46904"/>
                </a:moveTo>
                <a:cubicBezTo>
                  <a:pt x="185231" y="46904"/>
                  <a:pt x="181691" y="47872"/>
                  <a:pt x="178067" y="49807"/>
                </a:cubicBezTo>
                <a:cubicBezTo>
                  <a:pt x="176297" y="50775"/>
                  <a:pt x="173262" y="52858"/>
                  <a:pt x="168964" y="56056"/>
                </a:cubicBezTo>
                <a:lnTo>
                  <a:pt x="168838" y="66978"/>
                </a:lnTo>
                <a:lnTo>
                  <a:pt x="168901" y="76825"/>
                </a:lnTo>
                <a:lnTo>
                  <a:pt x="168964" y="87176"/>
                </a:lnTo>
                <a:cubicBezTo>
                  <a:pt x="170987" y="88102"/>
                  <a:pt x="173831" y="89280"/>
                  <a:pt x="177498" y="90712"/>
                </a:cubicBezTo>
                <a:cubicBezTo>
                  <a:pt x="180110" y="91511"/>
                  <a:pt x="183039" y="91911"/>
                  <a:pt x="186284" y="91911"/>
                </a:cubicBezTo>
                <a:cubicBezTo>
                  <a:pt x="192395" y="91911"/>
                  <a:pt x="197410" y="89765"/>
                  <a:pt x="201329" y="85473"/>
                </a:cubicBezTo>
                <a:cubicBezTo>
                  <a:pt x="205248" y="81180"/>
                  <a:pt x="207208" y="75835"/>
                  <a:pt x="207208" y="69439"/>
                </a:cubicBezTo>
                <a:cubicBezTo>
                  <a:pt x="207208" y="63169"/>
                  <a:pt x="205627" y="57930"/>
                  <a:pt x="202467" y="53721"/>
                </a:cubicBezTo>
                <a:cubicBezTo>
                  <a:pt x="199053" y="49176"/>
                  <a:pt x="194460" y="46904"/>
                  <a:pt x="188686" y="46904"/>
                </a:cubicBezTo>
                <a:close/>
                <a:moveTo>
                  <a:pt x="313782" y="106576"/>
                </a:moveTo>
                <a:cubicBezTo>
                  <a:pt x="310326" y="106576"/>
                  <a:pt x="308303" y="104739"/>
                  <a:pt x="307713" y="101065"/>
                </a:cubicBezTo>
                <a:cubicBezTo>
                  <a:pt x="306955" y="96419"/>
                  <a:pt x="306196" y="89873"/>
                  <a:pt x="305438" y="81427"/>
                </a:cubicBezTo>
                <a:lnTo>
                  <a:pt x="303288" y="61788"/>
                </a:lnTo>
                <a:cubicBezTo>
                  <a:pt x="302867" y="58875"/>
                  <a:pt x="302151" y="56025"/>
                  <a:pt x="301139" y="53237"/>
                </a:cubicBezTo>
                <a:cubicBezTo>
                  <a:pt x="299706" y="49436"/>
                  <a:pt x="298147" y="47536"/>
                  <a:pt x="296461" y="47536"/>
                </a:cubicBezTo>
                <a:cubicBezTo>
                  <a:pt x="294902" y="47536"/>
                  <a:pt x="291994" y="48865"/>
                  <a:pt x="287738" y="51522"/>
                </a:cubicBezTo>
                <a:cubicBezTo>
                  <a:pt x="283693" y="53969"/>
                  <a:pt x="281038" y="55930"/>
                  <a:pt x="279773" y="57407"/>
                </a:cubicBezTo>
                <a:cubicBezTo>
                  <a:pt x="279731" y="61372"/>
                  <a:pt x="279837" y="65337"/>
                  <a:pt x="280089" y="69303"/>
                </a:cubicBezTo>
                <a:lnTo>
                  <a:pt x="281986" y="86198"/>
                </a:lnTo>
                <a:cubicBezTo>
                  <a:pt x="282787" y="92863"/>
                  <a:pt x="283187" y="98368"/>
                  <a:pt x="283187" y="102714"/>
                </a:cubicBezTo>
                <a:cubicBezTo>
                  <a:pt x="283187" y="104570"/>
                  <a:pt x="282607" y="106099"/>
                  <a:pt x="281449" y="107301"/>
                </a:cubicBezTo>
                <a:cubicBezTo>
                  <a:pt x="280290" y="108503"/>
                  <a:pt x="278804" y="109105"/>
                  <a:pt x="276992" y="109105"/>
                </a:cubicBezTo>
                <a:cubicBezTo>
                  <a:pt x="275180" y="109105"/>
                  <a:pt x="273694" y="108503"/>
                  <a:pt x="272536" y="107301"/>
                </a:cubicBezTo>
                <a:cubicBezTo>
                  <a:pt x="271377" y="106099"/>
                  <a:pt x="270797" y="104570"/>
                  <a:pt x="270797" y="102714"/>
                </a:cubicBezTo>
                <a:cubicBezTo>
                  <a:pt x="270797" y="97610"/>
                  <a:pt x="270281" y="90069"/>
                  <a:pt x="269249" y="80092"/>
                </a:cubicBezTo>
                <a:cubicBezTo>
                  <a:pt x="268216" y="70115"/>
                  <a:pt x="267700" y="62574"/>
                  <a:pt x="267700" y="57470"/>
                </a:cubicBezTo>
                <a:cubicBezTo>
                  <a:pt x="267700" y="52999"/>
                  <a:pt x="267068" y="49519"/>
                  <a:pt x="265803" y="47030"/>
                </a:cubicBezTo>
                <a:cubicBezTo>
                  <a:pt x="262854" y="48381"/>
                  <a:pt x="259861" y="50577"/>
                  <a:pt x="256827" y="53618"/>
                </a:cubicBezTo>
                <a:lnTo>
                  <a:pt x="249368" y="61982"/>
                </a:lnTo>
                <a:cubicBezTo>
                  <a:pt x="248694" y="62994"/>
                  <a:pt x="247619" y="64325"/>
                  <a:pt x="246144" y="65972"/>
                </a:cubicBezTo>
                <a:cubicBezTo>
                  <a:pt x="246144" y="68506"/>
                  <a:pt x="245913" y="72244"/>
                  <a:pt x="245449" y="77186"/>
                </a:cubicBezTo>
                <a:cubicBezTo>
                  <a:pt x="244986" y="82127"/>
                  <a:pt x="244754" y="85781"/>
                  <a:pt x="244754" y="88146"/>
                </a:cubicBezTo>
                <a:cubicBezTo>
                  <a:pt x="244754" y="89413"/>
                  <a:pt x="244954" y="91187"/>
                  <a:pt x="245354" y="93467"/>
                </a:cubicBezTo>
                <a:cubicBezTo>
                  <a:pt x="245755" y="95747"/>
                  <a:pt x="245955" y="97394"/>
                  <a:pt x="245955" y="98408"/>
                </a:cubicBezTo>
                <a:cubicBezTo>
                  <a:pt x="245955" y="100140"/>
                  <a:pt x="245312" y="101597"/>
                  <a:pt x="244027" y="102779"/>
                </a:cubicBezTo>
                <a:cubicBezTo>
                  <a:pt x="242741" y="103962"/>
                  <a:pt x="241235" y="104553"/>
                  <a:pt x="239507" y="104553"/>
                </a:cubicBezTo>
                <a:cubicBezTo>
                  <a:pt x="234745" y="104553"/>
                  <a:pt x="232364" y="99134"/>
                  <a:pt x="232364" y="88294"/>
                </a:cubicBezTo>
                <a:cubicBezTo>
                  <a:pt x="232364" y="85763"/>
                  <a:pt x="232596" y="81988"/>
                  <a:pt x="233059" y="76969"/>
                </a:cubicBezTo>
                <a:cubicBezTo>
                  <a:pt x="233523" y="71950"/>
                  <a:pt x="233755" y="68175"/>
                  <a:pt x="233755" y="65644"/>
                </a:cubicBezTo>
                <a:cubicBezTo>
                  <a:pt x="233755" y="63409"/>
                  <a:pt x="233555" y="60056"/>
                  <a:pt x="233154" y="55585"/>
                </a:cubicBezTo>
                <a:cubicBezTo>
                  <a:pt x="232754" y="51114"/>
                  <a:pt x="232554" y="47740"/>
                  <a:pt x="232554" y="45462"/>
                </a:cubicBezTo>
                <a:cubicBezTo>
                  <a:pt x="232554" y="35888"/>
                  <a:pt x="234703" y="31101"/>
                  <a:pt x="239001" y="31101"/>
                </a:cubicBezTo>
                <a:cubicBezTo>
                  <a:pt x="240645" y="31101"/>
                  <a:pt x="242151" y="31806"/>
                  <a:pt x="243521" y="33218"/>
                </a:cubicBezTo>
                <a:cubicBezTo>
                  <a:pt x="244891" y="34630"/>
                  <a:pt x="245575" y="36179"/>
                  <a:pt x="245575" y="37864"/>
                </a:cubicBezTo>
                <a:cubicBezTo>
                  <a:pt x="245575" y="38665"/>
                  <a:pt x="245470" y="39908"/>
                  <a:pt x="245259" y="41594"/>
                </a:cubicBezTo>
                <a:cubicBezTo>
                  <a:pt x="245049" y="43279"/>
                  <a:pt x="244943" y="44565"/>
                  <a:pt x="244943" y="45450"/>
                </a:cubicBezTo>
                <a:lnTo>
                  <a:pt x="245070" y="52087"/>
                </a:lnTo>
                <a:cubicBezTo>
                  <a:pt x="247261" y="47578"/>
                  <a:pt x="250485" y="43501"/>
                  <a:pt x="254741" y="39855"/>
                </a:cubicBezTo>
                <a:cubicBezTo>
                  <a:pt x="258998" y="36210"/>
                  <a:pt x="262622" y="34388"/>
                  <a:pt x="265614" y="34388"/>
                </a:cubicBezTo>
                <a:cubicBezTo>
                  <a:pt x="272230" y="34388"/>
                  <a:pt x="276781" y="37675"/>
                  <a:pt x="279268" y="44249"/>
                </a:cubicBezTo>
                <a:cubicBezTo>
                  <a:pt x="281585" y="41172"/>
                  <a:pt x="284346" y="38865"/>
                  <a:pt x="287549" y="37327"/>
                </a:cubicBezTo>
                <a:cubicBezTo>
                  <a:pt x="290751" y="35789"/>
                  <a:pt x="294418" y="35020"/>
                  <a:pt x="298547" y="35020"/>
                </a:cubicBezTo>
                <a:cubicBezTo>
                  <a:pt x="305585" y="35020"/>
                  <a:pt x="310389" y="38819"/>
                  <a:pt x="312960" y="46418"/>
                </a:cubicBezTo>
                <a:cubicBezTo>
                  <a:pt x="313466" y="47937"/>
                  <a:pt x="314330" y="53869"/>
                  <a:pt x="315552" y="64212"/>
                </a:cubicBezTo>
                <a:cubicBezTo>
                  <a:pt x="316732" y="71473"/>
                  <a:pt x="318249" y="83569"/>
                  <a:pt x="320103" y="100498"/>
                </a:cubicBezTo>
                <a:cubicBezTo>
                  <a:pt x="320229" y="102186"/>
                  <a:pt x="319660" y="103621"/>
                  <a:pt x="318396" y="104802"/>
                </a:cubicBezTo>
                <a:cubicBezTo>
                  <a:pt x="317132" y="105985"/>
                  <a:pt x="315594" y="106576"/>
                  <a:pt x="313782" y="106576"/>
                </a:cubicBezTo>
                <a:close/>
                <a:moveTo>
                  <a:pt x="345745" y="21239"/>
                </a:moveTo>
                <a:cubicBezTo>
                  <a:pt x="343722" y="21239"/>
                  <a:pt x="341973" y="20523"/>
                  <a:pt x="340498" y="19090"/>
                </a:cubicBezTo>
                <a:cubicBezTo>
                  <a:pt x="339023" y="17657"/>
                  <a:pt x="338286" y="15930"/>
                  <a:pt x="338286" y="13907"/>
                </a:cubicBezTo>
                <a:cubicBezTo>
                  <a:pt x="338286" y="11884"/>
                  <a:pt x="339023" y="10156"/>
                  <a:pt x="340498" y="8723"/>
                </a:cubicBezTo>
                <a:cubicBezTo>
                  <a:pt x="341973" y="7291"/>
                  <a:pt x="343722" y="6574"/>
                  <a:pt x="345745" y="6574"/>
                </a:cubicBezTo>
                <a:cubicBezTo>
                  <a:pt x="347768" y="6574"/>
                  <a:pt x="349506" y="7291"/>
                  <a:pt x="350960" y="8723"/>
                </a:cubicBezTo>
                <a:cubicBezTo>
                  <a:pt x="352414" y="10156"/>
                  <a:pt x="353141" y="11884"/>
                  <a:pt x="353141" y="13907"/>
                </a:cubicBezTo>
                <a:cubicBezTo>
                  <a:pt x="353141" y="15930"/>
                  <a:pt x="352414" y="17657"/>
                  <a:pt x="350960" y="19090"/>
                </a:cubicBezTo>
                <a:cubicBezTo>
                  <a:pt x="349506" y="20523"/>
                  <a:pt x="347768" y="21239"/>
                  <a:pt x="345745" y="21239"/>
                </a:cubicBezTo>
                <a:moveTo>
                  <a:pt x="348589" y="72603"/>
                </a:moveTo>
                <a:cubicBezTo>
                  <a:pt x="348589" y="75135"/>
                  <a:pt x="348663" y="78921"/>
                  <a:pt x="348811" y="83962"/>
                </a:cubicBezTo>
                <a:cubicBezTo>
                  <a:pt x="348958" y="89002"/>
                  <a:pt x="349032" y="92787"/>
                  <a:pt x="349032" y="95318"/>
                </a:cubicBezTo>
                <a:cubicBezTo>
                  <a:pt x="349032" y="97174"/>
                  <a:pt x="348463" y="98692"/>
                  <a:pt x="347325" y="99874"/>
                </a:cubicBezTo>
                <a:cubicBezTo>
                  <a:pt x="346187" y="101055"/>
                  <a:pt x="344691" y="101646"/>
                  <a:pt x="342837" y="101646"/>
                </a:cubicBezTo>
                <a:cubicBezTo>
                  <a:pt x="341025" y="101646"/>
                  <a:pt x="339540" y="101055"/>
                  <a:pt x="338381" y="99874"/>
                </a:cubicBezTo>
                <a:cubicBezTo>
                  <a:pt x="337222" y="98692"/>
                  <a:pt x="336642" y="97174"/>
                  <a:pt x="336642" y="95318"/>
                </a:cubicBezTo>
                <a:cubicBezTo>
                  <a:pt x="336642" y="92787"/>
                  <a:pt x="336569" y="89002"/>
                  <a:pt x="336421" y="83962"/>
                </a:cubicBezTo>
                <a:cubicBezTo>
                  <a:pt x="336274" y="78921"/>
                  <a:pt x="336200" y="75135"/>
                  <a:pt x="336200" y="72603"/>
                </a:cubicBezTo>
                <a:cubicBezTo>
                  <a:pt x="336200" y="68638"/>
                  <a:pt x="336410" y="63692"/>
                  <a:pt x="336832" y="57766"/>
                </a:cubicBezTo>
                <a:cubicBezTo>
                  <a:pt x="337253" y="51839"/>
                  <a:pt x="337464" y="46892"/>
                  <a:pt x="337464" y="42927"/>
                </a:cubicBezTo>
                <a:cubicBezTo>
                  <a:pt x="337464" y="41029"/>
                  <a:pt x="338043" y="39490"/>
                  <a:pt x="339202" y="38309"/>
                </a:cubicBezTo>
                <a:cubicBezTo>
                  <a:pt x="340361" y="37127"/>
                  <a:pt x="341847" y="36537"/>
                  <a:pt x="343659" y="36537"/>
                </a:cubicBezTo>
                <a:cubicBezTo>
                  <a:pt x="345471" y="36537"/>
                  <a:pt x="346956" y="37127"/>
                  <a:pt x="348115" y="38309"/>
                </a:cubicBezTo>
                <a:cubicBezTo>
                  <a:pt x="349274" y="39490"/>
                  <a:pt x="349854" y="41029"/>
                  <a:pt x="349854" y="42927"/>
                </a:cubicBezTo>
                <a:cubicBezTo>
                  <a:pt x="349854" y="46892"/>
                  <a:pt x="349643" y="51839"/>
                  <a:pt x="349222" y="57766"/>
                </a:cubicBezTo>
                <a:cubicBezTo>
                  <a:pt x="348800" y="63692"/>
                  <a:pt x="348589" y="68638"/>
                  <a:pt x="348589" y="72603"/>
                </a:cubicBezTo>
                <a:close/>
                <a:moveTo>
                  <a:pt x="412278" y="47465"/>
                </a:moveTo>
                <a:cubicBezTo>
                  <a:pt x="411393" y="47465"/>
                  <a:pt x="410350" y="47422"/>
                  <a:pt x="409149" y="47338"/>
                </a:cubicBezTo>
                <a:cubicBezTo>
                  <a:pt x="407948" y="47253"/>
                  <a:pt x="406905" y="47210"/>
                  <a:pt x="406020" y="47210"/>
                </a:cubicBezTo>
                <a:cubicBezTo>
                  <a:pt x="405051" y="47210"/>
                  <a:pt x="402185" y="47529"/>
                  <a:pt x="397423" y="48168"/>
                </a:cubicBezTo>
                <a:lnTo>
                  <a:pt x="398624" y="85485"/>
                </a:lnTo>
                <a:lnTo>
                  <a:pt x="398688" y="88264"/>
                </a:lnTo>
                <a:lnTo>
                  <a:pt x="398751" y="91484"/>
                </a:lnTo>
                <a:cubicBezTo>
                  <a:pt x="398919" y="100703"/>
                  <a:pt x="396707" y="105312"/>
                  <a:pt x="392114" y="105312"/>
                </a:cubicBezTo>
                <a:cubicBezTo>
                  <a:pt x="390428" y="105312"/>
                  <a:pt x="388964" y="104765"/>
                  <a:pt x="387720" y="103670"/>
                </a:cubicBezTo>
                <a:cubicBezTo>
                  <a:pt x="386477" y="102576"/>
                  <a:pt x="385856" y="101208"/>
                  <a:pt x="385856" y="99565"/>
                </a:cubicBezTo>
                <a:cubicBezTo>
                  <a:pt x="385856" y="97967"/>
                  <a:pt x="385919" y="95568"/>
                  <a:pt x="386045" y="92369"/>
                </a:cubicBezTo>
                <a:cubicBezTo>
                  <a:pt x="386172" y="89169"/>
                  <a:pt x="386235" y="86769"/>
                  <a:pt x="386235" y="85169"/>
                </a:cubicBezTo>
                <a:lnTo>
                  <a:pt x="384971" y="48294"/>
                </a:lnTo>
                <a:cubicBezTo>
                  <a:pt x="381894" y="48168"/>
                  <a:pt x="377217" y="47808"/>
                  <a:pt x="370937" y="47214"/>
                </a:cubicBezTo>
                <a:cubicBezTo>
                  <a:pt x="367187" y="46705"/>
                  <a:pt x="365312" y="44610"/>
                  <a:pt x="365312" y="40926"/>
                </a:cubicBezTo>
                <a:cubicBezTo>
                  <a:pt x="365312" y="39063"/>
                  <a:pt x="365880" y="37518"/>
                  <a:pt x="367018" y="36292"/>
                </a:cubicBezTo>
                <a:cubicBezTo>
                  <a:pt x="368156" y="35064"/>
                  <a:pt x="369610" y="34451"/>
                  <a:pt x="371380" y="34451"/>
                </a:cubicBezTo>
                <a:lnTo>
                  <a:pt x="384655" y="35525"/>
                </a:lnTo>
                <a:cubicBezTo>
                  <a:pt x="384655" y="33370"/>
                  <a:pt x="384560" y="30486"/>
                  <a:pt x="384370" y="26873"/>
                </a:cubicBezTo>
                <a:cubicBezTo>
                  <a:pt x="384180" y="23260"/>
                  <a:pt x="384086" y="20650"/>
                  <a:pt x="384086" y="19045"/>
                </a:cubicBezTo>
                <a:cubicBezTo>
                  <a:pt x="384086" y="17269"/>
                  <a:pt x="384697" y="15801"/>
                  <a:pt x="385919" y="14640"/>
                </a:cubicBezTo>
                <a:cubicBezTo>
                  <a:pt x="387141" y="13477"/>
                  <a:pt x="388637" y="12895"/>
                  <a:pt x="390407" y="12895"/>
                </a:cubicBezTo>
                <a:cubicBezTo>
                  <a:pt x="394200" y="12895"/>
                  <a:pt x="396412" y="15993"/>
                  <a:pt x="397044" y="22188"/>
                </a:cubicBezTo>
                <a:cubicBezTo>
                  <a:pt x="397171" y="23747"/>
                  <a:pt x="397234" y="25622"/>
                  <a:pt x="397234" y="27813"/>
                </a:cubicBezTo>
                <a:lnTo>
                  <a:pt x="397107" y="31480"/>
                </a:lnTo>
                <a:lnTo>
                  <a:pt x="397044" y="35399"/>
                </a:lnTo>
                <a:cubicBezTo>
                  <a:pt x="402270" y="34725"/>
                  <a:pt x="405262" y="34388"/>
                  <a:pt x="406020" y="34388"/>
                </a:cubicBezTo>
                <a:cubicBezTo>
                  <a:pt x="410403" y="34388"/>
                  <a:pt x="413269" y="34598"/>
                  <a:pt x="414617" y="35020"/>
                </a:cubicBezTo>
                <a:cubicBezTo>
                  <a:pt x="417188" y="35868"/>
                  <a:pt x="418473" y="37867"/>
                  <a:pt x="418473" y="41017"/>
                </a:cubicBezTo>
                <a:cubicBezTo>
                  <a:pt x="418473" y="42890"/>
                  <a:pt x="417894" y="44432"/>
                  <a:pt x="416735" y="45645"/>
                </a:cubicBezTo>
                <a:cubicBezTo>
                  <a:pt x="415576" y="46858"/>
                  <a:pt x="414090" y="47465"/>
                  <a:pt x="412278" y="47465"/>
                </a:cubicBezTo>
                <a:close/>
                <a:moveTo>
                  <a:pt x="473201" y="47465"/>
                </a:moveTo>
                <a:cubicBezTo>
                  <a:pt x="472316" y="47465"/>
                  <a:pt x="471273" y="47422"/>
                  <a:pt x="470072" y="47338"/>
                </a:cubicBezTo>
                <a:cubicBezTo>
                  <a:pt x="468871" y="47253"/>
                  <a:pt x="467828" y="47210"/>
                  <a:pt x="466943" y="47210"/>
                </a:cubicBezTo>
                <a:cubicBezTo>
                  <a:pt x="465974" y="47210"/>
                  <a:pt x="463108" y="47529"/>
                  <a:pt x="458346" y="48168"/>
                </a:cubicBezTo>
                <a:lnTo>
                  <a:pt x="459548" y="85485"/>
                </a:lnTo>
                <a:lnTo>
                  <a:pt x="459611" y="88264"/>
                </a:lnTo>
                <a:lnTo>
                  <a:pt x="459674" y="91484"/>
                </a:lnTo>
                <a:cubicBezTo>
                  <a:pt x="459843" y="100703"/>
                  <a:pt x="457630" y="105312"/>
                  <a:pt x="453037" y="105312"/>
                </a:cubicBezTo>
                <a:cubicBezTo>
                  <a:pt x="451351" y="105312"/>
                  <a:pt x="449887" y="104765"/>
                  <a:pt x="448643" y="103670"/>
                </a:cubicBezTo>
                <a:cubicBezTo>
                  <a:pt x="447400" y="102576"/>
                  <a:pt x="446779" y="101208"/>
                  <a:pt x="446779" y="99565"/>
                </a:cubicBezTo>
                <a:cubicBezTo>
                  <a:pt x="446779" y="97967"/>
                  <a:pt x="446842" y="95568"/>
                  <a:pt x="446968" y="92369"/>
                </a:cubicBezTo>
                <a:cubicBezTo>
                  <a:pt x="447095" y="89169"/>
                  <a:pt x="447158" y="86769"/>
                  <a:pt x="447158" y="85169"/>
                </a:cubicBezTo>
                <a:lnTo>
                  <a:pt x="445894" y="48294"/>
                </a:lnTo>
                <a:cubicBezTo>
                  <a:pt x="442817" y="48168"/>
                  <a:pt x="438140" y="47808"/>
                  <a:pt x="431860" y="47214"/>
                </a:cubicBezTo>
                <a:cubicBezTo>
                  <a:pt x="428110" y="46705"/>
                  <a:pt x="426235" y="44610"/>
                  <a:pt x="426235" y="40926"/>
                </a:cubicBezTo>
                <a:cubicBezTo>
                  <a:pt x="426235" y="39063"/>
                  <a:pt x="426803" y="37518"/>
                  <a:pt x="427941" y="36292"/>
                </a:cubicBezTo>
                <a:cubicBezTo>
                  <a:pt x="429079" y="35064"/>
                  <a:pt x="430533" y="34451"/>
                  <a:pt x="432303" y="34451"/>
                </a:cubicBezTo>
                <a:lnTo>
                  <a:pt x="445578" y="35525"/>
                </a:lnTo>
                <a:cubicBezTo>
                  <a:pt x="445578" y="33370"/>
                  <a:pt x="445483" y="30486"/>
                  <a:pt x="445293" y="26873"/>
                </a:cubicBezTo>
                <a:cubicBezTo>
                  <a:pt x="445103" y="23260"/>
                  <a:pt x="445009" y="20650"/>
                  <a:pt x="445009" y="19045"/>
                </a:cubicBezTo>
                <a:cubicBezTo>
                  <a:pt x="445009" y="17269"/>
                  <a:pt x="445620" y="15801"/>
                  <a:pt x="446842" y="14640"/>
                </a:cubicBezTo>
                <a:cubicBezTo>
                  <a:pt x="448064" y="13477"/>
                  <a:pt x="449560" y="12895"/>
                  <a:pt x="451330" y="12895"/>
                </a:cubicBezTo>
                <a:cubicBezTo>
                  <a:pt x="455123" y="12895"/>
                  <a:pt x="457335" y="15993"/>
                  <a:pt x="457967" y="22188"/>
                </a:cubicBezTo>
                <a:cubicBezTo>
                  <a:pt x="458094" y="23747"/>
                  <a:pt x="458157" y="25622"/>
                  <a:pt x="458157" y="27813"/>
                </a:cubicBezTo>
                <a:lnTo>
                  <a:pt x="458030" y="31480"/>
                </a:lnTo>
                <a:lnTo>
                  <a:pt x="457967" y="35399"/>
                </a:lnTo>
                <a:cubicBezTo>
                  <a:pt x="463193" y="34725"/>
                  <a:pt x="466185" y="34388"/>
                  <a:pt x="466943" y="34388"/>
                </a:cubicBezTo>
                <a:cubicBezTo>
                  <a:pt x="471326" y="34388"/>
                  <a:pt x="474192" y="34598"/>
                  <a:pt x="475540" y="35020"/>
                </a:cubicBezTo>
                <a:cubicBezTo>
                  <a:pt x="478111" y="35868"/>
                  <a:pt x="479396" y="37867"/>
                  <a:pt x="479396" y="41017"/>
                </a:cubicBezTo>
                <a:cubicBezTo>
                  <a:pt x="479396" y="42890"/>
                  <a:pt x="478817" y="44432"/>
                  <a:pt x="477658" y="45645"/>
                </a:cubicBezTo>
                <a:cubicBezTo>
                  <a:pt x="476499" y="46858"/>
                  <a:pt x="475014" y="47465"/>
                  <a:pt x="473201" y="47465"/>
                </a:cubicBezTo>
                <a:close/>
                <a:moveTo>
                  <a:pt x="521354" y="104174"/>
                </a:moveTo>
                <a:cubicBezTo>
                  <a:pt x="511830" y="104174"/>
                  <a:pt x="504118" y="101791"/>
                  <a:pt x="498218" y="97025"/>
                </a:cubicBezTo>
                <a:cubicBezTo>
                  <a:pt x="491771" y="91752"/>
                  <a:pt x="488547" y="84370"/>
                  <a:pt x="488547" y="74879"/>
                </a:cubicBezTo>
                <a:cubicBezTo>
                  <a:pt x="488547" y="63913"/>
                  <a:pt x="491202" y="54718"/>
                  <a:pt x="496512" y="47295"/>
                </a:cubicBezTo>
                <a:cubicBezTo>
                  <a:pt x="502285" y="39196"/>
                  <a:pt x="509997" y="35146"/>
                  <a:pt x="519647" y="35146"/>
                </a:cubicBezTo>
                <a:cubicBezTo>
                  <a:pt x="526643" y="35146"/>
                  <a:pt x="532353" y="36326"/>
                  <a:pt x="536778" y="38686"/>
                </a:cubicBezTo>
                <a:cubicBezTo>
                  <a:pt x="542214" y="41594"/>
                  <a:pt x="544932" y="46061"/>
                  <a:pt x="544932" y="52087"/>
                </a:cubicBezTo>
                <a:cubicBezTo>
                  <a:pt x="544932" y="56301"/>
                  <a:pt x="542551" y="60136"/>
                  <a:pt x="537789" y="63592"/>
                </a:cubicBezTo>
                <a:cubicBezTo>
                  <a:pt x="535682" y="65109"/>
                  <a:pt x="531215" y="67469"/>
                  <a:pt x="524388" y="70671"/>
                </a:cubicBezTo>
                <a:lnTo>
                  <a:pt x="500241" y="82113"/>
                </a:lnTo>
                <a:cubicBezTo>
                  <a:pt x="502601" y="85611"/>
                  <a:pt x="505540" y="88245"/>
                  <a:pt x="509059" y="90014"/>
                </a:cubicBezTo>
                <a:cubicBezTo>
                  <a:pt x="512578" y="91784"/>
                  <a:pt x="516676" y="92669"/>
                  <a:pt x="521354" y="92669"/>
                </a:cubicBezTo>
                <a:cubicBezTo>
                  <a:pt x="524262" y="92669"/>
                  <a:pt x="527675" y="92122"/>
                  <a:pt x="531595" y="91026"/>
                </a:cubicBezTo>
                <a:cubicBezTo>
                  <a:pt x="536567" y="89635"/>
                  <a:pt x="539770" y="87813"/>
                  <a:pt x="541203" y="85558"/>
                </a:cubicBezTo>
                <a:cubicBezTo>
                  <a:pt x="542636" y="83303"/>
                  <a:pt x="544174" y="82176"/>
                  <a:pt x="545817" y="82176"/>
                </a:cubicBezTo>
                <a:cubicBezTo>
                  <a:pt x="547292" y="82176"/>
                  <a:pt x="548609" y="82737"/>
                  <a:pt x="549768" y="83857"/>
                </a:cubicBezTo>
                <a:cubicBezTo>
                  <a:pt x="550927" y="84977"/>
                  <a:pt x="551506" y="86276"/>
                  <a:pt x="551506" y="87755"/>
                </a:cubicBezTo>
                <a:cubicBezTo>
                  <a:pt x="551506" y="92446"/>
                  <a:pt x="547735" y="96482"/>
                  <a:pt x="540191" y="99864"/>
                </a:cubicBezTo>
                <a:cubicBezTo>
                  <a:pt x="533744" y="102737"/>
                  <a:pt x="527465" y="104174"/>
                  <a:pt x="521354" y="104174"/>
                </a:cubicBezTo>
                <a:moveTo>
                  <a:pt x="519647" y="46524"/>
                </a:moveTo>
                <a:cubicBezTo>
                  <a:pt x="514506" y="46524"/>
                  <a:pt x="510229" y="48516"/>
                  <a:pt x="506815" y="52498"/>
                </a:cubicBezTo>
                <a:cubicBezTo>
                  <a:pt x="503402" y="56480"/>
                  <a:pt x="500852" y="62475"/>
                  <a:pt x="499167" y="70482"/>
                </a:cubicBezTo>
                <a:lnTo>
                  <a:pt x="518573" y="61253"/>
                </a:lnTo>
                <a:cubicBezTo>
                  <a:pt x="526200" y="57544"/>
                  <a:pt x="531637" y="54321"/>
                  <a:pt x="534882" y="51581"/>
                </a:cubicBezTo>
                <a:cubicBezTo>
                  <a:pt x="531257" y="48210"/>
                  <a:pt x="526179" y="46524"/>
                  <a:pt x="519647" y="46524"/>
                </a:cubicBezTo>
                <a:close/>
                <a:moveTo>
                  <a:pt x="620933" y="45422"/>
                </a:moveTo>
                <a:cubicBezTo>
                  <a:pt x="620427" y="51613"/>
                  <a:pt x="620174" y="57804"/>
                  <a:pt x="620174" y="63995"/>
                </a:cubicBezTo>
                <a:cubicBezTo>
                  <a:pt x="620174" y="78020"/>
                  <a:pt x="620827" y="88612"/>
                  <a:pt x="622134" y="95771"/>
                </a:cubicBezTo>
                <a:cubicBezTo>
                  <a:pt x="622218" y="96361"/>
                  <a:pt x="622260" y="96845"/>
                  <a:pt x="622260" y="97225"/>
                </a:cubicBezTo>
                <a:cubicBezTo>
                  <a:pt x="622260" y="98909"/>
                  <a:pt x="621670" y="100298"/>
                  <a:pt x="620490" y="101393"/>
                </a:cubicBezTo>
                <a:cubicBezTo>
                  <a:pt x="619310" y="102488"/>
                  <a:pt x="617941" y="103036"/>
                  <a:pt x="616382" y="103036"/>
                </a:cubicBezTo>
                <a:cubicBezTo>
                  <a:pt x="613769" y="103036"/>
                  <a:pt x="611851" y="101140"/>
                  <a:pt x="610629" y="97347"/>
                </a:cubicBezTo>
                <a:cubicBezTo>
                  <a:pt x="607595" y="99581"/>
                  <a:pt x="604445" y="101277"/>
                  <a:pt x="601179" y="102436"/>
                </a:cubicBezTo>
                <a:cubicBezTo>
                  <a:pt x="597913" y="103595"/>
                  <a:pt x="594510" y="104174"/>
                  <a:pt x="590970" y="104174"/>
                </a:cubicBezTo>
                <a:cubicBezTo>
                  <a:pt x="582247" y="104174"/>
                  <a:pt x="575020" y="101264"/>
                  <a:pt x="569288" y="95443"/>
                </a:cubicBezTo>
                <a:cubicBezTo>
                  <a:pt x="563388" y="89496"/>
                  <a:pt x="560439" y="81861"/>
                  <a:pt x="560439" y="72538"/>
                </a:cubicBezTo>
                <a:cubicBezTo>
                  <a:pt x="560439" y="61276"/>
                  <a:pt x="563420" y="52250"/>
                  <a:pt x="569383" y="45460"/>
                </a:cubicBezTo>
                <a:cubicBezTo>
                  <a:pt x="575346" y="38668"/>
                  <a:pt x="583090" y="35273"/>
                  <a:pt x="592614" y="35273"/>
                </a:cubicBezTo>
                <a:cubicBezTo>
                  <a:pt x="597502" y="35273"/>
                  <a:pt x="601274" y="36031"/>
                  <a:pt x="603929" y="37548"/>
                </a:cubicBezTo>
                <a:lnTo>
                  <a:pt x="609871" y="41910"/>
                </a:lnTo>
                <a:cubicBezTo>
                  <a:pt x="610461" y="24192"/>
                  <a:pt x="611156" y="12263"/>
                  <a:pt x="611957" y="6122"/>
                </a:cubicBezTo>
                <a:cubicBezTo>
                  <a:pt x="612505" y="2378"/>
                  <a:pt x="614422" y="506"/>
                  <a:pt x="617709" y="506"/>
                </a:cubicBezTo>
                <a:cubicBezTo>
                  <a:pt x="621544" y="506"/>
                  <a:pt x="623461" y="2548"/>
                  <a:pt x="623461" y="6633"/>
                </a:cubicBezTo>
                <a:cubicBezTo>
                  <a:pt x="623461" y="12487"/>
                  <a:pt x="622619" y="25417"/>
                  <a:pt x="620933" y="45422"/>
                </a:cubicBezTo>
                <a:moveTo>
                  <a:pt x="592867" y="47030"/>
                </a:moveTo>
                <a:cubicBezTo>
                  <a:pt x="585787" y="47030"/>
                  <a:pt x="580477" y="49127"/>
                  <a:pt x="576937" y="53320"/>
                </a:cubicBezTo>
                <a:cubicBezTo>
                  <a:pt x="573397" y="57513"/>
                  <a:pt x="571627" y="63823"/>
                  <a:pt x="571627" y="72252"/>
                </a:cubicBezTo>
                <a:cubicBezTo>
                  <a:pt x="571627" y="77688"/>
                  <a:pt x="573555" y="82366"/>
                  <a:pt x="577411" y="86285"/>
                </a:cubicBezTo>
                <a:cubicBezTo>
                  <a:pt x="581267" y="90204"/>
                  <a:pt x="585787" y="92164"/>
                  <a:pt x="590970" y="92164"/>
                </a:cubicBezTo>
                <a:cubicBezTo>
                  <a:pt x="594510" y="92164"/>
                  <a:pt x="597502" y="91511"/>
                  <a:pt x="599946" y="90204"/>
                </a:cubicBezTo>
                <a:cubicBezTo>
                  <a:pt x="601379" y="89446"/>
                  <a:pt x="603718" y="87697"/>
                  <a:pt x="606963" y="84957"/>
                </a:cubicBezTo>
                <a:cubicBezTo>
                  <a:pt x="607595" y="84410"/>
                  <a:pt x="608206" y="83756"/>
                  <a:pt x="608796" y="82998"/>
                </a:cubicBezTo>
                <a:lnTo>
                  <a:pt x="608606" y="72062"/>
                </a:lnTo>
                <a:lnTo>
                  <a:pt x="608670" y="64730"/>
                </a:lnTo>
                <a:lnTo>
                  <a:pt x="608796" y="57270"/>
                </a:lnTo>
                <a:cubicBezTo>
                  <a:pt x="607195" y="53857"/>
                  <a:pt x="605067" y="51297"/>
                  <a:pt x="602412" y="49590"/>
                </a:cubicBezTo>
                <a:cubicBezTo>
                  <a:pt x="599757" y="47883"/>
                  <a:pt x="596575" y="47030"/>
                  <a:pt x="592867" y="47030"/>
                </a:cubicBezTo>
                <a:close/>
                <a:moveTo>
                  <a:pt x="694263" y="64097"/>
                </a:moveTo>
                <a:cubicBezTo>
                  <a:pt x="693083" y="64097"/>
                  <a:pt x="690512" y="63823"/>
                  <a:pt x="686551" y="63276"/>
                </a:cubicBezTo>
                <a:cubicBezTo>
                  <a:pt x="686214" y="69648"/>
                  <a:pt x="686045" y="80812"/>
                  <a:pt x="686045" y="96768"/>
                </a:cubicBezTo>
                <a:cubicBezTo>
                  <a:pt x="686045" y="98457"/>
                  <a:pt x="685498" y="99882"/>
                  <a:pt x="684402" y="101043"/>
                </a:cubicBezTo>
                <a:cubicBezTo>
                  <a:pt x="683306" y="102203"/>
                  <a:pt x="681937" y="102783"/>
                  <a:pt x="680293" y="102783"/>
                </a:cubicBezTo>
                <a:cubicBezTo>
                  <a:pt x="678607" y="102783"/>
                  <a:pt x="677217" y="102204"/>
                  <a:pt x="676121" y="101045"/>
                </a:cubicBezTo>
                <a:cubicBezTo>
                  <a:pt x="675025" y="99885"/>
                  <a:pt x="674477" y="98461"/>
                  <a:pt x="674477" y="96774"/>
                </a:cubicBezTo>
                <a:lnTo>
                  <a:pt x="674477" y="78178"/>
                </a:lnTo>
                <a:cubicBezTo>
                  <a:pt x="674477" y="71979"/>
                  <a:pt x="674857" y="63251"/>
                  <a:pt x="675615" y="51992"/>
                </a:cubicBezTo>
                <a:cubicBezTo>
                  <a:pt x="676458" y="39805"/>
                  <a:pt x="676922" y="31077"/>
                  <a:pt x="677006" y="25806"/>
                </a:cubicBezTo>
                <a:lnTo>
                  <a:pt x="677006" y="17077"/>
                </a:lnTo>
                <a:cubicBezTo>
                  <a:pt x="677006" y="12903"/>
                  <a:pt x="677259" y="9866"/>
                  <a:pt x="677765" y="7969"/>
                </a:cubicBezTo>
                <a:cubicBezTo>
                  <a:pt x="678734" y="4258"/>
                  <a:pt x="680799" y="2655"/>
                  <a:pt x="683959" y="3161"/>
                </a:cubicBezTo>
                <a:cubicBezTo>
                  <a:pt x="685308" y="2739"/>
                  <a:pt x="687225" y="2423"/>
                  <a:pt x="689712" y="2212"/>
                </a:cubicBezTo>
                <a:cubicBezTo>
                  <a:pt x="692198" y="2002"/>
                  <a:pt x="695253" y="1896"/>
                  <a:pt x="698877" y="1896"/>
                </a:cubicBezTo>
                <a:cubicBezTo>
                  <a:pt x="706589" y="1896"/>
                  <a:pt x="713817" y="4530"/>
                  <a:pt x="720559" y="9798"/>
                </a:cubicBezTo>
                <a:cubicBezTo>
                  <a:pt x="727976" y="15613"/>
                  <a:pt x="731685" y="22609"/>
                  <a:pt x="731685" y="30784"/>
                </a:cubicBezTo>
                <a:cubicBezTo>
                  <a:pt x="731685" y="41236"/>
                  <a:pt x="727723" y="49559"/>
                  <a:pt x="719801" y="55753"/>
                </a:cubicBezTo>
                <a:cubicBezTo>
                  <a:pt x="712721" y="61316"/>
                  <a:pt x="704208" y="64097"/>
                  <a:pt x="694263" y="64097"/>
                </a:cubicBezTo>
                <a:moveTo>
                  <a:pt x="697424" y="13907"/>
                </a:moveTo>
                <a:cubicBezTo>
                  <a:pt x="695569" y="13907"/>
                  <a:pt x="693915" y="13949"/>
                  <a:pt x="692461" y="14033"/>
                </a:cubicBezTo>
                <a:cubicBezTo>
                  <a:pt x="691008" y="14117"/>
                  <a:pt x="689775" y="14244"/>
                  <a:pt x="688763" y="14412"/>
                </a:cubicBezTo>
                <a:lnTo>
                  <a:pt x="688637" y="26024"/>
                </a:lnTo>
                <a:lnTo>
                  <a:pt x="687310" y="51141"/>
                </a:lnTo>
                <a:lnTo>
                  <a:pt x="694263" y="51961"/>
                </a:lnTo>
                <a:cubicBezTo>
                  <a:pt x="701343" y="51961"/>
                  <a:pt x="707306" y="50173"/>
                  <a:pt x="712152" y="46597"/>
                </a:cubicBezTo>
                <a:cubicBezTo>
                  <a:pt x="717462" y="42684"/>
                  <a:pt x="720117" y="37403"/>
                  <a:pt x="720117" y="30757"/>
                </a:cubicBezTo>
                <a:cubicBezTo>
                  <a:pt x="720117" y="26045"/>
                  <a:pt x="717588" y="21985"/>
                  <a:pt x="712531" y="18577"/>
                </a:cubicBezTo>
                <a:cubicBezTo>
                  <a:pt x="707854" y="15463"/>
                  <a:pt x="702818" y="13907"/>
                  <a:pt x="697424" y="13907"/>
                </a:cubicBezTo>
                <a:close/>
                <a:moveTo>
                  <a:pt x="793678" y="105438"/>
                </a:moveTo>
                <a:cubicBezTo>
                  <a:pt x="792877" y="105438"/>
                  <a:pt x="791423" y="104503"/>
                  <a:pt x="789316" y="102633"/>
                </a:cubicBezTo>
                <a:cubicBezTo>
                  <a:pt x="787419" y="100891"/>
                  <a:pt x="786008" y="99340"/>
                  <a:pt x="785081" y="97979"/>
                </a:cubicBezTo>
                <a:cubicBezTo>
                  <a:pt x="781035" y="100192"/>
                  <a:pt x="777474" y="101862"/>
                  <a:pt x="774398" y="102989"/>
                </a:cubicBezTo>
                <a:cubicBezTo>
                  <a:pt x="771321" y="104116"/>
                  <a:pt x="768751" y="104680"/>
                  <a:pt x="766686" y="104680"/>
                </a:cubicBezTo>
                <a:cubicBezTo>
                  <a:pt x="756825" y="104680"/>
                  <a:pt x="749640" y="101898"/>
                  <a:pt x="745130" y="96336"/>
                </a:cubicBezTo>
                <a:cubicBezTo>
                  <a:pt x="740874" y="91110"/>
                  <a:pt x="738746" y="83103"/>
                  <a:pt x="738746" y="72315"/>
                </a:cubicBezTo>
                <a:cubicBezTo>
                  <a:pt x="738746" y="62117"/>
                  <a:pt x="742254" y="53393"/>
                  <a:pt x="749271" y="46145"/>
                </a:cubicBezTo>
                <a:cubicBezTo>
                  <a:pt x="756287" y="38897"/>
                  <a:pt x="764663" y="35273"/>
                  <a:pt x="774398" y="35273"/>
                </a:cubicBezTo>
                <a:cubicBezTo>
                  <a:pt x="778064" y="35273"/>
                  <a:pt x="782173" y="36221"/>
                  <a:pt x="786724" y="38117"/>
                </a:cubicBezTo>
                <a:cubicBezTo>
                  <a:pt x="792455" y="40477"/>
                  <a:pt x="795321" y="43322"/>
                  <a:pt x="795321" y="46651"/>
                </a:cubicBezTo>
                <a:cubicBezTo>
                  <a:pt x="795321" y="47789"/>
                  <a:pt x="794900" y="48800"/>
                  <a:pt x="794057" y="49685"/>
                </a:cubicBezTo>
                <a:cubicBezTo>
                  <a:pt x="793635" y="51286"/>
                  <a:pt x="793309" y="53920"/>
                  <a:pt x="793077" y="57587"/>
                </a:cubicBezTo>
                <a:cubicBezTo>
                  <a:pt x="792845" y="61253"/>
                  <a:pt x="792708" y="65952"/>
                  <a:pt x="792666" y="71683"/>
                </a:cubicBezTo>
                <a:cubicBezTo>
                  <a:pt x="792624" y="76908"/>
                  <a:pt x="792982" y="81038"/>
                  <a:pt x="793741" y="84073"/>
                </a:cubicBezTo>
                <a:cubicBezTo>
                  <a:pt x="794162" y="85927"/>
                  <a:pt x="795490" y="89635"/>
                  <a:pt x="797723" y="95198"/>
                </a:cubicBezTo>
                <a:cubicBezTo>
                  <a:pt x="798018" y="95956"/>
                  <a:pt x="798503" y="97073"/>
                  <a:pt x="799177" y="98548"/>
                </a:cubicBezTo>
                <a:lnTo>
                  <a:pt x="799556" y="99623"/>
                </a:lnTo>
                <a:cubicBezTo>
                  <a:pt x="799556" y="101308"/>
                  <a:pt x="798966" y="102699"/>
                  <a:pt x="797786" y="103795"/>
                </a:cubicBezTo>
                <a:cubicBezTo>
                  <a:pt x="796606" y="104890"/>
                  <a:pt x="795237" y="105438"/>
                  <a:pt x="793678" y="105438"/>
                </a:cubicBezTo>
                <a:moveTo>
                  <a:pt x="780529" y="61529"/>
                </a:moveTo>
                <a:cubicBezTo>
                  <a:pt x="780529" y="59721"/>
                  <a:pt x="780645" y="57756"/>
                  <a:pt x="780877" y="55635"/>
                </a:cubicBezTo>
                <a:cubicBezTo>
                  <a:pt x="781109" y="53512"/>
                  <a:pt x="781456" y="51253"/>
                  <a:pt x="781920" y="48857"/>
                </a:cubicBezTo>
                <a:cubicBezTo>
                  <a:pt x="780361" y="48058"/>
                  <a:pt x="779023" y="47469"/>
                  <a:pt x="777906" y="47091"/>
                </a:cubicBezTo>
                <a:cubicBezTo>
                  <a:pt x="776789" y="46713"/>
                  <a:pt x="775894" y="46524"/>
                  <a:pt x="775219" y="46524"/>
                </a:cubicBezTo>
                <a:cubicBezTo>
                  <a:pt x="768688" y="46524"/>
                  <a:pt x="763051" y="49183"/>
                  <a:pt x="758310" y="54499"/>
                </a:cubicBezTo>
                <a:cubicBezTo>
                  <a:pt x="753569" y="59815"/>
                  <a:pt x="751199" y="65941"/>
                  <a:pt x="751199" y="72876"/>
                </a:cubicBezTo>
                <a:cubicBezTo>
                  <a:pt x="751199" y="79769"/>
                  <a:pt x="752421" y="84938"/>
                  <a:pt x="754865" y="88385"/>
                </a:cubicBezTo>
                <a:cubicBezTo>
                  <a:pt x="757309" y="91831"/>
                  <a:pt x="760976" y="93554"/>
                  <a:pt x="765864" y="93554"/>
                </a:cubicBezTo>
                <a:cubicBezTo>
                  <a:pt x="769910" y="93554"/>
                  <a:pt x="773344" y="92819"/>
                  <a:pt x="776168" y="91348"/>
                </a:cubicBezTo>
                <a:cubicBezTo>
                  <a:pt x="777685" y="90550"/>
                  <a:pt x="779813" y="88953"/>
                  <a:pt x="782552" y="86558"/>
                </a:cubicBezTo>
                <a:cubicBezTo>
                  <a:pt x="781204" y="75419"/>
                  <a:pt x="780529" y="67076"/>
                  <a:pt x="780529" y="61529"/>
                </a:cubicBezTo>
                <a:close/>
                <a:moveTo>
                  <a:pt x="852792" y="47465"/>
                </a:moveTo>
                <a:cubicBezTo>
                  <a:pt x="851907" y="47465"/>
                  <a:pt x="850864" y="47422"/>
                  <a:pt x="849663" y="47338"/>
                </a:cubicBezTo>
                <a:cubicBezTo>
                  <a:pt x="848462" y="47253"/>
                  <a:pt x="847419" y="47210"/>
                  <a:pt x="846534" y="47210"/>
                </a:cubicBezTo>
                <a:cubicBezTo>
                  <a:pt x="845564" y="47210"/>
                  <a:pt x="842699" y="47529"/>
                  <a:pt x="837937" y="48168"/>
                </a:cubicBezTo>
                <a:lnTo>
                  <a:pt x="839138" y="85485"/>
                </a:lnTo>
                <a:lnTo>
                  <a:pt x="839201" y="88264"/>
                </a:lnTo>
                <a:lnTo>
                  <a:pt x="839264" y="91484"/>
                </a:lnTo>
                <a:cubicBezTo>
                  <a:pt x="839433" y="100703"/>
                  <a:pt x="837220" y="105312"/>
                  <a:pt x="832627" y="105312"/>
                </a:cubicBezTo>
                <a:cubicBezTo>
                  <a:pt x="830941" y="105312"/>
                  <a:pt x="829477" y="104765"/>
                  <a:pt x="828234" y="103670"/>
                </a:cubicBezTo>
                <a:cubicBezTo>
                  <a:pt x="826991" y="102576"/>
                  <a:pt x="826369" y="101208"/>
                  <a:pt x="826369" y="99565"/>
                </a:cubicBezTo>
                <a:cubicBezTo>
                  <a:pt x="826369" y="97967"/>
                  <a:pt x="826432" y="95568"/>
                  <a:pt x="826559" y="92369"/>
                </a:cubicBezTo>
                <a:cubicBezTo>
                  <a:pt x="826685" y="89169"/>
                  <a:pt x="826748" y="86769"/>
                  <a:pt x="826748" y="85169"/>
                </a:cubicBezTo>
                <a:lnTo>
                  <a:pt x="825484" y="48294"/>
                </a:lnTo>
                <a:cubicBezTo>
                  <a:pt x="822408" y="48168"/>
                  <a:pt x="817730" y="47808"/>
                  <a:pt x="811451" y="47214"/>
                </a:cubicBezTo>
                <a:cubicBezTo>
                  <a:pt x="807700" y="46705"/>
                  <a:pt x="805825" y="44610"/>
                  <a:pt x="805825" y="40926"/>
                </a:cubicBezTo>
                <a:cubicBezTo>
                  <a:pt x="805825" y="39063"/>
                  <a:pt x="806394" y="37518"/>
                  <a:pt x="807532" y="36292"/>
                </a:cubicBezTo>
                <a:cubicBezTo>
                  <a:pt x="808669" y="35064"/>
                  <a:pt x="810123" y="34451"/>
                  <a:pt x="811893" y="34451"/>
                </a:cubicBezTo>
                <a:lnTo>
                  <a:pt x="825168" y="35525"/>
                </a:lnTo>
                <a:cubicBezTo>
                  <a:pt x="825168" y="33370"/>
                  <a:pt x="825073" y="30486"/>
                  <a:pt x="824883" y="26873"/>
                </a:cubicBezTo>
                <a:cubicBezTo>
                  <a:pt x="824694" y="23260"/>
                  <a:pt x="824599" y="20650"/>
                  <a:pt x="824599" y="19045"/>
                </a:cubicBezTo>
                <a:cubicBezTo>
                  <a:pt x="824599" y="17269"/>
                  <a:pt x="825210" y="15801"/>
                  <a:pt x="826432" y="14640"/>
                </a:cubicBezTo>
                <a:cubicBezTo>
                  <a:pt x="827654" y="13477"/>
                  <a:pt x="829150" y="12895"/>
                  <a:pt x="830920" y="12895"/>
                </a:cubicBezTo>
                <a:cubicBezTo>
                  <a:pt x="834713" y="12895"/>
                  <a:pt x="836925" y="15993"/>
                  <a:pt x="837558" y="22188"/>
                </a:cubicBezTo>
                <a:cubicBezTo>
                  <a:pt x="837684" y="23747"/>
                  <a:pt x="837747" y="25622"/>
                  <a:pt x="837747" y="27813"/>
                </a:cubicBezTo>
                <a:lnTo>
                  <a:pt x="837621" y="31480"/>
                </a:lnTo>
                <a:lnTo>
                  <a:pt x="837558" y="35399"/>
                </a:lnTo>
                <a:cubicBezTo>
                  <a:pt x="842783" y="34725"/>
                  <a:pt x="845775" y="34388"/>
                  <a:pt x="846534" y="34388"/>
                </a:cubicBezTo>
                <a:cubicBezTo>
                  <a:pt x="850916" y="34388"/>
                  <a:pt x="853782" y="34598"/>
                  <a:pt x="855131" y="35020"/>
                </a:cubicBezTo>
                <a:cubicBezTo>
                  <a:pt x="857701" y="35868"/>
                  <a:pt x="858987" y="37867"/>
                  <a:pt x="858987" y="41017"/>
                </a:cubicBezTo>
                <a:cubicBezTo>
                  <a:pt x="858987" y="42890"/>
                  <a:pt x="858407" y="44432"/>
                  <a:pt x="857248" y="45645"/>
                </a:cubicBezTo>
                <a:cubicBezTo>
                  <a:pt x="856089" y="46858"/>
                  <a:pt x="854604" y="47465"/>
                  <a:pt x="852792" y="47465"/>
                </a:cubicBezTo>
                <a:close/>
                <a:moveTo>
                  <a:pt x="899997" y="105312"/>
                </a:moveTo>
                <a:cubicBezTo>
                  <a:pt x="891358" y="105312"/>
                  <a:pt x="884152" y="102695"/>
                  <a:pt x="878378" y="97460"/>
                </a:cubicBezTo>
                <a:cubicBezTo>
                  <a:pt x="872310" y="91972"/>
                  <a:pt x="869276" y="84732"/>
                  <a:pt x="869276" y="75738"/>
                </a:cubicBezTo>
                <a:cubicBezTo>
                  <a:pt x="869276" y="67169"/>
                  <a:pt x="872120" y="58325"/>
                  <a:pt x="877810" y="49207"/>
                </a:cubicBezTo>
                <a:cubicBezTo>
                  <a:pt x="884131" y="39074"/>
                  <a:pt x="891253" y="34008"/>
                  <a:pt x="899175" y="34008"/>
                </a:cubicBezTo>
                <a:cubicBezTo>
                  <a:pt x="903305" y="34008"/>
                  <a:pt x="907920" y="34981"/>
                  <a:pt x="913019" y="36926"/>
                </a:cubicBezTo>
                <a:cubicBezTo>
                  <a:pt x="919467" y="39422"/>
                  <a:pt x="922690" y="42466"/>
                  <a:pt x="922690" y="46060"/>
                </a:cubicBezTo>
                <a:cubicBezTo>
                  <a:pt x="922690" y="47667"/>
                  <a:pt x="922164" y="49094"/>
                  <a:pt x="921110" y="50343"/>
                </a:cubicBezTo>
                <a:cubicBezTo>
                  <a:pt x="920056" y="51590"/>
                  <a:pt x="918750" y="52213"/>
                  <a:pt x="917191" y="52213"/>
                </a:cubicBezTo>
                <a:cubicBezTo>
                  <a:pt x="915969" y="52213"/>
                  <a:pt x="914905" y="51841"/>
                  <a:pt x="913999" y="51097"/>
                </a:cubicBezTo>
                <a:cubicBezTo>
                  <a:pt x="913093" y="50352"/>
                  <a:pt x="912218" y="49617"/>
                  <a:pt x="911375" y="48893"/>
                </a:cubicBezTo>
                <a:cubicBezTo>
                  <a:pt x="908889" y="46892"/>
                  <a:pt x="904822" y="45892"/>
                  <a:pt x="899175" y="45892"/>
                </a:cubicBezTo>
                <a:cubicBezTo>
                  <a:pt x="894877" y="45892"/>
                  <a:pt x="890621" y="49738"/>
                  <a:pt x="886406" y="57428"/>
                </a:cubicBezTo>
                <a:cubicBezTo>
                  <a:pt x="882572" y="64485"/>
                  <a:pt x="880654" y="70590"/>
                  <a:pt x="880654" y="75744"/>
                </a:cubicBezTo>
                <a:cubicBezTo>
                  <a:pt x="880654" y="81321"/>
                  <a:pt x="882550" y="85716"/>
                  <a:pt x="886343" y="88928"/>
                </a:cubicBezTo>
                <a:cubicBezTo>
                  <a:pt x="889883" y="91928"/>
                  <a:pt x="894434" y="93428"/>
                  <a:pt x="899997" y="93428"/>
                </a:cubicBezTo>
                <a:cubicBezTo>
                  <a:pt x="902526" y="93428"/>
                  <a:pt x="905223" y="92754"/>
                  <a:pt x="908088" y="91405"/>
                </a:cubicBezTo>
                <a:lnTo>
                  <a:pt x="915421" y="87486"/>
                </a:lnTo>
                <a:cubicBezTo>
                  <a:pt x="916685" y="86812"/>
                  <a:pt x="917591" y="86475"/>
                  <a:pt x="918139" y="86475"/>
                </a:cubicBezTo>
                <a:cubicBezTo>
                  <a:pt x="919698" y="86475"/>
                  <a:pt x="921047" y="87096"/>
                  <a:pt x="922185" y="88339"/>
                </a:cubicBezTo>
                <a:cubicBezTo>
                  <a:pt x="923322" y="89583"/>
                  <a:pt x="923891" y="91005"/>
                  <a:pt x="923891" y="92606"/>
                </a:cubicBezTo>
                <a:cubicBezTo>
                  <a:pt x="923891" y="95683"/>
                  <a:pt x="920646" y="98654"/>
                  <a:pt x="914157" y="101519"/>
                </a:cubicBezTo>
                <a:cubicBezTo>
                  <a:pt x="908468" y="104048"/>
                  <a:pt x="903748" y="105312"/>
                  <a:pt x="899997" y="105312"/>
                </a:cubicBezTo>
                <a:close/>
                <a:moveTo>
                  <a:pt x="990528" y="105185"/>
                </a:moveTo>
                <a:cubicBezTo>
                  <a:pt x="987536" y="105185"/>
                  <a:pt x="985576" y="103586"/>
                  <a:pt x="984649" y="100387"/>
                </a:cubicBezTo>
                <a:cubicBezTo>
                  <a:pt x="983680" y="96936"/>
                  <a:pt x="982795" y="92031"/>
                  <a:pt x="981994" y="85675"/>
                </a:cubicBezTo>
                <a:cubicBezTo>
                  <a:pt x="981236" y="79571"/>
                  <a:pt x="980856" y="74562"/>
                  <a:pt x="980856" y="70648"/>
                </a:cubicBezTo>
                <a:cubicBezTo>
                  <a:pt x="980856" y="69553"/>
                  <a:pt x="980909" y="67891"/>
                  <a:pt x="981014" y="65660"/>
                </a:cubicBezTo>
                <a:cubicBezTo>
                  <a:pt x="981120" y="63428"/>
                  <a:pt x="981172" y="61764"/>
                  <a:pt x="981172" y="60670"/>
                </a:cubicBezTo>
                <a:cubicBezTo>
                  <a:pt x="981172" y="52757"/>
                  <a:pt x="979192" y="48800"/>
                  <a:pt x="975230" y="48800"/>
                </a:cubicBezTo>
                <a:cubicBezTo>
                  <a:pt x="969878" y="48800"/>
                  <a:pt x="965095" y="51223"/>
                  <a:pt x="960881" y="56069"/>
                </a:cubicBezTo>
                <a:cubicBezTo>
                  <a:pt x="958732" y="58556"/>
                  <a:pt x="955782" y="63297"/>
                  <a:pt x="952031" y="70292"/>
                </a:cubicBezTo>
                <a:cubicBezTo>
                  <a:pt x="952031" y="86317"/>
                  <a:pt x="951357" y="95801"/>
                  <a:pt x="950009" y="98746"/>
                </a:cubicBezTo>
                <a:cubicBezTo>
                  <a:pt x="948829" y="101353"/>
                  <a:pt x="946996" y="102657"/>
                  <a:pt x="944509" y="102657"/>
                </a:cubicBezTo>
                <a:cubicBezTo>
                  <a:pt x="942781" y="102657"/>
                  <a:pt x="941264" y="102067"/>
                  <a:pt x="939958" y="100887"/>
                </a:cubicBezTo>
                <a:cubicBezTo>
                  <a:pt x="938652" y="99707"/>
                  <a:pt x="937998" y="98274"/>
                  <a:pt x="937998" y="96589"/>
                </a:cubicBezTo>
                <a:cubicBezTo>
                  <a:pt x="937998" y="95999"/>
                  <a:pt x="938188" y="95071"/>
                  <a:pt x="938567" y="93807"/>
                </a:cubicBezTo>
                <a:cubicBezTo>
                  <a:pt x="938904" y="92754"/>
                  <a:pt x="939136" y="89677"/>
                  <a:pt x="939263" y="84578"/>
                </a:cubicBezTo>
                <a:lnTo>
                  <a:pt x="939452" y="75223"/>
                </a:lnTo>
                <a:lnTo>
                  <a:pt x="939642" y="28762"/>
                </a:lnTo>
                <a:cubicBezTo>
                  <a:pt x="939937" y="23536"/>
                  <a:pt x="940084" y="20017"/>
                  <a:pt x="940084" y="18205"/>
                </a:cubicBezTo>
                <a:cubicBezTo>
                  <a:pt x="940084" y="16056"/>
                  <a:pt x="939884" y="14023"/>
                  <a:pt x="939484" y="12105"/>
                </a:cubicBezTo>
                <a:cubicBezTo>
                  <a:pt x="939083" y="10188"/>
                  <a:pt x="938883" y="8197"/>
                  <a:pt x="938883" y="6132"/>
                </a:cubicBezTo>
                <a:cubicBezTo>
                  <a:pt x="938883" y="4362"/>
                  <a:pt x="939494" y="2897"/>
                  <a:pt x="940716" y="1738"/>
                </a:cubicBezTo>
                <a:cubicBezTo>
                  <a:pt x="941939" y="579"/>
                  <a:pt x="943435" y="0"/>
                  <a:pt x="945205" y="0"/>
                </a:cubicBezTo>
                <a:cubicBezTo>
                  <a:pt x="948660" y="0"/>
                  <a:pt x="950683" y="1854"/>
                  <a:pt x="951273" y="5563"/>
                </a:cubicBezTo>
                <a:cubicBezTo>
                  <a:pt x="951947" y="9650"/>
                  <a:pt x="952284" y="13338"/>
                  <a:pt x="952284" y="16625"/>
                </a:cubicBezTo>
                <a:cubicBezTo>
                  <a:pt x="952284" y="21050"/>
                  <a:pt x="952137" y="25664"/>
                  <a:pt x="951842" y="30468"/>
                </a:cubicBezTo>
                <a:cubicBezTo>
                  <a:pt x="951589" y="35062"/>
                  <a:pt x="951484" y="39676"/>
                  <a:pt x="951526" y="44312"/>
                </a:cubicBezTo>
                <a:lnTo>
                  <a:pt x="951589" y="49875"/>
                </a:lnTo>
                <a:cubicBezTo>
                  <a:pt x="955045" y="45239"/>
                  <a:pt x="958743" y="41773"/>
                  <a:pt x="962683" y="39476"/>
                </a:cubicBezTo>
                <a:cubicBezTo>
                  <a:pt x="966623" y="37179"/>
                  <a:pt x="970806" y="36031"/>
                  <a:pt x="975230" y="36031"/>
                </a:cubicBezTo>
                <a:cubicBezTo>
                  <a:pt x="982226" y="36031"/>
                  <a:pt x="987030" y="38307"/>
                  <a:pt x="989643" y="42858"/>
                </a:cubicBezTo>
                <a:cubicBezTo>
                  <a:pt x="991497" y="46061"/>
                  <a:pt x="992551" y="51455"/>
                  <a:pt x="992804" y="59040"/>
                </a:cubicBezTo>
                <a:lnTo>
                  <a:pt x="993309" y="71114"/>
                </a:lnTo>
                <a:lnTo>
                  <a:pt x="994573" y="84262"/>
                </a:lnTo>
                <a:cubicBezTo>
                  <a:pt x="995163" y="89193"/>
                  <a:pt x="995880" y="93533"/>
                  <a:pt x="996723" y="97284"/>
                </a:cubicBezTo>
                <a:cubicBezTo>
                  <a:pt x="996891" y="98000"/>
                  <a:pt x="996976" y="98611"/>
                  <a:pt x="996976" y="99117"/>
                </a:cubicBezTo>
                <a:cubicBezTo>
                  <a:pt x="996976" y="100845"/>
                  <a:pt x="996343" y="102288"/>
                  <a:pt x="995079" y="103447"/>
                </a:cubicBezTo>
                <a:cubicBezTo>
                  <a:pt x="993815" y="104606"/>
                  <a:pt x="992298" y="105185"/>
                  <a:pt x="990528" y="105185"/>
                </a:cubicBezTo>
                <a:close/>
              </a:path>
            </a:pathLst>
          </a:custGeom>
          <a:solidFill xmlns:a="http://schemas.openxmlformats.org/drawingml/2006/main">
            <a:srgbClr val="C81D3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C7F0C0D-18BF-4A65-88E8-A2FFD9F63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0277" y="2575291"/>
            <a:ext cx="122312" cy="123718"/>
          </a:xfrm>
          <a:custGeom xmlns:a="http://schemas.openxmlformats.org/drawingml/2006/main">
            <a:pathLst>
              <a:path w="122312" h="123718">
                <a:moveTo>
                  <a:pt x="0" y="0"/>
                </a:moveTo>
                <a:lnTo>
                  <a:pt x="122312" y="0"/>
                </a:lnTo>
                <a:lnTo>
                  <a:pt x="122312" y="123718"/>
                </a:lnTo>
                <a:lnTo>
                  <a:pt x="0" y="12371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67D3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FF50D05-F501-459F-A472-4388EFF01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5243" y="2576697"/>
            <a:ext cx="123718" cy="123719"/>
          </a:xfrm>
          <a:custGeom xmlns:a="http://schemas.openxmlformats.org/drawingml/2006/main">
            <a:pathLst>
              <a:path w="123718" h="123719">
                <a:moveTo>
                  <a:pt x="0" y="0"/>
                </a:moveTo>
                <a:lnTo>
                  <a:pt x="123718" y="0"/>
                </a:lnTo>
                <a:lnTo>
                  <a:pt x="123718" y="123719"/>
                </a:lnTo>
                <a:lnTo>
                  <a:pt x="0" y="1237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5292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ACB456B-D602-46B6-97CA-CDC2AFCCA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0208" y="2576697"/>
            <a:ext cx="123718" cy="122312"/>
          </a:xfrm>
          <a:custGeom xmlns:a="http://schemas.openxmlformats.org/drawingml/2006/main">
            <a:pathLst>
              <a:path w="123718" h="122312">
                <a:moveTo>
                  <a:pt x="0" y="0"/>
                </a:moveTo>
                <a:lnTo>
                  <a:pt x="123718" y="0"/>
                </a:lnTo>
                <a:lnTo>
                  <a:pt x="123718" y="122312"/>
                </a:lnTo>
                <a:lnTo>
                  <a:pt x="0" y="12231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4E8E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851F153-D9DA-49A3-B042-AAC4BA695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9391" y="2575291"/>
            <a:ext cx="122312" cy="123718"/>
          </a:xfrm>
          <a:custGeom xmlns:a="http://schemas.openxmlformats.org/drawingml/2006/main">
            <a:pathLst>
              <a:path w="122312" h="123718">
                <a:moveTo>
                  <a:pt x="0" y="0"/>
                </a:moveTo>
                <a:lnTo>
                  <a:pt x="122312" y="0"/>
                </a:lnTo>
                <a:lnTo>
                  <a:pt x="122312" y="123718"/>
                </a:lnTo>
                <a:lnTo>
                  <a:pt x="0" y="12371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4E8E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" name="Text -5,2+5,2">
            <a:extLst xmlns:a="http://schemas.openxmlformats.org/drawingml/2006/main">
              <a:ext uri="{FF2B5EF4-FFF2-40B4-BE49-F238E27FC236}">
                <a16:creationId xmlns:a16="http://schemas.microsoft.com/office/drawing/2014/main" id="{1A4664F8-F781-4E38-93E1-1EC56F9EA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9702" y="2601197"/>
            <a:ext cx="409995" cy="90717"/>
          </a:xfrm>
          <a:custGeom xmlns:a="http://schemas.openxmlformats.org/drawingml/2006/main">
            <a:pathLst>
              <a:path w="409995" h="90717">
                <a:moveTo>
                  <a:pt x="0" y="53133"/>
                </a:moveTo>
                <a:lnTo>
                  <a:pt x="0" y="43762"/>
                </a:lnTo>
                <a:lnTo>
                  <a:pt x="28471" y="43762"/>
                </a:lnTo>
                <a:lnTo>
                  <a:pt x="28471" y="53133"/>
                </a:lnTo>
                <a:lnTo>
                  <a:pt x="0" y="53133"/>
                </a:lnTo>
                <a:close/>
                <a:moveTo>
                  <a:pt x="36178" y="55913"/>
                </a:moveTo>
                <a:lnTo>
                  <a:pt x="45908" y="55192"/>
                </a:lnTo>
                <a:cubicBezTo>
                  <a:pt x="46629" y="59912"/>
                  <a:pt x="48302" y="63460"/>
                  <a:pt x="50928" y="65837"/>
                </a:cubicBezTo>
                <a:cubicBezTo>
                  <a:pt x="53554" y="68214"/>
                  <a:pt x="56720" y="69402"/>
                  <a:pt x="60427" y="69402"/>
                </a:cubicBezTo>
                <a:cubicBezTo>
                  <a:pt x="64889" y="69402"/>
                  <a:pt x="68665" y="67720"/>
                  <a:pt x="71754" y="64357"/>
                </a:cubicBezTo>
                <a:cubicBezTo>
                  <a:pt x="74843" y="60993"/>
                  <a:pt x="76387" y="56531"/>
                  <a:pt x="76387" y="50970"/>
                </a:cubicBezTo>
                <a:cubicBezTo>
                  <a:pt x="76387" y="45685"/>
                  <a:pt x="74903" y="41514"/>
                  <a:pt x="71934" y="38459"/>
                </a:cubicBezTo>
                <a:cubicBezTo>
                  <a:pt x="68965" y="35405"/>
                  <a:pt x="65078" y="33877"/>
                  <a:pt x="60273" y="33877"/>
                </a:cubicBezTo>
                <a:cubicBezTo>
                  <a:pt x="57286" y="33877"/>
                  <a:pt x="54592" y="34565"/>
                  <a:pt x="52189" y="35940"/>
                </a:cubicBezTo>
                <a:cubicBezTo>
                  <a:pt x="49787" y="37315"/>
                  <a:pt x="47899" y="39099"/>
                  <a:pt x="46526" y="41291"/>
                </a:cubicBezTo>
                <a:lnTo>
                  <a:pt x="37825" y="40056"/>
                </a:lnTo>
                <a:lnTo>
                  <a:pt x="45136" y="1236"/>
                </a:lnTo>
                <a:lnTo>
                  <a:pt x="82669" y="1236"/>
                </a:lnTo>
                <a:lnTo>
                  <a:pt x="82669" y="10091"/>
                </a:lnTo>
                <a:lnTo>
                  <a:pt x="52550" y="10091"/>
                </a:lnTo>
                <a:lnTo>
                  <a:pt x="48482" y="30407"/>
                </a:lnTo>
                <a:cubicBezTo>
                  <a:pt x="53013" y="27229"/>
                  <a:pt x="57767" y="25640"/>
                  <a:pt x="62744" y="25640"/>
                </a:cubicBezTo>
                <a:cubicBezTo>
                  <a:pt x="69334" y="25640"/>
                  <a:pt x="74894" y="27925"/>
                  <a:pt x="79425" y="32495"/>
                </a:cubicBezTo>
                <a:cubicBezTo>
                  <a:pt x="83956" y="37065"/>
                  <a:pt x="86221" y="42939"/>
                  <a:pt x="86221" y="50119"/>
                </a:cubicBezTo>
                <a:cubicBezTo>
                  <a:pt x="86221" y="56957"/>
                  <a:pt x="84230" y="62867"/>
                  <a:pt x="80249" y="67848"/>
                </a:cubicBezTo>
                <a:cubicBezTo>
                  <a:pt x="75409" y="73964"/>
                  <a:pt x="68802" y="77022"/>
                  <a:pt x="60427" y="77022"/>
                </a:cubicBezTo>
                <a:cubicBezTo>
                  <a:pt x="53562" y="77022"/>
                  <a:pt x="47959" y="75095"/>
                  <a:pt x="43617" y="71241"/>
                </a:cubicBezTo>
                <a:cubicBezTo>
                  <a:pt x="39275" y="67387"/>
                  <a:pt x="36795" y="62278"/>
                  <a:pt x="36178" y="55913"/>
                </a:cubicBezTo>
                <a:close/>
                <a:moveTo>
                  <a:pt x="99750" y="75786"/>
                </a:moveTo>
                <a:lnTo>
                  <a:pt x="99750" y="65180"/>
                </a:lnTo>
                <a:lnTo>
                  <a:pt x="110304" y="65180"/>
                </a:lnTo>
                <a:lnTo>
                  <a:pt x="110304" y="75786"/>
                </a:lnTo>
                <a:cubicBezTo>
                  <a:pt x="110304" y="79665"/>
                  <a:pt x="109618" y="82797"/>
                  <a:pt x="108245" y="85182"/>
                </a:cubicBezTo>
                <a:cubicBezTo>
                  <a:pt x="106872" y="87568"/>
                  <a:pt x="104692" y="89413"/>
                  <a:pt x="101706" y="90717"/>
                </a:cubicBezTo>
                <a:lnTo>
                  <a:pt x="99132" y="86701"/>
                </a:lnTo>
                <a:cubicBezTo>
                  <a:pt x="101088" y="85847"/>
                  <a:pt x="102530" y="84592"/>
                  <a:pt x="103457" y="82935"/>
                </a:cubicBezTo>
                <a:cubicBezTo>
                  <a:pt x="104383" y="81277"/>
                  <a:pt x="104898" y="78895"/>
                  <a:pt x="105001" y="75786"/>
                </a:cubicBezTo>
                <a:lnTo>
                  <a:pt x="99750" y="75786"/>
                </a:lnTo>
                <a:close/>
                <a:moveTo>
                  <a:pt x="172751" y="66828"/>
                </a:moveTo>
                <a:lnTo>
                  <a:pt x="172751" y="75786"/>
                </a:lnTo>
                <a:lnTo>
                  <a:pt x="122862" y="75786"/>
                </a:lnTo>
                <a:cubicBezTo>
                  <a:pt x="122793" y="73553"/>
                  <a:pt x="123154" y="71405"/>
                  <a:pt x="123943" y="69343"/>
                </a:cubicBezTo>
                <a:cubicBezTo>
                  <a:pt x="125213" y="65941"/>
                  <a:pt x="127247" y="62592"/>
                  <a:pt x="130044" y="59293"/>
                </a:cubicBezTo>
                <a:cubicBezTo>
                  <a:pt x="132841" y="55994"/>
                  <a:pt x="136883" y="52180"/>
                  <a:pt x="142169" y="47852"/>
                </a:cubicBezTo>
                <a:cubicBezTo>
                  <a:pt x="150372" y="41120"/>
                  <a:pt x="155915" y="35794"/>
                  <a:pt x="158798" y="31876"/>
                </a:cubicBezTo>
                <a:cubicBezTo>
                  <a:pt x="161682" y="27958"/>
                  <a:pt x="163123" y="24253"/>
                  <a:pt x="163123" y="20761"/>
                </a:cubicBezTo>
                <a:cubicBezTo>
                  <a:pt x="163123" y="17100"/>
                  <a:pt x="161810" y="14011"/>
                  <a:pt x="159185" y="11496"/>
                </a:cubicBezTo>
                <a:cubicBezTo>
                  <a:pt x="156559" y="8980"/>
                  <a:pt x="153135" y="7723"/>
                  <a:pt x="148913" y="7723"/>
                </a:cubicBezTo>
                <a:cubicBezTo>
                  <a:pt x="144451" y="7723"/>
                  <a:pt x="140882" y="9061"/>
                  <a:pt x="138204" y="11739"/>
                </a:cubicBezTo>
                <a:cubicBezTo>
                  <a:pt x="135527" y="14416"/>
                  <a:pt x="134171" y="18123"/>
                  <a:pt x="134137" y="22859"/>
                </a:cubicBezTo>
                <a:lnTo>
                  <a:pt x="124612" y="21830"/>
                </a:lnTo>
                <a:cubicBezTo>
                  <a:pt x="125264" y="14725"/>
                  <a:pt x="127719" y="9310"/>
                  <a:pt x="131975" y="5586"/>
                </a:cubicBezTo>
                <a:cubicBezTo>
                  <a:pt x="136231" y="1862"/>
                  <a:pt x="141946" y="0"/>
                  <a:pt x="149119" y="0"/>
                </a:cubicBezTo>
                <a:cubicBezTo>
                  <a:pt x="156362" y="0"/>
                  <a:pt x="162094" y="2007"/>
                  <a:pt x="166315" y="6022"/>
                </a:cubicBezTo>
                <a:cubicBezTo>
                  <a:pt x="170537" y="10037"/>
                  <a:pt x="172648" y="15013"/>
                  <a:pt x="172648" y="20950"/>
                </a:cubicBezTo>
                <a:cubicBezTo>
                  <a:pt x="172648" y="23969"/>
                  <a:pt x="172030" y="26937"/>
                  <a:pt x="170795" y="29855"/>
                </a:cubicBezTo>
                <a:cubicBezTo>
                  <a:pt x="169559" y="32771"/>
                  <a:pt x="167508" y="35842"/>
                  <a:pt x="164642" y="39068"/>
                </a:cubicBezTo>
                <a:cubicBezTo>
                  <a:pt x="161776" y="42293"/>
                  <a:pt x="157014" y="46715"/>
                  <a:pt x="150355" y="52335"/>
                </a:cubicBezTo>
                <a:cubicBezTo>
                  <a:pt x="144794" y="56994"/>
                  <a:pt x="141225" y="60155"/>
                  <a:pt x="139646" y="61818"/>
                </a:cubicBezTo>
                <a:cubicBezTo>
                  <a:pt x="138067" y="63479"/>
                  <a:pt x="136763" y="65149"/>
                  <a:pt x="135733" y="66828"/>
                </a:cubicBezTo>
                <a:lnTo>
                  <a:pt x="172751" y="66828"/>
                </a:lnTo>
                <a:close/>
                <a:moveTo>
                  <a:pt x="233949" y="63636"/>
                </a:moveTo>
                <a:lnTo>
                  <a:pt x="233949" y="42939"/>
                </a:lnTo>
                <a:lnTo>
                  <a:pt x="213406" y="42939"/>
                </a:lnTo>
                <a:lnTo>
                  <a:pt x="213406" y="34289"/>
                </a:lnTo>
                <a:lnTo>
                  <a:pt x="233949" y="34289"/>
                </a:lnTo>
                <a:lnTo>
                  <a:pt x="233949" y="13695"/>
                </a:lnTo>
                <a:lnTo>
                  <a:pt x="242701" y="13695"/>
                </a:lnTo>
                <a:lnTo>
                  <a:pt x="242701" y="34289"/>
                </a:lnTo>
                <a:lnTo>
                  <a:pt x="263244" y="34289"/>
                </a:lnTo>
                <a:lnTo>
                  <a:pt x="263244" y="42939"/>
                </a:lnTo>
                <a:lnTo>
                  <a:pt x="242701" y="42939"/>
                </a:lnTo>
                <a:lnTo>
                  <a:pt x="242701" y="63636"/>
                </a:lnTo>
                <a:lnTo>
                  <a:pt x="233949" y="63636"/>
                </a:lnTo>
                <a:close/>
                <a:moveTo>
                  <a:pt x="273421" y="55913"/>
                </a:moveTo>
                <a:lnTo>
                  <a:pt x="283152" y="55192"/>
                </a:lnTo>
                <a:cubicBezTo>
                  <a:pt x="283872" y="59912"/>
                  <a:pt x="285546" y="63460"/>
                  <a:pt x="288171" y="65837"/>
                </a:cubicBezTo>
                <a:cubicBezTo>
                  <a:pt x="290797" y="68214"/>
                  <a:pt x="293963" y="69402"/>
                  <a:pt x="297670" y="69402"/>
                </a:cubicBezTo>
                <a:cubicBezTo>
                  <a:pt x="302132" y="69402"/>
                  <a:pt x="305908" y="67720"/>
                  <a:pt x="308997" y="64357"/>
                </a:cubicBezTo>
                <a:cubicBezTo>
                  <a:pt x="312086" y="60993"/>
                  <a:pt x="313631" y="56531"/>
                  <a:pt x="313631" y="50970"/>
                </a:cubicBezTo>
                <a:cubicBezTo>
                  <a:pt x="313631" y="45685"/>
                  <a:pt x="312146" y="41514"/>
                  <a:pt x="309177" y="38459"/>
                </a:cubicBezTo>
                <a:cubicBezTo>
                  <a:pt x="306208" y="35405"/>
                  <a:pt x="302321" y="33877"/>
                  <a:pt x="297516" y="33877"/>
                </a:cubicBezTo>
                <a:cubicBezTo>
                  <a:pt x="294530" y="33877"/>
                  <a:pt x="291835" y="34565"/>
                  <a:pt x="289433" y="35940"/>
                </a:cubicBezTo>
                <a:cubicBezTo>
                  <a:pt x="287030" y="37315"/>
                  <a:pt x="285142" y="39099"/>
                  <a:pt x="283769" y="41291"/>
                </a:cubicBezTo>
                <a:lnTo>
                  <a:pt x="275068" y="40056"/>
                </a:lnTo>
                <a:lnTo>
                  <a:pt x="282379" y="1236"/>
                </a:lnTo>
                <a:lnTo>
                  <a:pt x="319912" y="1236"/>
                </a:lnTo>
                <a:lnTo>
                  <a:pt x="319912" y="10091"/>
                </a:lnTo>
                <a:lnTo>
                  <a:pt x="289793" y="10091"/>
                </a:lnTo>
                <a:lnTo>
                  <a:pt x="285726" y="30407"/>
                </a:lnTo>
                <a:cubicBezTo>
                  <a:pt x="290257" y="27229"/>
                  <a:pt x="295010" y="25640"/>
                  <a:pt x="299987" y="25640"/>
                </a:cubicBezTo>
                <a:cubicBezTo>
                  <a:pt x="306577" y="25640"/>
                  <a:pt x="312138" y="27925"/>
                  <a:pt x="316668" y="32495"/>
                </a:cubicBezTo>
                <a:cubicBezTo>
                  <a:pt x="321199" y="37065"/>
                  <a:pt x="323465" y="42939"/>
                  <a:pt x="323465" y="50119"/>
                </a:cubicBezTo>
                <a:cubicBezTo>
                  <a:pt x="323465" y="56957"/>
                  <a:pt x="321474" y="62867"/>
                  <a:pt x="317492" y="67848"/>
                </a:cubicBezTo>
                <a:cubicBezTo>
                  <a:pt x="312653" y="73964"/>
                  <a:pt x="306045" y="77022"/>
                  <a:pt x="297670" y="77022"/>
                </a:cubicBezTo>
                <a:cubicBezTo>
                  <a:pt x="290806" y="77022"/>
                  <a:pt x="285202" y="75095"/>
                  <a:pt x="280861" y="71241"/>
                </a:cubicBezTo>
                <a:cubicBezTo>
                  <a:pt x="276519" y="67387"/>
                  <a:pt x="274039" y="62278"/>
                  <a:pt x="273421" y="55913"/>
                </a:cubicBezTo>
                <a:close/>
                <a:moveTo>
                  <a:pt x="336995" y="75786"/>
                </a:moveTo>
                <a:lnTo>
                  <a:pt x="336995" y="65180"/>
                </a:lnTo>
                <a:lnTo>
                  <a:pt x="347549" y="65180"/>
                </a:lnTo>
                <a:lnTo>
                  <a:pt x="347549" y="75786"/>
                </a:lnTo>
                <a:cubicBezTo>
                  <a:pt x="347549" y="79665"/>
                  <a:pt x="346863" y="82797"/>
                  <a:pt x="345490" y="85182"/>
                </a:cubicBezTo>
                <a:cubicBezTo>
                  <a:pt x="344117" y="87568"/>
                  <a:pt x="341937" y="89413"/>
                  <a:pt x="338951" y="90717"/>
                </a:cubicBezTo>
                <a:lnTo>
                  <a:pt x="336377" y="86701"/>
                </a:lnTo>
                <a:cubicBezTo>
                  <a:pt x="338333" y="85847"/>
                  <a:pt x="339775" y="84592"/>
                  <a:pt x="340702" y="82935"/>
                </a:cubicBezTo>
                <a:cubicBezTo>
                  <a:pt x="341629" y="81277"/>
                  <a:pt x="342143" y="78895"/>
                  <a:pt x="342246" y="75786"/>
                </a:cubicBezTo>
                <a:lnTo>
                  <a:pt x="336995" y="75786"/>
                </a:lnTo>
                <a:close/>
                <a:moveTo>
                  <a:pt x="409995" y="66828"/>
                </a:moveTo>
                <a:lnTo>
                  <a:pt x="409995" y="75786"/>
                </a:lnTo>
                <a:lnTo>
                  <a:pt x="360106" y="75786"/>
                </a:lnTo>
                <a:cubicBezTo>
                  <a:pt x="360037" y="73553"/>
                  <a:pt x="360397" y="71405"/>
                  <a:pt x="361187" y="69343"/>
                </a:cubicBezTo>
                <a:cubicBezTo>
                  <a:pt x="362457" y="65941"/>
                  <a:pt x="364491" y="62592"/>
                  <a:pt x="367288" y="59293"/>
                </a:cubicBezTo>
                <a:cubicBezTo>
                  <a:pt x="370085" y="55994"/>
                  <a:pt x="374127" y="52180"/>
                  <a:pt x="379413" y="47852"/>
                </a:cubicBezTo>
                <a:cubicBezTo>
                  <a:pt x="387616" y="41120"/>
                  <a:pt x="393159" y="35794"/>
                  <a:pt x="396042" y="31876"/>
                </a:cubicBezTo>
                <a:cubicBezTo>
                  <a:pt x="398926" y="27958"/>
                  <a:pt x="400367" y="24253"/>
                  <a:pt x="400367" y="20761"/>
                </a:cubicBezTo>
                <a:cubicBezTo>
                  <a:pt x="400367" y="17100"/>
                  <a:pt x="399054" y="14011"/>
                  <a:pt x="396429" y="11496"/>
                </a:cubicBezTo>
                <a:cubicBezTo>
                  <a:pt x="393803" y="8980"/>
                  <a:pt x="390379" y="7723"/>
                  <a:pt x="386157" y="7723"/>
                </a:cubicBezTo>
                <a:cubicBezTo>
                  <a:pt x="381695" y="7723"/>
                  <a:pt x="378126" y="9061"/>
                  <a:pt x="375448" y="11739"/>
                </a:cubicBezTo>
                <a:cubicBezTo>
                  <a:pt x="372771" y="14416"/>
                  <a:pt x="371415" y="18123"/>
                  <a:pt x="371381" y="22859"/>
                </a:cubicBezTo>
                <a:lnTo>
                  <a:pt x="361856" y="21830"/>
                </a:lnTo>
                <a:cubicBezTo>
                  <a:pt x="362508" y="14725"/>
                  <a:pt x="364962" y="9310"/>
                  <a:pt x="369219" y="5586"/>
                </a:cubicBezTo>
                <a:cubicBezTo>
                  <a:pt x="373475" y="1862"/>
                  <a:pt x="379190" y="0"/>
                  <a:pt x="386363" y="0"/>
                </a:cubicBezTo>
                <a:cubicBezTo>
                  <a:pt x="393605" y="0"/>
                  <a:pt x="399337" y="2007"/>
                  <a:pt x="403559" y="6022"/>
                </a:cubicBezTo>
                <a:cubicBezTo>
                  <a:pt x="407781" y="10037"/>
                  <a:pt x="409892" y="15013"/>
                  <a:pt x="409892" y="20950"/>
                </a:cubicBezTo>
                <a:cubicBezTo>
                  <a:pt x="409892" y="23969"/>
                  <a:pt x="409274" y="26937"/>
                  <a:pt x="408038" y="29855"/>
                </a:cubicBezTo>
                <a:cubicBezTo>
                  <a:pt x="406803" y="32771"/>
                  <a:pt x="404752" y="35842"/>
                  <a:pt x="401886" y="39068"/>
                </a:cubicBezTo>
                <a:cubicBezTo>
                  <a:pt x="399020" y="42293"/>
                  <a:pt x="394258" y="46715"/>
                  <a:pt x="387599" y="52335"/>
                </a:cubicBezTo>
                <a:cubicBezTo>
                  <a:pt x="382038" y="56994"/>
                  <a:pt x="378469" y="60155"/>
                  <a:pt x="376890" y="61818"/>
                </a:cubicBezTo>
                <a:cubicBezTo>
                  <a:pt x="375311" y="63479"/>
                  <a:pt x="374007" y="65149"/>
                  <a:pt x="372977" y="66828"/>
                </a:cubicBezTo>
                <a:lnTo>
                  <a:pt x="409995" y="66828"/>
                </a:lnTo>
                <a:close/>
              </a:path>
            </a:pathLst>
          </a:custGeom>
          <a:solidFill xmlns:a="http://schemas.openxmlformats.org/drawingml/2006/main">
            <a:srgbClr val="3B3B3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62BAF48-EE10-4051-A465-307DB7611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3068" y="2911299"/>
            <a:ext cx="123718" cy="123718"/>
          </a:xfrm>
          <a:custGeom xmlns:a="http://schemas.openxmlformats.org/drawingml/2006/main">
            <a:pathLst>
              <a:path w="123718" h="123718">
                <a:moveTo>
                  <a:pt x="0" y="0"/>
                </a:moveTo>
                <a:lnTo>
                  <a:pt x="123718" y="0"/>
                </a:lnTo>
                <a:lnTo>
                  <a:pt x="123718" y="123718"/>
                </a:lnTo>
                <a:lnTo>
                  <a:pt x="0" y="12371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DF6D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66023F9-1302-4FE6-8628-9EFE394C8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3068" y="2779145"/>
            <a:ext cx="123718" cy="125124"/>
          </a:xfrm>
          <a:custGeom xmlns:a="http://schemas.openxmlformats.org/drawingml/2006/main">
            <a:pathLst>
              <a:path w="123718" h="125124">
                <a:moveTo>
                  <a:pt x="0" y="0"/>
                </a:moveTo>
                <a:lnTo>
                  <a:pt x="123718" y="0"/>
                </a:lnTo>
                <a:lnTo>
                  <a:pt x="123718" y="125124"/>
                </a:lnTo>
                <a:lnTo>
                  <a:pt x="0" y="12512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CC8C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73EDDCA-3AD9-4D3F-A388-125B87CA2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1163" y="2780551"/>
            <a:ext cx="1019270" cy="123718"/>
          </a:xfrm>
          <a:custGeom xmlns:a="http://schemas.openxmlformats.org/drawingml/2006/main">
            <a:pathLst>
              <a:path w="1019270" h="123718">
                <a:moveTo>
                  <a:pt x="0" y="0"/>
                </a:moveTo>
                <a:lnTo>
                  <a:pt x="1019270" y="0"/>
                </a:lnTo>
                <a:lnTo>
                  <a:pt x="1019270" y="123718"/>
                </a:lnTo>
                <a:lnTo>
                  <a:pt x="0" y="12371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EE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CA915D-18BE-4541-9C7D-B7054AA85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6787" y="2911299"/>
            <a:ext cx="1013647" cy="123718"/>
          </a:xfrm>
          <a:custGeom xmlns:a="http://schemas.openxmlformats.org/drawingml/2006/main">
            <a:pathLst>
              <a:path w="1013647" h="123718">
                <a:moveTo>
                  <a:pt x="0" y="0"/>
                </a:moveTo>
                <a:lnTo>
                  <a:pt x="1013647" y="0"/>
                </a:lnTo>
                <a:lnTo>
                  <a:pt x="1013647" y="123718"/>
                </a:lnTo>
                <a:lnTo>
                  <a:pt x="0" y="12371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7F9DD">
              <a:alpha val="502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970A01-05EE-4A36-88D0-741DE8A92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235" y="2680205"/>
            <a:ext cx="561770" cy="131802"/>
          </a:xfrm>
          <a:custGeom xmlns:a="http://schemas.openxmlformats.org/drawingml/2006/main">
            <a:pathLst>
              <a:path w="561770" h="131802">
                <a:moveTo>
                  <a:pt x="0" y="52721"/>
                </a:moveTo>
                <a:lnTo>
                  <a:pt x="0" y="79081"/>
                </a:lnTo>
                <a:lnTo>
                  <a:pt x="429968" y="79081"/>
                </a:lnTo>
                <a:lnTo>
                  <a:pt x="429968" y="131802"/>
                </a:lnTo>
                <a:lnTo>
                  <a:pt x="561770" y="65901"/>
                </a:lnTo>
                <a:lnTo>
                  <a:pt x="429968" y="0"/>
                </a:lnTo>
                <a:lnTo>
                  <a:pt x="429968" y="52721"/>
                </a:lnTo>
                <a:lnTo>
                  <a:pt x="0" y="52721"/>
                </a:lnTo>
                <a:close/>
              </a:path>
            </a:pathLst>
          </a:custGeom>
          <a:solidFill xmlns:a="http://schemas.openxmlformats.org/drawingml/2006/main">
            <a:srgbClr val="1D264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E72A288-D035-4430-933C-A51F3D5E9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0233" y="2680205"/>
            <a:ext cx="524280" cy="131802"/>
          </a:xfrm>
          <a:custGeom xmlns:a="http://schemas.openxmlformats.org/drawingml/2006/main">
            <a:pathLst>
              <a:path w="524280" h="131802">
                <a:moveTo>
                  <a:pt x="0" y="52721"/>
                </a:moveTo>
                <a:lnTo>
                  <a:pt x="0" y="79081"/>
                </a:lnTo>
                <a:lnTo>
                  <a:pt x="392478" y="79081"/>
                </a:lnTo>
                <a:lnTo>
                  <a:pt x="392478" y="131802"/>
                </a:lnTo>
                <a:lnTo>
                  <a:pt x="524280" y="65901"/>
                </a:lnTo>
                <a:lnTo>
                  <a:pt x="392478" y="0"/>
                </a:lnTo>
                <a:lnTo>
                  <a:pt x="392478" y="52721"/>
                </a:lnTo>
                <a:lnTo>
                  <a:pt x="0" y="52721"/>
                </a:lnTo>
                <a:close/>
              </a:path>
            </a:pathLst>
          </a:custGeom>
          <a:solidFill xmlns:a="http://schemas.openxmlformats.org/drawingml/2006/main">
            <a:srgbClr val="1D264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BB7338B-6B1B-4591-8174-7866A0BA6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430" y="3512902"/>
            <a:ext cx="3772472" cy="1521876"/>
          </a:xfrm>
          <a:custGeom xmlns:a="http://schemas.openxmlformats.org/drawingml/2006/main">
            <a:pathLst>
              <a:path w="3772472" h="1521876">
                <a:moveTo>
                  <a:pt x="469" y="115400"/>
                </a:moveTo>
                <a:cubicBezTo>
                  <a:pt x="0" y="51643"/>
                  <a:pt x="51643" y="0"/>
                  <a:pt x="115752" y="117"/>
                </a:cubicBezTo>
                <a:lnTo>
                  <a:pt x="3657189" y="117"/>
                </a:lnTo>
                <a:cubicBezTo>
                  <a:pt x="3720828" y="0"/>
                  <a:pt x="3772472" y="51643"/>
                  <a:pt x="3772472" y="115400"/>
                </a:cubicBezTo>
                <a:lnTo>
                  <a:pt x="3772472" y="1406007"/>
                </a:lnTo>
                <a:cubicBezTo>
                  <a:pt x="3772472" y="1470233"/>
                  <a:pt x="3720828" y="1521876"/>
                  <a:pt x="3657189" y="1521290"/>
                </a:cubicBezTo>
                <a:lnTo>
                  <a:pt x="115752" y="1521290"/>
                </a:lnTo>
                <a:cubicBezTo>
                  <a:pt x="51643" y="1521876"/>
                  <a:pt x="0" y="1470233"/>
                  <a:pt x="469" y="1406007"/>
                </a:cubicBezTo>
                <a:lnTo>
                  <a:pt x="469" y="11540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4EEE494-796B-4177-BAA9-F8372EE53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572" y="3507044"/>
            <a:ext cx="3784187" cy="1533592"/>
          </a:xfrm>
          <a:custGeom xmlns:a="http://schemas.openxmlformats.org/drawingml/2006/main">
            <a:pathLst>
              <a:path w="3784187" h="1533592">
                <a:moveTo>
                  <a:pt x="2460" y="1436808"/>
                </a:moveTo>
                <a:lnTo>
                  <a:pt x="3819" y="1442677"/>
                </a:lnTo>
                <a:lnTo>
                  <a:pt x="5448" y="1448430"/>
                </a:lnTo>
                <a:lnTo>
                  <a:pt x="7357" y="1454065"/>
                </a:lnTo>
                <a:lnTo>
                  <a:pt x="9525" y="1459572"/>
                </a:lnTo>
                <a:lnTo>
                  <a:pt x="11950" y="1464937"/>
                </a:lnTo>
                <a:lnTo>
                  <a:pt x="14633" y="1470163"/>
                </a:lnTo>
                <a:lnTo>
                  <a:pt x="17550" y="1475247"/>
                </a:lnTo>
                <a:lnTo>
                  <a:pt x="20702" y="1480156"/>
                </a:lnTo>
                <a:lnTo>
                  <a:pt x="24076" y="1484913"/>
                </a:lnTo>
                <a:lnTo>
                  <a:pt x="27673" y="1489494"/>
                </a:lnTo>
                <a:lnTo>
                  <a:pt x="31480" y="1493887"/>
                </a:lnTo>
                <a:lnTo>
                  <a:pt x="35499" y="1498093"/>
                </a:lnTo>
                <a:lnTo>
                  <a:pt x="39705" y="1502111"/>
                </a:lnTo>
                <a:lnTo>
                  <a:pt x="44098" y="1505919"/>
                </a:lnTo>
                <a:lnTo>
                  <a:pt x="48679" y="1509516"/>
                </a:lnTo>
                <a:lnTo>
                  <a:pt x="53436" y="1512890"/>
                </a:lnTo>
                <a:lnTo>
                  <a:pt x="58344" y="1516041"/>
                </a:lnTo>
                <a:lnTo>
                  <a:pt x="63429" y="1518959"/>
                </a:lnTo>
                <a:lnTo>
                  <a:pt x="68654" y="1521642"/>
                </a:lnTo>
                <a:lnTo>
                  <a:pt x="74020" y="1524067"/>
                </a:lnTo>
                <a:lnTo>
                  <a:pt x="79527" y="1526234"/>
                </a:lnTo>
                <a:lnTo>
                  <a:pt x="85162" y="1528144"/>
                </a:lnTo>
                <a:lnTo>
                  <a:pt x="90914" y="1529772"/>
                </a:lnTo>
                <a:lnTo>
                  <a:pt x="96784" y="1531131"/>
                </a:lnTo>
                <a:lnTo>
                  <a:pt x="102747" y="1532198"/>
                </a:lnTo>
                <a:lnTo>
                  <a:pt x="108816" y="1532971"/>
                </a:lnTo>
                <a:lnTo>
                  <a:pt x="114967" y="1533439"/>
                </a:lnTo>
                <a:lnTo>
                  <a:pt x="121129" y="1533592"/>
                </a:lnTo>
                <a:lnTo>
                  <a:pt x="3663058" y="1533592"/>
                </a:lnTo>
                <a:lnTo>
                  <a:pt x="3669221" y="1533439"/>
                </a:lnTo>
                <a:lnTo>
                  <a:pt x="3675371" y="1532971"/>
                </a:lnTo>
                <a:lnTo>
                  <a:pt x="3681440" y="1532198"/>
                </a:lnTo>
                <a:lnTo>
                  <a:pt x="3687403" y="1531131"/>
                </a:lnTo>
                <a:lnTo>
                  <a:pt x="3693273" y="1529772"/>
                </a:lnTo>
                <a:lnTo>
                  <a:pt x="3699025" y="1528144"/>
                </a:lnTo>
                <a:lnTo>
                  <a:pt x="3704661" y="1526234"/>
                </a:lnTo>
                <a:lnTo>
                  <a:pt x="3710167" y="1524067"/>
                </a:lnTo>
                <a:lnTo>
                  <a:pt x="3715533" y="1521642"/>
                </a:lnTo>
                <a:lnTo>
                  <a:pt x="3720758" y="1518959"/>
                </a:lnTo>
                <a:lnTo>
                  <a:pt x="3725843" y="1516041"/>
                </a:lnTo>
                <a:lnTo>
                  <a:pt x="3730752" y="1512890"/>
                </a:lnTo>
                <a:lnTo>
                  <a:pt x="3735508" y="1509516"/>
                </a:lnTo>
                <a:lnTo>
                  <a:pt x="3740089" y="1505919"/>
                </a:lnTo>
                <a:lnTo>
                  <a:pt x="3744483" y="1502111"/>
                </a:lnTo>
                <a:lnTo>
                  <a:pt x="3748689" y="1498093"/>
                </a:lnTo>
                <a:lnTo>
                  <a:pt x="3752695" y="1493887"/>
                </a:lnTo>
                <a:lnTo>
                  <a:pt x="3756515" y="1489494"/>
                </a:lnTo>
                <a:lnTo>
                  <a:pt x="3760111" y="1484913"/>
                </a:lnTo>
                <a:lnTo>
                  <a:pt x="3763486" y="1480156"/>
                </a:lnTo>
                <a:lnTo>
                  <a:pt x="3766637" y="1475247"/>
                </a:lnTo>
                <a:lnTo>
                  <a:pt x="3769554" y="1470163"/>
                </a:lnTo>
                <a:lnTo>
                  <a:pt x="3772237" y="1464937"/>
                </a:lnTo>
                <a:lnTo>
                  <a:pt x="3774662" y="1459572"/>
                </a:lnTo>
                <a:lnTo>
                  <a:pt x="3776830" y="1454065"/>
                </a:lnTo>
                <a:lnTo>
                  <a:pt x="3778739" y="1448430"/>
                </a:lnTo>
                <a:lnTo>
                  <a:pt x="3780368" y="1442677"/>
                </a:lnTo>
                <a:lnTo>
                  <a:pt x="3781727" y="1436808"/>
                </a:lnTo>
                <a:lnTo>
                  <a:pt x="3782793" y="1430845"/>
                </a:lnTo>
                <a:lnTo>
                  <a:pt x="3783566" y="1424776"/>
                </a:lnTo>
                <a:lnTo>
                  <a:pt x="3784035" y="1418625"/>
                </a:lnTo>
                <a:lnTo>
                  <a:pt x="3784187" y="1412463"/>
                </a:lnTo>
                <a:lnTo>
                  <a:pt x="3784187" y="121129"/>
                </a:lnTo>
                <a:lnTo>
                  <a:pt x="3784035" y="114967"/>
                </a:lnTo>
                <a:lnTo>
                  <a:pt x="3783566" y="108816"/>
                </a:lnTo>
                <a:lnTo>
                  <a:pt x="3782793" y="102747"/>
                </a:lnTo>
                <a:lnTo>
                  <a:pt x="3781727" y="96784"/>
                </a:lnTo>
                <a:lnTo>
                  <a:pt x="3780368" y="90914"/>
                </a:lnTo>
                <a:lnTo>
                  <a:pt x="3778739" y="85162"/>
                </a:lnTo>
                <a:lnTo>
                  <a:pt x="3776830" y="79527"/>
                </a:lnTo>
                <a:lnTo>
                  <a:pt x="3774662" y="74020"/>
                </a:lnTo>
                <a:lnTo>
                  <a:pt x="3772237" y="68654"/>
                </a:lnTo>
                <a:lnTo>
                  <a:pt x="3769554" y="63429"/>
                </a:lnTo>
                <a:lnTo>
                  <a:pt x="3766637" y="58344"/>
                </a:lnTo>
                <a:lnTo>
                  <a:pt x="3763486" y="53436"/>
                </a:lnTo>
                <a:lnTo>
                  <a:pt x="3760111" y="48679"/>
                </a:lnTo>
                <a:lnTo>
                  <a:pt x="3756515" y="44098"/>
                </a:lnTo>
                <a:lnTo>
                  <a:pt x="3752695" y="39705"/>
                </a:lnTo>
                <a:lnTo>
                  <a:pt x="3748689" y="35499"/>
                </a:lnTo>
                <a:lnTo>
                  <a:pt x="3744483" y="31480"/>
                </a:lnTo>
                <a:lnTo>
                  <a:pt x="3740089" y="27673"/>
                </a:lnTo>
                <a:lnTo>
                  <a:pt x="3735508" y="24076"/>
                </a:lnTo>
                <a:lnTo>
                  <a:pt x="3730752" y="20702"/>
                </a:lnTo>
                <a:lnTo>
                  <a:pt x="3725843" y="17550"/>
                </a:lnTo>
                <a:lnTo>
                  <a:pt x="3720758" y="14633"/>
                </a:lnTo>
                <a:lnTo>
                  <a:pt x="3715533" y="11950"/>
                </a:lnTo>
                <a:lnTo>
                  <a:pt x="3710167" y="9525"/>
                </a:lnTo>
                <a:lnTo>
                  <a:pt x="3704661" y="7357"/>
                </a:lnTo>
                <a:lnTo>
                  <a:pt x="3699025" y="5448"/>
                </a:lnTo>
                <a:lnTo>
                  <a:pt x="3693273" y="3819"/>
                </a:lnTo>
                <a:lnTo>
                  <a:pt x="3687403" y="2460"/>
                </a:lnTo>
                <a:lnTo>
                  <a:pt x="3681440" y="1394"/>
                </a:lnTo>
                <a:lnTo>
                  <a:pt x="3675371" y="621"/>
                </a:lnTo>
                <a:lnTo>
                  <a:pt x="3669221" y="152"/>
                </a:lnTo>
                <a:lnTo>
                  <a:pt x="3663058" y="0"/>
                </a:lnTo>
                <a:lnTo>
                  <a:pt x="121129" y="0"/>
                </a:lnTo>
                <a:lnTo>
                  <a:pt x="114967" y="152"/>
                </a:lnTo>
                <a:lnTo>
                  <a:pt x="108816" y="621"/>
                </a:lnTo>
                <a:lnTo>
                  <a:pt x="102747" y="1394"/>
                </a:lnTo>
                <a:lnTo>
                  <a:pt x="96784" y="2460"/>
                </a:lnTo>
                <a:lnTo>
                  <a:pt x="90914" y="3819"/>
                </a:lnTo>
                <a:lnTo>
                  <a:pt x="85162" y="5448"/>
                </a:lnTo>
                <a:lnTo>
                  <a:pt x="79527" y="7357"/>
                </a:lnTo>
                <a:lnTo>
                  <a:pt x="74020" y="9525"/>
                </a:lnTo>
                <a:lnTo>
                  <a:pt x="68654" y="11950"/>
                </a:lnTo>
                <a:lnTo>
                  <a:pt x="63429" y="14633"/>
                </a:lnTo>
                <a:lnTo>
                  <a:pt x="58344" y="17550"/>
                </a:lnTo>
                <a:lnTo>
                  <a:pt x="53436" y="20702"/>
                </a:lnTo>
                <a:lnTo>
                  <a:pt x="48679" y="24076"/>
                </a:lnTo>
                <a:lnTo>
                  <a:pt x="44098" y="27673"/>
                </a:lnTo>
                <a:lnTo>
                  <a:pt x="39705" y="31480"/>
                </a:lnTo>
                <a:lnTo>
                  <a:pt x="35499" y="35499"/>
                </a:lnTo>
                <a:lnTo>
                  <a:pt x="31480" y="39705"/>
                </a:lnTo>
                <a:lnTo>
                  <a:pt x="27673" y="44098"/>
                </a:lnTo>
                <a:lnTo>
                  <a:pt x="24076" y="48679"/>
                </a:lnTo>
                <a:lnTo>
                  <a:pt x="20702" y="53436"/>
                </a:lnTo>
                <a:lnTo>
                  <a:pt x="17550" y="58344"/>
                </a:lnTo>
                <a:lnTo>
                  <a:pt x="14633" y="63429"/>
                </a:lnTo>
                <a:lnTo>
                  <a:pt x="11950" y="68654"/>
                </a:lnTo>
                <a:lnTo>
                  <a:pt x="9525" y="74020"/>
                </a:lnTo>
                <a:lnTo>
                  <a:pt x="7357" y="79527"/>
                </a:lnTo>
                <a:lnTo>
                  <a:pt x="5448" y="85162"/>
                </a:lnTo>
                <a:lnTo>
                  <a:pt x="3819" y="90914"/>
                </a:lnTo>
                <a:lnTo>
                  <a:pt x="2460" y="96784"/>
                </a:lnTo>
                <a:lnTo>
                  <a:pt x="1394" y="102747"/>
                </a:lnTo>
                <a:lnTo>
                  <a:pt x="621" y="108816"/>
                </a:lnTo>
                <a:lnTo>
                  <a:pt x="152" y="114967"/>
                </a:lnTo>
                <a:lnTo>
                  <a:pt x="0" y="121129"/>
                </a:lnTo>
                <a:lnTo>
                  <a:pt x="0" y="1412463"/>
                </a:lnTo>
                <a:lnTo>
                  <a:pt x="152" y="1418625"/>
                </a:lnTo>
                <a:lnTo>
                  <a:pt x="621" y="1424776"/>
                </a:lnTo>
                <a:lnTo>
                  <a:pt x="1394" y="1430845"/>
                </a:lnTo>
                <a:lnTo>
                  <a:pt x="2460" y="1436808"/>
                </a:lnTo>
                <a:close/>
                <a:moveTo>
                  <a:pt x="12958" y="104669"/>
                </a:moveTo>
                <a:lnTo>
                  <a:pt x="13944" y="99105"/>
                </a:lnTo>
                <a:lnTo>
                  <a:pt x="15153" y="93873"/>
                </a:lnTo>
                <a:lnTo>
                  <a:pt x="16676" y="88527"/>
                </a:lnTo>
                <a:lnTo>
                  <a:pt x="18330" y="83640"/>
                </a:lnTo>
                <a:lnTo>
                  <a:pt x="20343" y="78528"/>
                </a:lnTo>
                <a:lnTo>
                  <a:pt x="22453" y="73856"/>
                </a:lnTo>
                <a:lnTo>
                  <a:pt x="24990" y="68889"/>
                </a:lnTo>
                <a:lnTo>
                  <a:pt x="24861" y="69146"/>
                </a:lnTo>
                <a:lnTo>
                  <a:pt x="27593" y="64386"/>
                </a:lnTo>
                <a:lnTo>
                  <a:pt x="30356" y="60068"/>
                </a:lnTo>
                <a:lnTo>
                  <a:pt x="33542" y="55580"/>
                </a:lnTo>
                <a:lnTo>
                  <a:pt x="33378" y="55814"/>
                </a:lnTo>
                <a:lnTo>
                  <a:pt x="36730" y="51544"/>
                </a:lnTo>
                <a:lnTo>
                  <a:pt x="40255" y="47484"/>
                </a:lnTo>
                <a:lnTo>
                  <a:pt x="40056" y="47683"/>
                </a:lnTo>
                <a:lnTo>
                  <a:pt x="43784" y="43784"/>
                </a:lnTo>
                <a:lnTo>
                  <a:pt x="47683" y="40056"/>
                </a:lnTo>
                <a:lnTo>
                  <a:pt x="47484" y="40255"/>
                </a:lnTo>
                <a:lnTo>
                  <a:pt x="51544" y="36730"/>
                </a:lnTo>
                <a:lnTo>
                  <a:pt x="55814" y="33378"/>
                </a:lnTo>
                <a:lnTo>
                  <a:pt x="55580" y="33542"/>
                </a:lnTo>
                <a:lnTo>
                  <a:pt x="60068" y="30356"/>
                </a:lnTo>
                <a:lnTo>
                  <a:pt x="64386" y="27593"/>
                </a:lnTo>
                <a:lnTo>
                  <a:pt x="69146" y="24861"/>
                </a:lnTo>
                <a:lnTo>
                  <a:pt x="68889" y="24990"/>
                </a:lnTo>
                <a:lnTo>
                  <a:pt x="73856" y="22453"/>
                </a:lnTo>
                <a:lnTo>
                  <a:pt x="78528" y="20343"/>
                </a:lnTo>
                <a:lnTo>
                  <a:pt x="83640" y="18330"/>
                </a:lnTo>
                <a:lnTo>
                  <a:pt x="88527" y="16676"/>
                </a:lnTo>
                <a:lnTo>
                  <a:pt x="93873" y="15153"/>
                </a:lnTo>
                <a:lnTo>
                  <a:pt x="99105" y="13944"/>
                </a:lnTo>
                <a:lnTo>
                  <a:pt x="104669" y="12958"/>
                </a:lnTo>
                <a:lnTo>
                  <a:pt x="104376" y="12993"/>
                </a:lnTo>
                <a:lnTo>
                  <a:pt x="110146" y="12267"/>
                </a:lnTo>
                <a:lnTo>
                  <a:pt x="115705" y="11845"/>
                </a:lnTo>
                <a:lnTo>
                  <a:pt x="115412" y="11868"/>
                </a:lnTo>
                <a:lnTo>
                  <a:pt x="121352" y="11716"/>
                </a:lnTo>
                <a:lnTo>
                  <a:pt x="3662836" y="11716"/>
                </a:lnTo>
                <a:lnTo>
                  <a:pt x="3668775" y="11868"/>
                </a:lnTo>
                <a:lnTo>
                  <a:pt x="3668483" y="11845"/>
                </a:lnTo>
                <a:lnTo>
                  <a:pt x="3674041" y="12267"/>
                </a:lnTo>
                <a:lnTo>
                  <a:pt x="3679812" y="12993"/>
                </a:lnTo>
                <a:lnTo>
                  <a:pt x="3679519" y="12958"/>
                </a:lnTo>
                <a:lnTo>
                  <a:pt x="3685082" y="13944"/>
                </a:lnTo>
                <a:lnTo>
                  <a:pt x="3690314" y="15153"/>
                </a:lnTo>
                <a:lnTo>
                  <a:pt x="3695660" y="16676"/>
                </a:lnTo>
                <a:lnTo>
                  <a:pt x="3700547" y="18330"/>
                </a:lnTo>
                <a:lnTo>
                  <a:pt x="3705659" y="20343"/>
                </a:lnTo>
                <a:lnTo>
                  <a:pt x="3710331" y="22453"/>
                </a:lnTo>
                <a:lnTo>
                  <a:pt x="3715299" y="24990"/>
                </a:lnTo>
                <a:lnTo>
                  <a:pt x="3715041" y="24861"/>
                </a:lnTo>
                <a:lnTo>
                  <a:pt x="3719798" y="27590"/>
                </a:lnTo>
                <a:lnTo>
                  <a:pt x="3724224" y="30431"/>
                </a:lnTo>
                <a:lnTo>
                  <a:pt x="3728608" y="33542"/>
                </a:lnTo>
                <a:lnTo>
                  <a:pt x="3728373" y="33378"/>
                </a:lnTo>
                <a:lnTo>
                  <a:pt x="3732643" y="36730"/>
                </a:lnTo>
                <a:lnTo>
                  <a:pt x="3736682" y="40236"/>
                </a:lnTo>
                <a:lnTo>
                  <a:pt x="3740406" y="43787"/>
                </a:lnTo>
                <a:lnTo>
                  <a:pt x="3744131" y="47683"/>
                </a:lnTo>
                <a:lnTo>
                  <a:pt x="3743932" y="47484"/>
                </a:lnTo>
                <a:lnTo>
                  <a:pt x="3747458" y="51544"/>
                </a:lnTo>
                <a:lnTo>
                  <a:pt x="3750809" y="55814"/>
                </a:lnTo>
                <a:lnTo>
                  <a:pt x="3750645" y="55580"/>
                </a:lnTo>
                <a:lnTo>
                  <a:pt x="3753831" y="60068"/>
                </a:lnTo>
                <a:lnTo>
                  <a:pt x="3756595" y="64386"/>
                </a:lnTo>
                <a:lnTo>
                  <a:pt x="3759326" y="69146"/>
                </a:lnTo>
                <a:lnTo>
                  <a:pt x="3759198" y="68889"/>
                </a:lnTo>
                <a:lnTo>
                  <a:pt x="3761734" y="73856"/>
                </a:lnTo>
                <a:lnTo>
                  <a:pt x="3763845" y="78528"/>
                </a:lnTo>
                <a:lnTo>
                  <a:pt x="3765858" y="83640"/>
                </a:lnTo>
                <a:lnTo>
                  <a:pt x="3767512" y="88527"/>
                </a:lnTo>
                <a:lnTo>
                  <a:pt x="3769034" y="93873"/>
                </a:lnTo>
                <a:lnTo>
                  <a:pt x="3770243" y="99105"/>
                </a:lnTo>
                <a:lnTo>
                  <a:pt x="3771230" y="104669"/>
                </a:lnTo>
                <a:lnTo>
                  <a:pt x="3771194" y="104376"/>
                </a:lnTo>
                <a:lnTo>
                  <a:pt x="3771920" y="110146"/>
                </a:lnTo>
                <a:lnTo>
                  <a:pt x="3772343" y="115705"/>
                </a:lnTo>
                <a:lnTo>
                  <a:pt x="3772319" y="115412"/>
                </a:lnTo>
                <a:lnTo>
                  <a:pt x="3772471" y="121352"/>
                </a:lnTo>
                <a:lnTo>
                  <a:pt x="3772471" y="1412240"/>
                </a:lnTo>
                <a:lnTo>
                  <a:pt x="3772319" y="1418180"/>
                </a:lnTo>
                <a:lnTo>
                  <a:pt x="3772343" y="1417887"/>
                </a:lnTo>
                <a:lnTo>
                  <a:pt x="3771920" y="1423446"/>
                </a:lnTo>
                <a:lnTo>
                  <a:pt x="3771194" y="1429216"/>
                </a:lnTo>
                <a:lnTo>
                  <a:pt x="3771230" y="1428923"/>
                </a:lnTo>
                <a:lnTo>
                  <a:pt x="3770243" y="1434486"/>
                </a:lnTo>
                <a:lnTo>
                  <a:pt x="3769034" y="1439719"/>
                </a:lnTo>
                <a:lnTo>
                  <a:pt x="3767512" y="1445064"/>
                </a:lnTo>
                <a:lnTo>
                  <a:pt x="3765858" y="1449952"/>
                </a:lnTo>
                <a:lnTo>
                  <a:pt x="3763845" y="1455064"/>
                </a:lnTo>
                <a:lnTo>
                  <a:pt x="3761734" y="1459736"/>
                </a:lnTo>
                <a:lnTo>
                  <a:pt x="3759198" y="1464703"/>
                </a:lnTo>
                <a:lnTo>
                  <a:pt x="3759326" y="1464445"/>
                </a:lnTo>
                <a:lnTo>
                  <a:pt x="3756595" y="1469206"/>
                </a:lnTo>
                <a:lnTo>
                  <a:pt x="3753831" y="1473523"/>
                </a:lnTo>
                <a:lnTo>
                  <a:pt x="3750645" y="1478012"/>
                </a:lnTo>
                <a:lnTo>
                  <a:pt x="3750809" y="1477778"/>
                </a:lnTo>
                <a:lnTo>
                  <a:pt x="3747458" y="1482048"/>
                </a:lnTo>
                <a:lnTo>
                  <a:pt x="3743951" y="1486086"/>
                </a:lnTo>
                <a:lnTo>
                  <a:pt x="3740403" y="1489808"/>
                </a:lnTo>
                <a:lnTo>
                  <a:pt x="3736682" y="1493355"/>
                </a:lnTo>
                <a:lnTo>
                  <a:pt x="3732643" y="1496862"/>
                </a:lnTo>
                <a:lnTo>
                  <a:pt x="3728373" y="1500214"/>
                </a:lnTo>
                <a:lnTo>
                  <a:pt x="3728608" y="1500049"/>
                </a:lnTo>
                <a:lnTo>
                  <a:pt x="3724224" y="1503161"/>
                </a:lnTo>
                <a:lnTo>
                  <a:pt x="3719798" y="1506001"/>
                </a:lnTo>
                <a:lnTo>
                  <a:pt x="3715041" y="1508731"/>
                </a:lnTo>
                <a:lnTo>
                  <a:pt x="3715299" y="1508602"/>
                </a:lnTo>
                <a:lnTo>
                  <a:pt x="3710331" y="1511138"/>
                </a:lnTo>
                <a:lnTo>
                  <a:pt x="3705659" y="1513249"/>
                </a:lnTo>
                <a:lnTo>
                  <a:pt x="3700547" y="1515262"/>
                </a:lnTo>
                <a:lnTo>
                  <a:pt x="3695660" y="1516916"/>
                </a:lnTo>
                <a:lnTo>
                  <a:pt x="3690314" y="1518438"/>
                </a:lnTo>
                <a:lnTo>
                  <a:pt x="3685082" y="1519648"/>
                </a:lnTo>
                <a:lnTo>
                  <a:pt x="3679519" y="1520634"/>
                </a:lnTo>
                <a:lnTo>
                  <a:pt x="3679812" y="1520599"/>
                </a:lnTo>
                <a:lnTo>
                  <a:pt x="3674041" y="1521325"/>
                </a:lnTo>
                <a:lnTo>
                  <a:pt x="3668483" y="1521747"/>
                </a:lnTo>
                <a:lnTo>
                  <a:pt x="3668775" y="1521724"/>
                </a:lnTo>
                <a:lnTo>
                  <a:pt x="3662836" y="1521876"/>
                </a:lnTo>
                <a:lnTo>
                  <a:pt x="121352" y="1521876"/>
                </a:lnTo>
                <a:lnTo>
                  <a:pt x="115412" y="1521724"/>
                </a:lnTo>
                <a:lnTo>
                  <a:pt x="115705" y="1521747"/>
                </a:lnTo>
                <a:lnTo>
                  <a:pt x="110146" y="1521325"/>
                </a:lnTo>
                <a:lnTo>
                  <a:pt x="104376" y="1520599"/>
                </a:lnTo>
                <a:lnTo>
                  <a:pt x="104669" y="1520634"/>
                </a:lnTo>
                <a:lnTo>
                  <a:pt x="99105" y="1519648"/>
                </a:lnTo>
                <a:lnTo>
                  <a:pt x="93873" y="1518438"/>
                </a:lnTo>
                <a:lnTo>
                  <a:pt x="88527" y="1516916"/>
                </a:lnTo>
                <a:lnTo>
                  <a:pt x="83640" y="1515262"/>
                </a:lnTo>
                <a:lnTo>
                  <a:pt x="78528" y="1513249"/>
                </a:lnTo>
                <a:lnTo>
                  <a:pt x="73856" y="1511138"/>
                </a:lnTo>
                <a:lnTo>
                  <a:pt x="68889" y="1508602"/>
                </a:lnTo>
                <a:lnTo>
                  <a:pt x="69146" y="1508731"/>
                </a:lnTo>
                <a:lnTo>
                  <a:pt x="64386" y="1505999"/>
                </a:lnTo>
                <a:lnTo>
                  <a:pt x="60068" y="1503236"/>
                </a:lnTo>
                <a:lnTo>
                  <a:pt x="55580" y="1500049"/>
                </a:lnTo>
                <a:lnTo>
                  <a:pt x="55814" y="1500214"/>
                </a:lnTo>
                <a:lnTo>
                  <a:pt x="51544" y="1496862"/>
                </a:lnTo>
                <a:lnTo>
                  <a:pt x="47484" y="1493336"/>
                </a:lnTo>
                <a:lnTo>
                  <a:pt x="47683" y="1493536"/>
                </a:lnTo>
                <a:lnTo>
                  <a:pt x="43787" y="1489811"/>
                </a:lnTo>
                <a:lnTo>
                  <a:pt x="40236" y="1486086"/>
                </a:lnTo>
                <a:lnTo>
                  <a:pt x="36730" y="1482048"/>
                </a:lnTo>
                <a:lnTo>
                  <a:pt x="33378" y="1477778"/>
                </a:lnTo>
                <a:lnTo>
                  <a:pt x="33542" y="1478012"/>
                </a:lnTo>
                <a:lnTo>
                  <a:pt x="30356" y="1473523"/>
                </a:lnTo>
                <a:lnTo>
                  <a:pt x="27593" y="1469206"/>
                </a:lnTo>
                <a:lnTo>
                  <a:pt x="24861" y="1464445"/>
                </a:lnTo>
                <a:lnTo>
                  <a:pt x="24990" y="1464703"/>
                </a:lnTo>
                <a:lnTo>
                  <a:pt x="22453" y="1459736"/>
                </a:lnTo>
                <a:lnTo>
                  <a:pt x="20343" y="1455064"/>
                </a:lnTo>
                <a:lnTo>
                  <a:pt x="18330" y="1449952"/>
                </a:lnTo>
                <a:lnTo>
                  <a:pt x="16676" y="1445064"/>
                </a:lnTo>
                <a:lnTo>
                  <a:pt x="15153" y="1439719"/>
                </a:lnTo>
                <a:lnTo>
                  <a:pt x="13944" y="1434486"/>
                </a:lnTo>
                <a:lnTo>
                  <a:pt x="12958" y="1428923"/>
                </a:lnTo>
                <a:lnTo>
                  <a:pt x="12993" y="1429216"/>
                </a:lnTo>
                <a:lnTo>
                  <a:pt x="12267" y="1423446"/>
                </a:lnTo>
                <a:lnTo>
                  <a:pt x="11845" y="1417887"/>
                </a:lnTo>
                <a:lnTo>
                  <a:pt x="11868" y="1418180"/>
                </a:lnTo>
                <a:lnTo>
                  <a:pt x="11716" y="1412240"/>
                </a:lnTo>
                <a:lnTo>
                  <a:pt x="11716" y="121352"/>
                </a:lnTo>
                <a:lnTo>
                  <a:pt x="11868" y="115412"/>
                </a:lnTo>
                <a:lnTo>
                  <a:pt x="11845" y="115705"/>
                </a:lnTo>
                <a:lnTo>
                  <a:pt x="12267" y="110146"/>
                </a:lnTo>
                <a:lnTo>
                  <a:pt x="12993" y="104376"/>
                </a:lnTo>
                <a:lnTo>
                  <a:pt x="12958" y="10466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" name="Text Prompt:">
            <a:extLst xmlns:a="http://schemas.openxmlformats.org/drawingml/2006/main">
              <a:ext uri="{FF2B5EF4-FFF2-40B4-BE49-F238E27FC236}">
                <a16:creationId xmlns:a16="http://schemas.microsoft.com/office/drawing/2014/main" id="{711539C7-3524-4EC8-9BC5-933E505A5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406" y="3611235"/>
            <a:ext cx="468740" cy="128644"/>
          </a:xfrm>
          <a:custGeom xmlns:a="http://schemas.openxmlformats.org/drawingml/2006/main">
            <a:pathLst>
              <a:path w="468740" h="128644">
                <a:moveTo>
                  <a:pt x="0" y="100636"/>
                </a:moveTo>
                <a:lnTo>
                  <a:pt x="0" y="0"/>
                </a:lnTo>
                <a:lnTo>
                  <a:pt x="37962" y="0"/>
                </a:lnTo>
                <a:cubicBezTo>
                  <a:pt x="44643" y="0"/>
                  <a:pt x="49746" y="320"/>
                  <a:pt x="53270" y="961"/>
                </a:cubicBezTo>
                <a:cubicBezTo>
                  <a:pt x="58213" y="1785"/>
                  <a:pt x="62354" y="3352"/>
                  <a:pt x="65695" y="5663"/>
                </a:cubicBezTo>
                <a:cubicBezTo>
                  <a:pt x="69036" y="7974"/>
                  <a:pt x="71725" y="11212"/>
                  <a:pt x="73761" y="15377"/>
                </a:cubicBezTo>
                <a:cubicBezTo>
                  <a:pt x="75798" y="19541"/>
                  <a:pt x="76816" y="24118"/>
                  <a:pt x="76816" y="29106"/>
                </a:cubicBezTo>
                <a:cubicBezTo>
                  <a:pt x="76816" y="37664"/>
                  <a:pt x="74093" y="44907"/>
                  <a:pt x="68647" y="50833"/>
                </a:cubicBezTo>
                <a:cubicBezTo>
                  <a:pt x="63201" y="56760"/>
                  <a:pt x="53362" y="59723"/>
                  <a:pt x="39129" y="59723"/>
                </a:cubicBezTo>
                <a:lnTo>
                  <a:pt x="13318" y="59723"/>
                </a:lnTo>
                <a:lnTo>
                  <a:pt x="13318" y="100636"/>
                </a:lnTo>
                <a:lnTo>
                  <a:pt x="0" y="100636"/>
                </a:lnTo>
                <a:moveTo>
                  <a:pt x="13318" y="47778"/>
                </a:moveTo>
                <a:lnTo>
                  <a:pt x="39335" y="47778"/>
                </a:lnTo>
                <a:cubicBezTo>
                  <a:pt x="47938" y="47778"/>
                  <a:pt x="54048" y="46183"/>
                  <a:pt x="57663" y="42992"/>
                </a:cubicBezTo>
                <a:cubicBezTo>
                  <a:pt x="61279" y="39800"/>
                  <a:pt x="63087" y="35310"/>
                  <a:pt x="63087" y="29520"/>
                </a:cubicBezTo>
                <a:cubicBezTo>
                  <a:pt x="63087" y="25326"/>
                  <a:pt x="62023" y="21735"/>
                  <a:pt x="59894" y="18749"/>
                </a:cubicBezTo>
                <a:cubicBezTo>
                  <a:pt x="57766" y="15763"/>
                  <a:pt x="54963" y="13791"/>
                  <a:pt x="51485" y="12833"/>
                </a:cubicBezTo>
                <a:cubicBezTo>
                  <a:pt x="49243" y="12241"/>
                  <a:pt x="45101" y="11945"/>
                  <a:pt x="39060" y="11945"/>
                </a:cubicBezTo>
                <a:lnTo>
                  <a:pt x="13318" y="11945"/>
                </a:lnTo>
                <a:lnTo>
                  <a:pt x="13318" y="47778"/>
                </a:lnTo>
                <a:close/>
                <a:moveTo>
                  <a:pt x="92010" y="100636"/>
                </a:moveTo>
                <a:lnTo>
                  <a:pt x="92010" y="27733"/>
                </a:lnTo>
                <a:lnTo>
                  <a:pt x="103131" y="27733"/>
                </a:lnTo>
                <a:lnTo>
                  <a:pt x="103131" y="38786"/>
                </a:lnTo>
                <a:cubicBezTo>
                  <a:pt x="105968" y="33614"/>
                  <a:pt x="108588" y="30205"/>
                  <a:pt x="110991" y="28557"/>
                </a:cubicBezTo>
                <a:cubicBezTo>
                  <a:pt x="113393" y="26910"/>
                  <a:pt x="116036" y="26086"/>
                  <a:pt x="118919" y="26086"/>
                </a:cubicBezTo>
                <a:cubicBezTo>
                  <a:pt x="123084" y="26086"/>
                  <a:pt x="127317" y="27413"/>
                  <a:pt x="131619" y="30067"/>
                </a:cubicBezTo>
                <a:lnTo>
                  <a:pt x="127363" y="41523"/>
                </a:lnTo>
                <a:cubicBezTo>
                  <a:pt x="124343" y="39744"/>
                  <a:pt x="121322" y="38854"/>
                  <a:pt x="118302" y="38854"/>
                </a:cubicBezTo>
                <a:cubicBezTo>
                  <a:pt x="115601" y="38854"/>
                  <a:pt x="113176" y="39667"/>
                  <a:pt x="111025" y="41291"/>
                </a:cubicBezTo>
                <a:cubicBezTo>
                  <a:pt x="108874" y="42916"/>
                  <a:pt x="107341" y="45170"/>
                  <a:pt x="106426" y="48053"/>
                </a:cubicBezTo>
                <a:cubicBezTo>
                  <a:pt x="105053" y="52446"/>
                  <a:pt x="104366" y="57252"/>
                  <a:pt x="104366" y="62469"/>
                </a:cubicBezTo>
                <a:lnTo>
                  <a:pt x="104366" y="100636"/>
                </a:lnTo>
                <a:lnTo>
                  <a:pt x="92010" y="100636"/>
                </a:lnTo>
                <a:close/>
                <a:moveTo>
                  <a:pt x="134411" y="64185"/>
                </a:moveTo>
                <a:cubicBezTo>
                  <a:pt x="134411" y="50684"/>
                  <a:pt x="138163" y="40685"/>
                  <a:pt x="145669" y="34186"/>
                </a:cubicBezTo>
                <a:cubicBezTo>
                  <a:pt x="151938" y="28786"/>
                  <a:pt x="159581" y="26086"/>
                  <a:pt x="168597" y="26086"/>
                </a:cubicBezTo>
                <a:cubicBezTo>
                  <a:pt x="178619" y="26086"/>
                  <a:pt x="186811" y="29369"/>
                  <a:pt x="193172" y="35937"/>
                </a:cubicBezTo>
                <a:cubicBezTo>
                  <a:pt x="199534" y="42504"/>
                  <a:pt x="202714" y="51577"/>
                  <a:pt x="202714" y="63155"/>
                </a:cubicBezTo>
                <a:cubicBezTo>
                  <a:pt x="202714" y="72537"/>
                  <a:pt x="201307" y="79917"/>
                  <a:pt x="198493" y="85294"/>
                </a:cubicBezTo>
                <a:cubicBezTo>
                  <a:pt x="195678" y="90671"/>
                  <a:pt x="191582" y="94847"/>
                  <a:pt x="186205" y="97822"/>
                </a:cubicBezTo>
                <a:cubicBezTo>
                  <a:pt x="180827" y="100797"/>
                  <a:pt x="174958" y="102284"/>
                  <a:pt x="168597" y="102284"/>
                </a:cubicBezTo>
                <a:cubicBezTo>
                  <a:pt x="158391" y="102284"/>
                  <a:pt x="150142" y="99012"/>
                  <a:pt x="143850" y="92467"/>
                </a:cubicBezTo>
                <a:cubicBezTo>
                  <a:pt x="137557" y="85923"/>
                  <a:pt x="134411" y="76496"/>
                  <a:pt x="134411" y="64185"/>
                </a:cubicBezTo>
                <a:moveTo>
                  <a:pt x="147110" y="64219"/>
                </a:moveTo>
                <a:cubicBezTo>
                  <a:pt x="147110" y="73544"/>
                  <a:pt x="149147" y="80526"/>
                  <a:pt x="153220" y="85165"/>
                </a:cubicBezTo>
                <a:cubicBezTo>
                  <a:pt x="157293" y="89805"/>
                  <a:pt x="162419" y="92124"/>
                  <a:pt x="168597" y="92124"/>
                </a:cubicBezTo>
                <a:cubicBezTo>
                  <a:pt x="174729" y="92124"/>
                  <a:pt x="179832" y="89793"/>
                  <a:pt x="183905" y="85131"/>
                </a:cubicBezTo>
                <a:cubicBezTo>
                  <a:pt x="187978" y="80469"/>
                  <a:pt x="190015" y="73361"/>
                  <a:pt x="190015" y="63807"/>
                </a:cubicBezTo>
                <a:cubicBezTo>
                  <a:pt x="190015" y="54803"/>
                  <a:pt x="187967" y="47981"/>
                  <a:pt x="183871" y="43342"/>
                </a:cubicBezTo>
                <a:cubicBezTo>
                  <a:pt x="179775" y="38703"/>
                  <a:pt x="174684" y="36383"/>
                  <a:pt x="168597" y="36383"/>
                </a:cubicBezTo>
                <a:cubicBezTo>
                  <a:pt x="162419" y="36383"/>
                  <a:pt x="157293" y="38691"/>
                  <a:pt x="153220" y="43308"/>
                </a:cubicBezTo>
                <a:cubicBezTo>
                  <a:pt x="149147" y="47924"/>
                  <a:pt x="147110" y="54895"/>
                  <a:pt x="147110" y="64219"/>
                </a:cubicBezTo>
                <a:close/>
                <a:moveTo>
                  <a:pt x="216920" y="100636"/>
                </a:moveTo>
                <a:lnTo>
                  <a:pt x="216920" y="27733"/>
                </a:lnTo>
                <a:lnTo>
                  <a:pt x="227972" y="27733"/>
                </a:lnTo>
                <a:lnTo>
                  <a:pt x="227972" y="37962"/>
                </a:lnTo>
                <a:cubicBezTo>
                  <a:pt x="230260" y="34392"/>
                  <a:pt x="233304" y="31520"/>
                  <a:pt x="237102" y="29347"/>
                </a:cubicBezTo>
                <a:cubicBezTo>
                  <a:pt x="240901" y="27173"/>
                  <a:pt x="245225" y="26086"/>
                  <a:pt x="250076" y="26086"/>
                </a:cubicBezTo>
                <a:cubicBezTo>
                  <a:pt x="255477" y="26086"/>
                  <a:pt x="259904" y="27207"/>
                  <a:pt x="263360" y="29450"/>
                </a:cubicBezTo>
                <a:cubicBezTo>
                  <a:pt x="266815" y="31692"/>
                  <a:pt x="269252" y="34827"/>
                  <a:pt x="270670" y="38854"/>
                </a:cubicBezTo>
                <a:cubicBezTo>
                  <a:pt x="276437" y="30342"/>
                  <a:pt x="283942" y="26086"/>
                  <a:pt x="293187" y="26086"/>
                </a:cubicBezTo>
                <a:cubicBezTo>
                  <a:pt x="300417" y="26086"/>
                  <a:pt x="305978" y="28088"/>
                  <a:pt x="309868" y="32092"/>
                </a:cubicBezTo>
                <a:cubicBezTo>
                  <a:pt x="313758" y="36097"/>
                  <a:pt x="315703" y="42264"/>
                  <a:pt x="315703" y="50593"/>
                </a:cubicBezTo>
                <a:lnTo>
                  <a:pt x="315703" y="100636"/>
                </a:lnTo>
                <a:lnTo>
                  <a:pt x="303415" y="100636"/>
                </a:lnTo>
                <a:lnTo>
                  <a:pt x="303415" y="54712"/>
                </a:lnTo>
                <a:cubicBezTo>
                  <a:pt x="303415" y="49769"/>
                  <a:pt x="303015" y="46211"/>
                  <a:pt x="302214" y="44037"/>
                </a:cubicBezTo>
                <a:cubicBezTo>
                  <a:pt x="301413" y="41863"/>
                  <a:pt x="299960" y="40113"/>
                  <a:pt x="297855" y="38786"/>
                </a:cubicBezTo>
                <a:cubicBezTo>
                  <a:pt x="295749" y="37458"/>
                  <a:pt x="293278" y="36795"/>
                  <a:pt x="290441" y="36795"/>
                </a:cubicBezTo>
                <a:cubicBezTo>
                  <a:pt x="285315" y="36795"/>
                  <a:pt x="281059" y="38500"/>
                  <a:pt x="277672" y="41909"/>
                </a:cubicBezTo>
                <a:cubicBezTo>
                  <a:pt x="274286" y="45318"/>
                  <a:pt x="272593" y="50776"/>
                  <a:pt x="272593" y="58281"/>
                </a:cubicBezTo>
                <a:lnTo>
                  <a:pt x="272593" y="100636"/>
                </a:lnTo>
                <a:lnTo>
                  <a:pt x="260236" y="100636"/>
                </a:lnTo>
                <a:lnTo>
                  <a:pt x="260236" y="53270"/>
                </a:lnTo>
                <a:cubicBezTo>
                  <a:pt x="260236" y="47778"/>
                  <a:pt x="259229" y="43659"/>
                  <a:pt x="257216" y="40914"/>
                </a:cubicBezTo>
                <a:cubicBezTo>
                  <a:pt x="255202" y="38168"/>
                  <a:pt x="251907" y="36795"/>
                  <a:pt x="247330" y="36795"/>
                </a:cubicBezTo>
                <a:cubicBezTo>
                  <a:pt x="243852" y="36795"/>
                  <a:pt x="240637" y="37710"/>
                  <a:pt x="237686" y="39541"/>
                </a:cubicBezTo>
                <a:cubicBezTo>
                  <a:pt x="234734" y="41371"/>
                  <a:pt x="232594" y="44048"/>
                  <a:pt x="231267" y="47572"/>
                </a:cubicBezTo>
                <a:cubicBezTo>
                  <a:pt x="229940" y="51096"/>
                  <a:pt x="229276" y="56176"/>
                  <a:pt x="229276" y="62812"/>
                </a:cubicBezTo>
                <a:lnTo>
                  <a:pt x="229276" y="100636"/>
                </a:lnTo>
                <a:lnTo>
                  <a:pt x="216920" y="100636"/>
                </a:lnTo>
                <a:close/>
                <a:moveTo>
                  <a:pt x="334077" y="128644"/>
                </a:moveTo>
                <a:lnTo>
                  <a:pt x="334077" y="27733"/>
                </a:lnTo>
                <a:lnTo>
                  <a:pt x="345335" y="27733"/>
                </a:lnTo>
                <a:lnTo>
                  <a:pt x="345335" y="37273"/>
                </a:lnTo>
                <a:cubicBezTo>
                  <a:pt x="347990" y="33543"/>
                  <a:pt x="350987" y="30747"/>
                  <a:pt x="354328" y="28883"/>
                </a:cubicBezTo>
                <a:cubicBezTo>
                  <a:pt x="357669" y="27018"/>
                  <a:pt x="361719" y="26086"/>
                  <a:pt x="366479" y="26086"/>
                </a:cubicBezTo>
                <a:cubicBezTo>
                  <a:pt x="372703" y="26086"/>
                  <a:pt x="378194" y="27688"/>
                  <a:pt x="382954" y="30891"/>
                </a:cubicBezTo>
                <a:cubicBezTo>
                  <a:pt x="387713" y="34095"/>
                  <a:pt x="391306" y="38614"/>
                  <a:pt x="393731" y="44449"/>
                </a:cubicBezTo>
                <a:cubicBezTo>
                  <a:pt x="396157" y="50284"/>
                  <a:pt x="397370" y="56680"/>
                  <a:pt x="397370" y="63636"/>
                </a:cubicBezTo>
                <a:cubicBezTo>
                  <a:pt x="397370" y="71095"/>
                  <a:pt x="396031" y="77811"/>
                  <a:pt x="393354" y="83784"/>
                </a:cubicBezTo>
                <a:cubicBezTo>
                  <a:pt x="390677" y="89756"/>
                  <a:pt x="386787" y="94332"/>
                  <a:pt x="381684" y="97513"/>
                </a:cubicBezTo>
                <a:cubicBezTo>
                  <a:pt x="376581" y="100694"/>
                  <a:pt x="371215" y="102284"/>
                  <a:pt x="365586" y="102284"/>
                </a:cubicBezTo>
                <a:cubicBezTo>
                  <a:pt x="361467" y="102284"/>
                  <a:pt x="357772" y="101414"/>
                  <a:pt x="354500" y="99675"/>
                </a:cubicBezTo>
                <a:cubicBezTo>
                  <a:pt x="351228" y="97936"/>
                  <a:pt x="348539" y="95740"/>
                  <a:pt x="346434" y="93085"/>
                </a:cubicBezTo>
                <a:lnTo>
                  <a:pt x="346434" y="128644"/>
                </a:lnTo>
                <a:lnTo>
                  <a:pt x="334077" y="128644"/>
                </a:lnTo>
                <a:moveTo>
                  <a:pt x="345267" y="64631"/>
                </a:moveTo>
                <a:cubicBezTo>
                  <a:pt x="345267" y="74001"/>
                  <a:pt x="347166" y="80926"/>
                  <a:pt x="350964" y="85405"/>
                </a:cubicBezTo>
                <a:cubicBezTo>
                  <a:pt x="354763" y="89885"/>
                  <a:pt x="359362" y="92124"/>
                  <a:pt x="364762" y="92124"/>
                </a:cubicBezTo>
                <a:cubicBezTo>
                  <a:pt x="370254" y="92124"/>
                  <a:pt x="374956" y="89805"/>
                  <a:pt x="378869" y="85165"/>
                </a:cubicBezTo>
                <a:cubicBezTo>
                  <a:pt x="382782" y="80526"/>
                  <a:pt x="384739" y="73338"/>
                  <a:pt x="384739" y="63601"/>
                </a:cubicBezTo>
                <a:cubicBezTo>
                  <a:pt x="384739" y="54323"/>
                  <a:pt x="382828" y="47375"/>
                  <a:pt x="379007" y="42758"/>
                </a:cubicBezTo>
                <a:cubicBezTo>
                  <a:pt x="375185" y="38142"/>
                  <a:pt x="370620" y="35834"/>
                  <a:pt x="365312" y="35834"/>
                </a:cubicBezTo>
                <a:cubicBezTo>
                  <a:pt x="360049" y="35834"/>
                  <a:pt x="355392" y="38291"/>
                  <a:pt x="351342" y="43205"/>
                </a:cubicBezTo>
                <a:cubicBezTo>
                  <a:pt x="347292" y="48119"/>
                  <a:pt x="345267" y="55261"/>
                  <a:pt x="345267" y="64631"/>
                </a:cubicBezTo>
                <a:close/>
                <a:moveTo>
                  <a:pt x="438965" y="89584"/>
                </a:moveTo>
                <a:lnTo>
                  <a:pt x="440750" y="100499"/>
                </a:lnTo>
                <a:cubicBezTo>
                  <a:pt x="437272" y="101231"/>
                  <a:pt x="434160" y="101598"/>
                  <a:pt x="431414" y="101598"/>
                </a:cubicBezTo>
                <a:cubicBezTo>
                  <a:pt x="426929" y="101598"/>
                  <a:pt x="423451" y="100888"/>
                  <a:pt x="420980" y="99469"/>
                </a:cubicBezTo>
                <a:cubicBezTo>
                  <a:pt x="418508" y="98051"/>
                  <a:pt x="416769" y="96186"/>
                  <a:pt x="415762" y="93875"/>
                </a:cubicBezTo>
                <a:cubicBezTo>
                  <a:pt x="414756" y="91564"/>
                  <a:pt x="414252" y="86701"/>
                  <a:pt x="414252" y="79287"/>
                </a:cubicBezTo>
                <a:lnTo>
                  <a:pt x="414252" y="37344"/>
                </a:lnTo>
                <a:lnTo>
                  <a:pt x="405191" y="37344"/>
                </a:lnTo>
                <a:lnTo>
                  <a:pt x="405191" y="27733"/>
                </a:lnTo>
                <a:lnTo>
                  <a:pt x="414252" y="27733"/>
                </a:lnTo>
                <a:lnTo>
                  <a:pt x="414252" y="9679"/>
                </a:lnTo>
                <a:lnTo>
                  <a:pt x="426540" y="2265"/>
                </a:lnTo>
                <a:lnTo>
                  <a:pt x="426540" y="27733"/>
                </a:lnTo>
                <a:lnTo>
                  <a:pt x="438965" y="27733"/>
                </a:lnTo>
                <a:lnTo>
                  <a:pt x="438965" y="37344"/>
                </a:lnTo>
                <a:lnTo>
                  <a:pt x="426540" y="37344"/>
                </a:lnTo>
                <a:lnTo>
                  <a:pt x="426540" y="79974"/>
                </a:lnTo>
                <a:cubicBezTo>
                  <a:pt x="426540" y="83498"/>
                  <a:pt x="426757" y="85763"/>
                  <a:pt x="427192" y="86770"/>
                </a:cubicBezTo>
                <a:cubicBezTo>
                  <a:pt x="427627" y="87777"/>
                  <a:pt x="428336" y="88577"/>
                  <a:pt x="429320" y="89172"/>
                </a:cubicBezTo>
                <a:cubicBezTo>
                  <a:pt x="430304" y="89767"/>
                  <a:pt x="431711" y="90065"/>
                  <a:pt x="433542" y="90065"/>
                </a:cubicBezTo>
                <a:cubicBezTo>
                  <a:pt x="434915" y="90065"/>
                  <a:pt x="436723" y="89905"/>
                  <a:pt x="438965" y="89584"/>
                </a:cubicBezTo>
                <a:close/>
                <a:moveTo>
                  <a:pt x="454667" y="41875"/>
                </a:moveTo>
                <a:lnTo>
                  <a:pt x="454667" y="27733"/>
                </a:lnTo>
                <a:lnTo>
                  <a:pt x="468740" y="27733"/>
                </a:lnTo>
                <a:lnTo>
                  <a:pt x="468740" y="41875"/>
                </a:lnTo>
                <a:lnTo>
                  <a:pt x="454667" y="41875"/>
                </a:lnTo>
                <a:moveTo>
                  <a:pt x="454667" y="100636"/>
                </a:moveTo>
                <a:lnTo>
                  <a:pt x="454667" y="86495"/>
                </a:lnTo>
                <a:lnTo>
                  <a:pt x="468740" y="86495"/>
                </a:lnTo>
                <a:lnTo>
                  <a:pt x="468740" y="100636"/>
                </a:lnTo>
                <a:lnTo>
                  <a:pt x="454667" y="10063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" name="Text &lt;�푠푠��&gt;,">
            <a:extLst xmlns:a="http://schemas.openxmlformats.org/drawingml/2006/main">
              <a:ext uri="{FF2B5EF4-FFF2-40B4-BE49-F238E27FC236}">
                <a16:creationId xmlns:a16="http://schemas.microsoft.com/office/drawing/2014/main" id="{FF79D2F1-6916-4100-8C85-D0ABC53C3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0293" y="3608399"/>
            <a:ext cx="600564" cy="123380"/>
          </a:xfrm>
          <a:custGeom xmlns:a="http://schemas.openxmlformats.org/drawingml/2006/main">
            <a:pathLst>
              <a:path w="600564" h="123380">
                <a:moveTo>
                  <a:pt x="0" y="59401"/>
                </a:moveTo>
                <a:lnTo>
                  <a:pt x="0" y="47868"/>
                </a:lnTo>
                <a:lnTo>
                  <a:pt x="66656" y="19723"/>
                </a:lnTo>
                <a:lnTo>
                  <a:pt x="66656" y="32080"/>
                </a:lnTo>
                <a:lnTo>
                  <a:pt x="13798" y="53703"/>
                </a:lnTo>
                <a:lnTo>
                  <a:pt x="66656" y="75602"/>
                </a:lnTo>
                <a:lnTo>
                  <a:pt x="66656" y="87958"/>
                </a:lnTo>
                <a:lnTo>
                  <a:pt x="0" y="59401"/>
                </a:lnTo>
                <a:close/>
                <a:moveTo>
                  <a:pt x="116357" y="6326"/>
                </a:moveTo>
                <a:cubicBezTo>
                  <a:pt x="116357" y="6981"/>
                  <a:pt x="116310" y="7497"/>
                  <a:pt x="116217" y="7873"/>
                </a:cubicBezTo>
                <a:cubicBezTo>
                  <a:pt x="115748" y="10121"/>
                  <a:pt x="114670" y="11948"/>
                  <a:pt x="112982" y="13354"/>
                </a:cubicBezTo>
                <a:cubicBezTo>
                  <a:pt x="111109" y="14854"/>
                  <a:pt x="109094" y="15604"/>
                  <a:pt x="106937" y="15604"/>
                </a:cubicBezTo>
                <a:cubicBezTo>
                  <a:pt x="104782" y="15604"/>
                  <a:pt x="103095" y="14854"/>
                  <a:pt x="101876" y="13354"/>
                </a:cubicBezTo>
                <a:cubicBezTo>
                  <a:pt x="100940" y="12324"/>
                  <a:pt x="100471" y="11012"/>
                  <a:pt x="100471" y="9418"/>
                </a:cubicBezTo>
                <a:cubicBezTo>
                  <a:pt x="100471" y="8763"/>
                  <a:pt x="100518" y="8248"/>
                  <a:pt x="100611" y="7873"/>
                </a:cubicBezTo>
                <a:cubicBezTo>
                  <a:pt x="101080" y="5623"/>
                  <a:pt x="102205" y="3796"/>
                  <a:pt x="103985" y="2390"/>
                </a:cubicBezTo>
                <a:cubicBezTo>
                  <a:pt x="105766" y="797"/>
                  <a:pt x="107734" y="0"/>
                  <a:pt x="109891" y="0"/>
                </a:cubicBezTo>
                <a:cubicBezTo>
                  <a:pt x="111952" y="0"/>
                  <a:pt x="113639" y="797"/>
                  <a:pt x="114951" y="2390"/>
                </a:cubicBezTo>
                <a:cubicBezTo>
                  <a:pt x="115888" y="3421"/>
                  <a:pt x="116357" y="4733"/>
                  <a:pt x="116357" y="6326"/>
                </a:cubicBezTo>
                <a:moveTo>
                  <a:pt x="112281" y="30507"/>
                </a:moveTo>
                <a:lnTo>
                  <a:pt x="99487" y="96162"/>
                </a:lnTo>
                <a:lnTo>
                  <a:pt x="111438" y="96162"/>
                </a:lnTo>
                <a:lnTo>
                  <a:pt x="110030" y="103472"/>
                </a:lnTo>
                <a:lnTo>
                  <a:pt x="85568" y="103472"/>
                </a:lnTo>
                <a:lnTo>
                  <a:pt x="98221" y="37818"/>
                </a:lnTo>
                <a:lnTo>
                  <a:pt x="86130" y="37818"/>
                </a:lnTo>
                <a:lnTo>
                  <a:pt x="87677" y="30507"/>
                </a:lnTo>
                <a:lnTo>
                  <a:pt x="112281" y="30507"/>
                </a:lnTo>
                <a:close/>
                <a:moveTo>
                  <a:pt x="204671" y="34444"/>
                </a:moveTo>
                <a:lnTo>
                  <a:pt x="201578" y="50329"/>
                </a:lnTo>
                <a:lnTo>
                  <a:pt x="194267" y="50329"/>
                </a:lnTo>
                <a:cubicBezTo>
                  <a:pt x="194454" y="49018"/>
                  <a:pt x="194548" y="48034"/>
                  <a:pt x="194548" y="47377"/>
                </a:cubicBezTo>
                <a:cubicBezTo>
                  <a:pt x="194548" y="44003"/>
                  <a:pt x="193377" y="41145"/>
                  <a:pt x="191034" y="38801"/>
                </a:cubicBezTo>
                <a:cubicBezTo>
                  <a:pt x="188785" y="36458"/>
                  <a:pt x="184988" y="35287"/>
                  <a:pt x="179645" y="35287"/>
                </a:cubicBezTo>
                <a:cubicBezTo>
                  <a:pt x="168961" y="35287"/>
                  <a:pt x="162822" y="39036"/>
                  <a:pt x="161228" y="46534"/>
                </a:cubicBezTo>
                <a:cubicBezTo>
                  <a:pt x="161041" y="47471"/>
                  <a:pt x="160947" y="48548"/>
                  <a:pt x="160947" y="49767"/>
                </a:cubicBezTo>
                <a:cubicBezTo>
                  <a:pt x="160947" y="51267"/>
                  <a:pt x="161698" y="52767"/>
                  <a:pt x="163198" y="54265"/>
                </a:cubicBezTo>
                <a:cubicBezTo>
                  <a:pt x="164791" y="55860"/>
                  <a:pt x="168446" y="57641"/>
                  <a:pt x="174162" y="59609"/>
                </a:cubicBezTo>
                <a:lnTo>
                  <a:pt x="183582" y="62703"/>
                </a:lnTo>
                <a:cubicBezTo>
                  <a:pt x="190049" y="64763"/>
                  <a:pt x="194501" y="67481"/>
                  <a:pt x="196938" y="70857"/>
                </a:cubicBezTo>
                <a:cubicBezTo>
                  <a:pt x="198625" y="73106"/>
                  <a:pt x="199469" y="75355"/>
                  <a:pt x="199469" y="77603"/>
                </a:cubicBezTo>
                <a:cubicBezTo>
                  <a:pt x="199469" y="87351"/>
                  <a:pt x="195626" y="94662"/>
                  <a:pt x="187941" y="99536"/>
                </a:cubicBezTo>
                <a:cubicBezTo>
                  <a:pt x="181848" y="103473"/>
                  <a:pt x="174210" y="105442"/>
                  <a:pt x="165026" y="105442"/>
                </a:cubicBezTo>
                <a:cubicBezTo>
                  <a:pt x="155652" y="105442"/>
                  <a:pt x="146936" y="103426"/>
                  <a:pt x="138875" y="99394"/>
                </a:cubicBezTo>
                <a:lnTo>
                  <a:pt x="142250" y="82385"/>
                </a:lnTo>
                <a:lnTo>
                  <a:pt x="149419" y="82385"/>
                </a:lnTo>
                <a:cubicBezTo>
                  <a:pt x="149232" y="84071"/>
                  <a:pt x="149138" y="85336"/>
                  <a:pt x="149138" y="86180"/>
                </a:cubicBezTo>
                <a:cubicBezTo>
                  <a:pt x="149138" y="94522"/>
                  <a:pt x="154809" y="98693"/>
                  <a:pt x="166150" y="98693"/>
                </a:cubicBezTo>
                <a:cubicBezTo>
                  <a:pt x="177491" y="98693"/>
                  <a:pt x="184004" y="94522"/>
                  <a:pt x="185690" y="86180"/>
                </a:cubicBezTo>
                <a:cubicBezTo>
                  <a:pt x="185785" y="85618"/>
                  <a:pt x="185832" y="84493"/>
                  <a:pt x="185832" y="82805"/>
                </a:cubicBezTo>
                <a:cubicBezTo>
                  <a:pt x="185832" y="81307"/>
                  <a:pt x="185035" y="79761"/>
                  <a:pt x="183442" y="78167"/>
                </a:cubicBezTo>
                <a:cubicBezTo>
                  <a:pt x="181942" y="76385"/>
                  <a:pt x="177912" y="74370"/>
                  <a:pt x="171352" y="72120"/>
                </a:cubicBezTo>
                <a:lnTo>
                  <a:pt x="162775" y="69029"/>
                </a:lnTo>
                <a:cubicBezTo>
                  <a:pt x="156870" y="67060"/>
                  <a:pt x="152981" y="64763"/>
                  <a:pt x="151107" y="62138"/>
                </a:cubicBezTo>
                <a:cubicBezTo>
                  <a:pt x="149232" y="59421"/>
                  <a:pt x="148295" y="56609"/>
                  <a:pt x="148295" y="53703"/>
                </a:cubicBezTo>
                <a:cubicBezTo>
                  <a:pt x="148295" y="52392"/>
                  <a:pt x="148435" y="51127"/>
                  <a:pt x="148715" y="49908"/>
                </a:cubicBezTo>
                <a:cubicBezTo>
                  <a:pt x="150028" y="43160"/>
                  <a:pt x="153496" y="37957"/>
                  <a:pt x="159120" y="34302"/>
                </a:cubicBezTo>
                <a:cubicBezTo>
                  <a:pt x="164650" y="30459"/>
                  <a:pt x="171539" y="28538"/>
                  <a:pt x="179787" y="28538"/>
                </a:cubicBezTo>
                <a:cubicBezTo>
                  <a:pt x="187753" y="28538"/>
                  <a:pt x="196048" y="30506"/>
                  <a:pt x="204671" y="34444"/>
                </a:cubicBezTo>
                <a:close/>
                <a:moveTo>
                  <a:pt x="293125" y="34444"/>
                </a:moveTo>
                <a:lnTo>
                  <a:pt x="290032" y="50329"/>
                </a:lnTo>
                <a:lnTo>
                  <a:pt x="282721" y="50329"/>
                </a:lnTo>
                <a:cubicBezTo>
                  <a:pt x="282908" y="49018"/>
                  <a:pt x="283002" y="48034"/>
                  <a:pt x="283002" y="47377"/>
                </a:cubicBezTo>
                <a:cubicBezTo>
                  <a:pt x="283002" y="44003"/>
                  <a:pt x="281830" y="41145"/>
                  <a:pt x="279488" y="38801"/>
                </a:cubicBezTo>
                <a:cubicBezTo>
                  <a:pt x="277238" y="36458"/>
                  <a:pt x="273442" y="35287"/>
                  <a:pt x="268099" y="35287"/>
                </a:cubicBezTo>
                <a:cubicBezTo>
                  <a:pt x="257414" y="35287"/>
                  <a:pt x="251275" y="39036"/>
                  <a:pt x="249682" y="46534"/>
                </a:cubicBezTo>
                <a:cubicBezTo>
                  <a:pt x="249495" y="47471"/>
                  <a:pt x="249401" y="48548"/>
                  <a:pt x="249401" y="49767"/>
                </a:cubicBezTo>
                <a:cubicBezTo>
                  <a:pt x="249401" y="51267"/>
                  <a:pt x="250151" y="52767"/>
                  <a:pt x="251651" y="54265"/>
                </a:cubicBezTo>
                <a:cubicBezTo>
                  <a:pt x="253245" y="55860"/>
                  <a:pt x="256899" y="57641"/>
                  <a:pt x="262616" y="59609"/>
                </a:cubicBezTo>
                <a:lnTo>
                  <a:pt x="272035" y="62703"/>
                </a:lnTo>
                <a:cubicBezTo>
                  <a:pt x="278502" y="64763"/>
                  <a:pt x="282954" y="67481"/>
                  <a:pt x="285391" y="70857"/>
                </a:cubicBezTo>
                <a:cubicBezTo>
                  <a:pt x="287079" y="73106"/>
                  <a:pt x="287923" y="75355"/>
                  <a:pt x="287923" y="77603"/>
                </a:cubicBezTo>
                <a:cubicBezTo>
                  <a:pt x="287923" y="87351"/>
                  <a:pt x="284080" y="94662"/>
                  <a:pt x="276394" y="99536"/>
                </a:cubicBezTo>
                <a:cubicBezTo>
                  <a:pt x="270302" y="103473"/>
                  <a:pt x="262664" y="105442"/>
                  <a:pt x="253479" y="105442"/>
                </a:cubicBezTo>
                <a:cubicBezTo>
                  <a:pt x="244106" y="105442"/>
                  <a:pt x="235389" y="103426"/>
                  <a:pt x="227329" y="99394"/>
                </a:cubicBezTo>
                <a:lnTo>
                  <a:pt x="230703" y="82385"/>
                </a:lnTo>
                <a:lnTo>
                  <a:pt x="237873" y="82385"/>
                </a:lnTo>
                <a:cubicBezTo>
                  <a:pt x="237685" y="84071"/>
                  <a:pt x="237592" y="85336"/>
                  <a:pt x="237592" y="86180"/>
                </a:cubicBezTo>
                <a:cubicBezTo>
                  <a:pt x="237592" y="94522"/>
                  <a:pt x="243262" y="98693"/>
                  <a:pt x="254603" y="98693"/>
                </a:cubicBezTo>
                <a:cubicBezTo>
                  <a:pt x="265944" y="98693"/>
                  <a:pt x="272458" y="94522"/>
                  <a:pt x="274144" y="86180"/>
                </a:cubicBezTo>
                <a:cubicBezTo>
                  <a:pt x="274238" y="85618"/>
                  <a:pt x="274286" y="84493"/>
                  <a:pt x="274286" y="82805"/>
                </a:cubicBezTo>
                <a:cubicBezTo>
                  <a:pt x="274286" y="81307"/>
                  <a:pt x="273489" y="79761"/>
                  <a:pt x="271896" y="78167"/>
                </a:cubicBezTo>
                <a:cubicBezTo>
                  <a:pt x="270396" y="76385"/>
                  <a:pt x="266365" y="74370"/>
                  <a:pt x="259805" y="72120"/>
                </a:cubicBezTo>
                <a:lnTo>
                  <a:pt x="251229" y="69029"/>
                </a:lnTo>
                <a:cubicBezTo>
                  <a:pt x="245324" y="67060"/>
                  <a:pt x="241434" y="64763"/>
                  <a:pt x="239561" y="62138"/>
                </a:cubicBezTo>
                <a:cubicBezTo>
                  <a:pt x="237686" y="59421"/>
                  <a:pt x="236749" y="56609"/>
                  <a:pt x="236749" y="53703"/>
                </a:cubicBezTo>
                <a:cubicBezTo>
                  <a:pt x="236749" y="52392"/>
                  <a:pt x="236889" y="51127"/>
                  <a:pt x="237169" y="49908"/>
                </a:cubicBezTo>
                <a:cubicBezTo>
                  <a:pt x="238482" y="43160"/>
                  <a:pt x="241950" y="37957"/>
                  <a:pt x="247573" y="34302"/>
                </a:cubicBezTo>
                <a:cubicBezTo>
                  <a:pt x="253104" y="30459"/>
                  <a:pt x="259993" y="28538"/>
                  <a:pt x="268240" y="28538"/>
                </a:cubicBezTo>
                <a:cubicBezTo>
                  <a:pt x="276206" y="28538"/>
                  <a:pt x="284501" y="30506"/>
                  <a:pt x="293125" y="34444"/>
                </a:cubicBezTo>
                <a:close/>
                <a:moveTo>
                  <a:pt x="386781" y="30507"/>
                </a:moveTo>
                <a:lnTo>
                  <a:pt x="373987" y="96162"/>
                </a:lnTo>
                <a:lnTo>
                  <a:pt x="385936" y="96162"/>
                </a:lnTo>
                <a:lnTo>
                  <a:pt x="384531" y="103472"/>
                </a:lnTo>
                <a:lnTo>
                  <a:pt x="359927" y="103472"/>
                </a:lnTo>
                <a:lnTo>
                  <a:pt x="362459" y="90539"/>
                </a:lnTo>
                <a:cubicBezTo>
                  <a:pt x="359272" y="95318"/>
                  <a:pt x="355523" y="99020"/>
                  <a:pt x="351211" y="101645"/>
                </a:cubicBezTo>
                <a:cubicBezTo>
                  <a:pt x="346994" y="104176"/>
                  <a:pt x="342448" y="105442"/>
                  <a:pt x="337574" y="105442"/>
                </a:cubicBezTo>
                <a:cubicBezTo>
                  <a:pt x="329420" y="105442"/>
                  <a:pt x="323890" y="103145"/>
                  <a:pt x="320985" y="98551"/>
                </a:cubicBezTo>
                <a:cubicBezTo>
                  <a:pt x="319110" y="95740"/>
                  <a:pt x="318267" y="91991"/>
                  <a:pt x="318454" y="87304"/>
                </a:cubicBezTo>
                <a:cubicBezTo>
                  <a:pt x="318454" y="84399"/>
                  <a:pt x="318829" y="80932"/>
                  <a:pt x="319578" y="76902"/>
                </a:cubicBezTo>
                <a:lnTo>
                  <a:pt x="327170" y="37818"/>
                </a:lnTo>
                <a:lnTo>
                  <a:pt x="315783" y="37818"/>
                </a:lnTo>
                <a:lnTo>
                  <a:pt x="317188" y="30507"/>
                </a:lnTo>
                <a:lnTo>
                  <a:pt x="341230" y="30507"/>
                </a:lnTo>
                <a:lnTo>
                  <a:pt x="332934" y="72965"/>
                </a:lnTo>
                <a:cubicBezTo>
                  <a:pt x="331997" y="77557"/>
                  <a:pt x="331575" y="81494"/>
                  <a:pt x="331668" y="84775"/>
                </a:cubicBezTo>
                <a:cubicBezTo>
                  <a:pt x="331668" y="87679"/>
                  <a:pt x="331997" y="89835"/>
                  <a:pt x="332653" y="91240"/>
                </a:cubicBezTo>
                <a:cubicBezTo>
                  <a:pt x="334246" y="94521"/>
                  <a:pt x="337808" y="96162"/>
                  <a:pt x="343338" y="96162"/>
                </a:cubicBezTo>
                <a:cubicBezTo>
                  <a:pt x="349149" y="96162"/>
                  <a:pt x="354023" y="94006"/>
                  <a:pt x="357960" y="89694"/>
                </a:cubicBezTo>
                <a:cubicBezTo>
                  <a:pt x="361990" y="85289"/>
                  <a:pt x="364755" y="79056"/>
                  <a:pt x="366254" y="70996"/>
                </a:cubicBezTo>
                <a:lnTo>
                  <a:pt x="374127" y="30507"/>
                </a:lnTo>
                <a:lnTo>
                  <a:pt x="386781" y="30507"/>
                </a:lnTo>
                <a:close/>
                <a:moveTo>
                  <a:pt x="480507" y="47519"/>
                </a:moveTo>
                <a:cubicBezTo>
                  <a:pt x="480507" y="56798"/>
                  <a:pt x="475821" y="63733"/>
                  <a:pt x="466447" y="68325"/>
                </a:cubicBezTo>
                <a:cubicBezTo>
                  <a:pt x="456700" y="73012"/>
                  <a:pt x="442594" y="75402"/>
                  <a:pt x="424131" y="75495"/>
                </a:cubicBezTo>
                <a:cubicBezTo>
                  <a:pt x="423944" y="77839"/>
                  <a:pt x="423896" y="79479"/>
                  <a:pt x="423989" y="80416"/>
                </a:cubicBezTo>
                <a:cubicBezTo>
                  <a:pt x="423989" y="84820"/>
                  <a:pt x="424739" y="88382"/>
                  <a:pt x="426240" y="91101"/>
                </a:cubicBezTo>
                <a:cubicBezTo>
                  <a:pt x="428957" y="96162"/>
                  <a:pt x="433924" y="98693"/>
                  <a:pt x="441140" y="98693"/>
                </a:cubicBezTo>
                <a:cubicBezTo>
                  <a:pt x="446389" y="98693"/>
                  <a:pt x="450373" y="97896"/>
                  <a:pt x="453091" y="96303"/>
                </a:cubicBezTo>
                <a:cubicBezTo>
                  <a:pt x="457871" y="93304"/>
                  <a:pt x="460730" y="89977"/>
                  <a:pt x="461668" y="86321"/>
                </a:cubicBezTo>
                <a:lnTo>
                  <a:pt x="470946" y="86321"/>
                </a:lnTo>
                <a:cubicBezTo>
                  <a:pt x="469071" y="92132"/>
                  <a:pt x="464760" y="97099"/>
                  <a:pt x="458012" y="101222"/>
                </a:cubicBezTo>
                <a:cubicBezTo>
                  <a:pt x="453231" y="104035"/>
                  <a:pt x="446155" y="105442"/>
                  <a:pt x="436783" y="105442"/>
                </a:cubicBezTo>
                <a:cubicBezTo>
                  <a:pt x="427317" y="105442"/>
                  <a:pt x="420054" y="101926"/>
                  <a:pt x="414992" y="94896"/>
                </a:cubicBezTo>
                <a:cubicBezTo>
                  <a:pt x="411430" y="89929"/>
                  <a:pt x="409602" y="83977"/>
                  <a:pt x="409509" y="77041"/>
                </a:cubicBezTo>
                <a:cubicBezTo>
                  <a:pt x="409509" y="74137"/>
                  <a:pt x="409884" y="70809"/>
                  <a:pt x="410633" y="67060"/>
                </a:cubicBezTo>
                <a:cubicBezTo>
                  <a:pt x="412883" y="55531"/>
                  <a:pt x="417850" y="46206"/>
                  <a:pt x="425536" y="39084"/>
                </a:cubicBezTo>
                <a:cubicBezTo>
                  <a:pt x="433409" y="32053"/>
                  <a:pt x="442781" y="28538"/>
                  <a:pt x="453653" y="28538"/>
                </a:cubicBezTo>
                <a:cubicBezTo>
                  <a:pt x="471556" y="28538"/>
                  <a:pt x="480507" y="34865"/>
                  <a:pt x="480507" y="47519"/>
                </a:cubicBezTo>
                <a:moveTo>
                  <a:pt x="467151" y="47096"/>
                </a:moveTo>
                <a:cubicBezTo>
                  <a:pt x="467151" y="39318"/>
                  <a:pt x="461949" y="35381"/>
                  <a:pt x="451545" y="35287"/>
                </a:cubicBezTo>
                <a:cubicBezTo>
                  <a:pt x="445547" y="35287"/>
                  <a:pt x="440345" y="37630"/>
                  <a:pt x="435940" y="42317"/>
                </a:cubicBezTo>
                <a:cubicBezTo>
                  <a:pt x="431816" y="46816"/>
                  <a:pt x="428395" y="55438"/>
                  <a:pt x="425678" y="68184"/>
                </a:cubicBezTo>
                <a:cubicBezTo>
                  <a:pt x="440298" y="67529"/>
                  <a:pt x="451545" y="64811"/>
                  <a:pt x="459418" y="60030"/>
                </a:cubicBezTo>
                <a:cubicBezTo>
                  <a:pt x="464573" y="57125"/>
                  <a:pt x="467151" y="52814"/>
                  <a:pt x="467151" y="47096"/>
                </a:cubicBezTo>
                <a:close/>
                <a:moveTo>
                  <a:pt x="566332" y="59401"/>
                </a:moveTo>
                <a:lnTo>
                  <a:pt x="499676" y="87958"/>
                </a:lnTo>
                <a:lnTo>
                  <a:pt x="499676" y="75602"/>
                </a:lnTo>
                <a:lnTo>
                  <a:pt x="552465" y="53703"/>
                </a:lnTo>
                <a:lnTo>
                  <a:pt x="499676" y="32080"/>
                </a:lnTo>
                <a:lnTo>
                  <a:pt x="499676" y="19723"/>
                </a:lnTo>
                <a:lnTo>
                  <a:pt x="566332" y="47868"/>
                </a:lnTo>
                <a:lnTo>
                  <a:pt x="566332" y="59401"/>
                </a:lnTo>
                <a:close/>
                <a:moveTo>
                  <a:pt x="586492" y="103472"/>
                </a:moveTo>
                <a:lnTo>
                  <a:pt x="586492" y="89331"/>
                </a:lnTo>
                <a:lnTo>
                  <a:pt x="600564" y="89331"/>
                </a:lnTo>
                <a:lnTo>
                  <a:pt x="600564" y="103472"/>
                </a:lnTo>
                <a:cubicBezTo>
                  <a:pt x="600564" y="108644"/>
                  <a:pt x="599649" y="112820"/>
                  <a:pt x="597819" y="116001"/>
                </a:cubicBezTo>
                <a:cubicBezTo>
                  <a:pt x="595988" y="119181"/>
                  <a:pt x="593082" y="121641"/>
                  <a:pt x="589100" y="123380"/>
                </a:cubicBezTo>
                <a:lnTo>
                  <a:pt x="585668" y="118026"/>
                </a:lnTo>
                <a:cubicBezTo>
                  <a:pt x="588277" y="116887"/>
                  <a:pt x="590199" y="115213"/>
                  <a:pt x="591434" y="113004"/>
                </a:cubicBezTo>
                <a:cubicBezTo>
                  <a:pt x="592670" y="110794"/>
                  <a:pt x="593356" y="107617"/>
                  <a:pt x="593494" y="103472"/>
                </a:cubicBezTo>
                <a:lnTo>
                  <a:pt x="586492" y="10347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" name="Text Response:&lt;">
            <a:extLst xmlns:a="http://schemas.openxmlformats.org/drawingml/2006/main">
              <a:ext uri="{FF2B5EF4-FFF2-40B4-BE49-F238E27FC236}">
                <a16:creationId xmlns:a16="http://schemas.microsoft.com/office/drawing/2014/main" id="{5F9C62AE-6B62-4207-B1B5-8C8DCC0FF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612" y="3779941"/>
            <a:ext cx="859963" cy="128644"/>
          </a:xfrm>
          <a:custGeom xmlns:a="http://schemas.openxmlformats.org/drawingml/2006/main">
            <a:pathLst>
              <a:path w="859963" h="128644">
                <a:moveTo>
                  <a:pt x="0" y="100636"/>
                </a:moveTo>
                <a:lnTo>
                  <a:pt x="0" y="0"/>
                </a:lnTo>
                <a:lnTo>
                  <a:pt x="44621" y="0"/>
                </a:lnTo>
                <a:cubicBezTo>
                  <a:pt x="53590" y="0"/>
                  <a:pt x="60409" y="903"/>
                  <a:pt x="65077" y="2709"/>
                </a:cubicBezTo>
                <a:cubicBezTo>
                  <a:pt x="69745" y="4514"/>
                  <a:pt x="73475" y="7702"/>
                  <a:pt x="76267" y="12273"/>
                </a:cubicBezTo>
                <a:cubicBezTo>
                  <a:pt x="79058" y="16844"/>
                  <a:pt x="80454" y="21894"/>
                  <a:pt x="80454" y="27424"/>
                </a:cubicBezTo>
                <a:cubicBezTo>
                  <a:pt x="80454" y="34555"/>
                  <a:pt x="78143" y="40566"/>
                  <a:pt x="73521" y="45457"/>
                </a:cubicBezTo>
                <a:cubicBezTo>
                  <a:pt x="68899" y="50347"/>
                  <a:pt x="61759" y="53455"/>
                  <a:pt x="52103" y="54780"/>
                </a:cubicBezTo>
                <a:cubicBezTo>
                  <a:pt x="55627" y="56476"/>
                  <a:pt x="58304" y="58150"/>
                  <a:pt x="60135" y="59800"/>
                </a:cubicBezTo>
                <a:cubicBezTo>
                  <a:pt x="64025" y="63377"/>
                  <a:pt x="67709" y="67845"/>
                  <a:pt x="71187" y="73206"/>
                </a:cubicBezTo>
                <a:lnTo>
                  <a:pt x="88692" y="100636"/>
                </a:lnTo>
                <a:lnTo>
                  <a:pt x="71942" y="100636"/>
                </a:lnTo>
                <a:lnTo>
                  <a:pt x="58625" y="79667"/>
                </a:lnTo>
                <a:cubicBezTo>
                  <a:pt x="54735" y="73617"/>
                  <a:pt x="51531" y="68989"/>
                  <a:pt x="49014" y="65781"/>
                </a:cubicBezTo>
                <a:cubicBezTo>
                  <a:pt x="46497" y="62572"/>
                  <a:pt x="44243" y="60326"/>
                  <a:pt x="42252" y="59043"/>
                </a:cubicBezTo>
                <a:cubicBezTo>
                  <a:pt x="40261" y="57759"/>
                  <a:pt x="38236" y="56864"/>
                  <a:pt x="36177" y="56359"/>
                </a:cubicBezTo>
                <a:cubicBezTo>
                  <a:pt x="34667" y="56039"/>
                  <a:pt x="32195" y="55879"/>
                  <a:pt x="28763" y="55879"/>
                </a:cubicBezTo>
                <a:lnTo>
                  <a:pt x="13318" y="55879"/>
                </a:lnTo>
                <a:lnTo>
                  <a:pt x="13318" y="100636"/>
                </a:lnTo>
                <a:lnTo>
                  <a:pt x="0" y="100636"/>
                </a:lnTo>
                <a:moveTo>
                  <a:pt x="13318" y="44346"/>
                </a:moveTo>
                <a:lnTo>
                  <a:pt x="41943" y="44346"/>
                </a:lnTo>
                <a:cubicBezTo>
                  <a:pt x="48030" y="44346"/>
                  <a:pt x="52790" y="43718"/>
                  <a:pt x="56222" y="42462"/>
                </a:cubicBezTo>
                <a:cubicBezTo>
                  <a:pt x="59654" y="41207"/>
                  <a:pt x="62263" y="39197"/>
                  <a:pt x="64048" y="36434"/>
                </a:cubicBezTo>
                <a:cubicBezTo>
                  <a:pt x="65832" y="33671"/>
                  <a:pt x="66725" y="30668"/>
                  <a:pt x="66725" y="27424"/>
                </a:cubicBezTo>
                <a:cubicBezTo>
                  <a:pt x="66725" y="22675"/>
                  <a:pt x="64997" y="18771"/>
                  <a:pt x="61542" y="15712"/>
                </a:cubicBezTo>
                <a:cubicBezTo>
                  <a:pt x="58087" y="12651"/>
                  <a:pt x="52629" y="11121"/>
                  <a:pt x="45170" y="11121"/>
                </a:cubicBezTo>
                <a:lnTo>
                  <a:pt x="13318" y="11121"/>
                </a:lnTo>
                <a:lnTo>
                  <a:pt x="13318" y="44346"/>
                </a:lnTo>
                <a:close/>
                <a:moveTo>
                  <a:pt x="149463" y="77022"/>
                </a:moveTo>
                <a:lnTo>
                  <a:pt x="162231" y="78669"/>
                </a:lnTo>
                <a:cubicBezTo>
                  <a:pt x="160217" y="86151"/>
                  <a:pt x="156487" y="91957"/>
                  <a:pt x="151042" y="96089"/>
                </a:cubicBezTo>
                <a:cubicBezTo>
                  <a:pt x="145596" y="100219"/>
                  <a:pt x="138639" y="102284"/>
                  <a:pt x="130173" y="102284"/>
                </a:cubicBezTo>
                <a:cubicBezTo>
                  <a:pt x="119510" y="102284"/>
                  <a:pt x="111055" y="99000"/>
                  <a:pt x="104808" y="92433"/>
                </a:cubicBezTo>
                <a:cubicBezTo>
                  <a:pt x="98561" y="85866"/>
                  <a:pt x="95437" y="76656"/>
                  <a:pt x="95437" y="64803"/>
                </a:cubicBezTo>
                <a:cubicBezTo>
                  <a:pt x="95437" y="52538"/>
                  <a:pt x="98595" y="43019"/>
                  <a:pt x="104911" y="36246"/>
                </a:cubicBezTo>
                <a:cubicBezTo>
                  <a:pt x="111226" y="29472"/>
                  <a:pt x="119418" y="26086"/>
                  <a:pt x="129486" y="26086"/>
                </a:cubicBezTo>
                <a:cubicBezTo>
                  <a:pt x="139234" y="26086"/>
                  <a:pt x="147197" y="29399"/>
                  <a:pt x="153376" y="36025"/>
                </a:cubicBezTo>
                <a:cubicBezTo>
                  <a:pt x="159554" y="42649"/>
                  <a:pt x="162643" y="51969"/>
                  <a:pt x="162643" y="63985"/>
                </a:cubicBezTo>
                <a:cubicBezTo>
                  <a:pt x="162643" y="64716"/>
                  <a:pt x="162620" y="65812"/>
                  <a:pt x="162574" y="67274"/>
                </a:cubicBezTo>
                <a:lnTo>
                  <a:pt x="108206" y="67274"/>
                </a:lnTo>
                <a:cubicBezTo>
                  <a:pt x="108663" y="75306"/>
                  <a:pt x="110929" y="81455"/>
                  <a:pt x="115002" y="85723"/>
                </a:cubicBezTo>
                <a:cubicBezTo>
                  <a:pt x="119075" y="89990"/>
                  <a:pt x="124155" y="92124"/>
                  <a:pt x="130241" y="92124"/>
                </a:cubicBezTo>
                <a:cubicBezTo>
                  <a:pt x="134772" y="92124"/>
                  <a:pt x="138639" y="90924"/>
                  <a:pt x="141843" y="88522"/>
                </a:cubicBezTo>
                <a:cubicBezTo>
                  <a:pt x="145046" y="86120"/>
                  <a:pt x="147586" y="82286"/>
                  <a:pt x="149463" y="77022"/>
                </a:cubicBezTo>
                <a:moveTo>
                  <a:pt x="108892" y="57114"/>
                </a:moveTo>
                <a:lnTo>
                  <a:pt x="149600" y="57114"/>
                </a:lnTo>
                <a:cubicBezTo>
                  <a:pt x="149051" y="51002"/>
                  <a:pt x="147495" y="46418"/>
                  <a:pt x="144932" y="43361"/>
                </a:cubicBezTo>
                <a:cubicBezTo>
                  <a:pt x="140996" y="38617"/>
                  <a:pt x="135893" y="36246"/>
                  <a:pt x="129624" y="36246"/>
                </a:cubicBezTo>
                <a:cubicBezTo>
                  <a:pt x="123949" y="36246"/>
                  <a:pt x="119178" y="38139"/>
                  <a:pt x="115311" y="41926"/>
                </a:cubicBezTo>
                <a:cubicBezTo>
                  <a:pt x="111444" y="45712"/>
                  <a:pt x="109304" y="50774"/>
                  <a:pt x="108892" y="57114"/>
                </a:cubicBezTo>
                <a:close/>
                <a:moveTo>
                  <a:pt x="172523" y="78807"/>
                </a:moveTo>
                <a:lnTo>
                  <a:pt x="184743" y="76885"/>
                </a:lnTo>
                <a:cubicBezTo>
                  <a:pt x="185429" y="81803"/>
                  <a:pt x="187340" y="85573"/>
                  <a:pt x="190475" y="88194"/>
                </a:cubicBezTo>
                <a:cubicBezTo>
                  <a:pt x="193609" y="90814"/>
                  <a:pt x="197991" y="92124"/>
                  <a:pt x="203621" y="92124"/>
                </a:cubicBezTo>
                <a:cubicBezTo>
                  <a:pt x="209295" y="92124"/>
                  <a:pt x="213506" y="90969"/>
                  <a:pt x="216252" y="88658"/>
                </a:cubicBezTo>
                <a:cubicBezTo>
                  <a:pt x="218997" y="86346"/>
                  <a:pt x="220370" y="83635"/>
                  <a:pt x="220370" y="80523"/>
                </a:cubicBezTo>
                <a:cubicBezTo>
                  <a:pt x="220370" y="77731"/>
                  <a:pt x="219158" y="75535"/>
                  <a:pt x="216732" y="73933"/>
                </a:cubicBezTo>
                <a:cubicBezTo>
                  <a:pt x="215039" y="72834"/>
                  <a:pt x="210828" y="71439"/>
                  <a:pt x="204101" y="69745"/>
                </a:cubicBezTo>
                <a:cubicBezTo>
                  <a:pt x="195040" y="67457"/>
                  <a:pt x="188758" y="65478"/>
                  <a:pt x="185257" y="63807"/>
                </a:cubicBezTo>
                <a:cubicBezTo>
                  <a:pt x="181756" y="62137"/>
                  <a:pt x="179102" y="59826"/>
                  <a:pt x="177294" y="56874"/>
                </a:cubicBezTo>
                <a:cubicBezTo>
                  <a:pt x="175487" y="53922"/>
                  <a:pt x="174583" y="50661"/>
                  <a:pt x="174583" y="47092"/>
                </a:cubicBezTo>
                <a:cubicBezTo>
                  <a:pt x="174583" y="43843"/>
                  <a:pt x="175327" y="40834"/>
                  <a:pt x="176814" y="38065"/>
                </a:cubicBezTo>
                <a:cubicBezTo>
                  <a:pt x="178301" y="35296"/>
                  <a:pt x="180326" y="32996"/>
                  <a:pt x="182889" y="31166"/>
                </a:cubicBezTo>
                <a:cubicBezTo>
                  <a:pt x="184811" y="29747"/>
                  <a:pt x="187431" y="28546"/>
                  <a:pt x="190749" y="27562"/>
                </a:cubicBezTo>
                <a:cubicBezTo>
                  <a:pt x="194067" y="26578"/>
                  <a:pt x="197625" y="26086"/>
                  <a:pt x="201424" y="26086"/>
                </a:cubicBezTo>
                <a:cubicBezTo>
                  <a:pt x="207144" y="26086"/>
                  <a:pt x="212167" y="26910"/>
                  <a:pt x="216492" y="28557"/>
                </a:cubicBezTo>
                <a:cubicBezTo>
                  <a:pt x="220817" y="30205"/>
                  <a:pt x="224009" y="32436"/>
                  <a:pt x="226068" y="35250"/>
                </a:cubicBezTo>
                <a:cubicBezTo>
                  <a:pt x="228127" y="38065"/>
                  <a:pt x="229546" y="41829"/>
                  <a:pt x="230324" y="46543"/>
                </a:cubicBezTo>
                <a:lnTo>
                  <a:pt x="218242" y="48190"/>
                </a:lnTo>
                <a:cubicBezTo>
                  <a:pt x="217693" y="44437"/>
                  <a:pt x="216103" y="41509"/>
                  <a:pt x="213471" y="39403"/>
                </a:cubicBezTo>
                <a:cubicBezTo>
                  <a:pt x="210840" y="37298"/>
                  <a:pt x="207122" y="36246"/>
                  <a:pt x="202316" y="36246"/>
                </a:cubicBezTo>
                <a:cubicBezTo>
                  <a:pt x="196641" y="36246"/>
                  <a:pt x="192591" y="37184"/>
                  <a:pt x="190166" y="39060"/>
                </a:cubicBezTo>
                <a:cubicBezTo>
                  <a:pt x="187740" y="40936"/>
                  <a:pt x="186527" y="43133"/>
                  <a:pt x="186527" y="45650"/>
                </a:cubicBezTo>
                <a:cubicBezTo>
                  <a:pt x="186527" y="47252"/>
                  <a:pt x="187031" y="48694"/>
                  <a:pt x="188038" y="49975"/>
                </a:cubicBezTo>
                <a:cubicBezTo>
                  <a:pt x="189044" y="51302"/>
                  <a:pt x="190623" y="52401"/>
                  <a:pt x="192774" y="53270"/>
                </a:cubicBezTo>
                <a:cubicBezTo>
                  <a:pt x="194010" y="53728"/>
                  <a:pt x="197648" y="54780"/>
                  <a:pt x="203689" y="56428"/>
                </a:cubicBezTo>
                <a:cubicBezTo>
                  <a:pt x="212430" y="58762"/>
                  <a:pt x="218528" y="60672"/>
                  <a:pt x="221984" y="62160"/>
                </a:cubicBezTo>
                <a:cubicBezTo>
                  <a:pt x="225439" y="63647"/>
                  <a:pt x="228150" y="65810"/>
                  <a:pt x="230118" y="68647"/>
                </a:cubicBezTo>
                <a:cubicBezTo>
                  <a:pt x="232086" y="71484"/>
                  <a:pt x="233070" y="75008"/>
                  <a:pt x="233070" y="79219"/>
                </a:cubicBezTo>
                <a:cubicBezTo>
                  <a:pt x="233070" y="83337"/>
                  <a:pt x="231869" y="87216"/>
                  <a:pt x="229466" y="90854"/>
                </a:cubicBezTo>
                <a:cubicBezTo>
                  <a:pt x="227063" y="94493"/>
                  <a:pt x="223597" y="97307"/>
                  <a:pt x="219066" y="99298"/>
                </a:cubicBezTo>
                <a:cubicBezTo>
                  <a:pt x="214535" y="101289"/>
                  <a:pt x="209410" y="102284"/>
                  <a:pt x="203689" y="102284"/>
                </a:cubicBezTo>
                <a:cubicBezTo>
                  <a:pt x="194216" y="102284"/>
                  <a:pt x="186997" y="100310"/>
                  <a:pt x="182031" y="96363"/>
                </a:cubicBezTo>
                <a:cubicBezTo>
                  <a:pt x="177066" y="92416"/>
                  <a:pt x="173896" y="86564"/>
                  <a:pt x="172523" y="78807"/>
                </a:cubicBezTo>
                <a:close/>
                <a:moveTo>
                  <a:pt x="255376" y="128644"/>
                </a:moveTo>
                <a:lnTo>
                  <a:pt x="255376" y="27733"/>
                </a:lnTo>
                <a:lnTo>
                  <a:pt x="266634" y="27733"/>
                </a:lnTo>
                <a:lnTo>
                  <a:pt x="266634" y="37273"/>
                </a:lnTo>
                <a:cubicBezTo>
                  <a:pt x="269288" y="33543"/>
                  <a:pt x="272286" y="30747"/>
                  <a:pt x="275627" y="28883"/>
                </a:cubicBezTo>
                <a:cubicBezTo>
                  <a:pt x="278967" y="27018"/>
                  <a:pt x="283018" y="26086"/>
                  <a:pt x="287777" y="26086"/>
                </a:cubicBezTo>
                <a:cubicBezTo>
                  <a:pt x="294001" y="26086"/>
                  <a:pt x="299493" y="27688"/>
                  <a:pt x="304252" y="30891"/>
                </a:cubicBezTo>
                <a:cubicBezTo>
                  <a:pt x="309012" y="34095"/>
                  <a:pt x="312604" y="38614"/>
                  <a:pt x="315030" y="44449"/>
                </a:cubicBezTo>
                <a:cubicBezTo>
                  <a:pt x="317455" y="50284"/>
                  <a:pt x="318668" y="56680"/>
                  <a:pt x="318668" y="63636"/>
                </a:cubicBezTo>
                <a:cubicBezTo>
                  <a:pt x="318668" y="71095"/>
                  <a:pt x="317330" y="77811"/>
                  <a:pt x="314652" y="83784"/>
                </a:cubicBezTo>
                <a:cubicBezTo>
                  <a:pt x="311975" y="89756"/>
                  <a:pt x="308085" y="94332"/>
                  <a:pt x="302982" y="97513"/>
                </a:cubicBezTo>
                <a:cubicBezTo>
                  <a:pt x="297880" y="100694"/>
                  <a:pt x="292514" y="102284"/>
                  <a:pt x="286885" y="102284"/>
                </a:cubicBezTo>
                <a:cubicBezTo>
                  <a:pt x="282766" y="102284"/>
                  <a:pt x="279070" y="101414"/>
                  <a:pt x="275798" y="99675"/>
                </a:cubicBezTo>
                <a:cubicBezTo>
                  <a:pt x="272526" y="97936"/>
                  <a:pt x="269837" y="95740"/>
                  <a:pt x="267732" y="93085"/>
                </a:cubicBezTo>
                <a:lnTo>
                  <a:pt x="267732" y="128644"/>
                </a:lnTo>
                <a:lnTo>
                  <a:pt x="255376" y="128644"/>
                </a:lnTo>
                <a:moveTo>
                  <a:pt x="266565" y="64631"/>
                </a:moveTo>
                <a:cubicBezTo>
                  <a:pt x="266565" y="74001"/>
                  <a:pt x="268464" y="80926"/>
                  <a:pt x="272263" y="85405"/>
                </a:cubicBezTo>
                <a:cubicBezTo>
                  <a:pt x="276061" y="89885"/>
                  <a:pt x="280661" y="92124"/>
                  <a:pt x="286061" y="92124"/>
                </a:cubicBezTo>
                <a:cubicBezTo>
                  <a:pt x="291553" y="92124"/>
                  <a:pt x="296255" y="89805"/>
                  <a:pt x="300168" y="85165"/>
                </a:cubicBezTo>
                <a:cubicBezTo>
                  <a:pt x="304081" y="80526"/>
                  <a:pt x="306037" y="73338"/>
                  <a:pt x="306037" y="63601"/>
                </a:cubicBezTo>
                <a:cubicBezTo>
                  <a:pt x="306037" y="54323"/>
                  <a:pt x="304127" y="47375"/>
                  <a:pt x="300305" y="42758"/>
                </a:cubicBezTo>
                <a:cubicBezTo>
                  <a:pt x="296484" y="38142"/>
                  <a:pt x="291919" y="35834"/>
                  <a:pt x="286610" y="35834"/>
                </a:cubicBezTo>
                <a:cubicBezTo>
                  <a:pt x="281347" y="35834"/>
                  <a:pt x="276691" y="38291"/>
                  <a:pt x="272640" y="43205"/>
                </a:cubicBezTo>
                <a:cubicBezTo>
                  <a:pt x="268590" y="48119"/>
                  <a:pt x="266565" y="55261"/>
                  <a:pt x="266565" y="64631"/>
                </a:cubicBezTo>
                <a:close/>
                <a:moveTo>
                  <a:pt x="336887" y="64185"/>
                </a:moveTo>
                <a:cubicBezTo>
                  <a:pt x="336887" y="50684"/>
                  <a:pt x="340640" y="40685"/>
                  <a:pt x="348145" y="34186"/>
                </a:cubicBezTo>
                <a:cubicBezTo>
                  <a:pt x="354415" y="28786"/>
                  <a:pt x="362058" y="26086"/>
                  <a:pt x="371073" y="26086"/>
                </a:cubicBezTo>
                <a:cubicBezTo>
                  <a:pt x="381096" y="26086"/>
                  <a:pt x="389288" y="29369"/>
                  <a:pt x="395649" y="35937"/>
                </a:cubicBezTo>
                <a:cubicBezTo>
                  <a:pt x="402010" y="42504"/>
                  <a:pt x="405191" y="51577"/>
                  <a:pt x="405191" y="63155"/>
                </a:cubicBezTo>
                <a:cubicBezTo>
                  <a:pt x="405191" y="72537"/>
                  <a:pt x="403784" y="79917"/>
                  <a:pt x="400969" y="85294"/>
                </a:cubicBezTo>
                <a:cubicBezTo>
                  <a:pt x="398155" y="90671"/>
                  <a:pt x="394059" y="94847"/>
                  <a:pt x="388681" y="97822"/>
                </a:cubicBezTo>
                <a:cubicBezTo>
                  <a:pt x="383304" y="100797"/>
                  <a:pt x="377435" y="102284"/>
                  <a:pt x="371073" y="102284"/>
                </a:cubicBezTo>
                <a:cubicBezTo>
                  <a:pt x="360868" y="102284"/>
                  <a:pt x="352619" y="99012"/>
                  <a:pt x="346326" y="92467"/>
                </a:cubicBezTo>
                <a:cubicBezTo>
                  <a:pt x="340033" y="85923"/>
                  <a:pt x="336887" y="76496"/>
                  <a:pt x="336887" y="64185"/>
                </a:cubicBezTo>
                <a:moveTo>
                  <a:pt x="349587" y="64219"/>
                </a:moveTo>
                <a:cubicBezTo>
                  <a:pt x="349587" y="73544"/>
                  <a:pt x="351623" y="80526"/>
                  <a:pt x="355696" y="85165"/>
                </a:cubicBezTo>
                <a:cubicBezTo>
                  <a:pt x="359769" y="89805"/>
                  <a:pt x="364895" y="92124"/>
                  <a:pt x="371073" y="92124"/>
                </a:cubicBezTo>
                <a:cubicBezTo>
                  <a:pt x="377206" y="92124"/>
                  <a:pt x="382309" y="89793"/>
                  <a:pt x="386382" y="85131"/>
                </a:cubicBezTo>
                <a:cubicBezTo>
                  <a:pt x="390455" y="80469"/>
                  <a:pt x="392491" y="73361"/>
                  <a:pt x="392491" y="63807"/>
                </a:cubicBezTo>
                <a:cubicBezTo>
                  <a:pt x="392491" y="54803"/>
                  <a:pt x="390443" y="47981"/>
                  <a:pt x="386347" y="43342"/>
                </a:cubicBezTo>
                <a:cubicBezTo>
                  <a:pt x="382251" y="38703"/>
                  <a:pt x="377160" y="36383"/>
                  <a:pt x="371073" y="36383"/>
                </a:cubicBezTo>
                <a:cubicBezTo>
                  <a:pt x="364895" y="36383"/>
                  <a:pt x="359769" y="38691"/>
                  <a:pt x="355696" y="43308"/>
                </a:cubicBezTo>
                <a:cubicBezTo>
                  <a:pt x="351623" y="47924"/>
                  <a:pt x="349587" y="54895"/>
                  <a:pt x="349587" y="64219"/>
                </a:cubicBezTo>
                <a:close/>
                <a:moveTo>
                  <a:pt x="427597" y="100636"/>
                </a:moveTo>
                <a:lnTo>
                  <a:pt x="427597" y="27733"/>
                </a:lnTo>
                <a:lnTo>
                  <a:pt x="438718" y="27733"/>
                </a:lnTo>
                <a:lnTo>
                  <a:pt x="438718" y="38099"/>
                </a:lnTo>
                <a:cubicBezTo>
                  <a:pt x="444073" y="30090"/>
                  <a:pt x="451807" y="26086"/>
                  <a:pt x="461921" y="26086"/>
                </a:cubicBezTo>
                <a:cubicBezTo>
                  <a:pt x="466314" y="26086"/>
                  <a:pt x="470353" y="26875"/>
                  <a:pt x="474037" y="28454"/>
                </a:cubicBezTo>
                <a:cubicBezTo>
                  <a:pt x="477721" y="30033"/>
                  <a:pt x="480478" y="32104"/>
                  <a:pt x="482309" y="34667"/>
                </a:cubicBezTo>
                <a:cubicBezTo>
                  <a:pt x="484139" y="37230"/>
                  <a:pt x="485421" y="40273"/>
                  <a:pt x="486153" y="43797"/>
                </a:cubicBezTo>
                <a:cubicBezTo>
                  <a:pt x="486611" y="46085"/>
                  <a:pt x="486840" y="50089"/>
                  <a:pt x="486840" y="55810"/>
                </a:cubicBezTo>
                <a:lnTo>
                  <a:pt x="486840" y="100636"/>
                </a:lnTo>
                <a:lnTo>
                  <a:pt x="474483" y="100636"/>
                </a:lnTo>
                <a:lnTo>
                  <a:pt x="474483" y="56291"/>
                </a:lnTo>
                <a:cubicBezTo>
                  <a:pt x="474483" y="51256"/>
                  <a:pt x="474003" y="47492"/>
                  <a:pt x="473042" y="44998"/>
                </a:cubicBezTo>
                <a:cubicBezTo>
                  <a:pt x="472081" y="42504"/>
                  <a:pt x="470376" y="40513"/>
                  <a:pt x="467927" y="39026"/>
                </a:cubicBezTo>
                <a:cubicBezTo>
                  <a:pt x="465479" y="37538"/>
                  <a:pt x="462607" y="36795"/>
                  <a:pt x="459312" y="36795"/>
                </a:cubicBezTo>
                <a:cubicBezTo>
                  <a:pt x="454049" y="36795"/>
                  <a:pt x="449507" y="38465"/>
                  <a:pt x="445686" y="41806"/>
                </a:cubicBezTo>
                <a:cubicBezTo>
                  <a:pt x="441864" y="45147"/>
                  <a:pt x="439954" y="51485"/>
                  <a:pt x="439954" y="60821"/>
                </a:cubicBezTo>
                <a:lnTo>
                  <a:pt x="439954" y="100636"/>
                </a:lnTo>
                <a:lnTo>
                  <a:pt x="427597" y="100636"/>
                </a:lnTo>
                <a:close/>
                <a:moveTo>
                  <a:pt x="508766" y="78807"/>
                </a:moveTo>
                <a:lnTo>
                  <a:pt x="520985" y="76885"/>
                </a:lnTo>
                <a:cubicBezTo>
                  <a:pt x="521671" y="81803"/>
                  <a:pt x="523582" y="85573"/>
                  <a:pt x="526717" y="88194"/>
                </a:cubicBezTo>
                <a:cubicBezTo>
                  <a:pt x="529852" y="90814"/>
                  <a:pt x="534234" y="92124"/>
                  <a:pt x="539863" y="92124"/>
                </a:cubicBezTo>
                <a:cubicBezTo>
                  <a:pt x="545538" y="92124"/>
                  <a:pt x="549748" y="90969"/>
                  <a:pt x="552494" y="88658"/>
                </a:cubicBezTo>
                <a:cubicBezTo>
                  <a:pt x="555240" y="86346"/>
                  <a:pt x="556613" y="83635"/>
                  <a:pt x="556613" y="80523"/>
                </a:cubicBezTo>
                <a:cubicBezTo>
                  <a:pt x="556613" y="77731"/>
                  <a:pt x="555400" y="75535"/>
                  <a:pt x="552974" y="73933"/>
                </a:cubicBezTo>
                <a:cubicBezTo>
                  <a:pt x="551281" y="72834"/>
                  <a:pt x="547071" y="71439"/>
                  <a:pt x="540343" y="69745"/>
                </a:cubicBezTo>
                <a:cubicBezTo>
                  <a:pt x="531282" y="67457"/>
                  <a:pt x="525001" y="65478"/>
                  <a:pt x="521500" y="63807"/>
                </a:cubicBezTo>
                <a:cubicBezTo>
                  <a:pt x="517999" y="62137"/>
                  <a:pt x="515344" y="59826"/>
                  <a:pt x="513537" y="56874"/>
                </a:cubicBezTo>
                <a:cubicBezTo>
                  <a:pt x="511729" y="53922"/>
                  <a:pt x="510825" y="50661"/>
                  <a:pt x="510825" y="47092"/>
                </a:cubicBezTo>
                <a:cubicBezTo>
                  <a:pt x="510825" y="43843"/>
                  <a:pt x="511569" y="40834"/>
                  <a:pt x="513056" y="38065"/>
                </a:cubicBezTo>
                <a:cubicBezTo>
                  <a:pt x="514543" y="35296"/>
                  <a:pt x="516568" y="32996"/>
                  <a:pt x="519131" y="31166"/>
                </a:cubicBezTo>
                <a:cubicBezTo>
                  <a:pt x="521053" y="29747"/>
                  <a:pt x="523673" y="28546"/>
                  <a:pt x="526991" y="27562"/>
                </a:cubicBezTo>
                <a:cubicBezTo>
                  <a:pt x="530309" y="26578"/>
                  <a:pt x="533868" y="26086"/>
                  <a:pt x="537666" y="26086"/>
                </a:cubicBezTo>
                <a:cubicBezTo>
                  <a:pt x="543387" y="26086"/>
                  <a:pt x="548409" y="26910"/>
                  <a:pt x="552734" y="28557"/>
                </a:cubicBezTo>
                <a:cubicBezTo>
                  <a:pt x="557059" y="30205"/>
                  <a:pt x="560251" y="32436"/>
                  <a:pt x="562310" y="35250"/>
                </a:cubicBezTo>
                <a:cubicBezTo>
                  <a:pt x="564370" y="38065"/>
                  <a:pt x="565788" y="41829"/>
                  <a:pt x="566566" y="46543"/>
                </a:cubicBezTo>
                <a:lnTo>
                  <a:pt x="554485" y="48190"/>
                </a:lnTo>
                <a:cubicBezTo>
                  <a:pt x="553935" y="44437"/>
                  <a:pt x="552345" y="41509"/>
                  <a:pt x="549714" y="39403"/>
                </a:cubicBezTo>
                <a:cubicBezTo>
                  <a:pt x="547082" y="37298"/>
                  <a:pt x="543364" y="36246"/>
                  <a:pt x="538558" y="36246"/>
                </a:cubicBezTo>
                <a:cubicBezTo>
                  <a:pt x="532884" y="36246"/>
                  <a:pt x="528833" y="37184"/>
                  <a:pt x="526408" y="39060"/>
                </a:cubicBezTo>
                <a:cubicBezTo>
                  <a:pt x="523982" y="40936"/>
                  <a:pt x="522770" y="43133"/>
                  <a:pt x="522770" y="45650"/>
                </a:cubicBezTo>
                <a:cubicBezTo>
                  <a:pt x="522770" y="47252"/>
                  <a:pt x="523273" y="48694"/>
                  <a:pt x="524280" y="49975"/>
                </a:cubicBezTo>
                <a:cubicBezTo>
                  <a:pt x="525287" y="51302"/>
                  <a:pt x="526866" y="52401"/>
                  <a:pt x="529016" y="53270"/>
                </a:cubicBezTo>
                <a:cubicBezTo>
                  <a:pt x="530252" y="53728"/>
                  <a:pt x="533890" y="54780"/>
                  <a:pt x="539931" y="56428"/>
                </a:cubicBezTo>
                <a:cubicBezTo>
                  <a:pt x="548672" y="58762"/>
                  <a:pt x="554771" y="60672"/>
                  <a:pt x="558226" y="62160"/>
                </a:cubicBezTo>
                <a:cubicBezTo>
                  <a:pt x="561681" y="63647"/>
                  <a:pt x="564393" y="65810"/>
                  <a:pt x="566360" y="68647"/>
                </a:cubicBezTo>
                <a:cubicBezTo>
                  <a:pt x="568328" y="71484"/>
                  <a:pt x="569312" y="75008"/>
                  <a:pt x="569312" y="79219"/>
                </a:cubicBezTo>
                <a:cubicBezTo>
                  <a:pt x="569312" y="83337"/>
                  <a:pt x="568111" y="87216"/>
                  <a:pt x="565708" y="90854"/>
                </a:cubicBezTo>
                <a:cubicBezTo>
                  <a:pt x="563306" y="94493"/>
                  <a:pt x="559839" y="97307"/>
                  <a:pt x="555308" y="99298"/>
                </a:cubicBezTo>
                <a:cubicBezTo>
                  <a:pt x="550778" y="101289"/>
                  <a:pt x="545652" y="102284"/>
                  <a:pt x="539931" y="102284"/>
                </a:cubicBezTo>
                <a:cubicBezTo>
                  <a:pt x="530458" y="102284"/>
                  <a:pt x="523239" y="100310"/>
                  <a:pt x="518273" y="96363"/>
                </a:cubicBezTo>
                <a:cubicBezTo>
                  <a:pt x="513308" y="92416"/>
                  <a:pt x="510139" y="86564"/>
                  <a:pt x="508766" y="78807"/>
                </a:cubicBezTo>
                <a:close/>
                <a:moveTo>
                  <a:pt x="641524" y="77022"/>
                </a:moveTo>
                <a:lnTo>
                  <a:pt x="654292" y="78669"/>
                </a:lnTo>
                <a:cubicBezTo>
                  <a:pt x="652279" y="86151"/>
                  <a:pt x="648549" y="91957"/>
                  <a:pt x="643103" y="96089"/>
                </a:cubicBezTo>
                <a:cubicBezTo>
                  <a:pt x="637657" y="100219"/>
                  <a:pt x="630701" y="102284"/>
                  <a:pt x="622234" y="102284"/>
                </a:cubicBezTo>
                <a:cubicBezTo>
                  <a:pt x="611571" y="102284"/>
                  <a:pt x="603116" y="99000"/>
                  <a:pt x="596869" y="92433"/>
                </a:cubicBezTo>
                <a:cubicBezTo>
                  <a:pt x="590622" y="85866"/>
                  <a:pt x="587499" y="76656"/>
                  <a:pt x="587499" y="64803"/>
                </a:cubicBezTo>
                <a:cubicBezTo>
                  <a:pt x="587499" y="52538"/>
                  <a:pt x="590657" y="43019"/>
                  <a:pt x="596972" y="36246"/>
                </a:cubicBezTo>
                <a:cubicBezTo>
                  <a:pt x="603288" y="29472"/>
                  <a:pt x="611480" y="26086"/>
                  <a:pt x="621548" y="26086"/>
                </a:cubicBezTo>
                <a:cubicBezTo>
                  <a:pt x="631296" y="26086"/>
                  <a:pt x="639259" y="29399"/>
                  <a:pt x="645437" y="36025"/>
                </a:cubicBezTo>
                <a:cubicBezTo>
                  <a:pt x="651615" y="42649"/>
                  <a:pt x="654704" y="51969"/>
                  <a:pt x="654704" y="63985"/>
                </a:cubicBezTo>
                <a:cubicBezTo>
                  <a:pt x="654704" y="64716"/>
                  <a:pt x="654681" y="65812"/>
                  <a:pt x="654636" y="67274"/>
                </a:cubicBezTo>
                <a:lnTo>
                  <a:pt x="600267" y="67274"/>
                </a:lnTo>
                <a:cubicBezTo>
                  <a:pt x="600725" y="75306"/>
                  <a:pt x="602990" y="81455"/>
                  <a:pt x="607063" y="85723"/>
                </a:cubicBezTo>
                <a:cubicBezTo>
                  <a:pt x="611136" y="89990"/>
                  <a:pt x="616216" y="92124"/>
                  <a:pt x="622303" y="92124"/>
                </a:cubicBezTo>
                <a:cubicBezTo>
                  <a:pt x="626834" y="92124"/>
                  <a:pt x="630701" y="90924"/>
                  <a:pt x="633904" y="88522"/>
                </a:cubicBezTo>
                <a:cubicBezTo>
                  <a:pt x="637108" y="86120"/>
                  <a:pt x="639648" y="82286"/>
                  <a:pt x="641524" y="77022"/>
                </a:cubicBezTo>
                <a:moveTo>
                  <a:pt x="600954" y="57114"/>
                </a:moveTo>
                <a:lnTo>
                  <a:pt x="641661" y="57114"/>
                </a:lnTo>
                <a:cubicBezTo>
                  <a:pt x="641112" y="51002"/>
                  <a:pt x="639556" y="46418"/>
                  <a:pt x="636993" y="43361"/>
                </a:cubicBezTo>
                <a:cubicBezTo>
                  <a:pt x="633058" y="38617"/>
                  <a:pt x="627955" y="36246"/>
                  <a:pt x="621685" y="36246"/>
                </a:cubicBezTo>
                <a:cubicBezTo>
                  <a:pt x="616010" y="36246"/>
                  <a:pt x="611239" y="38139"/>
                  <a:pt x="607372" y="41926"/>
                </a:cubicBezTo>
                <a:cubicBezTo>
                  <a:pt x="603505" y="45712"/>
                  <a:pt x="601366" y="50774"/>
                  <a:pt x="600954" y="57114"/>
                </a:cubicBezTo>
                <a:close/>
                <a:moveTo>
                  <a:pt x="672960" y="41875"/>
                </a:moveTo>
                <a:lnTo>
                  <a:pt x="672960" y="27733"/>
                </a:lnTo>
                <a:lnTo>
                  <a:pt x="687032" y="27733"/>
                </a:lnTo>
                <a:lnTo>
                  <a:pt x="687032" y="41875"/>
                </a:lnTo>
                <a:lnTo>
                  <a:pt x="672960" y="41875"/>
                </a:lnTo>
                <a:moveTo>
                  <a:pt x="672960" y="100636"/>
                </a:moveTo>
                <a:lnTo>
                  <a:pt x="672960" y="86495"/>
                </a:lnTo>
                <a:lnTo>
                  <a:pt x="687032" y="86495"/>
                </a:lnTo>
                <a:lnTo>
                  <a:pt x="687032" y="100636"/>
                </a:lnTo>
                <a:lnTo>
                  <a:pt x="672960" y="100636"/>
                </a:lnTo>
                <a:close/>
                <a:moveTo>
                  <a:pt x="793307" y="56565"/>
                </a:moveTo>
                <a:lnTo>
                  <a:pt x="793307" y="45032"/>
                </a:lnTo>
                <a:lnTo>
                  <a:pt x="859963" y="16887"/>
                </a:lnTo>
                <a:lnTo>
                  <a:pt x="859963" y="29244"/>
                </a:lnTo>
                <a:lnTo>
                  <a:pt x="807105" y="50867"/>
                </a:lnTo>
                <a:lnTo>
                  <a:pt x="859963" y="72766"/>
                </a:lnTo>
                <a:lnTo>
                  <a:pt x="859963" y="85122"/>
                </a:lnTo>
                <a:lnTo>
                  <a:pt x="793307" y="56565"/>
                </a:lnTo>
                <a:close/>
              </a:path>
            </a:pathLst>
          </a:custGeom>
          <a:solidFill xmlns:a="http://schemas.openxmlformats.org/drawingml/2006/main">
            <a:srgbClr val="3B5F2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" name="Text Response:&lt;">
            <a:extLst xmlns:a="http://schemas.openxmlformats.org/drawingml/2006/main">
              <a:ext uri="{FF2B5EF4-FFF2-40B4-BE49-F238E27FC236}">
                <a16:creationId xmlns:a16="http://schemas.microsoft.com/office/drawing/2014/main" id="{A468DEC1-CA77-4777-87AF-9CF149B99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612" y="3779941"/>
            <a:ext cx="859963" cy="128644"/>
          </a:xfrm>
          <a:custGeom xmlns:a="http://schemas.openxmlformats.org/drawingml/2006/main">
            <a:pathLst>
              <a:path w="859963" h="128644" fill="none">
                <a:moveTo>
                  <a:pt x="0" y="100636"/>
                </a:moveTo>
                <a:lnTo>
                  <a:pt x="0" y="0"/>
                </a:lnTo>
                <a:lnTo>
                  <a:pt x="44621" y="0"/>
                </a:lnTo>
                <a:cubicBezTo>
                  <a:pt x="53590" y="0"/>
                  <a:pt x="60409" y="903"/>
                  <a:pt x="65077" y="2709"/>
                </a:cubicBezTo>
                <a:cubicBezTo>
                  <a:pt x="69745" y="4514"/>
                  <a:pt x="73475" y="7702"/>
                  <a:pt x="76267" y="12273"/>
                </a:cubicBezTo>
                <a:cubicBezTo>
                  <a:pt x="79058" y="16844"/>
                  <a:pt x="80454" y="21894"/>
                  <a:pt x="80454" y="27424"/>
                </a:cubicBezTo>
                <a:cubicBezTo>
                  <a:pt x="80454" y="34555"/>
                  <a:pt x="78143" y="40566"/>
                  <a:pt x="73521" y="45457"/>
                </a:cubicBezTo>
                <a:cubicBezTo>
                  <a:pt x="68899" y="50347"/>
                  <a:pt x="61759" y="53455"/>
                  <a:pt x="52103" y="54780"/>
                </a:cubicBezTo>
                <a:cubicBezTo>
                  <a:pt x="55627" y="56476"/>
                  <a:pt x="58304" y="58150"/>
                  <a:pt x="60135" y="59800"/>
                </a:cubicBezTo>
                <a:cubicBezTo>
                  <a:pt x="64025" y="63377"/>
                  <a:pt x="67709" y="67845"/>
                  <a:pt x="71187" y="73206"/>
                </a:cubicBezTo>
                <a:lnTo>
                  <a:pt x="88692" y="100636"/>
                </a:lnTo>
                <a:lnTo>
                  <a:pt x="71942" y="100636"/>
                </a:lnTo>
                <a:lnTo>
                  <a:pt x="58625" y="79667"/>
                </a:lnTo>
                <a:cubicBezTo>
                  <a:pt x="54735" y="73617"/>
                  <a:pt x="51531" y="68989"/>
                  <a:pt x="49014" y="65781"/>
                </a:cubicBezTo>
                <a:cubicBezTo>
                  <a:pt x="46497" y="62572"/>
                  <a:pt x="44243" y="60326"/>
                  <a:pt x="42252" y="59043"/>
                </a:cubicBezTo>
                <a:cubicBezTo>
                  <a:pt x="40261" y="57759"/>
                  <a:pt x="38236" y="56864"/>
                  <a:pt x="36177" y="56359"/>
                </a:cubicBezTo>
                <a:cubicBezTo>
                  <a:pt x="34667" y="56039"/>
                  <a:pt x="32195" y="55879"/>
                  <a:pt x="28763" y="55879"/>
                </a:cubicBezTo>
                <a:lnTo>
                  <a:pt x="13318" y="55879"/>
                </a:lnTo>
                <a:lnTo>
                  <a:pt x="13318" y="100636"/>
                </a:lnTo>
                <a:lnTo>
                  <a:pt x="0" y="100636"/>
                </a:lnTo>
                <a:moveTo>
                  <a:pt x="13318" y="44346"/>
                </a:moveTo>
                <a:lnTo>
                  <a:pt x="41943" y="44346"/>
                </a:lnTo>
                <a:cubicBezTo>
                  <a:pt x="48030" y="44346"/>
                  <a:pt x="52790" y="43718"/>
                  <a:pt x="56222" y="42462"/>
                </a:cubicBezTo>
                <a:cubicBezTo>
                  <a:pt x="59654" y="41207"/>
                  <a:pt x="62263" y="39197"/>
                  <a:pt x="64048" y="36434"/>
                </a:cubicBezTo>
                <a:cubicBezTo>
                  <a:pt x="65832" y="33671"/>
                  <a:pt x="66725" y="30668"/>
                  <a:pt x="66725" y="27424"/>
                </a:cubicBezTo>
                <a:cubicBezTo>
                  <a:pt x="66725" y="22675"/>
                  <a:pt x="64997" y="18771"/>
                  <a:pt x="61542" y="15712"/>
                </a:cubicBezTo>
                <a:cubicBezTo>
                  <a:pt x="58087" y="12651"/>
                  <a:pt x="52629" y="11121"/>
                  <a:pt x="45170" y="11121"/>
                </a:cubicBezTo>
                <a:lnTo>
                  <a:pt x="13318" y="11121"/>
                </a:lnTo>
                <a:lnTo>
                  <a:pt x="13318" y="44346"/>
                </a:lnTo>
                <a:close/>
                <a:moveTo>
                  <a:pt x="149463" y="77022"/>
                </a:moveTo>
                <a:lnTo>
                  <a:pt x="162231" y="78669"/>
                </a:lnTo>
                <a:cubicBezTo>
                  <a:pt x="160217" y="86151"/>
                  <a:pt x="156487" y="91957"/>
                  <a:pt x="151042" y="96089"/>
                </a:cubicBezTo>
                <a:cubicBezTo>
                  <a:pt x="145596" y="100219"/>
                  <a:pt x="138639" y="102284"/>
                  <a:pt x="130173" y="102284"/>
                </a:cubicBezTo>
                <a:cubicBezTo>
                  <a:pt x="119510" y="102284"/>
                  <a:pt x="111055" y="99000"/>
                  <a:pt x="104808" y="92433"/>
                </a:cubicBezTo>
                <a:cubicBezTo>
                  <a:pt x="98561" y="85866"/>
                  <a:pt x="95437" y="76656"/>
                  <a:pt x="95437" y="64803"/>
                </a:cubicBezTo>
                <a:cubicBezTo>
                  <a:pt x="95437" y="52538"/>
                  <a:pt x="98595" y="43019"/>
                  <a:pt x="104911" y="36246"/>
                </a:cubicBezTo>
                <a:cubicBezTo>
                  <a:pt x="111226" y="29472"/>
                  <a:pt x="119418" y="26086"/>
                  <a:pt x="129486" y="26086"/>
                </a:cubicBezTo>
                <a:cubicBezTo>
                  <a:pt x="139234" y="26086"/>
                  <a:pt x="147197" y="29399"/>
                  <a:pt x="153376" y="36025"/>
                </a:cubicBezTo>
                <a:cubicBezTo>
                  <a:pt x="159554" y="42649"/>
                  <a:pt x="162643" y="51969"/>
                  <a:pt x="162643" y="63985"/>
                </a:cubicBezTo>
                <a:cubicBezTo>
                  <a:pt x="162643" y="64716"/>
                  <a:pt x="162620" y="65812"/>
                  <a:pt x="162574" y="67274"/>
                </a:cubicBezTo>
                <a:lnTo>
                  <a:pt x="108206" y="67274"/>
                </a:lnTo>
                <a:cubicBezTo>
                  <a:pt x="108663" y="75306"/>
                  <a:pt x="110929" y="81455"/>
                  <a:pt x="115002" y="85723"/>
                </a:cubicBezTo>
                <a:cubicBezTo>
                  <a:pt x="119075" y="89990"/>
                  <a:pt x="124155" y="92124"/>
                  <a:pt x="130241" y="92124"/>
                </a:cubicBezTo>
                <a:cubicBezTo>
                  <a:pt x="134772" y="92124"/>
                  <a:pt x="138639" y="90924"/>
                  <a:pt x="141843" y="88522"/>
                </a:cubicBezTo>
                <a:cubicBezTo>
                  <a:pt x="145046" y="86120"/>
                  <a:pt x="147586" y="82286"/>
                  <a:pt x="149463" y="77022"/>
                </a:cubicBezTo>
                <a:moveTo>
                  <a:pt x="108892" y="57114"/>
                </a:moveTo>
                <a:lnTo>
                  <a:pt x="149600" y="57114"/>
                </a:lnTo>
                <a:cubicBezTo>
                  <a:pt x="149051" y="51002"/>
                  <a:pt x="147495" y="46418"/>
                  <a:pt x="144932" y="43361"/>
                </a:cubicBezTo>
                <a:cubicBezTo>
                  <a:pt x="140996" y="38617"/>
                  <a:pt x="135893" y="36246"/>
                  <a:pt x="129624" y="36246"/>
                </a:cubicBezTo>
                <a:cubicBezTo>
                  <a:pt x="123949" y="36246"/>
                  <a:pt x="119178" y="38139"/>
                  <a:pt x="115311" y="41926"/>
                </a:cubicBezTo>
                <a:cubicBezTo>
                  <a:pt x="111444" y="45712"/>
                  <a:pt x="109304" y="50774"/>
                  <a:pt x="108892" y="57114"/>
                </a:cubicBezTo>
                <a:close/>
                <a:moveTo>
                  <a:pt x="172523" y="78807"/>
                </a:moveTo>
                <a:lnTo>
                  <a:pt x="184743" y="76885"/>
                </a:lnTo>
                <a:cubicBezTo>
                  <a:pt x="185429" y="81803"/>
                  <a:pt x="187340" y="85573"/>
                  <a:pt x="190475" y="88194"/>
                </a:cubicBezTo>
                <a:cubicBezTo>
                  <a:pt x="193609" y="90814"/>
                  <a:pt x="197991" y="92124"/>
                  <a:pt x="203621" y="92124"/>
                </a:cubicBezTo>
                <a:cubicBezTo>
                  <a:pt x="209295" y="92124"/>
                  <a:pt x="213506" y="90969"/>
                  <a:pt x="216252" y="88658"/>
                </a:cubicBezTo>
                <a:cubicBezTo>
                  <a:pt x="218997" y="86346"/>
                  <a:pt x="220370" y="83635"/>
                  <a:pt x="220370" y="80523"/>
                </a:cubicBezTo>
                <a:cubicBezTo>
                  <a:pt x="220370" y="77731"/>
                  <a:pt x="219158" y="75535"/>
                  <a:pt x="216732" y="73933"/>
                </a:cubicBezTo>
                <a:cubicBezTo>
                  <a:pt x="215039" y="72834"/>
                  <a:pt x="210828" y="71439"/>
                  <a:pt x="204101" y="69745"/>
                </a:cubicBezTo>
                <a:cubicBezTo>
                  <a:pt x="195040" y="67457"/>
                  <a:pt x="188758" y="65478"/>
                  <a:pt x="185257" y="63807"/>
                </a:cubicBezTo>
                <a:cubicBezTo>
                  <a:pt x="181756" y="62137"/>
                  <a:pt x="179102" y="59826"/>
                  <a:pt x="177294" y="56874"/>
                </a:cubicBezTo>
                <a:cubicBezTo>
                  <a:pt x="175487" y="53922"/>
                  <a:pt x="174583" y="50661"/>
                  <a:pt x="174583" y="47092"/>
                </a:cubicBezTo>
                <a:cubicBezTo>
                  <a:pt x="174583" y="43843"/>
                  <a:pt x="175327" y="40834"/>
                  <a:pt x="176814" y="38065"/>
                </a:cubicBezTo>
                <a:cubicBezTo>
                  <a:pt x="178301" y="35296"/>
                  <a:pt x="180326" y="32996"/>
                  <a:pt x="182889" y="31166"/>
                </a:cubicBezTo>
                <a:cubicBezTo>
                  <a:pt x="184811" y="29747"/>
                  <a:pt x="187431" y="28546"/>
                  <a:pt x="190749" y="27562"/>
                </a:cubicBezTo>
                <a:cubicBezTo>
                  <a:pt x="194067" y="26578"/>
                  <a:pt x="197625" y="26086"/>
                  <a:pt x="201424" y="26086"/>
                </a:cubicBezTo>
                <a:cubicBezTo>
                  <a:pt x="207144" y="26086"/>
                  <a:pt x="212167" y="26910"/>
                  <a:pt x="216492" y="28557"/>
                </a:cubicBezTo>
                <a:cubicBezTo>
                  <a:pt x="220817" y="30205"/>
                  <a:pt x="224009" y="32436"/>
                  <a:pt x="226068" y="35250"/>
                </a:cubicBezTo>
                <a:cubicBezTo>
                  <a:pt x="228127" y="38065"/>
                  <a:pt x="229546" y="41829"/>
                  <a:pt x="230324" y="46543"/>
                </a:cubicBezTo>
                <a:lnTo>
                  <a:pt x="218242" y="48190"/>
                </a:lnTo>
                <a:cubicBezTo>
                  <a:pt x="217693" y="44437"/>
                  <a:pt x="216103" y="41509"/>
                  <a:pt x="213471" y="39403"/>
                </a:cubicBezTo>
                <a:cubicBezTo>
                  <a:pt x="210840" y="37298"/>
                  <a:pt x="207122" y="36246"/>
                  <a:pt x="202316" y="36246"/>
                </a:cubicBezTo>
                <a:cubicBezTo>
                  <a:pt x="196641" y="36246"/>
                  <a:pt x="192591" y="37184"/>
                  <a:pt x="190166" y="39060"/>
                </a:cubicBezTo>
                <a:cubicBezTo>
                  <a:pt x="187740" y="40936"/>
                  <a:pt x="186527" y="43133"/>
                  <a:pt x="186527" y="45650"/>
                </a:cubicBezTo>
                <a:cubicBezTo>
                  <a:pt x="186527" y="47252"/>
                  <a:pt x="187031" y="48694"/>
                  <a:pt x="188038" y="49975"/>
                </a:cubicBezTo>
                <a:cubicBezTo>
                  <a:pt x="189044" y="51302"/>
                  <a:pt x="190623" y="52401"/>
                  <a:pt x="192774" y="53270"/>
                </a:cubicBezTo>
                <a:cubicBezTo>
                  <a:pt x="194010" y="53728"/>
                  <a:pt x="197648" y="54780"/>
                  <a:pt x="203689" y="56428"/>
                </a:cubicBezTo>
                <a:cubicBezTo>
                  <a:pt x="212430" y="58762"/>
                  <a:pt x="218528" y="60672"/>
                  <a:pt x="221984" y="62160"/>
                </a:cubicBezTo>
                <a:cubicBezTo>
                  <a:pt x="225439" y="63647"/>
                  <a:pt x="228150" y="65810"/>
                  <a:pt x="230118" y="68647"/>
                </a:cubicBezTo>
                <a:cubicBezTo>
                  <a:pt x="232086" y="71484"/>
                  <a:pt x="233070" y="75008"/>
                  <a:pt x="233070" y="79219"/>
                </a:cubicBezTo>
                <a:cubicBezTo>
                  <a:pt x="233070" y="83337"/>
                  <a:pt x="231869" y="87216"/>
                  <a:pt x="229466" y="90854"/>
                </a:cubicBezTo>
                <a:cubicBezTo>
                  <a:pt x="227063" y="94493"/>
                  <a:pt x="223597" y="97307"/>
                  <a:pt x="219066" y="99298"/>
                </a:cubicBezTo>
                <a:cubicBezTo>
                  <a:pt x="214535" y="101289"/>
                  <a:pt x="209410" y="102284"/>
                  <a:pt x="203689" y="102284"/>
                </a:cubicBezTo>
                <a:cubicBezTo>
                  <a:pt x="194216" y="102284"/>
                  <a:pt x="186997" y="100310"/>
                  <a:pt x="182031" y="96363"/>
                </a:cubicBezTo>
                <a:cubicBezTo>
                  <a:pt x="177066" y="92416"/>
                  <a:pt x="173896" y="86564"/>
                  <a:pt x="172523" y="78807"/>
                </a:cubicBezTo>
                <a:close/>
                <a:moveTo>
                  <a:pt x="255376" y="128644"/>
                </a:moveTo>
                <a:lnTo>
                  <a:pt x="255376" y="27733"/>
                </a:lnTo>
                <a:lnTo>
                  <a:pt x="266634" y="27733"/>
                </a:lnTo>
                <a:lnTo>
                  <a:pt x="266634" y="37273"/>
                </a:lnTo>
                <a:cubicBezTo>
                  <a:pt x="269288" y="33543"/>
                  <a:pt x="272286" y="30747"/>
                  <a:pt x="275627" y="28883"/>
                </a:cubicBezTo>
                <a:cubicBezTo>
                  <a:pt x="278967" y="27018"/>
                  <a:pt x="283018" y="26086"/>
                  <a:pt x="287777" y="26086"/>
                </a:cubicBezTo>
                <a:cubicBezTo>
                  <a:pt x="294001" y="26086"/>
                  <a:pt x="299493" y="27688"/>
                  <a:pt x="304252" y="30891"/>
                </a:cubicBezTo>
                <a:cubicBezTo>
                  <a:pt x="309012" y="34095"/>
                  <a:pt x="312604" y="38614"/>
                  <a:pt x="315030" y="44449"/>
                </a:cubicBezTo>
                <a:cubicBezTo>
                  <a:pt x="317455" y="50284"/>
                  <a:pt x="318668" y="56680"/>
                  <a:pt x="318668" y="63636"/>
                </a:cubicBezTo>
                <a:cubicBezTo>
                  <a:pt x="318668" y="71095"/>
                  <a:pt x="317330" y="77811"/>
                  <a:pt x="314652" y="83784"/>
                </a:cubicBezTo>
                <a:cubicBezTo>
                  <a:pt x="311975" y="89756"/>
                  <a:pt x="308085" y="94332"/>
                  <a:pt x="302982" y="97513"/>
                </a:cubicBezTo>
                <a:cubicBezTo>
                  <a:pt x="297880" y="100694"/>
                  <a:pt x="292514" y="102284"/>
                  <a:pt x="286885" y="102284"/>
                </a:cubicBezTo>
                <a:cubicBezTo>
                  <a:pt x="282766" y="102284"/>
                  <a:pt x="279070" y="101414"/>
                  <a:pt x="275798" y="99675"/>
                </a:cubicBezTo>
                <a:cubicBezTo>
                  <a:pt x="272526" y="97936"/>
                  <a:pt x="269837" y="95740"/>
                  <a:pt x="267732" y="93085"/>
                </a:cubicBezTo>
                <a:lnTo>
                  <a:pt x="267732" y="128644"/>
                </a:lnTo>
                <a:lnTo>
                  <a:pt x="255376" y="128644"/>
                </a:lnTo>
                <a:moveTo>
                  <a:pt x="266565" y="64631"/>
                </a:moveTo>
                <a:cubicBezTo>
                  <a:pt x="266565" y="74001"/>
                  <a:pt x="268464" y="80926"/>
                  <a:pt x="272263" y="85405"/>
                </a:cubicBezTo>
                <a:cubicBezTo>
                  <a:pt x="276061" y="89885"/>
                  <a:pt x="280661" y="92124"/>
                  <a:pt x="286061" y="92124"/>
                </a:cubicBezTo>
                <a:cubicBezTo>
                  <a:pt x="291553" y="92124"/>
                  <a:pt x="296255" y="89805"/>
                  <a:pt x="300168" y="85165"/>
                </a:cubicBezTo>
                <a:cubicBezTo>
                  <a:pt x="304081" y="80526"/>
                  <a:pt x="306037" y="73338"/>
                  <a:pt x="306037" y="63601"/>
                </a:cubicBezTo>
                <a:cubicBezTo>
                  <a:pt x="306037" y="54323"/>
                  <a:pt x="304127" y="47375"/>
                  <a:pt x="300305" y="42758"/>
                </a:cubicBezTo>
                <a:cubicBezTo>
                  <a:pt x="296484" y="38142"/>
                  <a:pt x="291919" y="35834"/>
                  <a:pt x="286610" y="35834"/>
                </a:cubicBezTo>
                <a:cubicBezTo>
                  <a:pt x="281347" y="35834"/>
                  <a:pt x="276691" y="38291"/>
                  <a:pt x="272640" y="43205"/>
                </a:cubicBezTo>
                <a:cubicBezTo>
                  <a:pt x="268590" y="48119"/>
                  <a:pt x="266565" y="55261"/>
                  <a:pt x="266565" y="64631"/>
                </a:cubicBezTo>
                <a:close/>
                <a:moveTo>
                  <a:pt x="336887" y="64185"/>
                </a:moveTo>
                <a:cubicBezTo>
                  <a:pt x="336887" y="50684"/>
                  <a:pt x="340640" y="40685"/>
                  <a:pt x="348145" y="34186"/>
                </a:cubicBezTo>
                <a:cubicBezTo>
                  <a:pt x="354415" y="28786"/>
                  <a:pt x="362058" y="26086"/>
                  <a:pt x="371073" y="26086"/>
                </a:cubicBezTo>
                <a:cubicBezTo>
                  <a:pt x="381096" y="26086"/>
                  <a:pt x="389288" y="29369"/>
                  <a:pt x="395649" y="35937"/>
                </a:cubicBezTo>
                <a:cubicBezTo>
                  <a:pt x="402010" y="42504"/>
                  <a:pt x="405191" y="51577"/>
                  <a:pt x="405191" y="63155"/>
                </a:cubicBezTo>
                <a:cubicBezTo>
                  <a:pt x="405191" y="72537"/>
                  <a:pt x="403784" y="79917"/>
                  <a:pt x="400969" y="85294"/>
                </a:cubicBezTo>
                <a:cubicBezTo>
                  <a:pt x="398155" y="90671"/>
                  <a:pt x="394059" y="94847"/>
                  <a:pt x="388681" y="97822"/>
                </a:cubicBezTo>
                <a:cubicBezTo>
                  <a:pt x="383304" y="100797"/>
                  <a:pt x="377435" y="102284"/>
                  <a:pt x="371073" y="102284"/>
                </a:cubicBezTo>
                <a:cubicBezTo>
                  <a:pt x="360868" y="102284"/>
                  <a:pt x="352619" y="99012"/>
                  <a:pt x="346326" y="92467"/>
                </a:cubicBezTo>
                <a:cubicBezTo>
                  <a:pt x="340033" y="85923"/>
                  <a:pt x="336887" y="76496"/>
                  <a:pt x="336887" y="64185"/>
                </a:cubicBezTo>
                <a:moveTo>
                  <a:pt x="349587" y="64219"/>
                </a:moveTo>
                <a:cubicBezTo>
                  <a:pt x="349587" y="73544"/>
                  <a:pt x="351623" y="80526"/>
                  <a:pt x="355696" y="85165"/>
                </a:cubicBezTo>
                <a:cubicBezTo>
                  <a:pt x="359769" y="89805"/>
                  <a:pt x="364895" y="92124"/>
                  <a:pt x="371073" y="92124"/>
                </a:cubicBezTo>
                <a:cubicBezTo>
                  <a:pt x="377206" y="92124"/>
                  <a:pt x="382309" y="89793"/>
                  <a:pt x="386382" y="85131"/>
                </a:cubicBezTo>
                <a:cubicBezTo>
                  <a:pt x="390455" y="80469"/>
                  <a:pt x="392491" y="73361"/>
                  <a:pt x="392491" y="63807"/>
                </a:cubicBezTo>
                <a:cubicBezTo>
                  <a:pt x="392491" y="54803"/>
                  <a:pt x="390443" y="47981"/>
                  <a:pt x="386347" y="43342"/>
                </a:cubicBezTo>
                <a:cubicBezTo>
                  <a:pt x="382251" y="38703"/>
                  <a:pt x="377160" y="36383"/>
                  <a:pt x="371073" y="36383"/>
                </a:cubicBezTo>
                <a:cubicBezTo>
                  <a:pt x="364895" y="36383"/>
                  <a:pt x="359769" y="38691"/>
                  <a:pt x="355696" y="43308"/>
                </a:cubicBezTo>
                <a:cubicBezTo>
                  <a:pt x="351623" y="47924"/>
                  <a:pt x="349587" y="54895"/>
                  <a:pt x="349587" y="64219"/>
                </a:cubicBezTo>
                <a:close/>
                <a:moveTo>
                  <a:pt x="427597" y="100636"/>
                </a:moveTo>
                <a:lnTo>
                  <a:pt x="427597" y="27733"/>
                </a:lnTo>
                <a:lnTo>
                  <a:pt x="438718" y="27733"/>
                </a:lnTo>
                <a:lnTo>
                  <a:pt x="438718" y="38099"/>
                </a:lnTo>
                <a:cubicBezTo>
                  <a:pt x="444073" y="30090"/>
                  <a:pt x="451807" y="26086"/>
                  <a:pt x="461921" y="26086"/>
                </a:cubicBezTo>
                <a:cubicBezTo>
                  <a:pt x="466314" y="26086"/>
                  <a:pt x="470353" y="26875"/>
                  <a:pt x="474037" y="28454"/>
                </a:cubicBezTo>
                <a:cubicBezTo>
                  <a:pt x="477721" y="30033"/>
                  <a:pt x="480478" y="32104"/>
                  <a:pt x="482309" y="34667"/>
                </a:cubicBezTo>
                <a:cubicBezTo>
                  <a:pt x="484139" y="37230"/>
                  <a:pt x="485421" y="40273"/>
                  <a:pt x="486153" y="43797"/>
                </a:cubicBezTo>
                <a:cubicBezTo>
                  <a:pt x="486611" y="46085"/>
                  <a:pt x="486840" y="50089"/>
                  <a:pt x="486840" y="55810"/>
                </a:cubicBezTo>
                <a:lnTo>
                  <a:pt x="486840" y="100636"/>
                </a:lnTo>
                <a:lnTo>
                  <a:pt x="474483" y="100636"/>
                </a:lnTo>
                <a:lnTo>
                  <a:pt x="474483" y="56291"/>
                </a:lnTo>
                <a:cubicBezTo>
                  <a:pt x="474483" y="51256"/>
                  <a:pt x="474003" y="47492"/>
                  <a:pt x="473042" y="44998"/>
                </a:cubicBezTo>
                <a:cubicBezTo>
                  <a:pt x="472081" y="42504"/>
                  <a:pt x="470376" y="40513"/>
                  <a:pt x="467927" y="39026"/>
                </a:cubicBezTo>
                <a:cubicBezTo>
                  <a:pt x="465479" y="37538"/>
                  <a:pt x="462607" y="36795"/>
                  <a:pt x="459312" y="36795"/>
                </a:cubicBezTo>
                <a:cubicBezTo>
                  <a:pt x="454049" y="36795"/>
                  <a:pt x="449507" y="38465"/>
                  <a:pt x="445686" y="41806"/>
                </a:cubicBezTo>
                <a:cubicBezTo>
                  <a:pt x="441864" y="45147"/>
                  <a:pt x="439954" y="51485"/>
                  <a:pt x="439954" y="60821"/>
                </a:cubicBezTo>
                <a:lnTo>
                  <a:pt x="439954" y="100636"/>
                </a:lnTo>
                <a:lnTo>
                  <a:pt x="427597" y="100636"/>
                </a:lnTo>
                <a:close/>
                <a:moveTo>
                  <a:pt x="508766" y="78807"/>
                </a:moveTo>
                <a:lnTo>
                  <a:pt x="520985" y="76885"/>
                </a:lnTo>
                <a:cubicBezTo>
                  <a:pt x="521671" y="81803"/>
                  <a:pt x="523582" y="85573"/>
                  <a:pt x="526717" y="88194"/>
                </a:cubicBezTo>
                <a:cubicBezTo>
                  <a:pt x="529852" y="90814"/>
                  <a:pt x="534234" y="92124"/>
                  <a:pt x="539863" y="92124"/>
                </a:cubicBezTo>
                <a:cubicBezTo>
                  <a:pt x="545538" y="92124"/>
                  <a:pt x="549748" y="90969"/>
                  <a:pt x="552494" y="88658"/>
                </a:cubicBezTo>
                <a:cubicBezTo>
                  <a:pt x="555240" y="86346"/>
                  <a:pt x="556613" y="83635"/>
                  <a:pt x="556613" y="80523"/>
                </a:cubicBezTo>
                <a:cubicBezTo>
                  <a:pt x="556613" y="77731"/>
                  <a:pt x="555400" y="75535"/>
                  <a:pt x="552974" y="73933"/>
                </a:cubicBezTo>
                <a:cubicBezTo>
                  <a:pt x="551281" y="72834"/>
                  <a:pt x="547071" y="71439"/>
                  <a:pt x="540343" y="69745"/>
                </a:cubicBezTo>
                <a:cubicBezTo>
                  <a:pt x="531282" y="67457"/>
                  <a:pt x="525001" y="65478"/>
                  <a:pt x="521500" y="63807"/>
                </a:cubicBezTo>
                <a:cubicBezTo>
                  <a:pt x="517999" y="62137"/>
                  <a:pt x="515344" y="59826"/>
                  <a:pt x="513537" y="56874"/>
                </a:cubicBezTo>
                <a:cubicBezTo>
                  <a:pt x="511729" y="53922"/>
                  <a:pt x="510825" y="50661"/>
                  <a:pt x="510825" y="47092"/>
                </a:cubicBezTo>
                <a:cubicBezTo>
                  <a:pt x="510825" y="43843"/>
                  <a:pt x="511569" y="40834"/>
                  <a:pt x="513056" y="38065"/>
                </a:cubicBezTo>
                <a:cubicBezTo>
                  <a:pt x="514543" y="35296"/>
                  <a:pt x="516568" y="32996"/>
                  <a:pt x="519131" y="31166"/>
                </a:cubicBezTo>
                <a:cubicBezTo>
                  <a:pt x="521053" y="29747"/>
                  <a:pt x="523673" y="28546"/>
                  <a:pt x="526991" y="27562"/>
                </a:cubicBezTo>
                <a:cubicBezTo>
                  <a:pt x="530309" y="26578"/>
                  <a:pt x="533868" y="26086"/>
                  <a:pt x="537666" y="26086"/>
                </a:cubicBezTo>
                <a:cubicBezTo>
                  <a:pt x="543387" y="26086"/>
                  <a:pt x="548409" y="26910"/>
                  <a:pt x="552734" y="28557"/>
                </a:cubicBezTo>
                <a:cubicBezTo>
                  <a:pt x="557059" y="30205"/>
                  <a:pt x="560251" y="32436"/>
                  <a:pt x="562310" y="35250"/>
                </a:cubicBezTo>
                <a:cubicBezTo>
                  <a:pt x="564370" y="38065"/>
                  <a:pt x="565788" y="41829"/>
                  <a:pt x="566566" y="46543"/>
                </a:cubicBezTo>
                <a:lnTo>
                  <a:pt x="554485" y="48190"/>
                </a:lnTo>
                <a:cubicBezTo>
                  <a:pt x="553935" y="44437"/>
                  <a:pt x="552345" y="41509"/>
                  <a:pt x="549714" y="39403"/>
                </a:cubicBezTo>
                <a:cubicBezTo>
                  <a:pt x="547082" y="37298"/>
                  <a:pt x="543364" y="36246"/>
                  <a:pt x="538558" y="36246"/>
                </a:cubicBezTo>
                <a:cubicBezTo>
                  <a:pt x="532884" y="36246"/>
                  <a:pt x="528833" y="37184"/>
                  <a:pt x="526408" y="39060"/>
                </a:cubicBezTo>
                <a:cubicBezTo>
                  <a:pt x="523982" y="40936"/>
                  <a:pt x="522770" y="43133"/>
                  <a:pt x="522770" y="45650"/>
                </a:cubicBezTo>
                <a:cubicBezTo>
                  <a:pt x="522770" y="47252"/>
                  <a:pt x="523273" y="48694"/>
                  <a:pt x="524280" y="49975"/>
                </a:cubicBezTo>
                <a:cubicBezTo>
                  <a:pt x="525287" y="51302"/>
                  <a:pt x="526866" y="52401"/>
                  <a:pt x="529016" y="53270"/>
                </a:cubicBezTo>
                <a:cubicBezTo>
                  <a:pt x="530252" y="53728"/>
                  <a:pt x="533890" y="54780"/>
                  <a:pt x="539931" y="56428"/>
                </a:cubicBezTo>
                <a:cubicBezTo>
                  <a:pt x="548672" y="58762"/>
                  <a:pt x="554771" y="60672"/>
                  <a:pt x="558226" y="62160"/>
                </a:cubicBezTo>
                <a:cubicBezTo>
                  <a:pt x="561681" y="63647"/>
                  <a:pt x="564393" y="65810"/>
                  <a:pt x="566360" y="68647"/>
                </a:cubicBezTo>
                <a:cubicBezTo>
                  <a:pt x="568328" y="71484"/>
                  <a:pt x="569312" y="75008"/>
                  <a:pt x="569312" y="79219"/>
                </a:cubicBezTo>
                <a:cubicBezTo>
                  <a:pt x="569312" y="83337"/>
                  <a:pt x="568111" y="87216"/>
                  <a:pt x="565708" y="90854"/>
                </a:cubicBezTo>
                <a:cubicBezTo>
                  <a:pt x="563306" y="94493"/>
                  <a:pt x="559839" y="97307"/>
                  <a:pt x="555308" y="99298"/>
                </a:cubicBezTo>
                <a:cubicBezTo>
                  <a:pt x="550778" y="101289"/>
                  <a:pt x="545652" y="102284"/>
                  <a:pt x="539931" y="102284"/>
                </a:cubicBezTo>
                <a:cubicBezTo>
                  <a:pt x="530458" y="102284"/>
                  <a:pt x="523239" y="100310"/>
                  <a:pt x="518273" y="96363"/>
                </a:cubicBezTo>
                <a:cubicBezTo>
                  <a:pt x="513308" y="92416"/>
                  <a:pt x="510139" y="86564"/>
                  <a:pt x="508766" y="78807"/>
                </a:cubicBezTo>
                <a:close/>
                <a:moveTo>
                  <a:pt x="641524" y="77022"/>
                </a:moveTo>
                <a:lnTo>
                  <a:pt x="654292" y="78669"/>
                </a:lnTo>
                <a:cubicBezTo>
                  <a:pt x="652279" y="86151"/>
                  <a:pt x="648549" y="91957"/>
                  <a:pt x="643103" y="96089"/>
                </a:cubicBezTo>
                <a:cubicBezTo>
                  <a:pt x="637657" y="100219"/>
                  <a:pt x="630701" y="102284"/>
                  <a:pt x="622234" y="102284"/>
                </a:cubicBezTo>
                <a:cubicBezTo>
                  <a:pt x="611571" y="102284"/>
                  <a:pt x="603116" y="99000"/>
                  <a:pt x="596869" y="92433"/>
                </a:cubicBezTo>
                <a:cubicBezTo>
                  <a:pt x="590622" y="85866"/>
                  <a:pt x="587499" y="76656"/>
                  <a:pt x="587499" y="64803"/>
                </a:cubicBezTo>
                <a:cubicBezTo>
                  <a:pt x="587499" y="52538"/>
                  <a:pt x="590657" y="43019"/>
                  <a:pt x="596972" y="36246"/>
                </a:cubicBezTo>
                <a:cubicBezTo>
                  <a:pt x="603288" y="29472"/>
                  <a:pt x="611480" y="26086"/>
                  <a:pt x="621548" y="26086"/>
                </a:cubicBezTo>
                <a:cubicBezTo>
                  <a:pt x="631296" y="26086"/>
                  <a:pt x="639259" y="29399"/>
                  <a:pt x="645437" y="36025"/>
                </a:cubicBezTo>
                <a:cubicBezTo>
                  <a:pt x="651615" y="42649"/>
                  <a:pt x="654704" y="51969"/>
                  <a:pt x="654704" y="63985"/>
                </a:cubicBezTo>
                <a:cubicBezTo>
                  <a:pt x="654704" y="64716"/>
                  <a:pt x="654681" y="65812"/>
                  <a:pt x="654636" y="67274"/>
                </a:cubicBezTo>
                <a:lnTo>
                  <a:pt x="600267" y="67274"/>
                </a:lnTo>
                <a:cubicBezTo>
                  <a:pt x="600725" y="75306"/>
                  <a:pt x="602990" y="81455"/>
                  <a:pt x="607063" y="85723"/>
                </a:cubicBezTo>
                <a:cubicBezTo>
                  <a:pt x="611136" y="89990"/>
                  <a:pt x="616216" y="92124"/>
                  <a:pt x="622303" y="92124"/>
                </a:cubicBezTo>
                <a:cubicBezTo>
                  <a:pt x="626834" y="92124"/>
                  <a:pt x="630701" y="90924"/>
                  <a:pt x="633904" y="88522"/>
                </a:cubicBezTo>
                <a:cubicBezTo>
                  <a:pt x="637108" y="86120"/>
                  <a:pt x="639648" y="82286"/>
                  <a:pt x="641524" y="77022"/>
                </a:cubicBezTo>
                <a:moveTo>
                  <a:pt x="600954" y="57114"/>
                </a:moveTo>
                <a:lnTo>
                  <a:pt x="641661" y="57114"/>
                </a:lnTo>
                <a:cubicBezTo>
                  <a:pt x="641112" y="51002"/>
                  <a:pt x="639556" y="46418"/>
                  <a:pt x="636993" y="43361"/>
                </a:cubicBezTo>
                <a:cubicBezTo>
                  <a:pt x="633058" y="38617"/>
                  <a:pt x="627955" y="36246"/>
                  <a:pt x="621685" y="36246"/>
                </a:cubicBezTo>
                <a:cubicBezTo>
                  <a:pt x="616010" y="36246"/>
                  <a:pt x="611239" y="38139"/>
                  <a:pt x="607372" y="41926"/>
                </a:cubicBezTo>
                <a:cubicBezTo>
                  <a:pt x="603505" y="45712"/>
                  <a:pt x="601366" y="50774"/>
                  <a:pt x="600954" y="57114"/>
                </a:cubicBezTo>
                <a:close/>
                <a:moveTo>
                  <a:pt x="672960" y="41875"/>
                </a:moveTo>
                <a:lnTo>
                  <a:pt x="672960" y="27733"/>
                </a:lnTo>
                <a:lnTo>
                  <a:pt x="687032" y="27733"/>
                </a:lnTo>
                <a:lnTo>
                  <a:pt x="687032" y="41875"/>
                </a:lnTo>
                <a:lnTo>
                  <a:pt x="672960" y="41875"/>
                </a:lnTo>
                <a:moveTo>
                  <a:pt x="672960" y="100636"/>
                </a:moveTo>
                <a:lnTo>
                  <a:pt x="672960" y="86495"/>
                </a:lnTo>
                <a:lnTo>
                  <a:pt x="687032" y="86495"/>
                </a:lnTo>
                <a:lnTo>
                  <a:pt x="687032" y="100636"/>
                </a:lnTo>
                <a:lnTo>
                  <a:pt x="672960" y="100636"/>
                </a:lnTo>
                <a:close/>
                <a:moveTo>
                  <a:pt x="793307" y="56565"/>
                </a:moveTo>
                <a:lnTo>
                  <a:pt x="793307" y="45032"/>
                </a:lnTo>
                <a:lnTo>
                  <a:pt x="859963" y="16887"/>
                </a:lnTo>
                <a:lnTo>
                  <a:pt x="859963" y="29244"/>
                </a:lnTo>
                <a:lnTo>
                  <a:pt x="807105" y="50867"/>
                </a:lnTo>
                <a:lnTo>
                  <a:pt x="859963" y="72766"/>
                </a:lnTo>
                <a:lnTo>
                  <a:pt x="859963" y="85122"/>
                </a:lnTo>
                <a:lnTo>
                  <a:pt x="793307" y="5656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993" cap="flat">
            <a:solidFill>
              <a:srgbClr val="3B5F21"/>
            </a:solidFill>
            <a:miter/>
          </a:ln>
        </p:spPr>
      </p:sp>
      <p:sp>
        <p:nvSpPr>
          <p:cNvPr id="27" name="Text 푪��">
            <a:extLst xmlns:a="http://schemas.openxmlformats.org/drawingml/2006/main">
              <a:ext uri="{FF2B5EF4-FFF2-40B4-BE49-F238E27FC236}">
                <a16:creationId xmlns:a16="http://schemas.microsoft.com/office/drawing/2014/main" id="{0C8EEB9A-78AF-4CFC-A59C-2570D0EEE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4566" y="3776260"/>
            <a:ext cx="343389" cy="106287"/>
          </a:xfrm>
          <a:custGeom xmlns:a="http://schemas.openxmlformats.org/drawingml/2006/main">
            <a:pathLst>
              <a:path w="343389" h="106287">
                <a:moveTo>
                  <a:pt x="107784" y="8858"/>
                </a:moveTo>
                <a:lnTo>
                  <a:pt x="103005" y="34023"/>
                </a:lnTo>
                <a:lnTo>
                  <a:pt x="94289" y="34023"/>
                </a:lnTo>
                <a:cubicBezTo>
                  <a:pt x="94101" y="25401"/>
                  <a:pt x="92086" y="18934"/>
                  <a:pt x="88244" y="14622"/>
                </a:cubicBezTo>
                <a:cubicBezTo>
                  <a:pt x="84306" y="10404"/>
                  <a:pt x="78496" y="8296"/>
                  <a:pt x="70811" y="8296"/>
                </a:cubicBezTo>
                <a:cubicBezTo>
                  <a:pt x="60876" y="8296"/>
                  <a:pt x="52769" y="11997"/>
                  <a:pt x="46489" y="19401"/>
                </a:cubicBezTo>
                <a:cubicBezTo>
                  <a:pt x="40209" y="26712"/>
                  <a:pt x="35570" y="37960"/>
                  <a:pt x="32571" y="53143"/>
                </a:cubicBezTo>
                <a:cubicBezTo>
                  <a:pt x="29572" y="68608"/>
                  <a:pt x="29806" y="79902"/>
                  <a:pt x="33272" y="87025"/>
                </a:cubicBezTo>
                <a:cubicBezTo>
                  <a:pt x="36647" y="94336"/>
                  <a:pt x="43396" y="97991"/>
                  <a:pt x="53519" y="97991"/>
                </a:cubicBezTo>
                <a:cubicBezTo>
                  <a:pt x="60454" y="97991"/>
                  <a:pt x="66405" y="96070"/>
                  <a:pt x="71374" y="92227"/>
                </a:cubicBezTo>
                <a:cubicBezTo>
                  <a:pt x="76435" y="88477"/>
                  <a:pt x="80699" y="82760"/>
                  <a:pt x="84165" y="75076"/>
                </a:cubicBezTo>
                <a:lnTo>
                  <a:pt x="97803" y="75076"/>
                </a:lnTo>
                <a:cubicBezTo>
                  <a:pt x="93023" y="85666"/>
                  <a:pt x="86603" y="93539"/>
                  <a:pt x="78543" y="98695"/>
                </a:cubicBezTo>
                <a:cubicBezTo>
                  <a:pt x="70670" y="103756"/>
                  <a:pt x="60782" y="106287"/>
                  <a:pt x="48879" y="106287"/>
                </a:cubicBezTo>
                <a:cubicBezTo>
                  <a:pt x="31540" y="106287"/>
                  <a:pt x="18793" y="101507"/>
                  <a:pt x="10638" y="91946"/>
                </a:cubicBezTo>
                <a:cubicBezTo>
                  <a:pt x="2483" y="82480"/>
                  <a:pt x="0" y="69546"/>
                  <a:pt x="3188" y="53143"/>
                </a:cubicBezTo>
                <a:cubicBezTo>
                  <a:pt x="6467" y="36648"/>
                  <a:pt x="14012" y="23714"/>
                  <a:pt x="25822" y="14341"/>
                </a:cubicBezTo>
                <a:cubicBezTo>
                  <a:pt x="37819" y="4780"/>
                  <a:pt x="52394" y="0"/>
                  <a:pt x="69546" y="0"/>
                </a:cubicBezTo>
                <a:cubicBezTo>
                  <a:pt x="75919" y="0"/>
                  <a:pt x="82104" y="750"/>
                  <a:pt x="88102" y="2250"/>
                </a:cubicBezTo>
                <a:cubicBezTo>
                  <a:pt x="94194" y="3562"/>
                  <a:pt x="100755" y="5764"/>
                  <a:pt x="107784" y="8858"/>
                </a:cubicBezTo>
                <a:close/>
                <a:moveTo>
                  <a:pt x="188553" y="49488"/>
                </a:moveTo>
                <a:cubicBezTo>
                  <a:pt x="188553" y="46864"/>
                  <a:pt x="188366" y="44942"/>
                  <a:pt x="187991" y="43724"/>
                </a:cubicBezTo>
                <a:cubicBezTo>
                  <a:pt x="186680" y="39319"/>
                  <a:pt x="183446" y="37117"/>
                  <a:pt x="178290" y="37117"/>
                </a:cubicBezTo>
                <a:cubicBezTo>
                  <a:pt x="173042" y="37117"/>
                  <a:pt x="169012" y="39319"/>
                  <a:pt x="166200" y="43724"/>
                </a:cubicBezTo>
                <a:cubicBezTo>
                  <a:pt x="163201" y="47941"/>
                  <a:pt x="160577" y="55955"/>
                  <a:pt x="158327" y="67765"/>
                </a:cubicBezTo>
                <a:cubicBezTo>
                  <a:pt x="156828" y="74982"/>
                  <a:pt x="156079" y="80980"/>
                  <a:pt x="156079" y="85759"/>
                </a:cubicBezTo>
                <a:cubicBezTo>
                  <a:pt x="156079" y="88009"/>
                  <a:pt x="156313" y="90071"/>
                  <a:pt x="156780" y="91946"/>
                </a:cubicBezTo>
                <a:cubicBezTo>
                  <a:pt x="158093" y="96351"/>
                  <a:pt x="161327" y="98553"/>
                  <a:pt x="166481" y="98553"/>
                </a:cubicBezTo>
                <a:cubicBezTo>
                  <a:pt x="171542" y="98553"/>
                  <a:pt x="175572" y="96351"/>
                  <a:pt x="178571" y="91946"/>
                </a:cubicBezTo>
                <a:cubicBezTo>
                  <a:pt x="181477" y="87729"/>
                  <a:pt x="184055" y="79668"/>
                  <a:pt x="186305" y="67765"/>
                </a:cubicBezTo>
                <a:cubicBezTo>
                  <a:pt x="187804" y="60267"/>
                  <a:pt x="188553" y="54175"/>
                  <a:pt x="188553" y="49488"/>
                </a:cubicBezTo>
                <a:moveTo>
                  <a:pt x="214562" y="58204"/>
                </a:moveTo>
                <a:cubicBezTo>
                  <a:pt x="214562" y="61390"/>
                  <a:pt x="214234" y="64577"/>
                  <a:pt x="213579" y="67765"/>
                </a:cubicBezTo>
                <a:cubicBezTo>
                  <a:pt x="211235" y="79761"/>
                  <a:pt x="205752" y="89180"/>
                  <a:pt x="197130" y="96022"/>
                </a:cubicBezTo>
                <a:cubicBezTo>
                  <a:pt x="188600" y="102865"/>
                  <a:pt x="177868" y="106287"/>
                  <a:pt x="164934" y="106287"/>
                </a:cubicBezTo>
                <a:cubicBezTo>
                  <a:pt x="152094" y="106287"/>
                  <a:pt x="142675" y="102865"/>
                  <a:pt x="136677" y="96022"/>
                </a:cubicBezTo>
                <a:cubicBezTo>
                  <a:pt x="132366" y="91150"/>
                  <a:pt x="130210" y="84917"/>
                  <a:pt x="130210" y="77324"/>
                </a:cubicBezTo>
                <a:cubicBezTo>
                  <a:pt x="130210" y="74138"/>
                  <a:pt x="130538" y="70952"/>
                  <a:pt x="131194" y="67765"/>
                </a:cubicBezTo>
                <a:cubicBezTo>
                  <a:pt x="133631" y="55768"/>
                  <a:pt x="139114" y="46395"/>
                  <a:pt x="147642" y="39646"/>
                </a:cubicBezTo>
                <a:cubicBezTo>
                  <a:pt x="156171" y="32804"/>
                  <a:pt x="166903" y="29383"/>
                  <a:pt x="179837" y="29383"/>
                </a:cubicBezTo>
                <a:cubicBezTo>
                  <a:pt x="192771" y="29383"/>
                  <a:pt x="202191" y="32757"/>
                  <a:pt x="208096" y="39506"/>
                </a:cubicBezTo>
                <a:cubicBezTo>
                  <a:pt x="212406" y="44380"/>
                  <a:pt x="214562" y="50613"/>
                  <a:pt x="214562" y="58204"/>
                </a:cubicBezTo>
                <a:close/>
                <a:moveTo>
                  <a:pt x="343389" y="1828"/>
                </a:moveTo>
                <a:lnTo>
                  <a:pt x="338328" y="27416"/>
                </a:lnTo>
                <a:lnTo>
                  <a:pt x="329048" y="27416"/>
                </a:lnTo>
                <a:lnTo>
                  <a:pt x="332283" y="11247"/>
                </a:lnTo>
                <a:lnTo>
                  <a:pt x="304024" y="11247"/>
                </a:lnTo>
                <a:lnTo>
                  <a:pt x="287435" y="96022"/>
                </a:lnTo>
                <a:lnTo>
                  <a:pt x="301212" y="96022"/>
                </a:lnTo>
                <a:lnTo>
                  <a:pt x="299526" y="104318"/>
                </a:lnTo>
                <a:lnTo>
                  <a:pt x="245681" y="104318"/>
                </a:lnTo>
                <a:lnTo>
                  <a:pt x="247367" y="96022"/>
                </a:lnTo>
                <a:lnTo>
                  <a:pt x="260865" y="96022"/>
                </a:lnTo>
                <a:lnTo>
                  <a:pt x="277454" y="11247"/>
                </a:lnTo>
                <a:lnTo>
                  <a:pt x="249336" y="11247"/>
                </a:lnTo>
                <a:lnTo>
                  <a:pt x="246243" y="27416"/>
                </a:lnTo>
                <a:lnTo>
                  <a:pt x="236823" y="27416"/>
                </a:lnTo>
                <a:lnTo>
                  <a:pt x="241744" y="1828"/>
                </a:lnTo>
                <a:lnTo>
                  <a:pt x="343389" y="1828"/>
                </a:lnTo>
                <a:close/>
              </a:path>
            </a:pathLst>
          </a:custGeom>
          <a:solidFill xmlns:a="http://schemas.openxmlformats.org/drawingml/2006/main">
            <a:srgbClr val="3B5F2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" name="Text �">
            <a:extLst xmlns:a="http://schemas.openxmlformats.org/drawingml/2006/main">
              <a:ext uri="{FF2B5EF4-FFF2-40B4-BE49-F238E27FC236}">
                <a16:creationId xmlns:a16="http://schemas.microsoft.com/office/drawing/2014/main" id="{D835EBC0-61B3-4790-A67F-C1EDBCE73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82" y="3833012"/>
            <a:ext cx="30075" cy="75683"/>
          </a:xfrm>
          <a:custGeom xmlns:a="http://schemas.openxmlformats.org/drawingml/2006/main">
            <a:pathLst>
              <a:path w="30075" h="75683">
                <a:moveTo>
                  <a:pt x="30075" y="7368"/>
                </a:moveTo>
                <a:cubicBezTo>
                  <a:pt x="30075" y="7767"/>
                  <a:pt x="30008" y="8431"/>
                  <a:pt x="29875" y="9360"/>
                </a:cubicBezTo>
                <a:cubicBezTo>
                  <a:pt x="29344" y="11950"/>
                  <a:pt x="28049" y="14140"/>
                  <a:pt x="25992" y="15932"/>
                </a:cubicBezTo>
                <a:cubicBezTo>
                  <a:pt x="23933" y="17725"/>
                  <a:pt x="21576" y="18622"/>
                  <a:pt x="18920" y="18622"/>
                </a:cubicBezTo>
                <a:cubicBezTo>
                  <a:pt x="16265" y="18622"/>
                  <a:pt x="14207" y="17725"/>
                  <a:pt x="12746" y="15932"/>
                </a:cubicBezTo>
                <a:cubicBezTo>
                  <a:pt x="11750" y="14738"/>
                  <a:pt x="11186" y="13178"/>
                  <a:pt x="11053" y="11252"/>
                </a:cubicBezTo>
                <a:cubicBezTo>
                  <a:pt x="11053" y="10921"/>
                  <a:pt x="11119" y="10290"/>
                  <a:pt x="11252" y="9360"/>
                </a:cubicBezTo>
                <a:cubicBezTo>
                  <a:pt x="11717" y="6771"/>
                  <a:pt x="13078" y="4547"/>
                  <a:pt x="15335" y="2688"/>
                </a:cubicBezTo>
                <a:cubicBezTo>
                  <a:pt x="17460" y="896"/>
                  <a:pt x="19851" y="0"/>
                  <a:pt x="22506" y="0"/>
                </a:cubicBezTo>
                <a:cubicBezTo>
                  <a:pt x="25095" y="0"/>
                  <a:pt x="27087" y="896"/>
                  <a:pt x="28481" y="2688"/>
                </a:cubicBezTo>
                <a:cubicBezTo>
                  <a:pt x="29543" y="3949"/>
                  <a:pt x="30075" y="5509"/>
                  <a:pt x="30075" y="7368"/>
                </a:cubicBezTo>
                <a:moveTo>
                  <a:pt x="27286" y="23999"/>
                </a:moveTo>
                <a:lnTo>
                  <a:pt x="18324" y="69807"/>
                </a:lnTo>
                <a:lnTo>
                  <a:pt x="25792" y="69807"/>
                </a:lnTo>
                <a:lnTo>
                  <a:pt x="24597" y="75683"/>
                </a:lnTo>
                <a:lnTo>
                  <a:pt x="0" y="75683"/>
                </a:lnTo>
                <a:lnTo>
                  <a:pt x="8863" y="29874"/>
                </a:lnTo>
                <a:lnTo>
                  <a:pt x="1592" y="29874"/>
                </a:lnTo>
                <a:lnTo>
                  <a:pt x="2688" y="23999"/>
                </a:lnTo>
                <a:lnTo>
                  <a:pt x="27286" y="23999"/>
                </a:lnTo>
                <a:close/>
              </a:path>
            </a:pathLst>
          </a:custGeom>
          <a:solidFill xmlns:a="http://schemas.openxmlformats.org/drawingml/2006/main">
            <a:srgbClr val="3B5F2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" name="Text ,푨풄풕���">
            <a:extLst xmlns:a="http://schemas.openxmlformats.org/drawingml/2006/main">
              <a:ext uri="{FF2B5EF4-FFF2-40B4-BE49-F238E27FC236}">
                <a16:creationId xmlns:a16="http://schemas.microsoft.com/office/drawing/2014/main" id="{087C0072-0A95-4996-85F8-F89694EEC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5626" y="3773731"/>
            <a:ext cx="668080" cy="125967"/>
          </a:xfrm>
          <a:custGeom xmlns:a="http://schemas.openxmlformats.org/drawingml/2006/main">
            <a:pathLst>
              <a:path w="668080" h="125967">
                <a:moveTo>
                  <a:pt x="26009" y="91243"/>
                </a:moveTo>
                <a:cubicBezTo>
                  <a:pt x="25541" y="99021"/>
                  <a:pt x="23714" y="105722"/>
                  <a:pt x="20528" y="111345"/>
                </a:cubicBezTo>
                <a:cubicBezTo>
                  <a:pt x="17152" y="116969"/>
                  <a:pt x="12138" y="121843"/>
                  <a:pt x="5483" y="125967"/>
                </a:cubicBezTo>
                <a:lnTo>
                  <a:pt x="0" y="120484"/>
                </a:lnTo>
                <a:cubicBezTo>
                  <a:pt x="4217" y="117298"/>
                  <a:pt x="7405" y="113596"/>
                  <a:pt x="9561" y="109378"/>
                </a:cubicBezTo>
                <a:cubicBezTo>
                  <a:pt x="11529" y="105066"/>
                  <a:pt x="12513" y="99864"/>
                  <a:pt x="12513" y="93772"/>
                </a:cubicBezTo>
                <a:lnTo>
                  <a:pt x="12513" y="91243"/>
                </a:lnTo>
                <a:lnTo>
                  <a:pt x="26009" y="91243"/>
                </a:lnTo>
                <a:close/>
                <a:moveTo>
                  <a:pt x="208680" y="98551"/>
                </a:moveTo>
                <a:lnTo>
                  <a:pt x="206994" y="106847"/>
                </a:lnTo>
                <a:lnTo>
                  <a:pt x="159053" y="106847"/>
                </a:lnTo>
                <a:lnTo>
                  <a:pt x="160600" y="98551"/>
                </a:lnTo>
                <a:lnTo>
                  <a:pt x="170723" y="98551"/>
                </a:lnTo>
                <a:lnTo>
                  <a:pt x="166364" y="77605"/>
                </a:lnTo>
                <a:lnTo>
                  <a:pt x="127842" y="77605"/>
                </a:lnTo>
                <a:lnTo>
                  <a:pt x="115190" y="98551"/>
                </a:lnTo>
                <a:lnTo>
                  <a:pt x="127422" y="98551"/>
                </a:lnTo>
                <a:lnTo>
                  <a:pt x="125733" y="106847"/>
                </a:lnTo>
                <a:lnTo>
                  <a:pt x="95226" y="106847"/>
                </a:lnTo>
                <a:lnTo>
                  <a:pt x="96912" y="98551"/>
                </a:lnTo>
                <a:lnTo>
                  <a:pt x="105208" y="98551"/>
                </a:lnTo>
                <a:lnTo>
                  <a:pt x="162146" y="4357"/>
                </a:lnTo>
                <a:lnTo>
                  <a:pt x="178596" y="4357"/>
                </a:lnTo>
                <a:lnTo>
                  <a:pt x="198840" y="98551"/>
                </a:lnTo>
                <a:lnTo>
                  <a:pt x="208680" y="98551"/>
                </a:lnTo>
                <a:moveTo>
                  <a:pt x="164536" y="69310"/>
                </a:moveTo>
                <a:lnTo>
                  <a:pt x="156382" y="30085"/>
                </a:lnTo>
                <a:lnTo>
                  <a:pt x="132763" y="69310"/>
                </a:lnTo>
                <a:lnTo>
                  <a:pt x="164536" y="69310"/>
                </a:lnTo>
                <a:close/>
                <a:moveTo>
                  <a:pt x="309577" y="37676"/>
                </a:moveTo>
                <a:lnTo>
                  <a:pt x="305641" y="57921"/>
                </a:lnTo>
                <a:lnTo>
                  <a:pt x="297907" y="57921"/>
                </a:lnTo>
                <a:cubicBezTo>
                  <a:pt x="298002" y="57266"/>
                  <a:pt x="298049" y="56282"/>
                  <a:pt x="298049" y="54969"/>
                </a:cubicBezTo>
                <a:cubicBezTo>
                  <a:pt x="298049" y="50377"/>
                  <a:pt x="297112" y="46769"/>
                  <a:pt x="295237" y="44144"/>
                </a:cubicBezTo>
                <a:cubicBezTo>
                  <a:pt x="292800" y="41145"/>
                  <a:pt x="289051" y="39646"/>
                  <a:pt x="283989" y="39646"/>
                </a:cubicBezTo>
                <a:cubicBezTo>
                  <a:pt x="277147" y="39646"/>
                  <a:pt x="271899" y="41942"/>
                  <a:pt x="268243" y="46534"/>
                </a:cubicBezTo>
                <a:cubicBezTo>
                  <a:pt x="264401" y="51126"/>
                  <a:pt x="261402" y="59046"/>
                  <a:pt x="259246" y="70295"/>
                </a:cubicBezTo>
                <a:cubicBezTo>
                  <a:pt x="258122" y="76198"/>
                  <a:pt x="257560" y="81212"/>
                  <a:pt x="257560" y="85337"/>
                </a:cubicBezTo>
                <a:cubicBezTo>
                  <a:pt x="257560" y="88992"/>
                  <a:pt x="257981" y="91851"/>
                  <a:pt x="258824" y="93913"/>
                </a:cubicBezTo>
                <a:cubicBezTo>
                  <a:pt x="260606" y="98693"/>
                  <a:pt x="264683" y="101083"/>
                  <a:pt x="271056" y="101083"/>
                </a:cubicBezTo>
                <a:cubicBezTo>
                  <a:pt x="275835" y="101083"/>
                  <a:pt x="280053" y="99630"/>
                  <a:pt x="283708" y="96724"/>
                </a:cubicBezTo>
                <a:cubicBezTo>
                  <a:pt x="287364" y="93537"/>
                  <a:pt x="289988" y="89320"/>
                  <a:pt x="291581" y="84071"/>
                </a:cubicBezTo>
                <a:lnTo>
                  <a:pt x="302970" y="84071"/>
                </a:lnTo>
                <a:cubicBezTo>
                  <a:pt x="299502" y="92600"/>
                  <a:pt x="294722" y="98787"/>
                  <a:pt x="288629" y="102629"/>
                </a:cubicBezTo>
                <a:cubicBezTo>
                  <a:pt x="282537" y="106754"/>
                  <a:pt x="274851" y="108816"/>
                  <a:pt x="265573" y="108816"/>
                </a:cubicBezTo>
                <a:cubicBezTo>
                  <a:pt x="252545" y="108816"/>
                  <a:pt x="243126" y="105442"/>
                  <a:pt x="237314" y="98693"/>
                </a:cubicBezTo>
                <a:cubicBezTo>
                  <a:pt x="233191" y="93819"/>
                  <a:pt x="231129" y="87680"/>
                  <a:pt x="231129" y="80276"/>
                </a:cubicBezTo>
                <a:cubicBezTo>
                  <a:pt x="231129" y="76901"/>
                  <a:pt x="231457" y="73574"/>
                  <a:pt x="232114" y="70295"/>
                </a:cubicBezTo>
                <a:cubicBezTo>
                  <a:pt x="234551" y="58203"/>
                  <a:pt x="239939" y="48783"/>
                  <a:pt x="248280" y="42036"/>
                </a:cubicBezTo>
                <a:cubicBezTo>
                  <a:pt x="256528" y="35287"/>
                  <a:pt x="266931" y="31912"/>
                  <a:pt x="279491" y="31912"/>
                </a:cubicBezTo>
                <a:cubicBezTo>
                  <a:pt x="284834" y="31912"/>
                  <a:pt x="289895" y="32381"/>
                  <a:pt x="294675" y="33320"/>
                </a:cubicBezTo>
                <a:cubicBezTo>
                  <a:pt x="300018" y="34351"/>
                  <a:pt x="304985" y="35803"/>
                  <a:pt x="309577" y="37676"/>
                </a:cubicBezTo>
                <a:close/>
                <a:moveTo>
                  <a:pt x="388542" y="33882"/>
                </a:moveTo>
                <a:lnTo>
                  <a:pt x="386995" y="42175"/>
                </a:lnTo>
                <a:lnTo>
                  <a:pt x="366751" y="42175"/>
                </a:lnTo>
                <a:lnTo>
                  <a:pt x="358035" y="86883"/>
                </a:lnTo>
                <a:cubicBezTo>
                  <a:pt x="357284" y="91007"/>
                  <a:pt x="356862" y="94099"/>
                  <a:pt x="356769" y="96162"/>
                </a:cubicBezTo>
                <a:cubicBezTo>
                  <a:pt x="356769" y="97474"/>
                  <a:pt x="356909" y="98318"/>
                  <a:pt x="357189" y="98693"/>
                </a:cubicBezTo>
                <a:cubicBezTo>
                  <a:pt x="357940" y="100286"/>
                  <a:pt x="359628" y="101083"/>
                  <a:pt x="362252" y="101083"/>
                </a:cubicBezTo>
                <a:cubicBezTo>
                  <a:pt x="365064" y="101083"/>
                  <a:pt x="367454" y="100099"/>
                  <a:pt x="369421" y="98131"/>
                </a:cubicBezTo>
                <a:cubicBezTo>
                  <a:pt x="371202" y="96069"/>
                  <a:pt x="372514" y="93022"/>
                  <a:pt x="373358" y="88992"/>
                </a:cubicBezTo>
                <a:lnTo>
                  <a:pt x="383621" y="88992"/>
                </a:lnTo>
                <a:cubicBezTo>
                  <a:pt x="381840" y="96303"/>
                  <a:pt x="378841" y="101458"/>
                  <a:pt x="374624" y="104457"/>
                </a:cubicBezTo>
                <a:cubicBezTo>
                  <a:pt x="370593" y="107363"/>
                  <a:pt x="364126" y="108816"/>
                  <a:pt x="355222" y="108816"/>
                </a:cubicBezTo>
                <a:cubicBezTo>
                  <a:pt x="345100" y="108816"/>
                  <a:pt x="338585" y="107269"/>
                  <a:pt x="335679" y="104176"/>
                </a:cubicBezTo>
                <a:cubicBezTo>
                  <a:pt x="333806" y="102019"/>
                  <a:pt x="332869" y="98880"/>
                  <a:pt x="332869" y="94756"/>
                </a:cubicBezTo>
                <a:cubicBezTo>
                  <a:pt x="332869" y="92507"/>
                  <a:pt x="333150" y="89882"/>
                  <a:pt x="333712" y="86883"/>
                </a:cubicBezTo>
                <a:lnTo>
                  <a:pt x="342428" y="42175"/>
                </a:lnTo>
                <a:lnTo>
                  <a:pt x="331884" y="42175"/>
                </a:lnTo>
                <a:lnTo>
                  <a:pt x="333431" y="33882"/>
                </a:lnTo>
                <a:lnTo>
                  <a:pt x="343975" y="33882"/>
                </a:lnTo>
                <a:lnTo>
                  <a:pt x="348473" y="11247"/>
                </a:lnTo>
                <a:lnTo>
                  <a:pt x="372654" y="11247"/>
                </a:lnTo>
                <a:lnTo>
                  <a:pt x="368297" y="33882"/>
                </a:lnTo>
                <a:lnTo>
                  <a:pt x="388542" y="33882"/>
                </a:lnTo>
                <a:close/>
                <a:moveTo>
                  <a:pt x="453424" y="10402"/>
                </a:moveTo>
                <a:cubicBezTo>
                  <a:pt x="453424" y="10966"/>
                  <a:pt x="453330" y="11903"/>
                  <a:pt x="453143" y="13215"/>
                </a:cubicBezTo>
                <a:cubicBezTo>
                  <a:pt x="452392" y="16870"/>
                  <a:pt x="450564" y="19963"/>
                  <a:pt x="447660" y="22493"/>
                </a:cubicBezTo>
                <a:cubicBezTo>
                  <a:pt x="444754" y="25024"/>
                  <a:pt x="441426" y="26290"/>
                  <a:pt x="437676" y="26290"/>
                </a:cubicBezTo>
                <a:cubicBezTo>
                  <a:pt x="433927" y="26290"/>
                  <a:pt x="431022" y="25024"/>
                  <a:pt x="428960" y="22493"/>
                </a:cubicBezTo>
                <a:cubicBezTo>
                  <a:pt x="427554" y="20806"/>
                  <a:pt x="426757" y="18604"/>
                  <a:pt x="426570" y="15885"/>
                </a:cubicBezTo>
                <a:cubicBezTo>
                  <a:pt x="426570" y="15418"/>
                  <a:pt x="426664" y="14527"/>
                  <a:pt x="426851" y="13215"/>
                </a:cubicBezTo>
                <a:cubicBezTo>
                  <a:pt x="427508" y="9559"/>
                  <a:pt x="429429" y="6419"/>
                  <a:pt x="432615" y="3795"/>
                </a:cubicBezTo>
                <a:cubicBezTo>
                  <a:pt x="435616" y="1265"/>
                  <a:pt x="438990" y="0"/>
                  <a:pt x="442739" y="0"/>
                </a:cubicBezTo>
                <a:cubicBezTo>
                  <a:pt x="446394" y="0"/>
                  <a:pt x="449206" y="1265"/>
                  <a:pt x="451174" y="3795"/>
                </a:cubicBezTo>
                <a:cubicBezTo>
                  <a:pt x="452674" y="5575"/>
                  <a:pt x="453424" y="7778"/>
                  <a:pt x="453424" y="10402"/>
                </a:cubicBezTo>
                <a:moveTo>
                  <a:pt x="449487" y="33882"/>
                </a:moveTo>
                <a:lnTo>
                  <a:pt x="436835" y="98551"/>
                </a:lnTo>
                <a:lnTo>
                  <a:pt x="447379" y="98551"/>
                </a:lnTo>
                <a:lnTo>
                  <a:pt x="445690" y="106847"/>
                </a:lnTo>
                <a:lnTo>
                  <a:pt x="410966" y="106847"/>
                </a:lnTo>
                <a:lnTo>
                  <a:pt x="423479" y="42175"/>
                </a:lnTo>
                <a:lnTo>
                  <a:pt x="413214" y="42175"/>
                </a:lnTo>
                <a:lnTo>
                  <a:pt x="414761" y="33882"/>
                </a:lnTo>
                <a:lnTo>
                  <a:pt x="449487" y="33882"/>
                </a:lnTo>
                <a:close/>
                <a:moveTo>
                  <a:pt x="534332" y="52017"/>
                </a:moveTo>
                <a:cubicBezTo>
                  <a:pt x="534332" y="49393"/>
                  <a:pt x="534144" y="47472"/>
                  <a:pt x="533770" y="46253"/>
                </a:cubicBezTo>
                <a:cubicBezTo>
                  <a:pt x="532458" y="41848"/>
                  <a:pt x="529225" y="39646"/>
                  <a:pt x="524069" y="39646"/>
                </a:cubicBezTo>
                <a:cubicBezTo>
                  <a:pt x="518820" y="39646"/>
                  <a:pt x="514790" y="41848"/>
                  <a:pt x="511978" y="46253"/>
                </a:cubicBezTo>
                <a:cubicBezTo>
                  <a:pt x="508979" y="50471"/>
                  <a:pt x="506355" y="58484"/>
                  <a:pt x="504106" y="70295"/>
                </a:cubicBezTo>
                <a:cubicBezTo>
                  <a:pt x="502607" y="77511"/>
                  <a:pt x="501857" y="83509"/>
                  <a:pt x="501857" y="88289"/>
                </a:cubicBezTo>
                <a:cubicBezTo>
                  <a:pt x="501857" y="90538"/>
                  <a:pt x="502091" y="92600"/>
                  <a:pt x="502559" y="94475"/>
                </a:cubicBezTo>
                <a:cubicBezTo>
                  <a:pt x="503872" y="98880"/>
                  <a:pt x="507105" y="101083"/>
                  <a:pt x="512260" y="101083"/>
                </a:cubicBezTo>
                <a:cubicBezTo>
                  <a:pt x="517321" y="101083"/>
                  <a:pt x="521351" y="98880"/>
                  <a:pt x="524350" y="94475"/>
                </a:cubicBezTo>
                <a:cubicBezTo>
                  <a:pt x="527256" y="90258"/>
                  <a:pt x="529834" y="82198"/>
                  <a:pt x="532083" y="70295"/>
                </a:cubicBezTo>
                <a:cubicBezTo>
                  <a:pt x="533582" y="62796"/>
                  <a:pt x="534332" y="56704"/>
                  <a:pt x="534332" y="52017"/>
                </a:cubicBezTo>
                <a:moveTo>
                  <a:pt x="560340" y="60733"/>
                </a:moveTo>
                <a:cubicBezTo>
                  <a:pt x="560340" y="63920"/>
                  <a:pt x="560013" y="67107"/>
                  <a:pt x="559358" y="70295"/>
                </a:cubicBezTo>
                <a:cubicBezTo>
                  <a:pt x="557014" y="82291"/>
                  <a:pt x="551531" y="91709"/>
                  <a:pt x="542908" y="98551"/>
                </a:cubicBezTo>
                <a:cubicBezTo>
                  <a:pt x="534379" y="105395"/>
                  <a:pt x="523647" y="108816"/>
                  <a:pt x="510713" y="108816"/>
                </a:cubicBezTo>
                <a:cubicBezTo>
                  <a:pt x="497873" y="108816"/>
                  <a:pt x="488454" y="105395"/>
                  <a:pt x="482456" y="98551"/>
                </a:cubicBezTo>
                <a:cubicBezTo>
                  <a:pt x="478144" y="93679"/>
                  <a:pt x="475988" y="87446"/>
                  <a:pt x="475988" y="79854"/>
                </a:cubicBezTo>
                <a:cubicBezTo>
                  <a:pt x="475988" y="76667"/>
                  <a:pt x="476316" y="73481"/>
                  <a:pt x="476973" y="70295"/>
                </a:cubicBezTo>
                <a:cubicBezTo>
                  <a:pt x="479410" y="58297"/>
                  <a:pt x="484892" y="48924"/>
                  <a:pt x="493420" y="42175"/>
                </a:cubicBezTo>
                <a:cubicBezTo>
                  <a:pt x="501950" y="35333"/>
                  <a:pt x="512681" y="31912"/>
                  <a:pt x="525616" y="31912"/>
                </a:cubicBezTo>
                <a:cubicBezTo>
                  <a:pt x="538550" y="31912"/>
                  <a:pt x="547970" y="35287"/>
                  <a:pt x="553875" y="42036"/>
                </a:cubicBezTo>
                <a:cubicBezTo>
                  <a:pt x="558185" y="46909"/>
                  <a:pt x="560340" y="53142"/>
                  <a:pt x="560340" y="60733"/>
                </a:cubicBezTo>
                <a:close/>
                <a:moveTo>
                  <a:pt x="668080" y="98551"/>
                </a:moveTo>
                <a:lnTo>
                  <a:pt x="666392" y="106847"/>
                </a:lnTo>
                <a:lnTo>
                  <a:pt x="631667" y="106847"/>
                </a:lnTo>
                <a:lnTo>
                  <a:pt x="640806" y="59749"/>
                </a:lnTo>
                <a:cubicBezTo>
                  <a:pt x="641462" y="56750"/>
                  <a:pt x="641790" y="54032"/>
                  <a:pt x="641790" y="51595"/>
                </a:cubicBezTo>
                <a:cubicBezTo>
                  <a:pt x="641790" y="49534"/>
                  <a:pt x="641508" y="47941"/>
                  <a:pt x="640945" y="46815"/>
                </a:cubicBezTo>
                <a:cubicBezTo>
                  <a:pt x="639821" y="44285"/>
                  <a:pt x="637337" y="43114"/>
                  <a:pt x="633495" y="43301"/>
                </a:cubicBezTo>
                <a:cubicBezTo>
                  <a:pt x="628621" y="43301"/>
                  <a:pt x="624684" y="45082"/>
                  <a:pt x="621685" y="48643"/>
                </a:cubicBezTo>
                <a:cubicBezTo>
                  <a:pt x="618779" y="52111"/>
                  <a:pt x="616530" y="57828"/>
                  <a:pt x="614936" y="65794"/>
                </a:cubicBezTo>
                <a:lnTo>
                  <a:pt x="606924" y="106847"/>
                </a:lnTo>
                <a:lnTo>
                  <a:pt x="582601" y="106847"/>
                </a:lnTo>
                <a:lnTo>
                  <a:pt x="595115" y="42175"/>
                </a:lnTo>
                <a:lnTo>
                  <a:pt x="584850" y="42175"/>
                </a:lnTo>
                <a:lnTo>
                  <a:pt x="586396" y="33882"/>
                </a:lnTo>
                <a:lnTo>
                  <a:pt x="621123" y="33882"/>
                </a:lnTo>
                <a:lnTo>
                  <a:pt x="619154" y="44144"/>
                </a:lnTo>
                <a:cubicBezTo>
                  <a:pt x="622904" y="39832"/>
                  <a:pt x="626840" y="36693"/>
                  <a:pt x="630963" y="34725"/>
                </a:cubicBezTo>
                <a:cubicBezTo>
                  <a:pt x="635088" y="32757"/>
                  <a:pt x="640009" y="31819"/>
                  <a:pt x="645727" y="31912"/>
                </a:cubicBezTo>
                <a:cubicBezTo>
                  <a:pt x="653880" y="31912"/>
                  <a:pt x="659597" y="34303"/>
                  <a:pt x="662878" y="39084"/>
                </a:cubicBezTo>
                <a:cubicBezTo>
                  <a:pt x="664940" y="42083"/>
                  <a:pt x="665971" y="46113"/>
                  <a:pt x="665971" y="51174"/>
                </a:cubicBezTo>
                <a:cubicBezTo>
                  <a:pt x="665971" y="54173"/>
                  <a:pt x="665643" y="57266"/>
                  <a:pt x="664986" y="60452"/>
                </a:cubicBezTo>
                <a:lnTo>
                  <a:pt x="657676" y="98551"/>
                </a:lnTo>
                <a:lnTo>
                  <a:pt x="668080" y="98551"/>
                </a:lnTo>
                <a:close/>
              </a:path>
            </a:pathLst>
          </a:custGeom>
          <a:solidFill xmlns:a="http://schemas.openxmlformats.org/drawingml/2006/main">
            <a:srgbClr val="3B5F2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" name="Text �">
            <a:extLst xmlns:a="http://schemas.openxmlformats.org/drawingml/2006/main">
              <a:ext uri="{FF2B5EF4-FFF2-40B4-BE49-F238E27FC236}">
                <a16:creationId xmlns:a16="http://schemas.microsoft.com/office/drawing/2014/main" id="{A60C1DE3-A5D5-45D7-BFC7-EC185C7C4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2731" y="3833012"/>
            <a:ext cx="30075" cy="75683"/>
          </a:xfrm>
          <a:custGeom xmlns:a="http://schemas.openxmlformats.org/drawingml/2006/main">
            <a:pathLst>
              <a:path w="30075" h="75683">
                <a:moveTo>
                  <a:pt x="30075" y="7368"/>
                </a:moveTo>
                <a:cubicBezTo>
                  <a:pt x="30075" y="7767"/>
                  <a:pt x="30008" y="8431"/>
                  <a:pt x="29875" y="9360"/>
                </a:cubicBezTo>
                <a:cubicBezTo>
                  <a:pt x="29344" y="11950"/>
                  <a:pt x="28049" y="14140"/>
                  <a:pt x="25992" y="15932"/>
                </a:cubicBezTo>
                <a:cubicBezTo>
                  <a:pt x="23933" y="17725"/>
                  <a:pt x="21576" y="18622"/>
                  <a:pt x="18920" y="18622"/>
                </a:cubicBezTo>
                <a:cubicBezTo>
                  <a:pt x="16265" y="18622"/>
                  <a:pt x="14207" y="17725"/>
                  <a:pt x="12746" y="15932"/>
                </a:cubicBezTo>
                <a:cubicBezTo>
                  <a:pt x="11750" y="14738"/>
                  <a:pt x="11186" y="13178"/>
                  <a:pt x="11053" y="11252"/>
                </a:cubicBezTo>
                <a:cubicBezTo>
                  <a:pt x="11053" y="10921"/>
                  <a:pt x="11119" y="10290"/>
                  <a:pt x="11252" y="9360"/>
                </a:cubicBezTo>
                <a:cubicBezTo>
                  <a:pt x="11717" y="6771"/>
                  <a:pt x="13078" y="4547"/>
                  <a:pt x="15335" y="2688"/>
                </a:cubicBezTo>
                <a:cubicBezTo>
                  <a:pt x="17460" y="896"/>
                  <a:pt x="19851" y="0"/>
                  <a:pt x="22506" y="0"/>
                </a:cubicBezTo>
                <a:cubicBezTo>
                  <a:pt x="25095" y="0"/>
                  <a:pt x="27087" y="896"/>
                  <a:pt x="28481" y="2688"/>
                </a:cubicBezTo>
                <a:cubicBezTo>
                  <a:pt x="29543" y="3949"/>
                  <a:pt x="30075" y="5509"/>
                  <a:pt x="30075" y="7368"/>
                </a:cubicBezTo>
                <a:moveTo>
                  <a:pt x="27286" y="23999"/>
                </a:moveTo>
                <a:lnTo>
                  <a:pt x="18324" y="69807"/>
                </a:lnTo>
                <a:lnTo>
                  <a:pt x="25792" y="69807"/>
                </a:lnTo>
                <a:lnTo>
                  <a:pt x="24597" y="75683"/>
                </a:lnTo>
                <a:lnTo>
                  <a:pt x="0" y="75683"/>
                </a:lnTo>
                <a:lnTo>
                  <a:pt x="8863" y="29874"/>
                </a:lnTo>
                <a:lnTo>
                  <a:pt x="1592" y="29874"/>
                </a:lnTo>
                <a:lnTo>
                  <a:pt x="2688" y="23999"/>
                </a:lnTo>
                <a:lnTo>
                  <a:pt x="27286" y="23999"/>
                </a:lnTo>
                <a:close/>
              </a:path>
            </a:pathLst>
          </a:custGeom>
          <a:solidFill xmlns:a="http://schemas.openxmlformats.org/drawingml/2006/main">
            <a:srgbClr val="3B5F2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" name="Text &gt;">
            <a:extLst xmlns:a="http://schemas.openxmlformats.org/drawingml/2006/main">
              <a:ext uri="{FF2B5EF4-FFF2-40B4-BE49-F238E27FC236}">
                <a16:creationId xmlns:a16="http://schemas.microsoft.com/office/drawing/2014/main" id="{125F256E-FD19-4B9C-8B1C-86B2D0789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4002" y="3796828"/>
            <a:ext cx="66656" cy="68235"/>
          </a:xfrm>
          <a:custGeom xmlns:a="http://schemas.openxmlformats.org/drawingml/2006/main">
            <a:pathLst>
              <a:path w="66656" h="68235">
                <a:moveTo>
                  <a:pt x="66656" y="39678"/>
                </a:moveTo>
                <a:lnTo>
                  <a:pt x="0" y="68235"/>
                </a:lnTo>
                <a:lnTo>
                  <a:pt x="0" y="55879"/>
                </a:lnTo>
                <a:lnTo>
                  <a:pt x="52790" y="33980"/>
                </a:lnTo>
                <a:lnTo>
                  <a:pt x="0" y="12356"/>
                </a:lnTo>
                <a:lnTo>
                  <a:pt x="0" y="0"/>
                </a:lnTo>
                <a:lnTo>
                  <a:pt x="66656" y="28145"/>
                </a:lnTo>
                <a:lnTo>
                  <a:pt x="66656" y="39678"/>
                </a:lnTo>
                <a:close/>
              </a:path>
            </a:pathLst>
          </a:custGeom>
          <a:solidFill xmlns:a="http://schemas.openxmlformats.org/drawingml/2006/main">
            <a:srgbClr val="3B5F2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" name="Text &gt;">
            <a:extLst xmlns:a="http://schemas.openxmlformats.org/drawingml/2006/main">
              <a:ext uri="{FF2B5EF4-FFF2-40B4-BE49-F238E27FC236}">
                <a16:creationId xmlns:a16="http://schemas.microsoft.com/office/drawing/2014/main" id="{0C2F5195-2132-4AB1-978D-1ABCC696F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4002" y="3796828"/>
            <a:ext cx="66656" cy="68235"/>
          </a:xfrm>
          <a:custGeom xmlns:a="http://schemas.openxmlformats.org/drawingml/2006/main">
            <a:pathLst>
              <a:path w="66656" h="68235" fill="none">
                <a:moveTo>
                  <a:pt x="66656" y="39678"/>
                </a:moveTo>
                <a:lnTo>
                  <a:pt x="0" y="68235"/>
                </a:lnTo>
                <a:lnTo>
                  <a:pt x="0" y="55879"/>
                </a:lnTo>
                <a:lnTo>
                  <a:pt x="52790" y="33980"/>
                </a:lnTo>
                <a:lnTo>
                  <a:pt x="0" y="12356"/>
                </a:lnTo>
                <a:lnTo>
                  <a:pt x="0" y="0"/>
                </a:lnTo>
                <a:lnTo>
                  <a:pt x="66656" y="28145"/>
                </a:lnTo>
                <a:lnTo>
                  <a:pt x="66656" y="3967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993" cap="flat">
            <a:solidFill>
              <a:srgbClr val="3B5F21"/>
            </a:solidFill>
            <a:miter/>
          </a:ln>
        </p:spPr>
      </p:sp>
      <p:sp>
        <p:nvSpPr>
          <p:cNvPr id="33" name="Text Prompt:">
            <a:extLst xmlns:a="http://schemas.openxmlformats.org/drawingml/2006/main">
              <a:ext uri="{FF2B5EF4-FFF2-40B4-BE49-F238E27FC236}">
                <a16:creationId xmlns:a16="http://schemas.microsoft.com/office/drawing/2014/main" id="{A03ECC38-9CB4-4655-9719-FF71BC1E6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406" y="3948648"/>
            <a:ext cx="468740" cy="128644"/>
          </a:xfrm>
          <a:custGeom xmlns:a="http://schemas.openxmlformats.org/drawingml/2006/main">
            <a:pathLst>
              <a:path w="468740" h="128644">
                <a:moveTo>
                  <a:pt x="0" y="100636"/>
                </a:moveTo>
                <a:lnTo>
                  <a:pt x="0" y="0"/>
                </a:lnTo>
                <a:lnTo>
                  <a:pt x="37962" y="0"/>
                </a:lnTo>
                <a:cubicBezTo>
                  <a:pt x="44643" y="0"/>
                  <a:pt x="49746" y="320"/>
                  <a:pt x="53270" y="961"/>
                </a:cubicBezTo>
                <a:cubicBezTo>
                  <a:pt x="58213" y="1785"/>
                  <a:pt x="62354" y="3352"/>
                  <a:pt x="65695" y="5663"/>
                </a:cubicBezTo>
                <a:cubicBezTo>
                  <a:pt x="69036" y="7974"/>
                  <a:pt x="71725" y="11212"/>
                  <a:pt x="73761" y="15377"/>
                </a:cubicBezTo>
                <a:cubicBezTo>
                  <a:pt x="75798" y="19541"/>
                  <a:pt x="76816" y="24118"/>
                  <a:pt x="76816" y="29106"/>
                </a:cubicBezTo>
                <a:cubicBezTo>
                  <a:pt x="76816" y="37664"/>
                  <a:pt x="74093" y="44907"/>
                  <a:pt x="68647" y="50833"/>
                </a:cubicBezTo>
                <a:cubicBezTo>
                  <a:pt x="63201" y="56760"/>
                  <a:pt x="53362" y="59723"/>
                  <a:pt x="39129" y="59723"/>
                </a:cubicBezTo>
                <a:lnTo>
                  <a:pt x="13318" y="59723"/>
                </a:lnTo>
                <a:lnTo>
                  <a:pt x="13318" y="100636"/>
                </a:lnTo>
                <a:lnTo>
                  <a:pt x="0" y="100636"/>
                </a:lnTo>
                <a:moveTo>
                  <a:pt x="13318" y="47778"/>
                </a:moveTo>
                <a:lnTo>
                  <a:pt x="39335" y="47778"/>
                </a:lnTo>
                <a:cubicBezTo>
                  <a:pt x="47938" y="47778"/>
                  <a:pt x="54048" y="46183"/>
                  <a:pt x="57663" y="42992"/>
                </a:cubicBezTo>
                <a:cubicBezTo>
                  <a:pt x="61279" y="39800"/>
                  <a:pt x="63087" y="35310"/>
                  <a:pt x="63087" y="29520"/>
                </a:cubicBezTo>
                <a:cubicBezTo>
                  <a:pt x="63087" y="25326"/>
                  <a:pt x="62023" y="21735"/>
                  <a:pt x="59894" y="18749"/>
                </a:cubicBezTo>
                <a:cubicBezTo>
                  <a:pt x="57766" y="15763"/>
                  <a:pt x="54963" y="13791"/>
                  <a:pt x="51485" y="12833"/>
                </a:cubicBezTo>
                <a:cubicBezTo>
                  <a:pt x="49243" y="12241"/>
                  <a:pt x="45101" y="11945"/>
                  <a:pt x="39060" y="11945"/>
                </a:cubicBezTo>
                <a:lnTo>
                  <a:pt x="13318" y="11945"/>
                </a:lnTo>
                <a:lnTo>
                  <a:pt x="13318" y="47778"/>
                </a:lnTo>
                <a:close/>
                <a:moveTo>
                  <a:pt x="92010" y="100636"/>
                </a:moveTo>
                <a:lnTo>
                  <a:pt x="92010" y="27733"/>
                </a:lnTo>
                <a:lnTo>
                  <a:pt x="103131" y="27733"/>
                </a:lnTo>
                <a:lnTo>
                  <a:pt x="103131" y="38786"/>
                </a:lnTo>
                <a:cubicBezTo>
                  <a:pt x="105968" y="33614"/>
                  <a:pt x="108588" y="30205"/>
                  <a:pt x="110991" y="28557"/>
                </a:cubicBezTo>
                <a:cubicBezTo>
                  <a:pt x="113393" y="26910"/>
                  <a:pt x="116036" y="26086"/>
                  <a:pt x="118919" y="26086"/>
                </a:cubicBezTo>
                <a:cubicBezTo>
                  <a:pt x="123084" y="26086"/>
                  <a:pt x="127317" y="27413"/>
                  <a:pt x="131619" y="30067"/>
                </a:cubicBezTo>
                <a:lnTo>
                  <a:pt x="127363" y="41523"/>
                </a:lnTo>
                <a:cubicBezTo>
                  <a:pt x="124343" y="39744"/>
                  <a:pt x="121322" y="38854"/>
                  <a:pt x="118302" y="38854"/>
                </a:cubicBezTo>
                <a:cubicBezTo>
                  <a:pt x="115601" y="38854"/>
                  <a:pt x="113176" y="39667"/>
                  <a:pt x="111025" y="41291"/>
                </a:cubicBezTo>
                <a:cubicBezTo>
                  <a:pt x="108874" y="42916"/>
                  <a:pt x="107341" y="45170"/>
                  <a:pt x="106426" y="48053"/>
                </a:cubicBezTo>
                <a:cubicBezTo>
                  <a:pt x="105053" y="52446"/>
                  <a:pt x="104366" y="57252"/>
                  <a:pt x="104366" y="62469"/>
                </a:cubicBezTo>
                <a:lnTo>
                  <a:pt x="104366" y="100636"/>
                </a:lnTo>
                <a:lnTo>
                  <a:pt x="92010" y="100636"/>
                </a:lnTo>
                <a:close/>
                <a:moveTo>
                  <a:pt x="134411" y="64185"/>
                </a:moveTo>
                <a:cubicBezTo>
                  <a:pt x="134411" y="50684"/>
                  <a:pt x="138163" y="40685"/>
                  <a:pt x="145669" y="34186"/>
                </a:cubicBezTo>
                <a:cubicBezTo>
                  <a:pt x="151938" y="28786"/>
                  <a:pt x="159581" y="26086"/>
                  <a:pt x="168597" y="26086"/>
                </a:cubicBezTo>
                <a:cubicBezTo>
                  <a:pt x="178619" y="26086"/>
                  <a:pt x="186811" y="29369"/>
                  <a:pt x="193172" y="35937"/>
                </a:cubicBezTo>
                <a:cubicBezTo>
                  <a:pt x="199534" y="42504"/>
                  <a:pt x="202714" y="51577"/>
                  <a:pt x="202714" y="63155"/>
                </a:cubicBezTo>
                <a:cubicBezTo>
                  <a:pt x="202714" y="72537"/>
                  <a:pt x="201307" y="79917"/>
                  <a:pt x="198493" y="85294"/>
                </a:cubicBezTo>
                <a:cubicBezTo>
                  <a:pt x="195678" y="90671"/>
                  <a:pt x="191582" y="94847"/>
                  <a:pt x="186205" y="97822"/>
                </a:cubicBezTo>
                <a:cubicBezTo>
                  <a:pt x="180827" y="100797"/>
                  <a:pt x="174958" y="102284"/>
                  <a:pt x="168597" y="102284"/>
                </a:cubicBezTo>
                <a:cubicBezTo>
                  <a:pt x="158391" y="102284"/>
                  <a:pt x="150142" y="99012"/>
                  <a:pt x="143850" y="92467"/>
                </a:cubicBezTo>
                <a:cubicBezTo>
                  <a:pt x="137557" y="85923"/>
                  <a:pt x="134411" y="76496"/>
                  <a:pt x="134411" y="64185"/>
                </a:cubicBezTo>
                <a:moveTo>
                  <a:pt x="147110" y="64219"/>
                </a:moveTo>
                <a:cubicBezTo>
                  <a:pt x="147110" y="73544"/>
                  <a:pt x="149147" y="80526"/>
                  <a:pt x="153220" y="85165"/>
                </a:cubicBezTo>
                <a:cubicBezTo>
                  <a:pt x="157293" y="89805"/>
                  <a:pt x="162419" y="92124"/>
                  <a:pt x="168597" y="92124"/>
                </a:cubicBezTo>
                <a:cubicBezTo>
                  <a:pt x="174729" y="92124"/>
                  <a:pt x="179832" y="89793"/>
                  <a:pt x="183905" y="85131"/>
                </a:cubicBezTo>
                <a:cubicBezTo>
                  <a:pt x="187978" y="80469"/>
                  <a:pt x="190015" y="73361"/>
                  <a:pt x="190015" y="63807"/>
                </a:cubicBezTo>
                <a:cubicBezTo>
                  <a:pt x="190015" y="54803"/>
                  <a:pt x="187967" y="47981"/>
                  <a:pt x="183871" y="43342"/>
                </a:cubicBezTo>
                <a:cubicBezTo>
                  <a:pt x="179775" y="38703"/>
                  <a:pt x="174684" y="36383"/>
                  <a:pt x="168597" y="36383"/>
                </a:cubicBezTo>
                <a:cubicBezTo>
                  <a:pt x="162419" y="36383"/>
                  <a:pt x="157293" y="38691"/>
                  <a:pt x="153220" y="43308"/>
                </a:cubicBezTo>
                <a:cubicBezTo>
                  <a:pt x="149147" y="47924"/>
                  <a:pt x="147110" y="54895"/>
                  <a:pt x="147110" y="64219"/>
                </a:cubicBezTo>
                <a:close/>
                <a:moveTo>
                  <a:pt x="216920" y="100636"/>
                </a:moveTo>
                <a:lnTo>
                  <a:pt x="216920" y="27733"/>
                </a:lnTo>
                <a:lnTo>
                  <a:pt x="227972" y="27733"/>
                </a:lnTo>
                <a:lnTo>
                  <a:pt x="227972" y="37962"/>
                </a:lnTo>
                <a:cubicBezTo>
                  <a:pt x="230260" y="34392"/>
                  <a:pt x="233304" y="31520"/>
                  <a:pt x="237102" y="29347"/>
                </a:cubicBezTo>
                <a:cubicBezTo>
                  <a:pt x="240901" y="27173"/>
                  <a:pt x="245225" y="26086"/>
                  <a:pt x="250076" y="26086"/>
                </a:cubicBezTo>
                <a:cubicBezTo>
                  <a:pt x="255477" y="26086"/>
                  <a:pt x="259904" y="27207"/>
                  <a:pt x="263360" y="29450"/>
                </a:cubicBezTo>
                <a:cubicBezTo>
                  <a:pt x="266815" y="31692"/>
                  <a:pt x="269252" y="34827"/>
                  <a:pt x="270670" y="38854"/>
                </a:cubicBezTo>
                <a:cubicBezTo>
                  <a:pt x="276437" y="30342"/>
                  <a:pt x="283942" y="26086"/>
                  <a:pt x="293187" y="26086"/>
                </a:cubicBezTo>
                <a:cubicBezTo>
                  <a:pt x="300417" y="26086"/>
                  <a:pt x="305978" y="28088"/>
                  <a:pt x="309868" y="32092"/>
                </a:cubicBezTo>
                <a:cubicBezTo>
                  <a:pt x="313758" y="36097"/>
                  <a:pt x="315703" y="42264"/>
                  <a:pt x="315703" y="50593"/>
                </a:cubicBezTo>
                <a:lnTo>
                  <a:pt x="315703" y="100636"/>
                </a:lnTo>
                <a:lnTo>
                  <a:pt x="303415" y="100636"/>
                </a:lnTo>
                <a:lnTo>
                  <a:pt x="303415" y="54712"/>
                </a:lnTo>
                <a:cubicBezTo>
                  <a:pt x="303415" y="49769"/>
                  <a:pt x="303015" y="46211"/>
                  <a:pt x="302214" y="44037"/>
                </a:cubicBezTo>
                <a:cubicBezTo>
                  <a:pt x="301413" y="41863"/>
                  <a:pt x="299960" y="40113"/>
                  <a:pt x="297855" y="38786"/>
                </a:cubicBezTo>
                <a:cubicBezTo>
                  <a:pt x="295749" y="37458"/>
                  <a:pt x="293278" y="36795"/>
                  <a:pt x="290441" y="36795"/>
                </a:cubicBezTo>
                <a:cubicBezTo>
                  <a:pt x="285315" y="36795"/>
                  <a:pt x="281059" y="38500"/>
                  <a:pt x="277672" y="41909"/>
                </a:cubicBezTo>
                <a:cubicBezTo>
                  <a:pt x="274286" y="45318"/>
                  <a:pt x="272593" y="50776"/>
                  <a:pt x="272593" y="58281"/>
                </a:cubicBezTo>
                <a:lnTo>
                  <a:pt x="272593" y="100636"/>
                </a:lnTo>
                <a:lnTo>
                  <a:pt x="260236" y="100636"/>
                </a:lnTo>
                <a:lnTo>
                  <a:pt x="260236" y="53270"/>
                </a:lnTo>
                <a:cubicBezTo>
                  <a:pt x="260236" y="47778"/>
                  <a:pt x="259229" y="43659"/>
                  <a:pt x="257216" y="40914"/>
                </a:cubicBezTo>
                <a:cubicBezTo>
                  <a:pt x="255202" y="38168"/>
                  <a:pt x="251907" y="36795"/>
                  <a:pt x="247330" y="36795"/>
                </a:cubicBezTo>
                <a:cubicBezTo>
                  <a:pt x="243852" y="36795"/>
                  <a:pt x="240637" y="37710"/>
                  <a:pt x="237686" y="39541"/>
                </a:cubicBezTo>
                <a:cubicBezTo>
                  <a:pt x="234734" y="41371"/>
                  <a:pt x="232594" y="44048"/>
                  <a:pt x="231267" y="47572"/>
                </a:cubicBezTo>
                <a:cubicBezTo>
                  <a:pt x="229940" y="51096"/>
                  <a:pt x="229276" y="56176"/>
                  <a:pt x="229276" y="62812"/>
                </a:cubicBezTo>
                <a:lnTo>
                  <a:pt x="229276" y="100636"/>
                </a:lnTo>
                <a:lnTo>
                  <a:pt x="216920" y="100636"/>
                </a:lnTo>
                <a:close/>
                <a:moveTo>
                  <a:pt x="334077" y="128644"/>
                </a:moveTo>
                <a:lnTo>
                  <a:pt x="334077" y="27733"/>
                </a:lnTo>
                <a:lnTo>
                  <a:pt x="345335" y="27733"/>
                </a:lnTo>
                <a:lnTo>
                  <a:pt x="345335" y="37273"/>
                </a:lnTo>
                <a:cubicBezTo>
                  <a:pt x="347990" y="33543"/>
                  <a:pt x="350987" y="30747"/>
                  <a:pt x="354328" y="28883"/>
                </a:cubicBezTo>
                <a:cubicBezTo>
                  <a:pt x="357669" y="27018"/>
                  <a:pt x="361719" y="26086"/>
                  <a:pt x="366479" y="26086"/>
                </a:cubicBezTo>
                <a:cubicBezTo>
                  <a:pt x="372703" y="26086"/>
                  <a:pt x="378194" y="27688"/>
                  <a:pt x="382954" y="30891"/>
                </a:cubicBezTo>
                <a:cubicBezTo>
                  <a:pt x="387713" y="34095"/>
                  <a:pt x="391306" y="38614"/>
                  <a:pt x="393731" y="44449"/>
                </a:cubicBezTo>
                <a:cubicBezTo>
                  <a:pt x="396157" y="50284"/>
                  <a:pt x="397370" y="56680"/>
                  <a:pt x="397370" y="63636"/>
                </a:cubicBezTo>
                <a:cubicBezTo>
                  <a:pt x="397370" y="71095"/>
                  <a:pt x="396031" y="77811"/>
                  <a:pt x="393354" y="83784"/>
                </a:cubicBezTo>
                <a:cubicBezTo>
                  <a:pt x="390677" y="89756"/>
                  <a:pt x="386787" y="94332"/>
                  <a:pt x="381684" y="97513"/>
                </a:cubicBezTo>
                <a:cubicBezTo>
                  <a:pt x="376581" y="100694"/>
                  <a:pt x="371215" y="102284"/>
                  <a:pt x="365586" y="102284"/>
                </a:cubicBezTo>
                <a:cubicBezTo>
                  <a:pt x="361467" y="102284"/>
                  <a:pt x="357772" y="101414"/>
                  <a:pt x="354500" y="99675"/>
                </a:cubicBezTo>
                <a:cubicBezTo>
                  <a:pt x="351228" y="97936"/>
                  <a:pt x="348539" y="95740"/>
                  <a:pt x="346434" y="93085"/>
                </a:cubicBezTo>
                <a:lnTo>
                  <a:pt x="346434" y="128644"/>
                </a:lnTo>
                <a:lnTo>
                  <a:pt x="334077" y="128644"/>
                </a:lnTo>
                <a:moveTo>
                  <a:pt x="345267" y="64631"/>
                </a:moveTo>
                <a:cubicBezTo>
                  <a:pt x="345267" y="74001"/>
                  <a:pt x="347166" y="80926"/>
                  <a:pt x="350964" y="85405"/>
                </a:cubicBezTo>
                <a:cubicBezTo>
                  <a:pt x="354763" y="89885"/>
                  <a:pt x="359362" y="92124"/>
                  <a:pt x="364762" y="92124"/>
                </a:cubicBezTo>
                <a:cubicBezTo>
                  <a:pt x="370254" y="92124"/>
                  <a:pt x="374956" y="89805"/>
                  <a:pt x="378869" y="85165"/>
                </a:cubicBezTo>
                <a:cubicBezTo>
                  <a:pt x="382782" y="80526"/>
                  <a:pt x="384739" y="73338"/>
                  <a:pt x="384739" y="63601"/>
                </a:cubicBezTo>
                <a:cubicBezTo>
                  <a:pt x="384739" y="54323"/>
                  <a:pt x="382828" y="47375"/>
                  <a:pt x="379007" y="42758"/>
                </a:cubicBezTo>
                <a:cubicBezTo>
                  <a:pt x="375185" y="38142"/>
                  <a:pt x="370620" y="35834"/>
                  <a:pt x="365312" y="35834"/>
                </a:cubicBezTo>
                <a:cubicBezTo>
                  <a:pt x="360049" y="35834"/>
                  <a:pt x="355392" y="38291"/>
                  <a:pt x="351342" y="43205"/>
                </a:cubicBezTo>
                <a:cubicBezTo>
                  <a:pt x="347292" y="48119"/>
                  <a:pt x="345267" y="55261"/>
                  <a:pt x="345267" y="64631"/>
                </a:cubicBezTo>
                <a:close/>
                <a:moveTo>
                  <a:pt x="438965" y="89584"/>
                </a:moveTo>
                <a:lnTo>
                  <a:pt x="440750" y="100499"/>
                </a:lnTo>
                <a:cubicBezTo>
                  <a:pt x="437272" y="101231"/>
                  <a:pt x="434160" y="101598"/>
                  <a:pt x="431414" y="101598"/>
                </a:cubicBezTo>
                <a:cubicBezTo>
                  <a:pt x="426929" y="101598"/>
                  <a:pt x="423451" y="100888"/>
                  <a:pt x="420980" y="99469"/>
                </a:cubicBezTo>
                <a:cubicBezTo>
                  <a:pt x="418508" y="98051"/>
                  <a:pt x="416769" y="96186"/>
                  <a:pt x="415762" y="93875"/>
                </a:cubicBezTo>
                <a:cubicBezTo>
                  <a:pt x="414756" y="91564"/>
                  <a:pt x="414252" y="86701"/>
                  <a:pt x="414252" y="79287"/>
                </a:cubicBezTo>
                <a:lnTo>
                  <a:pt x="414252" y="37344"/>
                </a:lnTo>
                <a:lnTo>
                  <a:pt x="405191" y="37344"/>
                </a:lnTo>
                <a:lnTo>
                  <a:pt x="405191" y="27733"/>
                </a:lnTo>
                <a:lnTo>
                  <a:pt x="414252" y="27733"/>
                </a:lnTo>
                <a:lnTo>
                  <a:pt x="414252" y="9679"/>
                </a:lnTo>
                <a:lnTo>
                  <a:pt x="426540" y="2265"/>
                </a:lnTo>
                <a:lnTo>
                  <a:pt x="426540" y="27733"/>
                </a:lnTo>
                <a:lnTo>
                  <a:pt x="438965" y="27733"/>
                </a:lnTo>
                <a:lnTo>
                  <a:pt x="438965" y="37344"/>
                </a:lnTo>
                <a:lnTo>
                  <a:pt x="426540" y="37344"/>
                </a:lnTo>
                <a:lnTo>
                  <a:pt x="426540" y="79974"/>
                </a:lnTo>
                <a:cubicBezTo>
                  <a:pt x="426540" y="83498"/>
                  <a:pt x="426757" y="85763"/>
                  <a:pt x="427192" y="86770"/>
                </a:cubicBezTo>
                <a:cubicBezTo>
                  <a:pt x="427627" y="87777"/>
                  <a:pt x="428336" y="88577"/>
                  <a:pt x="429320" y="89172"/>
                </a:cubicBezTo>
                <a:cubicBezTo>
                  <a:pt x="430304" y="89767"/>
                  <a:pt x="431711" y="90065"/>
                  <a:pt x="433542" y="90065"/>
                </a:cubicBezTo>
                <a:cubicBezTo>
                  <a:pt x="434915" y="90065"/>
                  <a:pt x="436723" y="89905"/>
                  <a:pt x="438965" y="89584"/>
                </a:cubicBezTo>
                <a:close/>
                <a:moveTo>
                  <a:pt x="454667" y="41875"/>
                </a:moveTo>
                <a:lnTo>
                  <a:pt x="454667" y="27733"/>
                </a:lnTo>
                <a:lnTo>
                  <a:pt x="468740" y="27733"/>
                </a:lnTo>
                <a:lnTo>
                  <a:pt x="468740" y="41875"/>
                </a:lnTo>
                <a:lnTo>
                  <a:pt x="454667" y="41875"/>
                </a:lnTo>
                <a:moveTo>
                  <a:pt x="454667" y="100636"/>
                </a:moveTo>
                <a:lnTo>
                  <a:pt x="454667" y="86495"/>
                </a:lnTo>
                <a:lnTo>
                  <a:pt x="468740" y="86495"/>
                </a:lnTo>
                <a:lnTo>
                  <a:pt x="468740" y="100636"/>
                </a:lnTo>
                <a:lnTo>
                  <a:pt x="454667" y="10063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" name="Text &lt;푂푏푠�푟������">
            <a:extLst xmlns:a="http://schemas.openxmlformats.org/drawingml/2006/main">
              <a:ext uri="{FF2B5EF4-FFF2-40B4-BE49-F238E27FC236}">
                <a16:creationId xmlns:a16="http://schemas.microsoft.com/office/drawing/2014/main" id="{98919F0F-1068-4249-B8C4-2A874787D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0293" y="3942438"/>
            <a:ext cx="1053852" cy="108816"/>
          </a:xfrm>
          <a:custGeom xmlns:a="http://schemas.openxmlformats.org/drawingml/2006/main">
            <a:pathLst>
              <a:path w="1053852" h="108816">
                <a:moveTo>
                  <a:pt x="0" y="62776"/>
                </a:moveTo>
                <a:lnTo>
                  <a:pt x="0" y="51243"/>
                </a:lnTo>
                <a:lnTo>
                  <a:pt x="66656" y="23098"/>
                </a:lnTo>
                <a:lnTo>
                  <a:pt x="66656" y="35454"/>
                </a:lnTo>
                <a:lnTo>
                  <a:pt x="13798" y="57078"/>
                </a:lnTo>
                <a:lnTo>
                  <a:pt x="66656" y="78976"/>
                </a:lnTo>
                <a:lnTo>
                  <a:pt x="66656" y="91333"/>
                </a:lnTo>
                <a:lnTo>
                  <a:pt x="0" y="62776"/>
                </a:lnTo>
                <a:close/>
                <a:moveTo>
                  <a:pt x="170624" y="55673"/>
                </a:moveTo>
                <a:cubicBezTo>
                  <a:pt x="173530" y="40583"/>
                  <a:pt x="172874" y="29149"/>
                  <a:pt x="168657" y="21369"/>
                </a:cubicBezTo>
                <a:cubicBezTo>
                  <a:pt x="164439" y="13683"/>
                  <a:pt x="156754" y="9840"/>
                  <a:pt x="145600" y="9840"/>
                </a:cubicBezTo>
                <a:cubicBezTo>
                  <a:pt x="134446" y="9840"/>
                  <a:pt x="125168" y="13683"/>
                  <a:pt x="117764" y="21369"/>
                </a:cubicBezTo>
                <a:cubicBezTo>
                  <a:pt x="110546" y="29241"/>
                  <a:pt x="105485" y="40676"/>
                  <a:pt x="102580" y="55673"/>
                </a:cubicBezTo>
                <a:cubicBezTo>
                  <a:pt x="99674" y="70575"/>
                  <a:pt x="100330" y="82010"/>
                  <a:pt x="104547" y="89977"/>
                </a:cubicBezTo>
                <a:cubicBezTo>
                  <a:pt x="108859" y="97662"/>
                  <a:pt x="116592" y="101505"/>
                  <a:pt x="127745" y="101505"/>
                </a:cubicBezTo>
                <a:cubicBezTo>
                  <a:pt x="138805" y="101505"/>
                  <a:pt x="148036" y="97662"/>
                  <a:pt x="155440" y="89977"/>
                </a:cubicBezTo>
                <a:cubicBezTo>
                  <a:pt x="162658" y="81917"/>
                  <a:pt x="167719" y="70482"/>
                  <a:pt x="170624" y="55673"/>
                </a:cubicBezTo>
                <a:moveTo>
                  <a:pt x="186370" y="55673"/>
                </a:moveTo>
                <a:cubicBezTo>
                  <a:pt x="184871" y="63451"/>
                  <a:pt x="182153" y="70856"/>
                  <a:pt x="178216" y="77886"/>
                </a:cubicBezTo>
                <a:cubicBezTo>
                  <a:pt x="174561" y="84354"/>
                  <a:pt x="169640" y="90164"/>
                  <a:pt x="163455" y="95318"/>
                </a:cubicBezTo>
                <a:cubicBezTo>
                  <a:pt x="158112" y="99818"/>
                  <a:pt x="152348" y="103192"/>
                  <a:pt x="146162" y="105442"/>
                </a:cubicBezTo>
                <a:cubicBezTo>
                  <a:pt x="139977" y="107691"/>
                  <a:pt x="133369" y="108816"/>
                  <a:pt x="126338" y="108816"/>
                </a:cubicBezTo>
                <a:cubicBezTo>
                  <a:pt x="119403" y="108816"/>
                  <a:pt x="113218" y="107691"/>
                  <a:pt x="107782" y="105442"/>
                </a:cubicBezTo>
                <a:cubicBezTo>
                  <a:pt x="102345" y="103005"/>
                  <a:pt x="97845" y="99630"/>
                  <a:pt x="94284" y="95318"/>
                </a:cubicBezTo>
                <a:cubicBezTo>
                  <a:pt x="90161" y="90070"/>
                  <a:pt x="87490" y="84259"/>
                  <a:pt x="86272" y="77886"/>
                </a:cubicBezTo>
                <a:cubicBezTo>
                  <a:pt x="85054" y="71700"/>
                  <a:pt x="85241" y="64295"/>
                  <a:pt x="86834" y="55673"/>
                </a:cubicBezTo>
                <a:cubicBezTo>
                  <a:pt x="88333" y="47425"/>
                  <a:pt x="91051" y="40020"/>
                  <a:pt x="94988" y="33459"/>
                </a:cubicBezTo>
                <a:cubicBezTo>
                  <a:pt x="98456" y="27274"/>
                  <a:pt x="103377" y="21463"/>
                  <a:pt x="109749" y="16027"/>
                </a:cubicBezTo>
                <a:cubicBezTo>
                  <a:pt x="115092" y="11528"/>
                  <a:pt x="120856" y="8153"/>
                  <a:pt x="127042" y="5904"/>
                </a:cubicBezTo>
                <a:cubicBezTo>
                  <a:pt x="133227" y="3654"/>
                  <a:pt x="139882" y="2529"/>
                  <a:pt x="147005" y="2529"/>
                </a:cubicBezTo>
                <a:cubicBezTo>
                  <a:pt x="161907" y="2529"/>
                  <a:pt x="172967" y="7403"/>
                  <a:pt x="180183" y="17151"/>
                </a:cubicBezTo>
                <a:cubicBezTo>
                  <a:pt x="187401" y="26899"/>
                  <a:pt x="189463" y="39739"/>
                  <a:pt x="186370" y="55673"/>
                </a:cubicBezTo>
                <a:close/>
                <a:moveTo>
                  <a:pt x="285276" y="59328"/>
                </a:moveTo>
                <a:cubicBezTo>
                  <a:pt x="285276" y="62422"/>
                  <a:pt x="284900" y="66077"/>
                  <a:pt x="284149" y="70295"/>
                </a:cubicBezTo>
                <a:cubicBezTo>
                  <a:pt x="281900" y="81729"/>
                  <a:pt x="277260" y="91007"/>
                  <a:pt x="270231" y="98131"/>
                </a:cubicBezTo>
                <a:cubicBezTo>
                  <a:pt x="263202" y="105254"/>
                  <a:pt x="255189" y="108816"/>
                  <a:pt x="246192" y="108816"/>
                </a:cubicBezTo>
                <a:cubicBezTo>
                  <a:pt x="240662" y="108816"/>
                  <a:pt x="236162" y="107738"/>
                  <a:pt x="232694" y="105581"/>
                </a:cubicBezTo>
                <a:cubicBezTo>
                  <a:pt x="229226" y="103426"/>
                  <a:pt x="226696" y="100052"/>
                  <a:pt x="225102" y="95460"/>
                </a:cubicBezTo>
                <a:lnTo>
                  <a:pt x="222994" y="106847"/>
                </a:lnTo>
                <a:lnTo>
                  <a:pt x="210341" y="106847"/>
                </a:lnTo>
                <a:lnTo>
                  <a:pt x="229601" y="7311"/>
                </a:lnTo>
                <a:lnTo>
                  <a:pt x="217510" y="7311"/>
                </a:lnTo>
                <a:lnTo>
                  <a:pt x="218918" y="0"/>
                </a:lnTo>
                <a:lnTo>
                  <a:pt x="243661" y="0"/>
                </a:lnTo>
                <a:lnTo>
                  <a:pt x="234945" y="45268"/>
                </a:lnTo>
                <a:cubicBezTo>
                  <a:pt x="238318" y="40582"/>
                  <a:pt x="242114" y="37208"/>
                  <a:pt x="246331" y="35147"/>
                </a:cubicBezTo>
                <a:cubicBezTo>
                  <a:pt x="250643" y="32991"/>
                  <a:pt x="255564" y="31912"/>
                  <a:pt x="261093" y="31912"/>
                </a:cubicBezTo>
                <a:cubicBezTo>
                  <a:pt x="269997" y="31912"/>
                  <a:pt x="276651" y="35428"/>
                  <a:pt x="281056" y="42458"/>
                </a:cubicBezTo>
                <a:cubicBezTo>
                  <a:pt x="283869" y="47143"/>
                  <a:pt x="285276" y="52767"/>
                  <a:pt x="285276" y="59328"/>
                </a:cubicBezTo>
                <a:moveTo>
                  <a:pt x="270793" y="57921"/>
                </a:moveTo>
                <a:cubicBezTo>
                  <a:pt x="270793" y="53798"/>
                  <a:pt x="270138" y="50330"/>
                  <a:pt x="268826" y="47519"/>
                </a:cubicBezTo>
                <a:cubicBezTo>
                  <a:pt x="266482" y="42363"/>
                  <a:pt x="262077" y="39785"/>
                  <a:pt x="255609" y="39785"/>
                </a:cubicBezTo>
                <a:cubicBezTo>
                  <a:pt x="249331" y="39785"/>
                  <a:pt x="244036" y="42082"/>
                  <a:pt x="239724" y="46676"/>
                </a:cubicBezTo>
                <a:cubicBezTo>
                  <a:pt x="235412" y="51455"/>
                  <a:pt x="232413" y="58156"/>
                  <a:pt x="230727" y="66778"/>
                </a:cubicBezTo>
                <a:lnTo>
                  <a:pt x="229320" y="73950"/>
                </a:lnTo>
                <a:cubicBezTo>
                  <a:pt x="228663" y="77229"/>
                  <a:pt x="228335" y="80463"/>
                  <a:pt x="228335" y="83651"/>
                </a:cubicBezTo>
                <a:cubicBezTo>
                  <a:pt x="228335" y="87868"/>
                  <a:pt x="229039" y="91336"/>
                  <a:pt x="230446" y="94053"/>
                </a:cubicBezTo>
                <a:cubicBezTo>
                  <a:pt x="232789" y="98645"/>
                  <a:pt x="237240" y="100941"/>
                  <a:pt x="243800" y="100941"/>
                </a:cubicBezTo>
                <a:cubicBezTo>
                  <a:pt x="250267" y="100941"/>
                  <a:pt x="255657" y="98364"/>
                  <a:pt x="259969" y="93210"/>
                </a:cubicBezTo>
                <a:cubicBezTo>
                  <a:pt x="264280" y="88055"/>
                  <a:pt x="267420" y="80417"/>
                  <a:pt x="269388" y="70295"/>
                </a:cubicBezTo>
                <a:cubicBezTo>
                  <a:pt x="270325" y="65888"/>
                  <a:pt x="270793" y="61764"/>
                  <a:pt x="270793" y="57921"/>
                </a:cubicBezTo>
                <a:close/>
                <a:moveTo>
                  <a:pt x="373378" y="37818"/>
                </a:moveTo>
                <a:lnTo>
                  <a:pt x="370284" y="53703"/>
                </a:lnTo>
                <a:lnTo>
                  <a:pt x="362974" y="53703"/>
                </a:lnTo>
                <a:cubicBezTo>
                  <a:pt x="363161" y="52392"/>
                  <a:pt x="363255" y="51408"/>
                  <a:pt x="363255" y="50752"/>
                </a:cubicBezTo>
                <a:cubicBezTo>
                  <a:pt x="363255" y="47378"/>
                  <a:pt x="362083" y="44519"/>
                  <a:pt x="359741" y="42175"/>
                </a:cubicBezTo>
                <a:cubicBezTo>
                  <a:pt x="357491" y="39832"/>
                  <a:pt x="353695" y="38661"/>
                  <a:pt x="348352" y="38661"/>
                </a:cubicBezTo>
                <a:cubicBezTo>
                  <a:pt x="337667" y="38661"/>
                  <a:pt x="331528" y="42410"/>
                  <a:pt x="329935" y="49908"/>
                </a:cubicBezTo>
                <a:cubicBezTo>
                  <a:pt x="329748" y="50845"/>
                  <a:pt x="329654" y="51923"/>
                  <a:pt x="329654" y="53141"/>
                </a:cubicBezTo>
                <a:cubicBezTo>
                  <a:pt x="329654" y="54642"/>
                  <a:pt x="330404" y="56141"/>
                  <a:pt x="331904" y="57640"/>
                </a:cubicBezTo>
                <a:cubicBezTo>
                  <a:pt x="333497" y="59234"/>
                  <a:pt x="337152" y="61016"/>
                  <a:pt x="342869" y="62984"/>
                </a:cubicBezTo>
                <a:lnTo>
                  <a:pt x="352288" y="66077"/>
                </a:lnTo>
                <a:cubicBezTo>
                  <a:pt x="358755" y="68138"/>
                  <a:pt x="363207" y="70856"/>
                  <a:pt x="365644" y="74231"/>
                </a:cubicBezTo>
                <a:cubicBezTo>
                  <a:pt x="367332" y="76481"/>
                  <a:pt x="368176" y="78729"/>
                  <a:pt x="368176" y="80978"/>
                </a:cubicBezTo>
                <a:cubicBezTo>
                  <a:pt x="368176" y="90726"/>
                  <a:pt x="364333" y="98036"/>
                  <a:pt x="356647" y="102910"/>
                </a:cubicBezTo>
                <a:cubicBezTo>
                  <a:pt x="350555" y="106848"/>
                  <a:pt x="342916" y="108816"/>
                  <a:pt x="333732" y="108816"/>
                </a:cubicBezTo>
                <a:cubicBezTo>
                  <a:pt x="324359" y="108816"/>
                  <a:pt x="315642" y="106800"/>
                  <a:pt x="307582" y="102769"/>
                </a:cubicBezTo>
                <a:lnTo>
                  <a:pt x="310956" y="85759"/>
                </a:lnTo>
                <a:lnTo>
                  <a:pt x="318126" y="85759"/>
                </a:lnTo>
                <a:cubicBezTo>
                  <a:pt x="317938" y="87446"/>
                  <a:pt x="317845" y="88710"/>
                  <a:pt x="317845" y="89554"/>
                </a:cubicBezTo>
                <a:cubicBezTo>
                  <a:pt x="317845" y="97896"/>
                  <a:pt x="323515" y="102067"/>
                  <a:pt x="334856" y="102067"/>
                </a:cubicBezTo>
                <a:cubicBezTo>
                  <a:pt x="346197" y="102067"/>
                  <a:pt x="352711" y="97896"/>
                  <a:pt x="354397" y="89554"/>
                </a:cubicBezTo>
                <a:cubicBezTo>
                  <a:pt x="354491" y="88992"/>
                  <a:pt x="354539" y="87867"/>
                  <a:pt x="354539" y="86180"/>
                </a:cubicBezTo>
                <a:cubicBezTo>
                  <a:pt x="354539" y="84681"/>
                  <a:pt x="353742" y="83135"/>
                  <a:pt x="352149" y="81542"/>
                </a:cubicBezTo>
                <a:cubicBezTo>
                  <a:pt x="350649" y="79760"/>
                  <a:pt x="346618" y="77744"/>
                  <a:pt x="340058" y="75495"/>
                </a:cubicBezTo>
                <a:lnTo>
                  <a:pt x="331482" y="72403"/>
                </a:lnTo>
                <a:cubicBezTo>
                  <a:pt x="325577" y="70434"/>
                  <a:pt x="321687" y="68137"/>
                  <a:pt x="319814" y="65513"/>
                </a:cubicBezTo>
                <a:cubicBezTo>
                  <a:pt x="317939" y="62796"/>
                  <a:pt x="317001" y="59984"/>
                  <a:pt x="317001" y="57078"/>
                </a:cubicBezTo>
                <a:cubicBezTo>
                  <a:pt x="317001" y="55766"/>
                  <a:pt x="317142" y="54501"/>
                  <a:pt x="317422" y="53283"/>
                </a:cubicBezTo>
                <a:cubicBezTo>
                  <a:pt x="318735" y="46534"/>
                  <a:pt x="322203" y="41332"/>
                  <a:pt x="327826" y="37676"/>
                </a:cubicBezTo>
                <a:cubicBezTo>
                  <a:pt x="333357" y="33834"/>
                  <a:pt x="340246" y="31912"/>
                  <a:pt x="348493" y="31912"/>
                </a:cubicBezTo>
                <a:cubicBezTo>
                  <a:pt x="356459" y="31912"/>
                  <a:pt x="364754" y="33881"/>
                  <a:pt x="373378" y="37818"/>
                </a:cubicBezTo>
                <a:close/>
                <a:moveTo>
                  <a:pt x="467034" y="50893"/>
                </a:moveTo>
                <a:cubicBezTo>
                  <a:pt x="467034" y="60172"/>
                  <a:pt x="462348" y="67107"/>
                  <a:pt x="452974" y="71700"/>
                </a:cubicBezTo>
                <a:cubicBezTo>
                  <a:pt x="443227" y="76386"/>
                  <a:pt x="429121" y="78776"/>
                  <a:pt x="410658" y="78869"/>
                </a:cubicBezTo>
                <a:cubicBezTo>
                  <a:pt x="410470" y="81213"/>
                  <a:pt x="410423" y="82853"/>
                  <a:pt x="410516" y="83790"/>
                </a:cubicBezTo>
                <a:cubicBezTo>
                  <a:pt x="410516" y="88195"/>
                  <a:pt x="411266" y="91757"/>
                  <a:pt x="412767" y="94475"/>
                </a:cubicBezTo>
                <a:cubicBezTo>
                  <a:pt x="415484" y="99537"/>
                  <a:pt x="420451" y="102067"/>
                  <a:pt x="427667" y="102067"/>
                </a:cubicBezTo>
                <a:cubicBezTo>
                  <a:pt x="432916" y="102067"/>
                  <a:pt x="436900" y="101271"/>
                  <a:pt x="439618" y="99678"/>
                </a:cubicBezTo>
                <a:cubicBezTo>
                  <a:pt x="444398" y="96679"/>
                  <a:pt x="447257" y="93351"/>
                  <a:pt x="448195" y="89696"/>
                </a:cubicBezTo>
                <a:lnTo>
                  <a:pt x="457473" y="89696"/>
                </a:lnTo>
                <a:cubicBezTo>
                  <a:pt x="455598" y="95507"/>
                  <a:pt x="451287" y="100473"/>
                  <a:pt x="444539" y="104597"/>
                </a:cubicBezTo>
                <a:cubicBezTo>
                  <a:pt x="439758" y="107410"/>
                  <a:pt x="432682" y="108816"/>
                  <a:pt x="423310" y="108816"/>
                </a:cubicBezTo>
                <a:cubicBezTo>
                  <a:pt x="413844" y="108816"/>
                  <a:pt x="406580" y="105301"/>
                  <a:pt x="401519" y="98270"/>
                </a:cubicBezTo>
                <a:cubicBezTo>
                  <a:pt x="397957" y="93303"/>
                  <a:pt x="396129" y="87352"/>
                  <a:pt x="396036" y="80416"/>
                </a:cubicBezTo>
                <a:cubicBezTo>
                  <a:pt x="396036" y="77511"/>
                  <a:pt x="396411" y="74184"/>
                  <a:pt x="397160" y="70434"/>
                </a:cubicBezTo>
                <a:cubicBezTo>
                  <a:pt x="399410" y="58906"/>
                  <a:pt x="404377" y="49580"/>
                  <a:pt x="412063" y="42458"/>
                </a:cubicBezTo>
                <a:cubicBezTo>
                  <a:pt x="419936" y="35428"/>
                  <a:pt x="429308" y="31912"/>
                  <a:pt x="440180" y="31912"/>
                </a:cubicBezTo>
                <a:cubicBezTo>
                  <a:pt x="458083" y="31912"/>
                  <a:pt x="467034" y="38239"/>
                  <a:pt x="467034" y="50893"/>
                </a:cubicBezTo>
                <a:moveTo>
                  <a:pt x="453678" y="50471"/>
                </a:moveTo>
                <a:cubicBezTo>
                  <a:pt x="453678" y="42692"/>
                  <a:pt x="448476" y="38756"/>
                  <a:pt x="438072" y="38661"/>
                </a:cubicBezTo>
                <a:cubicBezTo>
                  <a:pt x="432074" y="38661"/>
                  <a:pt x="426872" y="41004"/>
                  <a:pt x="422467" y="45691"/>
                </a:cubicBezTo>
                <a:cubicBezTo>
                  <a:pt x="418343" y="50190"/>
                  <a:pt x="414922" y="58813"/>
                  <a:pt x="412205" y="71558"/>
                </a:cubicBezTo>
                <a:cubicBezTo>
                  <a:pt x="426825" y="70903"/>
                  <a:pt x="438072" y="68185"/>
                  <a:pt x="445945" y="63404"/>
                </a:cubicBezTo>
                <a:cubicBezTo>
                  <a:pt x="451100" y="60499"/>
                  <a:pt x="453678" y="56188"/>
                  <a:pt x="453678" y="50471"/>
                </a:cubicBezTo>
                <a:close/>
                <a:moveTo>
                  <a:pt x="554011" y="33740"/>
                </a:moveTo>
                <a:lnTo>
                  <a:pt x="550495" y="52017"/>
                </a:lnTo>
                <a:lnTo>
                  <a:pt x="543186" y="52017"/>
                </a:lnTo>
                <a:cubicBezTo>
                  <a:pt x="543186" y="51736"/>
                  <a:pt x="543209" y="51314"/>
                  <a:pt x="543255" y="50752"/>
                </a:cubicBezTo>
                <a:cubicBezTo>
                  <a:pt x="543302" y="50190"/>
                  <a:pt x="543373" y="49768"/>
                  <a:pt x="543467" y="49486"/>
                </a:cubicBezTo>
                <a:cubicBezTo>
                  <a:pt x="543467" y="47143"/>
                  <a:pt x="542904" y="45269"/>
                  <a:pt x="541779" y="43863"/>
                </a:cubicBezTo>
                <a:cubicBezTo>
                  <a:pt x="540373" y="42083"/>
                  <a:pt x="537936" y="41192"/>
                  <a:pt x="534468" y="41192"/>
                </a:cubicBezTo>
                <a:cubicBezTo>
                  <a:pt x="528282" y="41192"/>
                  <a:pt x="523081" y="43348"/>
                  <a:pt x="518863" y="47658"/>
                </a:cubicBezTo>
                <a:cubicBezTo>
                  <a:pt x="514646" y="52157"/>
                  <a:pt x="511787" y="58343"/>
                  <a:pt x="510287" y="66216"/>
                </a:cubicBezTo>
                <a:lnTo>
                  <a:pt x="502414" y="106847"/>
                </a:lnTo>
                <a:lnTo>
                  <a:pt x="489761" y="106847"/>
                </a:lnTo>
                <a:lnTo>
                  <a:pt x="502556" y="41051"/>
                </a:lnTo>
                <a:lnTo>
                  <a:pt x="490465" y="41051"/>
                </a:lnTo>
                <a:lnTo>
                  <a:pt x="491870" y="33882"/>
                </a:lnTo>
                <a:lnTo>
                  <a:pt x="516613" y="33882"/>
                </a:lnTo>
                <a:lnTo>
                  <a:pt x="514084" y="46815"/>
                </a:lnTo>
                <a:cubicBezTo>
                  <a:pt x="517645" y="41661"/>
                  <a:pt x="521581" y="37912"/>
                  <a:pt x="525893" y="35568"/>
                </a:cubicBezTo>
                <a:cubicBezTo>
                  <a:pt x="530298" y="33131"/>
                  <a:pt x="535265" y="31912"/>
                  <a:pt x="540794" y="31912"/>
                </a:cubicBezTo>
                <a:cubicBezTo>
                  <a:pt x="542951" y="31912"/>
                  <a:pt x="545060" y="32053"/>
                  <a:pt x="547122" y="32335"/>
                </a:cubicBezTo>
                <a:cubicBezTo>
                  <a:pt x="551153" y="33179"/>
                  <a:pt x="553449" y="33647"/>
                  <a:pt x="554011" y="33740"/>
                </a:cubicBezTo>
                <a:close/>
                <a:moveTo>
                  <a:pt x="649001" y="33882"/>
                </a:moveTo>
                <a:cubicBezTo>
                  <a:pt x="644034" y="52814"/>
                  <a:pt x="638411" y="67529"/>
                  <a:pt x="632131" y="78026"/>
                </a:cubicBezTo>
                <a:cubicBezTo>
                  <a:pt x="626882" y="86743"/>
                  <a:pt x="622618" y="92881"/>
                  <a:pt x="619337" y="96443"/>
                </a:cubicBezTo>
                <a:cubicBezTo>
                  <a:pt x="612870" y="103379"/>
                  <a:pt x="606028" y="106847"/>
                  <a:pt x="598811" y="106847"/>
                </a:cubicBezTo>
                <a:cubicBezTo>
                  <a:pt x="591313" y="106847"/>
                  <a:pt x="586463" y="101481"/>
                  <a:pt x="584260" y="90749"/>
                </a:cubicBezTo>
                <a:cubicBezTo>
                  <a:pt x="582058" y="80017"/>
                  <a:pt x="582222" y="63498"/>
                  <a:pt x="584754" y="41192"/>
                </a:cubicBezTo>
                <a:lnTo>
                  <a:pt x="576458" y="41192"/>
                </a:lnTo>
                <a:lnTo>
                  <a:pt x="577724" y="33882"/>
                </a:lnTo>
                <a:lnTo>
                  <a:pt x="596703" y="33882"/>
                </a:lnTo>
                <a:cubicBezTo>
                  <a:pt x="595297" y="48315"/>
                  <a:pt x="594594" y="59913"/>
                  <a:pt x="594594" y="68677"/>
                </a:cubicBezTo>
                <a:cubicBezTo>
                  <a:pt x="594594" y="77441"/>
                  <a:pt x="595203" y="83651"/>
                  <a:pt x="596422" y="87306"/>
                </a:cubicBezTo>
                <a:cubicBezTo>
                  <a:pt x="597640" y="90960"/>
                  <a:pt x="599514" y="92787"/>
                  <a:pt x="602044" y="92787"/>
                </a:cubicBezTo>
                <a:cubicBezTo>
                  <a:pt x="605512" y="92787"/>
                  <a:pt x="609121" y="90937"/>
                  <a:pt x="612869" y="87235"/>
                </a:cubicBezTo>
                <a:cubicBezTo>
                  <a:pt x="616619" y="83533"/>
                  <a:pt x="619712" y="79713"/>
                  <a:pt x="622149" y="75778"/>
                </a:cubicBezTo>
                <a:cubicBezTo>
                  <a:pt x="629366" y="63780"/>
                  <a:pt x="634333" y="52252"/>
                  <a:pt x="637052" y="41192"/>
                </a:cubicBezTo>
                <a:lnTo>
                  <a:pt x="628757" y="41192"/>
                </a:lnTo>
                <a:lnTo>
                  <a:pt x="630164" y="33882"/>
                </a:lnTo>
                <a:lnTo>
                  <a:pt x="649001" y="33882"/>
                </a:lnTo>
                <a:close/>
                <a:moveTo>
                  <a:pt x="740947" y="33882"/>
                </a:moveTo>
                <a:lnTo>
                  <a:pt x="728294" y="99536"/>
                </a:lnTo>
                <a:lnTo>
                  <a:pt x="739119" y="99536"/>
                </a:lnTo>
                <a:lnTo>
                  <a:pt x="737714" y="106847"/>
                </a:lnTo>
                <a:lnTo>
                  <a:pt x="715500" y="106847"/>
                </a:lnTo>
                <a:lnTo>
                  <a:pt x="717609" y="95460"/>
                </a:lnTo>
                <a:cubicBezTo>
                  <a:pt x="711516" y="104364"/>
                  <a:pt x="703597" y="108816"/>
                  <a:pt x="693851" y="108816"/>
                </a:cubicBezTo>
                <a:cubicBezTo>
                  <a:pt x="685696" y="108816"/>
                  <a:pt x="679604" y="106097"/>
                  <a:pt x="675573" y="100660"/>
                </a:cubicBezTo>
                <a:cubicBezTo>
                  <a:pt x="672574" y="96817"/>
                  <a:pt x="671169" y="92131"/>
                  <a:pt x="671356" y="86602"/>
                </a:cubicBezTo>
                <a:cubicBezTo>
                  <a:pt x="671356" y="84540"/>
                  <a:pt x="671590" y="82103"/>
                  <a:pt x="672059" y="79292"/>
                </a:cubicBezTo>
                <a:cubicBezTo>
                  <a:pt x="675339" y="62984"/>
                  <a:pt x="682509" y="50706"/>
                  <a:pt x="693570" y="42458"/>
                </a:cubicBezTo>
                <a:cubicBezTo>
                  <a:pt x="703129" y="35335"/>
                  <a:pt x="713720" y="31819"/>
                  <a:pt x="725342" y="31912"/>
                </a:cubicBezTo>
                <a:cubicBezTo>
                  <a:pt x="732934" y="31912"/>
                  <a:pt x="738135" y="32569"/>
                  <a:pt x="740947" y="33882"/>
                </a:cubicBezTo>
                <a:moveTo>
                  <a:pt x="728294" y="40911"/>
                </a:moveTo>
                <a:cubicBezTo>
                  <a:pt x="728294" y="39599"/>
                  <a:pt x="726420" y="38942"/>
                  <a:pt x="722672" y="38942"/>
                </a:cubicBezTo>
                <a:cubicBezTo>
                  <a:pt x="713860" y="38942"/>
                  <a:pt x="706081" y="42363"/>
                  <a:pt x="699334" y="49205"/>
                </a:cubicBezTo>
                <a:cubicBezTo>
                  <a:pt x="692491" y="56141"/>
                  <a:pt x="687898" y="65842"/>
                  <a:pt x="685555" y="78307"/>
                </a:cubicBezTo>
                <a:cubicBezTo>
                  <a:pt x="684993" y="81213"/>
                  <a:pt x="684712" y="83884"/>
                  <a:pt x="684712" y="86321"/>
                </a:cubicBezTo>
                <a:cubicBezTo>
                  <a:pt x="684712" y="96068"/>
                  <a:pt x="689445" y="100941"/>
                  <a:pt x="698911" y="100941"/>
                </a:cubicBezTo>
                <a:cubicBezTo>
                  <a:pt x="704722" y="100941"/>
                  <a:pt x="709596" y="98645"/>
                  <a:pt x="713533" y="94053"/>
                </a:cubicBezTo>
                <a:cubicBezTo>
                  <a:pt x="717376" y="89273"/>
                  <a:pt x="720140" y="82572"/>
                  <a:pt x="721826" y="73950"/>
                </a:cubicBezTo>
                <a:lnTo>
                  <a:pt x="728294" y="40911"/>
                </a:lnTo>
                <a:close/>
                <a:moveTo>
                  <a:pt x="812249" y="33882"/>
                </a:moveTo>
                <a:lnTo>
                  <a:pt x="810844" y="41192"/>
                </a:lnTo>
                <a:lnTo>
                  <a:pt x="787083" y="41192"/>
                </a:lnTo>
                <a:lnTo>
                  <a:pt x="778086" y="87587"/>
                </a:lnTo>
                <a:cubicBezTo>
                  <a:pt x="777430" y="90961"/>
                  <a:pt x="777101" y="93819"/>
                  <a:pt x="777101" y="96162"/>
                </a:cubicBezTo>
                <a:cubicBezTo>
                  <a:pt x="777101" y="97662"/>
                  <a:pt x="777242" y="98740"/>
                  <a:pt x="777524" y="99397"/>
                </a:cubicBezTo>
                <a:cubicBezTo>
                  <a:pt x="778368" y="101177"/>
                  <a:pt x="780429" y="102067"/>
                  <a:pt x="783709" y="102067"/>
                </a:cubicBezTo>
                <a:cubicBezTo>
                  <a:pt x="786989" y="102067"/>
                  <a:pt x="789567" y="101083"/>
                  <a:pt x="791442" y="99116"/>
                </a:cubicBezTo>
                <a:cubicBezTo>
                  <a:pt x="793317" y="97146"/>
                  <a:pt x="794723" y="94006"/>
                  <a:pt x="795660" y="89696"/>
                </a:cubicBezTo>
                <a:lnTo>
                  <a:pt x="805221" y="89696"/>
                </a:lnTo>
                <a:cubicBezTo>
                  <a:pt x="803533" y="96350"/>
                  <a:pt x="800768" y="101177"/>
                  <a:pt x="796925" y="104176"/>
                </a:cubicBezTo>
                <a:cubicBezTo>
                  <a:pt x="793083" y="107269"/>
                  <a:pt x="787880" y="108816"/>
                  <a:pt x="781319" y="108816"/>
                </a:cubicBezTo>
                <a:cubicBezTo>
                  <a:pt x="773915" y="108816"/>
                  <a:pt x="769042" y="107222"/>
                  <a:pt x="766699" y="104034"/>
                </a:cubicBezTo>
                <a:cubicBezTo>
                  <a:pt x="765199" y="102067"/>
                  <a:pt x="764496" y="99208"/>
                  <a:pt x="764590" y="95460"/>
                </a:cubicBezTo>
                <a:cubicBezTo>
                  <a:pt x="764590" y="93210"/>
                  <a:pt x="764871" y="90586"/>
                  <a:pt x="765434" y="87587"/>
                </a:cubicBezTo>
                <a:lnTo>
                  <a:pt x="774431" y="41192"/>
                </a:lnTo>
                <a:lnTo>
                  <a:pt x="763325" y="41192"/>
                </a:lnTo>
                <a:lnTo>
                  <a:pt x="764730" y="33882"/>
                </a:lnTo>
                <a:lnTo>
                  <a:pt x="775838" y="33882"/>
                </a:lnTo>
                <a:lnTo>
                  <a:pt x="780195" y="11247"/>
                </a:lnTo>
                <a:lnTo>
                  <a:pt x="792989" y="11247"/>
                </a:lnTo>
                <a:lnTo>
                  <a:pt x="788490" y="33882"/>
                </a:lnTo>
                <a:lnTo>
                  <a:pt x="812249" y="33882"/>
                </a:lnTo>
                <a:close/>
                <a:moveTo>
                  <a:pt x="865579" y="9701"/>
                </a:moveTo>
                <a:cubicBezTo>
                  <a:pt x="865579" y="10356"/>
                  <a:pt x="865532" y="10871"/>
                  <a:pt x="865439" y="11247"/>
                </a:cubicBezTo>
                <a:cubicBezTo>
                  <a:pt x="864970" y="13496"/>
                  <a:pt x="863892" y="15323"/>
                  <a:pt x="862204" y="16728"/>
                </a:cubicBezTo>
                <a:cubicBezTo>
                  <a:pt x="860331" y="18229"/>
                  <a:pt x="858316" y="18979"/>
                  <a:pt x="856159" y="18979"/>
                </a:cubicBezTo>
                <a:cubicBezTo>
                  <a:pt x="854004" y="18979"/>
                  <a:pt x="852317" y="18229"/>
                  <a:pt x="851099" y="16728"/>
                </a:cubicBezTo>
                <a:cubicBezTo>
                  <a:pt x="850162" y="15699"/>
                  <a:pt x="849693" y="14387"/>
                  <a:pt x="849693" y="12792"/>
                </a:cubicBezTo>
                <a:cubicBezTo>
                  <a:pt x="849693" y="12137"/>
                  <a:pt x="849740" y="11622"/>
                  <a:pt x="849833" y="11247"/>
                </a:cubicBezTo>
                <a:cubicBezTo>
                  <a:pt x="850302" y="8998"/>
                  <a:pt x="851427" y="7170"/>
                  <a:pt x="853207" y="5764"/>
                </a:cubicBezTo>
                <a:cubicBezTo>
                  <a:pt x="854988" y="4171"/>
                  <a:pt x="856956" y="3374"/>
                  <a:pt x="859113" y="3374"/>
                </a:cubicBezTo>
                <a:cubicBezTo>
                  <a:pt x="861174" y="3374"/>
                  <a:pt x="862861" y="4171"/>
                  <a:pt x="864174" y="5764"/>
                </a:cubicBezTo>
                <a:cubicBezTo>
                  <a:pt x="865110" y="6795"/>
                  <a:pt x="865579" y="8107"/>
                  <a:pt x="865579" y="9701"/>
                </a:cubicBezTo>
                <a:moveTo>
                  <a:pt x="861503" y="33882"/>
                </a:moveTo>
                <a:lnTo>
                  <a:pt x="848709" y="99536"/>
                </a:lnTo>
                <a:lnTo>
                  <a:pt x="860660" y="99536"/>
                </a:lnTo>
                <a:lnTo>
                  <a:pt x="859252" y="106847"/>
                </a:lnTo>
                <a:lnTo>
                  <a:pt x="834791" y="106847"/>
                </a:lnTo>
                <a:lnTo>
                  <a:pt x="847443" y="41192"/>
                </a:lnTo>
                <a:lnTo>
                  <a:pt x="835353" y="41192"/>
                </a:lnTo>
                <a:lnTo>
                  <a:pt x="836899" y="33882"/>
                </a:lnTo>
                <a:lnTo>
                  <a:pt x="861503" y="33882"/>
                </a:lnTo>
                <a:close/>
                <a:moveTo>
                  <a:pt x="946441" y="57640"/>
                </a:moveTo>
                <a:cubicBezTo>
                  <a:pt x="946441" y="53422"/>
                  <a:pt x="945785" y="49768"/>
                  <a:pt x="944473" y="46676"/>
                </a:cubicBezTo>
                <a:cubicBezTo>
                  <a:pt x="942129" y="41333"/>
                  <a:pt x="937490" y="38661"/>
                  <a:pt x="930555" y="38661"/>
                </a:cubicBezTo>
                <a:cubicBezTo>
                  <a:pt x="923806" y="38661"/>
                  <a:pt x="918182" y="41333"/>
                  <a:pt x="913683" y="46676"/>
                </a:cubicBezTo>
                <a:cubicBezTo>
                  <a:pt x="909185" y="52017"/>
                  <a:pt x="905952" y="59890"/>
                  <a:pt x="903982" y="70295"/>
                </a:cubicBezTo>
                <a:cubicBezTo>
                  <a:pt x="903046" y="74887"/>
                  <a:pt x="902577" y="79104"/>
                  <a:pt x="902577" y="82947"/>
                </a:cubicBezTo>
                <a:cubicBezTo>
                  <a:pt x="902577" y="87259"/>
                  <a:pt x="903234" y="90961"/>
                  <a:pt x="904547" y="94053"/>
                </a:cubicBezTo>
                <a:cubicBezTo>
                  <a:pt x="906889" y="99396"/>
                  <a:pt x="911481" y="102067"/>
                  <a:pt x="918323" y="102067"/>
                </a:cubicBezTo>
                <a:cubicBezTo>
                  <a:pt x="925072" y="102067"/>
                  <a:pt x="930695" y="99396"/>
                  <a:pt x="935193" y="94053"/>
                </a:cubicBezTo>
                <a:cubicBezTo>
                  <a:pt x="939600" y="88804"/>
                  <a:pt x="942880" y="80885"/>
                  <a:pt x="945036" y="70295"/>
                </a:cubicBezTo>
                <a:cubicBezTo>
                  <a:pt x="945972" y="65701"/>
                  <a:pt x="946441" y="61483"/>
                  <a:pt x="946441" y="57640"/>
                </a:cubicBezTo>
                <a:moveTo>
                  <a:pt x="960781" y="60171"/>
                </a:moveTo>
                <a:cubicBezTo>
                  <a:pt x="960781" y="63639"/>
                  <a:pt x="960453" y="67014"/>
                  <a:pt x="959797" y="70295"/>
                </a:cubicBezTo>
                <a:cubicBezTo>
                  <a:pt x="957547" y="81823"/>
                  <a:pt x="952533" y="91148"/>
                  <a:pt x="944755" y="98270"/>
                </a:cubicBezTo>
                <a:cubicBezTo>
                  <a:pt x="936975" y="105301"/>
                  <a:pt x="927742" y="108816"/>
                  <a:pt x="917058" y="108816"/>
                </a:cubicBezTo>
                <a:cubicBezTo>
                  <a:pt x="906560" y="108816"/>
                  <a:pt x="898687" y="105301"/>
                  <a:pt x="893439" y="98270"/>
                </a:cubicBezTo>
                <a:cubicBezTo>
                  <a:pt x="889878" y="93303"/>
                  <a:pt x="888097" y="87352"/>
                  <a:pt x="888097" y="80416"/>
                </a:cubicBezTo>
                <a:cubicBezTo>
                  <a:pt x="888097" y="77417"/>
                  <a:pt x="888472" y="74043"/>
                  <a:pt x="889221" y="70295"/>
                </a:cubicBezTo>
                <a:cubicBezTo>
                  <a:pt x="891471" y="58672"/>
                  <a:pt x="896486" y="49393"/>
                  <a:pt x="904266" y="42458"/>
                </a:cubicBezTo>
                <a:cubicBezTo>
                  <a:pt x="912044" y="35428"/>
                  <a:pt x="921276" y="31912"/>
                  <a:pt x="931960" y="31912"/>
                </a:cubicBezTo>
                <a:cubicBezTo>
                  <a:pt x="942645" y="31912"/>
                  <a:pt x="950518" y="35428"/>
                  <a:pt x="955579" y="42458"/>
                </a:cubicBezTo>
                <a:cubicBezTo>
                  <a:pt x="959047" y="47331"/>
                  <a:pt x="960781" y="53235"/>
                  <a:pt x="960781" y="60171"/>
                </a:cubicBezTo>
                <a:close/>
                <a:moveTo>
                  <a:pt x="1053852" y="99536"/>
                </a:moveTo>
                <a:lnTo>
                  <a:pt x="1052447" y="106847"/>
                </a:lnTo>
                <a:lnTo>
                  <a:pt x="1028547" y="106847"/>
                </a:lnTo>
                <a:lnTo>
                  <a:pt x="1036840" y="64389"/>
                </a:lnTo>
                <a:cubicBezTo>
                  <a:pt x="1037871" y="59702"/>
                  <a:pt x="1038293" y="55766"/>
                  <a:pt x="1038106" y="52579"/>
                </a:cubicBezTo>
                <a:cubicBezTo>
                  <a:pt x="1038106" y="49673"/>
                  <a:pt x="1037778" y="47517"/>
                  <a:pt x="1037121" y="46111"/>
                </a:cubicBezTo>
                <a:cubicBezTo>
                  <a:pt x="1035622" y="42925"/>
                  <a:pt x="1032061" y="41238"/>
                  <a:pt x="1026438" y="41051"/>
                </a:cubicBezTo>
                <a:cubicBezTo>
                  <a:pt x="1020626" y="41051"/>
                  <a:pt x="1015752" y="43207"/>
                  <a:pt x="1011816" y="47519"/>
                </a:cubicBezTo>
                <a:cubicBezTo>
                  <a:pt x="1007786" y="51924"/>
                  <a:pt x="1005021" y="58156"/>
                  <a:pt x="1003521" y="66216"/>
                </a:cubicBezTo>
                <a:lnTo>
                  <a:pt x="995648" y="106847"/>
                </a:lnTo>
                <a:lnTo>
                  <a:pt x="982995" y="106847"/>
                </a:lnTo>
                <a:lnTo>
                  <a:pt x="995789" y="41192"/>
                </a:lnTo>
                <a:lnTo>
                  <a:pt x="983699" y="41192"/>
                </a:lnTo>
                <a:lnTo>
                  <a:pt x="985104" y="33882"/>
                </a:lnTo>
                <a:lnTo>
                  <a:pt x="1009847" y="33882"/>
                </a:lnTo>
                <a:lnTo>
                  <a:pt x="1007318" y="46815"/>
                </a:lnTo>
                <a:cubicBezTo>
                  <a:pt x="1010597" y="41754"/>
                  <a:pt x="1014345" y="38052"/>
                  <a:pt x="1018563" y="35709"/>
                </a:cubicBezTo>
                <a:cubicBezTo>
                  <a:pt x="1022782" y="33178"/>
                  <a:pt x="1027375" y="31912"/>
                  <a:pt x="1032342" y="31912"/>
                </a:cubicBezTo>
                <a:cubicBezTo>
                  <a:pt x="1040402" y="31912"/>
                  <a:pt x="1045885" y="34209"/>
                  <a:pt x="1048791" y="38803"/>
                </a:cubicBezTo>
                <a:cubicBezTo>
                  <a:pt x="1050572" y="41520"/>
                  <a:pt x="1051462" y="45268"/>
                  <a:pt x="1051462" y="50048"/>
                </a:cubicBezTo>
                <a:cubicBezTo>
                  <a:pt x="1051462" y="53236"/>
                  <a:pt x="1051040" y="56704"/>
                  <a:pt x="1050196" y="60452"/>
                </a:cubicBezTo>
                <a:lnTo>
                  <a:pt x="1042604" y="99536"/>
                </a:lnTo>
                <a:lnTo>
                  <a:pt x="1053852" y="9953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" name="Text �">
            <a:extLst xmlns:a="http://schemas.openxmlformats.org/drawingml/2006/main">
              <a:ext uri="{FF2B5EF4-FFF2-40B4-BE49-F238E27FC236}">
                <a16:creationId xmlns:a16="http://schemas.microsoft.com/office/drawing/2014/main" id="{F775C484-68B0-4A53-B675-D2500E87C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3147" y="4004110"/>
            <a:ext cx="21808" cy="73293"/>
          </a:xfrm>
          <a:custGeom xmlns:a="http://schemas.openxmlformats.org/drawingml/2006/main">
            <a:pathLst>
              <a:path w="21808" h="73293">
                <a:moveTo>
                  <a:pt x="21808" y="4481"/>
                </a:moveTo>
                <a:cubicBezTo>
                  <a:pt x="21808" y="4945"/>
                  <a:pt x="21775" y="5310"/>
                  <a:pt x="21710" y="5577"/>
                </a:cubicBezTo>
                <a:cubicBezTo>
                  <a:pt x="21377" y="7169"/>
                  <a:pt x="20613" y="8463"/>
                  <a:pt x="19418" y="9459"/>
                </a:cubicBezTo>
                <a:cubicBezTo>
                  <a:pt x="18091" y="10522"/>
                  <a:pt x="16664" y="11053"/>
                  <a:pt x="15136" y="11053"/>
                </a:cubicBezTo>
                <a:cubicBezTo>
                  <a:pt x="13609" y="11053"/>
                  <a:pt x="12415" y="10522"/>
                  <a:pt x="11551" y="9459"/>
                </a:cubicBezTo>
                <a:cubicBezTo>
                  <a:pt x="10888" y="8730"/>
                  <a:pt x="10556" y="7800"/>
                  <a:pt x="10556" y="6671"/>
                </a:cubicBezTo>
                <a:cubicBezTo>
                  <a:pt x="10556" y="6207"/>
                  <a:pt x="10589" y="5842"/>
                  <a:pt x="10655" y="5577"/>
                </a:cubicBezTo>
                <a:cubicBezTo>
                  <a:pt x="10987" y="3983"/>
                  <a:pt x="11784" y="2689"/>
                  <a:pt x="13045" y="1693"/>
                </a:cubicBezTo>
                <a:cubicBezTo>
                  <a:pt x="14306" y="564"/>
                  <a:pt x="15701" y="0"/>
                  <a:pt x="17228" y="0"/>
                </a:cubicBezTo>
                <a:cubicBezTo>
                  <a:pt x="18688" y="0"/>
                  <a:pt x="19883" y="564"/>
                  <a:pt x="20813" y="1693"/>
                </a:cubicBezTo>
                <a:cubicBezTo>
                  <a:pt x="21477" y="2423"/>
                  <a:pt x="21808" y="3353"/>
                  <a:pt x="21808" y="4481"/>
                </a:cubicBezTo>
                <a:moveTo>
                  <a:pt x="18921" y="21609"/>
                </a:moveTo>
                <a:lnTo>
                  <a:pt x="9859" y="68114"/>
                </a:lnTo>
                <a:lnTo>
                  <a:pt x="18324" y="68114"/>
                </a:lnTo>
                <a:lnTo>
                  <a:pt x="17327" y="73293"/>
                </a:lnTo>
                <a:lnTo>
                  <a:pt x="0" y="73293"/>
                </a:lnTo>
                <a:lnTo>
                  <a:pt x="8962" y="26788"/>
                </a:lnTo>
                <a:lnTo>
                  <a:pt x="398" y="26788"/>
                </a:lnTo>
                <a:lnTo>
                  <a:pt x="1494" y="21609"/>
                </a:lnTo>
                <a:lnTo>
                  <a:pt x="18921" y="2160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" name="Text &gt;">
            <a:extLst xmlns:a="http://schemas.openxmlformats.org/drawingml/2006/main">
              <a:ext uri="{FF2B5EF4-FFF2-40B4-BE49-F238E27FC236}">
                <a16:creationId xmlns:a16="http://schemas.microsoft.com/office/drawing/2014/main" id="{00AD291A-F943-470A-80A7-C7E8F2895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5632" y="3965535"/>
            <a:ext cx="66656" cy="68235"/>
          </a:xfrm>
          <a:custGeom xmlns:a="http://schemas.openxmlformats.org/drawingml/2006/main">
            <a:pathLst>
              <a:path w="66656" h="68235">
                <a:moveTo>
                  <a:pt x="66656" y="39678"/>
                </a:moveTo>
                <a:lnTo>
                  <a:pt x="0" y="68235"/>
                </a:lnTo>
                <a:lnTo>
                  <a:pt x="0" y="55879"/>
                </a:lnTo>
                <a:lnTo>
                  <a:pt x="52790" y="33980"/>
                </a:lnTo>
                <a:lnTo>
                  <a:pt x="0" y="12356"/>
                </a:lnTo>
                <a:lnTo>
                  <a:pt x="0" y="0"/>
                </a:lnTo>
                <a:lnTo>
                  <a:pt x="66656" y="28145"/>
                </a:lnTo>
                <a:lnTo>
                  <a:pt x="66656" y="3967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" name="Text Response">
            <a:extLst xmlns:a="http://schemas.openxmlformats.org/drawingml/2006/main">
              <a:ext uri="{FF2B5EF4-FFF2-40B4-BE49-F238E27FC236}">
                <a16:creationId xmlns:a16="http://schemas.microsoft.com/office/drawing/2014/main" id="{664B7082-25FC-452C-8C6D-5F8489300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612" y="4117941"/>
            <a:ext cx="654704" cy="128644"/>
          </a:xfrm>
          <a:custGeom xmlns:a="http://schemas.openxmlformats.org/drawingml/2006/main">
            <a:pathLst>
              <a:path w="654704" h="128644">
                <a:moveTo>
                  <a:pt x="0" y="100636"/>
                </a:moveTo>
                <a:lnTo>
                  <a:pt x="0" y="0"/>
                </a:lnTo>
                <a:lnTo>
                  <a:pt x="44621" y="0"/>
                </a:lnTo>
                <a:cubicBezTo>
                  <a:pt x="53590" y="0"/>
                  <a:pt x="60409" y="903"/>
                  <a:pt x="65077" y="2709"/>
                </a:cubicBezTo>
                <a:cubicBezTo>
                  <a:pt x="69745" y="4514"/>
                  <a:pt x="73475" y="7702"/>
                  <a:pt x="76267" y="12273"/>
                </a:cubicBezTo>
                <a:cubicBezTo>
                  <a:pt x="79058" y="16844"/>
                  <a:pt x="80454" y="21894"/>
                  <a:pt x="80454" y="27424"/>
                </a:cubicBezTo>
                <a:cubicBezTo>
                  <a:pt x="80454" y="34555"/>
                  <a:pt x="78143" y="40566"/>
                  <a:pt x="73521" y="45457"/>
                </a:cubicBezTo>
                <a:cubicBezTo>
                  <a:pt x="68899" y="50347"/>
                  <a:pt x="61759" y="53455"/>
                  <a:pt x="52103" y="54780"/>
                </a:cubicBezTo>
                <a:cubicBezTo>
                  <a:pt x="55627" y="56476"/>
                  <a:pt x="58304" y="58150"/>
                  <a:pt x="60135" y="59800"/>
                </a:cubicBezTo>
                <a:cubicBezTo>
                  <a:pt x="64025" y="63377"/>
                  <a:pt x="67709" y="67845"/>
                  <a:pt x="71187" y="73206"/>
                </a:cubicBezTo>
                <a:lnTo>
                  <a:pt x="88692" y="100636"/>
                </a:lnTo>
                <a:lnTo>
                  <a:pt x="71942" y="100636"/>
                </a:lnTo>
                <a:lnTo>
                  <a:pt x="58625" y="79667"/>
                </a:lnTo>
                <a:cubicBezTo>
                  <a:pt x="54735" y="73617"/>
                  <a:pt x="51531" y="68989"/>
                  <a:pt x="49014" y="65781"/>
                </a:cubicBezTo>
                <a:cubicBezTo>
                  <a:pt x="46497" y="62572"/>
                  <a:pt x="44243" y="60326"/>
                  <a:pt x="42252" y="59043"/>
                </a:cubicBezTo>
                <a:cubicBezTo>
                  <a:pt x="40261" y="57759"/>
                  <a:pt x="38236" y="56864"/>
                  <a:pt x="36177" y="56359"/>
                </a:cubicBezTo>
                <a:cubicBezTo>
                  <a:pt x="34667" y="56039"/>
                  <a:pt x="32195" y="55879"/>
                  <a:pt x="28763" y="55879"/>
                </a:cubicBezTo>
                <a:lnTo>
                  <a:pt x="13318" y="55879"/>
                </a:lnTo>
                <a:lnTo>
                  <a:pt x="13318" y="100636"/>
                </a:lnTo>
                <a:lnTo>
                  <a:pt x="0" y="100636"/>
                </a:lnTo>
                <a:moveTo>
                  <a:pt x="13318" y="44346"/>
                </a:moveTo>
                <a:lnTo>
                  <a:pt x="41943" y="44346"/>
                </a:lnTo>
                <a:cubicBezTo>
                  <a:pt x="48030" y="44346"/>
                  <a:pt x="52790" y="43718"/>
                  <a:pt x="56222" y="42462"/>
                </a:cubicBezTo>
                <a:cubicBezTo>
                  <a:pt x="59654" y="41207"/>
                  <a:pt x="62263" y="39197"/>
                  <a:pt x="64048" y="36434"/>
                </a:cubicBezTo>
                <a:cubicBezTo>
                  <a:pt x="65832" y="33671"/>
                  <a:pt x="66725" y="30668"/>
                  <a:pt x="66725" y="27424"/>
                </a:cubicBezTo>
                <a:cubicBezTo>
                  <a:pt x="66725" y="22675"/>
                  <a:pt x="64997" y="18771"/>
                  <a:pt x="61542" y="15712"/>
                </a:cubicBezTo>
                <a:cubicBezTo>
                  <a:pt x="58087" y="12651"/>
                  <a:pt x="52629" y="11121"/>
                  <a:pt x="45170" y="11121"/>
                </a:cubicBezTo>
                <a:lnTo>
                  <a:pt x="13318" y="11121"/>
                </a:lnTo>
                <a:lnTo>
                  <a:pt x="13318" y="44346"/>
                </a:lnTo>
                <a:close/>
                <a:moveTo>
                  <a:pt x="149463" y="77022"/>
                </a:moveTo>
                <a:lnTo>
                  <a:pt x="162231" y="78669"/>
                </a:lnTo>
                <a:cubicBezTo>
                  <a:pt x="160217" y="86151"/>
                  <a:pt x="156487" y="91957"/>
                  <a:pt x="151042" y="96089"/>
                </a:cubicBezTo>
                <a:cubicBezTo>
                  <a:pt x="145596" y="100219"/>
                  <a:pt x="138639" y="102284"/>
                  <a:pt x="130173" y="102284"/>
                </a:cubicBezTo>
                <a:cubicBezTo>
                  <a:pt x="119510" y="102284"/>
                  <a:pt x="111055" y="99000"/>
                  <a:pt x="104808" y="92433"/>
                </a:cubicBezTo>
                <a:cubicBezTo>
                  <a:pt x="98561" y="85866"/>
                  <a:pt x="95437" y="76656"/>
                  <a:pt x="95437" y="64803"/>
                </a:cubicBezTo>
                <a:cubicBezTo>
                  <a:pt x="95437" y="52538"/>
                  <a:pt x="98595" y="43019"/>
                  <a:pt x="104911" y="36246"/>
                </a:cubicBezTo>
                <a:cubicBezTo>
                  <a:pt x="111226" y="29472"/>
                  <a:pt x="119418" y="26086"/>
                  <a:pt x="129486" y="26086"/>
                </a:cubicBezTo>
                <a:cubicBezTo>
                  <a:pt x="139234" y="26086"/>
                  <a:pt x="147197" y="29399"/>
                  <a:pt x="153376" y="36025"/>
                </a:cubicBezTo>
                <a:cubicBezTo>
                  <a:pt x="159554" y="42649"/>
                  <a:pt x="162643" y="51969"/>
                  <a:pt x="162643" y="63985"/>
                </a:cubicBezTo>
                <a:cubicBezTo>
                  <a:pt x="162643" y="64716"/>
                  <a:pt x="162620" y="65812"/>
                  <a:pt x="162574" y="67274"/>
                </a:cubicBezTo>
                <a:lnTo>
                  <a:pt x="108206" y="67274"/>
                </a:lnTo>
                <a:cubicBezTo>
                  <a:pt x="108663" y="75306"/>
                  <a:pt x="110929" y="81455"/>
                  <a:pt x="115002" y="85723"/>
                </a:cubicBezTo>
                <a:cubicBezTo>
                  <a:pt x="119075" y="89990"/>
                  <a:pt x="124155" y="92124"/>
                  <a:pt x="130241" y="92124"/>
                </a:cubicBezTo>
                <a:cubicBezTo>
                  <a:pt x="134772" y="92124"/>
                  <a:pt x="138639" y="90924"/>
                  <a:pt x="141843" y="88522"/>
                </a:cubicBezTo>
                <a:cubicBezTo>
                  <a:pt x="145046" y="86120"/>
                  <a:pt x="147586" y="82286"/>
                  <a:pt x="149463" y="77022"/>
                </a:cubicBezTo>
                <a:moveTo>
                  <a:pt x="108892" y="57114"/>
                </a:moveTo>
                <a:lnTo>
                  <a:pt x="149600" y="57114"/>
                </a:lnTo>
                <a:cubicBezTo>
                  <a:pt x="149051" y="51002"/>
                  <a:pt x="147495" y="46418"/>
                  <a:pt x="144932" y="43361"/>
                </a:cubicBezTo>
                <a:cubicBezTo>
                  <a:pt x="140996" y="38617"/>
                  <a:pt x="135893" y="36246"/>
                  <a:pt x="129624" y="36246"/>
                </a:cubicBezTo>
                <a:cubicBezTo>
                  <a:pt x="123949" y="36246"/>
                  <a:pt x="119178" y="38139"/>
                  <a:pt x="115311" y="41926"/>
                </a:cubicBezTo>
                <a:cubicBezTo>
                  <a:pt x="111444" y="45712"/>
                  <a:pt x="109304" y="50774"/>
                  <a:pt x="108892" y="57114"/>
                </a:cubicBezTo>
                <a:close/>
                <a:moveTo>
                  <a:pt x="172523" y="78807"/>
                </a:moveTo>
                <a:lnTo>
                  <a:pt x="184743" y="76885"/>
                </a:lnTo>
                <a:cubicBezTo>
                  <a:pt x="185429" y="81803"/>
                  <a:pt x="187340" y="85573"/>
                  <a:pt x="190475" y="88194"/>
                </a:cubicBezTo>
                <a:cubicBezTo>
                  <a:pt x="193609" y="90814"/>
                  <a:pt x="197991" y="92124"/>
                  <a:pt x="203621" y="92124"/>
                </a:cubicBezTo>
                <a:cubicBezTo>
                  <a:pt x="209295" y="92124"/>
                  <a:pt x="213506" y="90969"/>
                  <a:pt x="216252" y="88658"/>
                </a:cubicBezTo>
                <a:cubicBezTo>
                  <a:pt x="218997" y="86346"/>
                  <a:pt x="220370" y="83635"/>
                  <a:pt x="220370" y="80523"/>
                </a:cubicBezTo>
                <a:cubicBezTo>
                  <a:pt x="220370" y="77731"/>
                  <a:pt x="219158" y="75535"/>
                  <a:pt x="216732" y="73933"/>
                </a:cubicBezTo>
                <a:cubicBezTo>
                  <a:pt x="215039" y="72834"/>
                  <a:pt x="210828" y="71439"/>
                  <a:pt x="204101" y="69745"/>
                </a:cubicBezTo>
                <a:cubicBezTo>
                  <a:pt x="195040" y="67457"/>
                  <a:pt x="188758" y="65478"/>
                  <a:pt x="185257" y="63807"/>
                </a:cubicBezTo>
                <a:cubicBezTo>
                  <a:pt x="181756" y="62137"/>
                  <a:pt x="179102" y="59826"/>
                  <a:pt x="177294" y="56874"/>
                </a:cubicBezTo>
                <a:cubicBezTo>
                  <a:pt x="175487" y="53922"/>
                  <a:pt x="174583" y="50661"/>
                  <a:pt x="174583" y="47092"/>
                </a:cubicBezTo>
                <a:cubicBezTo>
                  <a:pt x="174583" y="43843"/>
                  <a:pt x="175327" y="40834"/>
                  <a:pt x="176814" y="38065"/>
                </a:cubicBezTo>
                <a:cubicBezTo>
                  <a:pt x="178301" y="35296"/>
                  <a:pt x="180326" y="32996"/>
                  <a:pt x="182889" y="31166"/>
                </a:cubicBezTo>
                <a:cubicBezTo>
                  <a:pt x="184811" y="29747"/>
                  <a:pt x="187431" y="28546"/>
                  <a:pt x="190749" y="27562"/>
                </a:cubicBezTo>
                <a:cubicBezTo>
                  <a:pt x="194067" y="26578"/>
                  <a:pt x="197625" y="26086"/>
                  <a:pt x="201424" y="26086"/>
                </a:cubicBezTo>
                <a:cubicBezTo>
                  <a:pt x="207144" y="26086"/>
                  <a:pt x="212167" y="26910"/>
                  <a:pt x="216492" y="28557"/>
                </a:cubicBezTo>
                <a:cubicBezTo>
                  <a:pt x="220817" y="30205"/>
                  <a:pt x="224009" y="32436"/>
                  <a:pt x="226068" y="35250"/>
                </a:cubicBezTo>
                <a:cubicBezTo>
                  <a:pt x="228127" y="38065"/>
                  <a:pt x="229546" y="41829"/>
                  <a:pt x="230324" y="46543"/>
                </a:cubicBezTo>
                <a:lnTo>
                  <a:pt x="218242" y="48190"/>
                </a:lnTo>
                <a:cubicBezTo>
                  <a:pt x="217693" y="44437"/>
                  <a:pt x="216103" y="41509"/>
                  <a:pt x="213471" y="39403"/>
                </a:cubicBezTo>
                <a:cubicBezTo>
                  <a:pt x="210840" y="37298"/>
                  <a:pt x="207122" y="36246"/>
                  <a:pt x="202316" y="36246"/>
                </a:cubicBezTo>
                <a:cubicBezTo>
                  <a:pt x="196641" y="36246"/>
                  <a:pt x="192591" y="37184"/>
                  <a:pt x="190166" y="39060"/>
                </a:cubicBezTo>
                <a:cubicBezTo>
                  <a:pt x="187740" y="40936"/>
                  <a:pt x="186527" y="43133"/>
                  <a:pt x="186527" y="45650"/>
                </a:cubicBezTo>
                <a:cubicBezTo>
                  <a:pt x="186527" y="47252"/>
                  <a:pt x="187031" y="48694"/>
                  <a:pt x="188038" y="49975"/>
                </a:cubicBezTo>
                <a:cubicBezTo>
                  <a:pt x="189044" y="51302"/>
                  <a:pt x="190623" y="52401"/>
                  <a:pt x="192774" y="53270"/>
                </a:cubicBezTo>
                <a:cubicBezTo>
                  <a:pt x="194010" y="53728"/>
                  <a:pt x="197648" y="54780"/>
                  <a:pt x="203689" y="56428"/>
                </a:cubicBezTo>
                <a:cubicBezTo>
                  <a:pt x="212430" y="58762"/>
                  <a:pt x="218528" y="60672"/>
                  <a:pt x="221984" y="62160"/>
                </a:cubicBezTo>
                <a:cubicBezTo>
                  <a:pt x="225439" y="63647"/>
                  <a:pt x="228150" y="65810"/>
                  <a:pt x="230118" y="68647"/>
                </a:cubicBezTo>
                <a:cubicBezTo>
                  <a:pt x="232086" y="71484"/>
                  <a:pt x="233070" y="75008"/>
                  <a:pt x="233070" y="79219"/>
                </a:cubicBezTo>
                <a:cubicBezTo>
                  <a:pt x="233070" y="83337"/>
                  <a:pt x="231869" y="87216"/>
                  <a:pt x="229466" y="90854"/>
                </a:cubicBezTo>
                <a:cubicBezTo>
                  <a:pt x="227063" y="94493"/>
                  <a:pt x="223597" y="97307"/>
                  <a:pt x="219066" y="99298"/>
                </a:cubicBezTo>
                <a:cubicBezTo>
                  <a:pt x="214535" y="101289"/>
                  <a:pt x="209410" y="102284"/>
                  <a:pt x="203689" y="102284"/>
                </a:cubicBezTo>
                <a:cubicBezTo>
                  <a:pt x="194216" y="102284"/>
                  <a:pt x="186997" y="100310"/>
                  <a:pt x="182031" y="96363"/>
                </a:cubicBezTo>
                <a:cubicBezTo>
                  <a:pt x="177066" y="92416"/>
                  <a:pt x="173896" y="86564"/>
                  <a:pt x="172523" y="78807"/>
                </a:cubicBezTo>
                <a:close/>
                <a:moveTo>
                  <a:pt x="255376" y="128644"/>
                </a:moveTo>
                <a:lnTo>
                  <a:pt x="255376" y="27733"/>
                </a:lnTo>
                <a:lnTo>
                  <a:pt x="266634" y="27733"/>
                </a:lnTo>
                <a:lnTo>
                  <a:pt x="266634" y="37273"/>
                </a:lnTo>
                <a:cubicBezTo>
                  <a:pt x="269288" y="33543"/>
                  <a:pt x="272286" y="30747"/>
                  <a:pt x="275627" y="28883"/>
                </a:cubicBezTo>
                <a:cubicBezTo>
                  <a:pt x="278967" y="27018"/>
                  <a:pt x="283018" y="26086"/>
                  <a:pt x="287777" y="26086"/>
                </a:cubicBezTo>
                <a:cubicBezTo>
                  <a:pt x="294001" y="26086"/>
                  <a:pt x="299493" y="27688"/>
                  <a:pt x="304252" y="30891"/>
                </a:cubicBezTo>
                <a:cubicBezTo>
                  <a:pt x="309012" y="34095"/>
                  <a:pt x="312604" y="38614"/>
                  <a:pt x="315030" y="44449"/>
                </a:cubicBezTo>
                <a:cubicBezTo>
                  <a:pt x="317455" y="50284"/>
                  <a:pt x="318668" y="56680"/>
                  <a:pt x="318668" y="63636"/>
                </a:cubicBezTo>
                <a:cubicBezTo>
                  <a:pt x="318668" y="71095"/>
                  <a:pt x="317330" y="77811"/>
                  <a:pt x="314652" y="83784"/>
                </a:cubicBezTo>
                <a:cubicBezTo>
                  <a:pt x="311975" y="89756"/>
                  <a:pt x="308085" y="94332"/>
                  <a:pt x="302982" y="97513"/>
                </a:cubicBezTo>
                <a:cubicBezTo>
                  <a:pt x="297880" y="100694"/>
                  <a:pt x="292514" y="102284"/>
                  <a:pt x="286885" y="102284"/>
                </a:cubicBezTo>
                <a:cubicBezTo>
                  <a:pt x="282766" y="102284"/>
                  <a:pt x="279070" y="101414"/>
                  <a:pt x="275798" y="99675"/>
                </a:cubicBezTo>
                <a:cubicBezTo>
                  <a:pt x="272526" y="97936"/>
                  <a:pt x="269837" y="95740"/>
                  <a:pt x="267732" y="93085"/>
                </a:cubicBezTo>
                <a:lnTo>
                  <a:pt x="267732" y="128644"/>
                </a:lnTo>
                <a:lnTo>
                  <a:pt x="255376" y="128644"/>
                </a:lnTo>
                <a:moveTo>
                  <a:pt x="266565" y="64631"/>
                </a:moveTo>
                <a:cubicBezTo>
                  <a:pt x="266565" y="74001"/>
                  <a:pt x="268464" y="80926"/>
                  <a:pt x="272263" y="85405"/>
                </a:cubicBezTo>
                <a:cubicBezTo>
                  <a:pt x="276061" y="89885"/>
                  <a:pt x="280661" y="92124"/>
                  <a:pt x="286061" y="92124"/>
                </a:cubicBezTo>
                <a:cubicBezTo>
                  <a:pt x="291553" y="92124"/>
                  <a:pt x="296255" y="89805"/>
                  <a:pt x="300168" y="85165"/>
                </a:cubicBezTo>
                <a:cubicBezTo>
                  <a:pt x="304081" y="80526"/>
                  <a:pt x="306037" y="73338"/>
                  <a:pt x="306037" y="63601"/>
                </a:cubicBezTo>
                <a:cubicBezTo>
                  <a:pt x="306037" y="54323"/>
                  <a:pt x="304127" y="47375"/>
                  <a:pt x="300305" y="42758"/>
                </a:cubicBezTo>
                <a:cubicBezTo>
                  <a:pt x="296484" y="38142"/>
                  <a:pt x="291919" y="35834"/>
                  <a:pt x="286610" y="35834"/>
                </a:cubicBezTo>
                <a:cubicBezTo>
                  <a:pt x="281347" y="35834"/>
                  <a:pt x="276691" y="38291"/>
                  <a:pt x="272640" y="43205"/>
                </a:cubicBezTo>
                <a:cubicBezTo>
                  <a:pt x="268590" y="48119"/>
                  <a:pt x="266565" y="55261"/>
                  <a:pt x="266565" y="64631"/>
                </a:cubicBezTo>
                <a:close/>
                <a:moveTo>
                  <a:pt x="336887" y="64185"/>
                </a:moveTo>
                <a:cubicBezTo>
                  <a:pt x="336887" y="50684"/>
                  <a:pt x="340640" y="40685"/>
                  <a:pt x="348145" y="34186"/>
                </a:cubicBezTo>
                <a:cubicBezTo>
                  <a:pt x="354415" y="28786"/>
                  <a:pt x="362058" y="26086"/>
                  <a:pt x="371073" y="26086"/>
                </a:cubicBezTo>
                <a:cubicBezTo>
                  <a:pt x="381096" y="26086"/>
                  <a:pt x="389288" y="29369"/>
                  <a:pt x="395649" y="35937"/>
                </a:cubicBezTo>
                <a:cubicBezTo>
                  <a:pt x="402010" y="42504"/>
                  <a:pt x="405191" y="51577"/>
                  <a:pt x="405191" y="63155"/>
                </a:cubicBezTo>
                <a:cubicBezTo>
                  <a:pt x="405191" y="72537"/>
                  <a:pt x="403784" y="79917"/>
                  <a:pt x="400969" y="85294"/>
                </a:cubicBezTo>
                <a:cubicBezTo>
                  <a:pt x="398155" y="90671"/>
                  <a:pt x="394059" y="94847"/>
                  <a:pt x="388681" y="97822"/>
                </a:cubicBezTo>
                <a:cubicBezTo>
                  <a:pt x="383304" y="100797"/>
                  <a:pt x="377435" y="102284"/>
                  <a:pt x="371073" y="102284"/>
                </a:cubicBezTo>
                <a:cubicBezTo>
                  <a:pt x="360868" y="102284"/>
                  <a:pt x="352619" y="99012"/>
                  <a:pt x="346326" y="92467"/>
                </a:cubicBezTo>
                <a:cubicBezTo>
                  <a:pt x="340033" y="85923"/>
                  <a:pt x="336887" y="76496"/>
                  <a:pt x="336887" y="64185"/>
                </a:cubicBezTo>
                <a:moveTo>
                  <a:pt x="349587" y="64219"/>
                </a:moveTo>
                <a:cubicBezTo>
                  <a:pt x="349587" y="73544"/>
                  <a:pt x="351623" y="80526"/>
                  <a:pt x="355696" y="85165"/>
                </a:cubicBezTo>
                <a:cubicBezTo>
                  <a:pt x="359769" y="89805"/>
                  <a:pt x="364895" y="92124"/>
                  <a:pt x="371073" y="92124"/>
                </a:cubicBezTo>
                <a:cubicBezTo>
                  <a:pt x="377206" y="92124"/>
                  <a:pt x="382309" y="89793"/>
                  <a:pt x="386382" y="85131"/>
                </a:cubicBezTo>
                <a:cubicBezTo>
                  <a:pt x="390455" y="80469"/>
                  <a:pt x="392491" y="73361"/>
                  <a:pt x="392491" y="63807"/>
                </a:cubicBezTo>
                <a:cubicBezTo>
                  <a:pt x="392491" y="54803"/>
                  <a:pt x="390443" y="47981"/>
                  <a:pt x="386347" y="43342"/>
                </a:cubicBezTo>
                <a:cubicBezTo>
                  <a:pt x="382251" y="38703"/>
                  <a:pt x="377160" y="36383"/>
                  <a:pt x="371073" y="36383"/>
                </a:cubicBezTo>
                <a:cubicBezTo>
                  <a:pt x="364895" y="36383"/>
                  <a:pt x="359769" y="38691"/>
                  <a:pt x="355696" y="43308"/>
                </a:cubicBezTo>
                <a:cubicBezTo>
                  <a:pt x="351623" y="47924"/>
                  <a:pt x="349587" y="54895"/>
                  <a:pt x="349587" y="64219"/>
                </a:cubicBezTo>
                <a:close/>
                <a:moveTo>
                  <a:pt x="427597" y="100636"/>
                </a:moveTo>
                <a:lnTo>
                  <a:pt x="427597" y="27733"/>
                </a:lnTo>
                <a:lnTo>
                  <a:pt x="438718" y="27733"/>
                </a:lnTo>
                <a:lnTo>
                  <a:pt x="438718" y="38099"/>
                </a:lnTo>
                <a:cubicBezTo>
                  <a:pt x="444073" y="30090"/>
                  <a:pt x="451807" y="26086"/>
                  <a:pt x="461921" y="26086"/>
                </a:cubicBezTo>
                <a:cubicBezTo>
                  <a:pt x="466314" y="26086"/>
                  <a:pt x="470353" y="26875"/>
                  <a:pt x="474037" y="28454"/>
                </a:cubicBezTo>
                <a:cubicBezTo>
                  <a:pt x="477721" y="30033"/>
                  <a:pt x="480478" y="32104"/>
                  <a:pt x="482309" y="34667"/>
                </a:cubicBezTo>
                <a:cubicBezTo>
                  <a:pt x="484139" y="37230"/>
                  <a:pt x="485421" y="40273"/>
                  <a:pt x="486153" y="43797"/>
                </a:cubicBezTo>
                <a:cubicBezTo>
                  <a:pt x="486611" y="46085"/>
                  <a:pt x="486840" y="50089"/>
                  <a:pt x="486840" y="55810"/>
                </a:cubicBezTo>
                <a:lnTo>
                  <a:pt x="486840" y="100636"/>
                </a:lnTo>
                <a:lnTo>
                  <a:pt x="474483" y="100636"/>
                </a:lnTo>
                <a:lnTo>
                  <a:pt x="474483" y="56291"/>
                </a:lnTo>
                <a:cubicBezTo>
                  <a:pt x="474483" y="51256"/>
                  <a:pt x="474003" y="47492"/>
                  <a:pt x="473042" y="44998"/>
                </a:cubicBezTo>
                <a:cubicBezTo>
                  <a:pt x="472081" y="42504"/>
                  <a:pt x="470376" y="40513"/>
                  <a:pt x="467927" y="39026"/>
                </a:cubicBezTo>
                <a:cubicBezTo>
                  <a:pt x="465479" y="37538"/>
                  <a:pt x="462607" y="36795"/>
                  <a:pt x="459312" y="36795"/>
                </a:cubicBezTo>
                <a:cubicBezTo>
                  <a:pt x="454049" y="36795"/>
                  <a:pt x="449507" y="38465"/>
                  <a:pt x="445686" y="41806"/>
                </a:cubicBezTo>
                <a:cubicBezTo>
                  <a:pt x="441864" y="45147"/>
                  <a:pt x="439954" y="51485"/>
                  <a:pt x="439954" y="60821"/>
                </a:cubicBezTo>
                <a:lnTo>
                  <a:pt x="439954" y="100636"/>
                </a:lnTo>
                <a:lnTo>
                  <a:pt x="427597" y="100636"/>
                </a:lnTo>
                <a:close/>
                <a:moveTo>
                  <a:pt x="508766" y="78807"/>
                </a:moveTo>
                <a:lnTo>
                  <a:pt x="520985" y="76885"/>
                </a:lnTo>
                <a:cubicBezTo>
                  <a:pt x="521671" y="81803"/>
                  <a:pt x="523582" y="85573"/>
                  <a:pt x="526717" y="88194"/>
                </a:cubicBezTo>
                <a:cubicBezTo>
                  <a:pt x="529852" y="90814"/>
                  <a:pt x="534234" y="92124"/>
                  <a:pt x="539863" y="92124"/>
                </a:cubicBezTo>
                <a:cubicBezTo>
                  <a:pt x="545538" y="92124"/>
                  <a:pt x="549748" y="90969"/>
                  <a:pt x="552494" y="88658"/>
                </a:cubicBezTo>
                <a:cubicBezTo>
                  <a:pt x="555240" y="86346"/>
                  <a:pt x="556613" y="83635"/>
                  <a:pt x="556613" y="80523"/>
                </a:cubicBezTo>
                <a:cubicBezTo>
                  <a:pt x="556613" y="77731"/>
                  <a:pt x="555400" y="75535"/>
                  <a:pt x="552974" y="73933"/>
                </a:cubicBezTo>
                <a:cubicBezTo>
                  <a:pt x="551281" y="72834"/>
                  <a:pt x="547071" y="71439"/>
                  <a:pt x="540343" y="69745"/>
                </a:cubicBezTo>
                <a:cubicBezTo>
                  <a:pt x="531282" y="67457"/>
                  <a:pt x="525001" y="65478"/>
                  <a:pt x="521500" y="63807"/>
                </a:cubicBezTo>
                <a:cubicBezTo>
                  <a:pt x="517999" y="62137"/>
                  <a:pt x="515344" y="59826"/>
                  <a:pt x="513537" y="56874"/>
                </a:cubicBezTo>
                <a:cubicBezTo>
                  <a:pt x="511729" y="53922"/>
                  <a:pt x="510825" y="50661"/>
                  <a:pt x="510825" y="47092"/>
                </a:cubicBezTo>
                <a:cubicBezTo>
                  <a:pt x="510825" y="43843"/>
                  <a:pt x="511569" y="40834"/>
                  <a:pt x="513056" y="38065"/>
                </a:cubicBezTo>
                <a:cubicBezTo>
                  <a:pt x="514543" y="35296"/>
                  <a:pt x="516568" y="32996"/>
                  <a:pt x="519131" y="31166"/>
                </a:cubicBezTo>
                <a:cubicBezTo>
                  <a:pt x="521053" y="29747"/>
                  <a:pt x="523673" y="28546"/>
                  <a:pt x="526991" y="27562"/>
                </a:cubicBezTo>
                <a:cubicBezTo>
                  <a:pt x="530309" y="26578"/>
                  <a:pt x="533868" y="26086"/>
                  <a:pt x="537666" y="26086"/>
                </a:cubicBezTo>
                <a:cubicBezTo>
                  <a:pt x="543387" y="26086"/>
                  <a:pt x="548409" y="26910"/>
                  <a:pt x="552734" y="28557"/>
                </a:cubicBezTo>
                <a:cubicBezTo>
                  <a:pt x="557059" y="30205"/>
                  <a:pt x="560251" y="32436"/>
                  <a:pt x="562310" y="35250"/>
                </a:cubicBezTo>
                <a:cubicBezTo>
                  <a:pt x="564370" y="38065"/>
                  <a:pt x="565788" y="41829"/>
                  <a:pt x="566566" y="46543"/>
                </a:cubicBezTo>
                <a:lnTo>
                  <a:pt x="554485" y="48190"/>
                </a:lnTo>
                <a:cubicBezTo>
                  <a:pt x="553935" y="44437"/>
                  <a:pt x="552345" y="41509"/>
                  <a:pt x="549714" y="39403"/>
                </a:cubicBezTo>
                <a:cubicBezTo>
                  <a:pt x="547082" y="37298"/>
                  <a:pt x="543364" y="36246"/>
                  <a:pt x="538558" y="36246"/>
                </a:cubicBezTo>
                <a:cubicBezTo>
                  <a:pt x="532884" y="36246"/>
                  <a:pt x="528833" y="37184"/>
                  <a:pt x="526408" y="39060"/>
                </a:cubicBezTo>
                <a:cubicBezTo>
                  <a:pt x="523982" y="40936"/>
                  <a:pt x="522770" y="43133"/>
                  <a:pt x="522770" y="45650"/>
                </a:cubicBezTo>
                <a:cubicBezTo>
                  <a:pt x="522770" y="47252"/>
                  <a:pt x="523273" y="48694"/>
                  <a:pt x="524280" y="49975"/>
                </a:cubicBezTo>
                <a:cubicBezTo>
                  <a:pt x="525287" y="51302"/>
                  <a:pt x="526866" y="52401"/>
                  <a:pt x="529016" y="53270"/>
                </a:cubicBezTo>
                <a:cubicBezTo>
                  <a:pt x="530252" y="53728"/>
                  <a:pt x="533890" y="54780"/>
                  <a:pt x="539931" y="56428"/>
                </a:cubicBezTo>
                <a:cubicBezTo>
                  <a:pt x="548672" y="58762"/>
                  <a:pt x="554771" y="60672"/>
                  <a:pt x="558226" y="62160"/>
                </a:cubicBezTo>
                <a:cubicBezTo>
                  <a:pt x="561681" y="63647"/>
                  <a:pt x="564393" y="65810"/>
                  <a:pt x="566360" y="68647"/>
                </a:cubicBezTo>
                <a:cubicBezTo>
                  <a:pt x="568328" y="71484"/>
                  <a:pt x="569312" y="75008"/>
                  <a:pt x="569312" y="79219"/>
                </a:cubicBezTo>
                <a:cubicBezTo>
                  <a:pt x="569312" y="83337"/>
                  <a:pt x="568111" y="87216"/>
                  <a:pt x="565708" y="90854"/>
                </a:cubicBezTo>
                <a:cubicBezTo>
                  <a:pt x="563306" y="94493"/>
                  <a:pt x="559839" y="97307"/>
                  <a:pt x="555308" y="99298"/>
                </a:cubicBezTo>
                <a:cubicBezTo>
                  <a:pt x="550778" y="101289"/>
                  <a:pt x="545652" y="102284"/>
                  <a:pt x="539931" y="102284"/>
                </a:cubicBezTo>
                <a:cubicBezTo>
                  <a:pt x="530458" y="102284"/>
                  <a:pt x="523239" y="100310"/>
                  <a:pt x="518273" y="96363"/>
                </a:cubicBezTo>
                <a:cubicBezTo>
                  <a:pt x="513308" y="92416"/>
                  <a:pt x="510139" y="86564"/>
                  <a:pt x="508766" y="78807"/>
                </a:cubicBezTo>
                <a:close/>
                <a:moveTo>
                  <a:pt x="641524" y="77022"/>
                </a:moveTo>
                <a:lnTo>
                  <a:pt x="654292" y="78669"/>
                </a:lnTo>
                <a:cubicBezTo>
                  <a:pt x="652279" y="86151"/>
                  <a:pt x="648549" y="91957"/>
                  <a:pt x="643103" y="96089"/>
                </a:cubicBezTo>
                <a:cubicBezTo>
                  <a:pt x="637657" y="100219"/>
                  <a:pt x="630701" y="102284"/>
                  <a:pt x="622234" y="102284"/>
                </a:cubicBezTo>
                <a:cubicBezTo>
                  <a:pt x="611571" y="102284"/>
                  <a:pt x="603116" y="99000"/>
                  <a:pt x="596869" y="92433"/>
                </a:cubicBezTo>
                <a:cubicBezTo>
                  <a:pt x="590622" y="85866"/>
                  <a:pt x="587499" y="76656"/>
                  <a:pt x="587499" y="64803"/>
                </a:cubicBezTo>
                <a:cubicBezTo>
                  <a:pt x="587499" y="52538"/>
                  <a:pt x="590657" y="43019"/>
                  <a:pt x="596972" y="36246"/>
                </a:cubicBezTo>
                <a:cubicBezTo>
                  <a:pt x="603288" y="29472"/>
                  <a:pt x="611480" y="26086"/>
                  <a:pt x="621548" y="26086"/>
                </a:cubicBezTo>
                <a:cubicBezTo>
                  <a:pt x="631296" y="26086"/>
                  <a:pt x="639259" y="29399"/>
                  <a:pt x="645437" y="36025"/>
                </a:cubicBezTo>
                <a:cubicBezTo>
                  <a:pt x="651615" y="42649"/>
                  <a:pt x="654704" y="51969"/>
                  <a:pt x="654704" y="63985"/>
                </a:cubicBezTo>
                <a:cubicBezTo>
                  <a:pt x="654704" y="64716"/>
                  <a:pt x="654681" y="65812"/>
                  <a:pt x="654636" y="67274"/>
                </a:cubicBezTo>
                <a:lnTo>
                  <a:pt x="600267" y="67274"/>
                </a:lnTo>
                <a:cubicBezTo>
                  <a:pt x="600725" y="75306"/>
                  <a:pt x="602990" y="81455"/>
                  <a:pt x="607063" y="85723"/>
                </a:cubicBezTo>
                <a:cubicBezTo>
                  <a:pt x="611136" y="89990"/>
                  <a:pt x="616216" y="92124"/>
                  <a:pt x="622303" y="92124"/>
                </a:cubicBezTo>
                <a:cubicBezTo>
                  <a:pt x="626834" y="92124"/>
                  <a:pt x="630701" y="90924"/>
                  <a:pt x="633904" y="88522"/>
                </a:cubicBezTo>
                <a:cubicBezTo>
                  <a:pt x="637108" y="86120"/>
                  <a:pt x="639648" y="82286"/>
                  <a:pt x="641524" y="77022"/>
                </a:cubicBezTo>
                <a:moveTo>
                  <a:pt x="600954" y="57114"/>
                </a:moveTo>
                <a:lnTo>
                  <a:pt x="641661" y="57114"/>
                </a:lnTo>
                <a:cubicBezTo>
                  <a:pt x="641112" y="51002"/>
                  <a:pt x="639556" y="46418"/>
                  <a:pt x="636993" y="43361"/>
                </a:cubicBezTo>
                <a:cubicBezTo>
                  <a:pt x="633058" y="38617"/>
                  <a:pt x="627955" y="36246"/>
                  <a:pt x="621685" y="36246"/>
                </a:cubicBezTo>
                <a:cubicBezTo>
                  <a:pt x="616010" y="36246"/>
                  <a:pt x="611239" y="38139"/>
                  <a:pt x="607372" y="41926"/>
                </a:cubicBezTo>
                <a:cubicBezTo>
                  <a:pt x="603505" y="45712"/>
                  <a:pt x="601366" y="50774"/>
                  <a:pt x="600954" y="57114"/>
                </a:cubicBezTo>
                <a:close/>
              </a:path>
            </a:pathLst>
          </a:custGeom>
          <a:solidFill xmlns:a="http://schemas.openxmlformats.org/drawingml/2006/main">
            <a:srgbClr val="3B5F2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" name="Text Response">
            <a:extLst xmlns:a="http://schemas.openxmlformats.org/drawingml/2006/main">
              <a:ext uri="{FF2B5EF4-FFF2-40B4-BE49-F238E27FC236}">
                <a16:creationId xmlns:a16="http://schemas.microsoft.com/office/drawing/2014/main" id="{686C283C-BE7F-4540-8F48-B5C3DEEF2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612" y="4117941"/>
            <a:ext cx="654704" cy="128644"/>
          </a:xfrm>
          <a:custGeom xmlns:a="http://schemas.openxmlformats.org/drawingml/2006/main">
            <a:pathLst>
              <a:path w="654704" h="128644" fill="none">
                <a:moveTo>
                  <a:pt x="0" y="100636"/>
                </a:moveTo>
                <a:lnTo>
                  <a:pt x="0" y="0"/>
                </a:lnTo>
                <a:lnTo>
                  <a:pt x="44621" y="0"/>
                </a:lnTo>
                <a:cubicBezTo>
                  <a:pt x="53590" y="0"/>
                  <a:pt x="60409" y="903"/>
                  <a:pt x="65077" y="2709"/>
                </a:cubicBezTo>
                <a:cubicBezTo>
                  <a:pt x="69745" y="4514"/>
                  <a:pt x="73475" y="7702"/>
                  <a:pt x="76267" y="12273"/>
                </a:cubicBezTo>
                <a:cubicBezTo>
                  <a:pt x="79058" y="16844"/>
                  <a:pt x="80454" y="21894"/>
                  <a:pt x="80454" y="27424"/>
                </a:cubicBezTo>
                <a:cubicBezTo>
                  <a:pt x="80454" y="34555"/>
                  <a:pt x="78143" y="40566"/>
                  <a:pt x="73521" y="45457"/>
                </a:cubicBezTo>
                <a:cubicBezTo>
                  <a:pt x="68899" y="50347"/>
                  <a:pt x="61759" y="53455"/>
                  <a:pt x="52103" y="54780"/>
                </a:cubicBezTo>
                <a:cubicBezTo>
                  <a:pt x="55627" y="56476"/>
                  <a:pt x="58304" y="58150"/>
                  <a:pt x="60135" y="59800"/>
                </a:cubicBezTo>
                <a:cubicBezTo>
                  <a:pt x="64025" y="63377"/>
                  <a:pt x="67709" y="67845"/>
                  <a:pt x="71187" y="73206"/>
                </a:cubicBezTo>
                <a:lnTo>
                  <a:pt x="88692" y="100636"/>
                </a:lnTo>
                <a:lnTo>
                  <a:pt x="71942" y="100636"/>
                </a:lnTo>
                <a:lnTo>
                  <a:pt x="58625" y="79667"/>
                </a:lnTo>
                <a:cubicBezTo>
                  <a:pt x="54735" y="73617"/>
                  <a:pt x="51531" y="68989"/>
                  <a:pt x="49014" y="65781"/>
                </a:cubicBezTo>
                <a:cubicBezTo>
                  <a:pt x="46497" y="62572"/>
                  <a:pt x="44243" y="60326"/>
                  <a:pt x="42252" y="59043"/>
                </a:cubicBezTo>
                <a:cubicBezTo>
                  <a:pt x="40261" y="57759"/>
                  <a:pt x="38236" y="56864"/>
                  <a:pt x="36177" y="56359"/>
                </a:cubicBezTo>
                <a:cubicBezTo>
                  <a:pt x="34667" y="56039"/>
                  <a:pt x="32195" y="55879"/>
                  <a:pt x="28763" y="55879"/>
                </a:cubicBezTo>
                <a:lnTo>
                  <a:pt x="13318" y="55879"/>
                </a:lnTo>
                <a:lnTo>
                  <a:pt x="13318" y="100636"/>
                </a:lnTo>
                <a:lnTo>
                  <a:pt x="0" y="100636"/>
                </a:lnTo>
                <a:moveTo>
                  <a:pt x="13318" y="44346"/>
                </a:moveTo>
                <a:lnTo>
                  <a:pt x="41943" y="44346"/>
                </a:lnTo>
                <a:cubicBezTo>
                  <a:pt x="48030" y="44346"/>
                  <a:pt x="52790" y="43718"/>
                  <a:pt x="56222" y="42462"/>
                </a:cubicBezTo>
                <a:cubicBezTo>
                  <a:pt x="59654" y="41207"/>
                  <a:pt x="62263" y="39197"/>
                  <a:pt x="64048" y="36434"/>
                </a:cubicBezTo>
                <a:cubicBezTo>
                  <a:pt x="65832" y="33671"/>
                  <a:pt x="66725" y="30668"/>
                  <a:pt x="66725" y="27424"/>
                </a:cubicBezTo>
                <a:cubicBezTo>
                  <a:pt x="66725" y="22675"/>
                  <a:pt x="64997" y="18771"/>
                  <a:pt x="61542" y="15712"/>
                </a:cubicBezTo>
                <a:cubicBezTo>
                  <a:pt x="58087" y="12651"/>
                  <a:pt x="52629" y="11121"/>
                  <a:pt x="45170" y="11121"/>
                </a:cubicBezTo>
                <a:lnTo>
                  <a:pt x="13318" y="11121"/>
                </a:lnTo>
                <a:lnTo>
                  <a:pt x="13318" y="44346"/>
                </a:lnTo>
                <a:close/>
                <a:moveTo>
                  <a:pt x="149463" y="77022"/>
                </a:moveTo>
                <a:lnTo>
                  <a:pt x="162231" y="78669"/>
                </a:lnTo>
                <a:cubicBezTo>
                  <a:pt x="160217" y="86151"/>
                  <a:pt x="156487" y="91957"/>
                  <a:pt x="151042" y="96089"/>
                </a:cubicBezTo>
                <a:cubicBezTo>
                  <a:pt x="145596" y="100219"/>
                  <a:pt x="138639" y="102284"/>
                  <a:pt x="130173" y="102284"/>
                </a:cubicBezTo>
                <a:cubicBezTo>
                  <a:pt x="119510" y="102284"/>
                  <a:pt x="111055" y="99000"/>
                  <a:pt x="104808" y="92433"/>
                </a:cubicBezTo>
                <a:cubicBezTo>
                  <a:pt x="98561" y="85866"/>
                  <a:pt x="95437" y="76656"/>
                  <a:pt x="95437" y="64803"/>
                </a:cubicBezTo>
                <a:cubicBezTo>
                  <a:pt x="95437" y="52538"/>
                  <a:pt x="98595" y="43019"/>
                  <a:pt x="104911" y="36246"/>
                </a:cubicBezTo>
                <a:cubicBezTo>
                  <a:pt x="111226" y="29472"/>
                  <a:pt x="119418" y="26086"/>
                  <a:pt x="129486" y="26086"/>
                </a:cubicBezTo>
                <a:cubicBezTo>
                  <a:pt x="139234" y="26086"/>
                  <a:pt x="147197" y="29399"/>
                  <a:pt x="153376" y="36025"/>
                </a:cubicBezTo>
                <a:cubicBezTo>
                  <a:pt x="159554" y="42649"/>
                  <a:pt x="162643" y="51969"/>
                  <a:pt x="162643" y="63985"/>
                </a:cubicBezTo>
                <a:cubicBezTo>
                  <a:pt x="162643" y="64716"/>
                  <a:pt x="162620" y="65812"/>
                  <a:pt x="162574" y="67274"/>
                </a:cubicBezTo>
                <a:lnTo>
                  <a:pt x="108206" y="67274"/>
                </a:lnTo>
                <a:cubicBezTo>
                  <a:pt x="108663" y="75306"/>
                  <a:pt x="110929" y="81455"/>
                  <a:pt x="115002" y="85723"/>
                </a:cubicBezTo>
                <a:cubicBezTo>
                  <a:pt x="119075" y="89990"/>
                  <a:pt x="124155" y="92124"/>
                  <a:pt x="130241" y="92124"/>
                </a:cubicBezTo>
                <a:cubicBezTo>
                  <a:pt x="134772" y="92124"/>
                  <a:pt x="138639" y="90924"/>
                  <a:pt x="141843" y="88522"/>
                </a:cubicBezTo>
                <a:cubicBezTo>
                  <a:pt x="145046" y="86120"/>
                  <a:pt x="147586" y="82286"/>
                  <a:pt x="149463" y="77022"/>
                </a:cubicBezTo>
                <a:moveTo>
                  <a:pt x="108892" y="57114"/>
                </a:moveTo>
                <a:lnTo>
                  <a:pt x="149600" y="57114"/>
                </a:lnTo>
                <a:cubicBezTo>
                  <a:pt x="149051" y="51002"/>
                  <a:pt x="147495" y="46418"/>
                  <a:pt x="144932" y="43361"/>
                </a:cubicBezTo>
                <a:cubicBezTo>
                  <a:pt x="140996" y="38617"/>
                  <a:pt x="135893" y="36246"/>
                  <a:pt x="129624" y="36246"/>
                </a:cubicBezTo>
                <a:cubicBezTo>
                  <a:pt x="123949" y="36246"/>
                  <a:pt x="119178" y="38139"/>
                  <a:pt x="115311" y="41926"/>
                </a:cubicBezTo>
                <a:cubicBezTo>
                  <a:pt x="111444" y="45712"/>
                  <a:pt x="109304" y="50774"/>
                  <a:pt x="108892" y="57114"/>
                </a:cubicBezTo>
                <a:close/>
                <a:moveTo>
                  <a:pt x="172523" y="78807"/>
                </a:moveTo>
                <a:lnTo>
                  <a:pt x="184743" y="76885"/>
                </a:lnTo>
                <a:cubicBezTo>
                  <a:pt x="185429" y="81803"/>
                  <a:pt x="187340" y="85573"/>
                  <a:pt x="190475" y="88194"/>
                </a:cubicBezTo>
                <a:cubicBezTo>
                  <a:pt x="193609" y="90814"/>
                  <a:pt x="197991" y="92124"/>
                  <a:pt x="203621" y="92124"/>
                </a:cubicBezTo>
                <a:cubicBezTo>
                  <a:pt x="209295" y="92124"/>
                  <a:pt x="213506" y="90969"/>
                  <a:pt x="216252" y="88658"/>
                </a:cubicBezTo>
                <a:cubicBezTo>
                  <a:pt x="218997" y="86346"/>
                  <a:pt x="220370" y="83635"/>
                  <a:pt x="220370" y="80523"/>
                </a:cubicBezTo>
                <a:cubicBezTo>
                  <a:pt x="220370" y="77731"/>
                  <a:pt x="219158" y="75535"/>
                  <a:pt x="216732" y="73933"/>
                </a:cubicBezTo>
                <a:cubicBezTo>
                  <a:pt x="215039" y="72834"/>
                  <a:pt x="210828" y="71439"/>
                  <a:pt x="204101" y="69745"/>
                </a:cubicBezTo>
                <a:cubicBezTo>
                  <a:pt x="195040" y="67457"/>
                  <a:pt x="188758" y="65478"/>
                  <a:pt x="185257" y="63807"/>
                </a:cubicBezTo>
                <a:cubicBezTo>
                  <a:pt x="181756" y="62137"/>
                  <a:pt x="179102" y="59826"/>
                  <a:pt x="177294" y="56874"/>
                </a:cubicBezTo>
                <a:cubicBezTo>
                  <a:pt x="175487" y="53922"/>
                  <a:pt x="174583" y="50661"/>
                  <a:pt x="174583" y="47092"/>
                </a:cubicBezTo>
                <a:cubicBezTo>
                  <a:pt x="174583" y="43843"/>
                  <a:pt x="175327" y="40834"/>
                  <a:pt x="176814" y="38065"/>
                </a:cubicBezTo>
                <a:cubicBezTo>
                  <a:pt x="178301" y="35296"/>
                  <a:pt x="180326" y="32996"/>
                  <a:pt x="182889" y="31166"/>
                </a:cubicBezTo>
                <a:cubicBezTo>
                  <a:pt x="184811" y="29747"/>
                  <a:pt x="187431" y="28546"/>
                  <a:pt x="190749" y="27562"/>
                </a:cubicBezTo>
                <a:cubicBezTo>
                  <a:pt x="194067" y="26578"/>
                  <a:pt x="197625" y="26086"/>
                  <a:pt x="201424" y="26086"/>
                </a:cubicBezTo>
                <a:cubicBezTo>
                  <a:pt x="207144" y="26086"/>
                  <a:pt x="212167" y="26910"/>
                  <a:pt x="216492" y="28557"/>
                </a:cubicBezTo>
                <a:cubicBezTo>
                  <a:pt x="220817" y="30205"/>
                  <a:pt x="224009" y="32436"/>
                  <a:pt x="226068" y="35250"/>
                </a:cubicBezTo>
                <a:cubicBezTo>
                  <a:pt x="228127" y="38065"/>
                  <a:pt x="229546" y="41829"/>
                  <a:pt x="230324" y="46543"/>
                </a:cubicBezTo>
                <a:lnTo>
                  <a:pt x="218242" y="48190"/>
                </a:lnTo>
                <a:cubicBezTo>
                  <a:pt x="217693" y="44437"/>
                  <a:pt x="216103" y="41509"/>
                  <a:pt x="213471" y="39403"/>
                </a:cubicBezTo>
                <a:cubicBezTo>
                  <a:pt x="210840" y="37298"/>
                  <a:pt x="207122" y="36246"/>
                  <a:pt x="202316" y="36246"/>
                </a:cubicBezTo>
                <a:cubicBezTo>
                  <a:pt x="196641" y="36246"/>
                  <a:pt x="192591" y="37184"/>
                  <a:pt x="190166" y="39060"/>
                </a:cubicBezTo>
                <a:cubicBezTo>
                  <a:pt x="187740" y="40936"/>
                  <a:pt x="186527" y="43133"/>
                  <a:pt x="186527" y="45650"/>
                </a:cubicBezTo>
                <a:cubicBezTo>
                  <a:pt x="186527" y="47252"/>
                  <a:pt x="187031" y="48694"/>
                  <a:pt x="188038" y="49975"/>
                </a:cubicBezTo>
                <a:cubicBezTo>
                  <a:pt x="189044" y="51302"/>
                  <a:pt x="190623" y="52401"/>
                  <a:pt x="192774" y="53270"/>
                </a:cubicBezTo>
                <a:cubicBezTo>
                  <a:pt x="194010" y="53728"/>
                  <a:pt x="197648" y="54780"/>
                  <a:pt x="203689" y="56428"/>
                </a:cubicBezTo>
                <a:cubicBezTo>
                  <a:pt x="212430" y="58762"/>
                  <a:pt x="218528" y="60672"/>
                  <a:pt x="221984" y="62160"/>
                </a:cubicBezTo>
                <a:cubicBezTo>
                  <a:pt x="225439" y="63647"/>
                  <a:pt x="228150" y="65810"/>
                  <a:pt x="230118" y="68647"/>
                </a:cubicBezTo>
                <a:cubicBezTo>
                  <a:pt x="232086" y="71484"/>
                  <a:pt x="233070" y="75008"/>
                  <a:pt x="233070" y="79219"/>
                </a:cubicBezTo>
                <a:cubicBezTo>
                  <a:pt x="233070" y="83337"/>
                  <a:pt x="231869" y="87216"/>
                  <a:pt x="229466" y="90854"/>
                </a:cubicBezTo>
                <a:cubicBezTo>
                  <a:pt x="227063" y="94493"/>
                  <a:pt x="223597" y="97307"/>
                  <a:pt x="219066" y="99298"/>
                </a:cubicBezTo>
                <a:cubicBezTo>
                  <a:pt x="214535" y="101289"/>
                  <a:pt x="209410" y="102284"/>
                  <a:pt x="203689" y="102284"/>
                </a:cubicBezTo>
                <a:cubicBezTo>
                  <a:pt x="194216" y="102284"/>
                  <a:pt x="186997" y="100310"/>
                  <a:pt x="182031" y="96363"/>
                </a:cubicBezTo>
                <a:cubicBezTo>
                  <a:pt x="177066" y="92416"/>
                  <a:pt x="173896" y="86564"/>
                  <a:pt x="172523" y="78807"/>
                </a:cubicBezTo>
                <a:close/>
                <a:moveTo>
                  <a:pt x="255376" y="128644"/>
                </a:moveTo>
                <a:lnTo>
                  <a:pt x="255376" y="27733"/>
                </a:lnTo>
                <a:lnTo>
                  <a:pt x="266634" y="27733"/>
                </a:lnTo>
                <a:lnTo>
                  <a:pt x="266634" y="37273"/>
                </a:lnTo>
                <a:cubicBezTo>
                  <a:pt x="269288" y="33543"/>
                  <a:pt x="272286" y="30747"/>
                  <a:pt x="275627" y="28883"/>
                </a:cubicBezTo>
                <a:cubicBezTo>
                  <a:pt x="278967" y="27018"/>
                  <a:pt x="283018" y="26086"/>
                  <a:pt x="287777" y="26086"/>
                </a:cubicBezTo>
                <a:cubicBezTo>
                  <a:pt x="294001" y="26086"/>
                  <a:pt x="299493" y="27688"/>
                  <a:pt x="304252" y="30891"/>
                </a:cubicBezTo>
                <a:cubicBezTo>
                  <a:pt x="309012" y="34095"/>
                  <a:pt x="312604" y="38614"/>
                  <a:pt x="315030" y="44449"/>
                </a:cubicBezTo>
                <a:cubicBezTo>
                  <a:pt x="317455" y="50284"/>
                  <a:pt x="318668" y="56680"/>
                  <a:pt x="318668" y="63636"/>
                </a:cubicBezTo>
                <a:cubicBezTo>
                  <a:pt x="318668" y="71095"/>
                  <a:pt x="317330" y="77811"/>
                  <a:pt x="314652" y="83784"/>
                </a:cubicBezTo>
                <a:cubicBezTo>
                  <a:pt x="311975" y="89756"/>
                  <a:pt x="308085" y="94332"/>
                  <a:pt x="302982" y="97513"/>
                </a:cubicBezTo>
                <a:cubicBezTo>
                  <a:pt x="297880" y="100694"/>
                  <a:pt x="292514" y="102284"/>
                  <a:pt x="286885" y="102284"/>
                </a:cubicBezTo>
                <a:cubicBezTo>
                  <a:pt x="282766" y="102284"/>
                  <a:pt x="279070" y="101414"/>
                  <a:pt x="275798" y="99675"/>
                </a:cubicBezTo>
                <a:cubicBezTo>
                  <a:pt x="272526" y="97936"/>
                  <a:pt x="269837" y="95740"/>
                  <a:pt x="267732" y="93085"/>
                </a:cubicBezTo>
                <a:lnTo>
                  <a:pt x="267732" y="128644"/>
                </a:lnTo>
                <a:lnTo>
                  <a:pt x="255376" y="128644"/>
                </a:lnTo>
                <a:moveTo>
                  <a:pt x="266565" y="64631"/>
                </a:moveTo>
                <a:cubicBezTo>
                  <a:pt x="266565" y="74001"/>
                  <a:pt x="268464" y="80926"/>
                  <a:pt x="272263" y="85405"/>
                </a:cubicBezTo>
                <a:cubicBezTo>
                  <a:pt x="276061" y="89885"/>
                  <a:pt x="280661" y="92124"/>
                  <a:pt x="286061" y="92124"/>
                </a:cubicBezTo>
                <a:cubicBezTo>
                  <a:pt x="291553" y="92124"/>
                  <a:pt x="296255" y="89805"/>
                  <a:pt x="300168" y="85165"/>
                </a:cubicBezTo>
                <a:cubicBezTo>
                  <a:pt x="304081" y="80526"/>
                  <a:pt x="306037" y="73338"/>
                  <a:pt x="306037" y="63601"/>
                </a:cubicBezTo>
                <a:cubicBezTo>
                  <a:pt x="306037" y="54323"/>
                  <a:pt x="304127" y="47375"/>
                  <a:pt x="300305" y="42758"/>
                </a:cubicBezTo>
                <a:cubicBezTo>
                  <a:pt x="296484" y="38142"/>
                  <a:pt x="291919" y="35834"/>
                  <a:pt x="286610" y="35834"/>
                </a:cubicBezTo>
                <a:cubicBezTo>
                  <a:pt x="281347" y="35834"/>
                  <a:pt x="276691" y="38291"/>
                  <a:pt x="272640" y="43205"/>
                </a:cubicBezTo>
                <a:cubicBezTo>
                  <a:pt x="268590" y="48119"/>
                  <a:pt x="266565" y="55261"/>
                  <a:pt x="266565" y="64631"/>
                </a:cubicBezTo>
                <a:close/>
                <a:moveTo>
                  <a:pt x="336887" y="64185"/>
                </a:moveTo>
                <a:cubicBezTo>
                  <a:pt x="336887" y="50684"/>
                  <a:pt x="340640" y="40685"/>
                  <a:pt x="348145" y="34186"/>
                </a:cubicBezTo>
                <a:cubicBezTo>
                  <a:pt x="354415" y="28786"/>
                  <a:pt x="362058" y="26086"/>
                  <a:pt x="371073" y="26086"/>
                </a:cubicBezTo>
                <a:cubicBezTo>
                  <a:pt x="381096" y="26086"/>
                  <a:pt x="389288" y="29369"/>
                  <a:pt x="395649" y="35937"/>
                </a:cubicBezTo>
                <a:cubicBezTo>
                  <a:pt x="402010" y="42504"/>
                  <a:pt x="405191" y="51577"/>
                  <a:pt x="405191" y="63155"/>
                </a:cubicBezTo>
                <a:cubicBezTo>
                  <a:pt x="405191" y="72537"/>
                  <a:pt x="403784" y="79917"/>
                  <a:pt x="400969" y="85294"/>
                </a:cubicBezTo>
                <a:cubicBezTo>
                  <a:pt x="398155" y="90671"/>
                  <a:pt x="394059" y="94847"/>
                  <a:pt x="388681" y="97822"/>
                </a:cubicBezTo>
                <a:cubicBezTo>
                  <a:pt x="383304" y="100797"/>
                  <a:pt x="377435" y="102284"/>
                  <a:pt x="371073" y="102284"/>
                </a:cubicBezTo>
                <a:cubicBezTo>
                  <a:pt x="360868" y="102284"/>
                  <a:pt x="352619" y="99012"/>
                  <a:pt x="346326" y="92467"/>
                </a:cubicBezTo>
                <a:cubicBezTo>
                  <a:pt x="340033" y="85923"/>
                  <a:pt x="336887" y="76496"/>
                  <a:pt x="336887" y="64185"/>
                </a:cubicBezTo>
                <a:moveTo>
                  <a:pt x="349587" y="64219"/>
                </a:moveTo>
                <a:cubicBezTo>
                  <a:pt x="349587" y="73544"/>
                  <a:pt x="351623" y="80526"/>
                  <a:pt x="355696" y="85165"/>
                </a:cubicBezTo>
                <a:cubicBezTo>
                  <a:pt x="359769" y="89805"/>
                  <a:pt x="364895" y="92124"/>
                  <a:pt x="371073" y="92124"/>
                </a:cubicBezTo>
                <a:cubicBezTo>
                  <a:pt x="377206" y="92124"/>
                  <a:pt x="382309" y="89793"/>
                  <a:pt x="386382" y="85131"/>
                </a:cubicBezTo>
                <a:cubicBezTo>
                  <a:pt x="390455" y="80469"/>
                  <a:pt x="392491" y="73361"/>
                  <a:pt x="392491" y="63807"/>
                </a:cubicBezTo>
                <a:cubicBezTo>
                  <a:pt x="392491" y="54803"/>
                  <a:pt x="390443" y="47981"/>
                  <a:pt x="386347" y="43342"/>
                </a:cubicBezTo>
                <a:cubicBezTo>
                  <a:pt x="382251" y="38703"/>
                  <a:pt x="377160" y="36383"/>
                  <a:pt x="371073" y="36383"/>
                </a:cubicBezTo>
                <a:cubicBezTo>
                  <a:pt x="364895" y="36383"/>
                  <a:pt x="359769" y="38691"/>
                  <a:pt x="355696" y="43308"/>
                </a:cubicBezTo>
                <a:cubicBezTo>
                  <a:pt x="351623" y="47924"/>
                  <a:pt x="349587" y="54895"/>
                  <a:pt x="349587" y="64219"/>
                </a:cubicBezTo>
                <a:close/>
                <a:moveTo>
                  <a:pt x="427597" y="100636"/>
                </a:moveTo>
                <a:lnTo>
                  <a:pt x="427597" y="27733"/>
                </a:lnTo>
                <a:lnTo>
                  <a:pt x="438718" y="27733"/>
                </a:lnTo>
                <a:lnTo>
                  <a:pt x="438718" y="38099"/>
                </a:lnTo>
                <a:cubicBezTo>
                  <a:pt x="444073" y="30090"/>
                  <a:pt x="451807" y="26086"/>
                  <a:pt x="461921" y="26086"/>
                </a:cubicBezTo>
                <a:cubicBezTo>
                  <a:pt x="466314" y="26086"/>
                  <a:pt x="470353" y="26875"/>
                  <a:pt x="474037" y="28454"/>
                </a:cubicBezTo>
                <a:cubicBezTo>
                  <a:pt x="477721" y="30033"/>
                  <a:pt x="480478" y="32104"/>
                  <a:pt x="482309" y="34667"/>
                </a:cubicBezTo>
                <a:cubicBezTo>
                  <a:pt x="484139" y="37230"/>
                  <a:pt x="485421" y="40273"/>
                  <a:pt x="486153" y="43797"/>
                </a:cubicBezTo>
                <a:cubicBezTo>
                  <a:pt x="486611" y="46085"/>
                  <a:pt x="486840" y="50089"/>
                  <a:pt x="486840" y="55810"/>
                </a:cubicBezTo>
                <a:lnTo>
                  <a:pt x="486840" y="100636"/>
                </a:lnTo>
                <a:lnTo>
                  <a:pt x="474483" y="100636"/>
                </a:lnTo>
                <a:lnTo>
                  <a:pt x="474483" y="56291"/>
                </a:lnTo>
                <a:cubicBezTo>
                  <a:pt x="474483" y="51256"/>
                  <a:pt x="474003" y="47492"/>
                  <a:pt x="473042" y="44998"/>
                </a:cubicBezTo>
                <a:cubicBezTo>
                  <a:pt x="472081" y="42504"/>
                  <a:pt x="470376" y="40513"/>
                  <a:pt x="467927" y="39026"/>
                </a:cubicBezTo>
                <a:cubicBezTo>
                  <a:pt x="465479" y="37538"/>
                  <a:pt x="462607" y="36795"/>
                  <a:pt x="459312" y="36795"/>
                </a:cubicBezTo>
                <a:cubicBezTo>
                  <a:pt x="454049" y="36795"/>
                  <a:pt x="449507" y="38465"/>
                  <a:pt x="445686" y="41806"/>
                </a:cubicBezTo>
                <a:cubicBezTo>
                  <a:pt x="441864" y="45147"/>
                  <a:pt x="439954" y="51485"/>
                  <a:pt x="439954" y="60821"/>
                </a:cubicBezTo>
                <a:lnTo>
                  <a:pt x="439954" y="100636"/>
                </a:lnTo>
                <a:lnTo>
                  <a:pt x="427597" y="100636"/>
                </a:lnTo>
                <a:close/>
                <a:moveTo>
                  <a:pt x="508766" y="78807"/>
                </a:moveTo>
                <a:lnTo>
                  <a:pt x="520985" y="76885"/>
                </a:lnTo>
                <a:cubicBezTo>
                  <a:pt x="521671" y="81803"/>
                  <a:pt x="523582" y="85573"/>
                  <a:pt x="526717" y="88194"/>
                </a:cubicBezTo>
                <a:cubicBezTo>
                  <a:pt x="529852" y="90814"/>
                  <a:pt x="534234" y="92124"/>
                  <a:pt x="539863" y="92124"/>
                </a:cubicBezTo>
                <a:cubicBezTo>
                  <a:pt x="545538" y="92124"/>
                  <a:pt x="549748" y="90969"/>
                  <a:pt x="552494" y="88658"/>
                </a:cubicBezTo>
                <a:cubicBezTo>
                  <a:pt x="555240" y="86346"/>
                  <a:pt x="556613" y="83635"/>
                  <a:pt x="556613" y="80523"/>
                </a:cubicBezTo>
                <a:cubicBezTo>
                  <a:pt x="556613" y="77731"/>
                  <a:pt x="555400" y="75535"/>
                  <a:pt x="552974" y="73933"/>
                </a:cubicBezTo>
                <a:cubicBezTo>
                  <a:pt x="551281" y="72834"/>
                  <a:pt x="547071" y="71439"/>
                  <a:pt x="540343" y="69745"/>
                </a:cubicBezTo>
                <a:cubicBezTo>
                  <a:pt x="531282" y="67457"/>
                  <a:pt x="525001" y="65478"/>
                  <a:pt x="521500" y="63807"/>
                </a:cubicBezTo>
                <a:cubicBezTo>
                  <a:pt x="517999" y="62137"/>
                  <a:pt x="515344" y="59826"/>
                  <a:pt x="513537" y="56874"/>
                </a:cubicBezTo>
                <a:cubicBezTo>
                  <a:pt x="511729" y="53922"/>
                  <a:pt x="510825" y="50661"/>
                  <a:pt x="510825" y="47092"/>
                </a:cubicBezTo>
                <a:cubicBezTo>
                  <a:pt x="510825" y="43843"/>
                  <a:pt x="511569" y="40834"/>
                  <a:pt x="513056" y="38065"/>
                </a:cubicBezTo>
                <a:cubicBezTo>
                  <a:pt x="514543" y="35296"/>
                  <a:pt x="516568" y="32996"/>
                  <a:pt x="519131" y="31166"/>
                </a:cubicBezTo>
                <a:cubicBezTo>
                  <a:pt x="521053" y="29747"/>
                  <a:pt x="523673" y="28546"/>
                  <a:pt x="526991" y="27562"/>
                </a:cubicBezTo>
                <a:cubicBezTo>
                  <a:pt x="530309" y="26578"/>
                  <a:pt x="533868" y="26086"/>
                  <a:pt x="537666" y="26086"/>
                </a:cubicBezTo>
                <a:cubicBezTo>
                  <a:pt x="543387" y="26086"/>
                  <a:pt x="548409" y="26910"/>
                  <a:pt x="552734" y="28557"/>
                </a:cubicBezTo>
                <a:cubicBezTo>
                  <a:pt x="557059" y="30205"/>
                  <a:pt x="560251" y="32436"/>
                  <a:pt x="562310" y="35250"/>
                </a:cubicBezTo>
                <a:cubicBezTo>
                  <a:pt x="564370" y="38065"/>
                  <a:pt x="565788" y="41829"/>
                  <a:pt x="566566" y="46543"/>
                </a:cubicBezTo>
                <a:lnTo>
                  <a:pt x="554485" y="48190"/>
                </a:lnTo>
                <a:cubicBezTo>
                  <a:pt x="553935" y="44437"/>
                  <a:pt x="552345" y="41509"/>
                  <a:pt x="549714" y="39403"/>
                </a:cubicBezTo>
                <a:cubicBezTo>
                  <a:pt x="547082" y="37298"/>
                  <a:pt x="543364" y="36246"/>
                  <a:pt x="538558" y="36246"/>
                </a:cubicBezTo>
                <a:cubicBezTo>
                  <a:pt x="532884" y="36246"/>
                  <a:pt x="528833" y="37184"/>
                  <a:pt x="526408" y="39060"/>
                </a:cubicBezTo>
                <a:cubicBezTo>
                  <a:pt x="523982" y="40936"/>
                  <a:pt x="522770" y="43133"/>
                  <a:pt x="522770" y="45650"/>
                </a:cubicBezTo>
                <a:cubicBezTo>
                  <a:pt x="522770" y="47252"/>
                  <a:pt x="523273" y="48694"/>
                  <a:pt x="524280" y="49975"/>
                </a:cubicBezTo>
                <a:cubicBezTo>
                  <a:pt x="525287" y="51302"/>
                  <a:pt x="526866" y="52401"/>
                  <a:pt x="529016" y="53270"/>
                </a:cubicBezTo>
                <a:cubicBezTo>
                  <a:pt x="530252" y="53728"/>
                  <a:pt x="533890" y="54780"/>
                  <a:pt x="539931" y="56428"/>
                </a:cubicBezTo>
                <a:cubicBezTo>
                  <a:pt x="548672" y="58762"/>
                  <a:pt x="554771" y="60672"/>
                  <a:pt x="558226" y="62160"/>
                </a:cubicBezTo>
                <a:cubicBezTo>
                  <a:pt x="561681" y="63647"/>
                  <a:pt x="564393" y="65810"/>
                  <a:pt x="566360" y="68647"/>
                </a:cubicBezTo>
                <a:cubicBezTo>
                  <a:pt x="568328" y="71484"/>
                  <a:pt x="569312" y="75008"/>
                  <a:pt x="569312" y="79219"/>
                </a:cubicBezTo>
                <a:cubicBezTo>
                  <a:pt x="569312" y="83337"/>
                  <a:pt x="568111" y="87216"/>
                  <a:pt x="565708" y="90854"/>
                </a:cubicBezTo>
                <a:cubicBezTo>
                  <a:pt x="563306" y="94493"/>
                  <a:pt x="559839" y="97307"/>
                  <a:pt x="555308" y="99298"/>
                </a:cubicBezTo>
                <a:cubicBezTo>
                  <a:pt x="550778" y="101289"/>
                  <a:pt x="545652" y="102284"/>
                  <a:pt x="539931" y="102284"/>
                </a:cubicBezTo>
                <a:cubicBezTo>
                  <a:pt x="530458" y="102284"/>
                  <a:pt x="523239" y="100310"/>
                  <a:pt x="518273" y="96363"/>
                </a:cubicBezTo>
                <a:cubicBezTo>
                  <a:pt x="513308" y="92416"/>
                  <a:pt x="510139" y="86564"/>
                  <a:pt x="508766" y="78807"/>
                </a:cubicBezTo>
                <a:close/>
                <a:moveTo>
                  <a:pt x="641524" y="77022"/>
                </a:moveTo>
                <a:lnTo>
                  <a:pt x="654292" y="78669"/>
                </a:lnTo>
                <a:cubicBezTo>
                  <a:pt x="652279" y="86151"/>
                  <a:pt x="648549" y="91957"/>
                  <a:pt x="643103" y="96089"/>
                </a:cubicBezTo>
                <a:cubicBezTo>
                  <a:pt x="637657" y="100219"/>
                  <a:pt x="630701" y="102284"/>
                  <a:pt x="622234" y="102284"/>
                </a:cubicBezTo>
                <a:cubicBezTo>
                  <a:pt x="611571" y="102284"/>
                  <a:pt x="603116" y="99000"/>
                  <a:pt x="596869" y="92433"/>
                </a:cubicBezTo>
                <a:cubicBezTo>
                  <a:pt x="590622" y="85866"/>
                  <a:pt x="587499" y="76656"/>
                  <a:pt x="587499" y="64803"/>
                </a:cubicBezTo>
                <a:cubicBezTo>
                  <a:pt x="587499" y="52538"/>
                  <a:pt x="590657" y="43019"/>
                  <a:pt x="596972" y="36246"/>
                </a:cubicBezTo>
                <a:cubicBezTo>
                  <a:pt x="603288" y="29472"/>
                  <a:pt x="611480" y="26086"/>
                  <a:pt x="621548" y="26086"/>
                </a:cubicBezTo>
                <a:cubicBezTo>
                  <a:pt x="631296" y="26086"/>
                  <a:pt x="639259" y="29399"/>
                  <a:pt x="645437" y="36025"/>
                </a:cubicBezTo>
                <a:cubicBezTo>
                  <a:pt x="651615" y="42649"/>
                  <a:pt x="654704" y="51969"/>
                  <a:pt x="654704" y="63985"/>
                </a:cubicBezTo>
                <a:cubicBezTo>
                  <a:pt x="654704" y="64716"/>
                  <a:pt x="654681" y="65812"/>
                  <a:pt x="654636" y="67274"/>
                </a:cubicBezTo>
                <a:lnTo>
                  <a:pt x="600267" y="67274"/>
                </a:lnTo>
                <a:cubicBezTo>
                  <a:pt x="600725" y="75306"/>
                  <a:pt x="602990" y="81455"/>
                  <a:pt x="607063" y="85723"/>
                </a:cubicBezTo>
                <a:cubicBezTo>
                  <a:pt x="611136" y="89990"/>
                  <a:pt x="616216" y="92124"/>
                  <a:pt x="622303" y="92124"/>
                </a:cubicBezTo>
                <a:cubicBezTo>
                  <a:pt x="626834" y="92124"/>
                  <a:pt x="630701" y="90924"/>
                  <a:pt x="633904" y="88522"/>
                </a:cubicBezTo>
                <a:cubicBezTo>
                  <a:pt x="637108" y="86120"/>
                  <a:pt x="639648" y="82286"/>
                  <a:pt x="641524" y="77022"/>
                </a:cubicBezTo>
                <a:moveTo>
                  <a:pt x="600954" y="57114"/>
                </a:moveTo>
                <a:lnTo>
                  <a:pt x="641661" y="57114"/>
                </a:lnTo>
                <a:cubicBezTo>
                  <a:pt x="641112" y="51002"/>
                  <a:pt x="639556" y="46418"/>
                  <a:pt x="636993" y="43361"/>
                </a:cubicBezTo>
                <a:cubicBezTo>
                  <a:pt x="633058" y="38617"/>
                  <a:pt x="627955" y="36246"/>
                  <a:pt x="621685" y="36246"/>
                </a:cubicBezTo>
                <a:cubicBezTo>
                  <a:pt x="616010" y="36246"/>
                  <a:pt x="611239" y="38139"/>
                  <a:pt x="607372" y="41926"/>
                </a:cubicBezTo>
                <a:cubicBezTo>
                  <a:pt x="603505" y="45712"/>
                  <a:pt x="601366" y="50774"/>
                  <a:pt x="600954" y="57114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993" cap="flat">
            <a:solidFill>
              <a:srgbClr val="3B5F21"/>
            </a:solidFill>
            <a:miter/>
          </a:ln>
        </p:spPr>
      </p:sp>
      <p:sp>
        <p:nvSpPr>
          <p:cNvPr id="39" name="Text :&lt;">
            <a:extLst xmlns:a="http://schemas.openxmlformats.org/drawingml/2006/main">
              <a:ext uri="{FF2B5EF4-FFF2-40B4-BE49-F238E27FC236}">
                <a16:creationId xmlns:a16="http://schemas.microsoft.com/office/drawing/2014/main" id="{46F8AF46-899D-42AD-97E5-437DFE695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0572" y="4134828"/>
            <a:ext cx="187004" cy="83749"/>
          </a:xfrm>
          <a:custGeom xmlns:a="http://schemas.openxmlformats.org/drawingml/2006/main">
            <a:pathLst>
              <a:path w="187004" h="83749">
                <a:moveTo>
                  <a:pt x="0" y="24987"/>
                </a:moveTo>
                <a:lnTo>
                  <a:pt x="0" y="10846"/>
                </a:lnTo>
                <a:lnTo>
                  <a:pt x="14073" y="10846"/>
                </a:lnTo>
                <a:lnTo>
                  <a:pt x="14073" y="24987"/>
                </a:lnTo>
                <a:lnTo>
                  <a:pt x="0" y="24987"/>
                </a:lnTo>
                <a:moveTo>
                  <a:pt x="0" y="83749"/>
                </a:moveTo>
                <a:lnTo>
                  <a:pt x="0" y="69608"/>
                </a:lnTo>
                <a:lnTo>
                  <a:pt x="14073" y="69608"/>
                </a:lnTo>
                <a:lnTo>
                  <a:pt x="14073" y="83749"/>
                </a:lnTo>
                <a:lnTo>
                  <a:pt x="0" y="83749"/>
                </a:lnTo>
                <a:close/>
                <a:moveTo>
                  <a:pt x="120347" y="39678"/>
                </a:moveTo>
                <a:lnTo>
                  <a:pt x="120347" y="28145"/>
                </a:lnTo>
                <a:lnTo>
                  <a:pt x="187004" y="0"/>
                </a:lnTo>
                <a:lnTo>
                  <a:pt x="187004" y="12356"/>
                </a:lnTo>
                <a:lnTo>
                  <a:pt x="134145" y="33980"/>
                </a:lnTo>
                <a:lnTo>
                  <a:pt x="187004" y="55879"/>
                </a:lnTo>
                <a:lnTo>
                  <a:pt x="187004" y="68235"/>
                </a:lnTo>
                <a:lnTo>
                  <a:pt x="120347" y="39678"/>
                </a:lnTo>
                <a:close/>
              </a:path>
            </a:pathLst>
          </a:custGeom>
          <a:solidFill xmlns:a="http://schemas.openxmlformats.org/drawingml/2006/main">
            <a:srgbClr val="3B5F2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" name="Text :&lt;">
            <a:extLst xmlns:a="http://schemas.openxmlformats.org/drawingml/2006/main">
              <a:ext uri="{FF2B5EF4-FFF2-40B4-BE49-F238E27FC236}">
                <a16:creationId xmlns:a16="http://schemas.microsoft.com/office/drawing/2014/main" id="{0AC68255-D2EA-4676-99F8-F0A79DD40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0572" y="4134828"/>
            <a:ext cx="187004" cy="83749"/>
          </a:xfrm>
          <a:custGeom xmlns:a="http://schemas.openxmlformats.org/drawingml/2006/main">
            <a:pathLst>
              <a:path w="187004" h="83749" fill="none">
                <a:moveTo>
                  <a:pt x="0" y="24987"/>
                </a:moveTo>
                <a:lnTo>
                  <a:pt x="0" y="10846"/>
                </a:lnTo>
                <a:lnTo>
                  <a:pt x="14073" y="10846"/>
                </a:lnTo>
                <a:lnTo>
                  <a:pt x="14073" y="24987"/>
                </a:lnTo>
                <a:lnTo>
                  <a:pt x="0" y="24987"/>
                </a:lnTo>
                <a:moveTo>
                  <a:pt x="0" y="83749"/>
                </a:moveTo>
                <a:lnTo>
                  <a:pt x="0" y="69608"/>
                </a:lnTo>
                <a:lnTo>
                  <a:pt x="14073" y="69608"/>
                </a:lnTo>
                <a:lnTo>
                  <a:pt x="14073" y="83749"/>
                </a:lnTo>
                <a:lnTo>
                  <a:pt x="0" y="83749"/>
                </a:lnTo>
                <a:close/>
                <a:moveTo>
                  <a:pt x="120347" y="39678"/>
                </a:moveTo>
                <a:lnTo>
                  <a:pt x="120347" y="28145"/>
                </a:lnTo>
                <a:lnTo>
                  <a:pt x="187004" y="0"/>
                </a:lnTo>
                <a:lnTo>
                  <a:pt x="187004" y="12356"/>
                </a:lnTo>
                <a:lnTo>
                  <a:pt x="134145" y="33980"/>
                </a:lnTo>
                <a:lnTo>
                  <a:pt x="187004" y="55879"/>
                </a:lnTo>
                <a:lnTo>
                  <a:pt x="187004" y="68235"/>
                </a:lnTo>
                <a:lnTo>
                  <a:pt x="120347" y="3967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993" cap="flat">
            <a:solidFill>
              <a:srgbClr val="3B5F21"/>
            </a:solidFill>
            <a:miter/>
          </a:ln>
        </p:spPr>
      </p:sp>
      <p:sp>
        <p:nvSpPr>
          <p:cNvPr id="41" name="Text 푪��">
            <a:extLst xmlns:a="http://schemas.openxmlformats.org/drawingml/2006/main">
              <a:ext uri="{FF2B5EF4-FFF2-40B4-BE49-F238E27FC236}">
                <a16:creationId xmlns:a16="http://schemas.microsoft.com/office/drawing/2014/main" id="{CF069EB4-812D-4C09-9987-AD0FD6D08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4566" y="4114260"/>
            <a:ext cx="343389" cy="106287"/>
          </a:xfrm>
          <a:custGeom xmlns:a="http://schemas.openxmlformats.org/drawingml/2006/main">
            <a:pathLst>
              <a:path w="343389" h="106287">
                <a:moveTo>
                  <a:pt x="107784" y="8858"/>
                </a:moveTo>
                <a:lnTo>
                  <a:pt x="103005" y="34023"/>
                </a:lnTo>
                <a:lnTo>
                  <a:pt x="94289" y="34023"/>
                </a:lnTo>
                <a:cubicBezTo>
                  <a:pt x="94101" y="25401"/>
                  <a:pt x="92086" y="18934"/>
                  <a:pt x="88244" y="14622"/>
                </a:cubicBezTo>
                <a:cubicBezTo>
                  <a:pt x="84306" y="10404"/>
                  <a:pt x="78496" y="8296"/>
                  <a:pt x="70811" y="8296"/>
                </a:cubicBezTo>
                <a:cubicBezTo>
                  <a:pt x="60876" y="8296"/>
                  <a:pt x="52769" y="11997"/>
                  <a:pt x="46489" y="19401"/>
                </a:cubicBezTo>
                <a:cubicBezTo>
                  <a:pt x="40209" y="26712"/>
                  <a:pt x="35570" y="37960"/>
                  <a:pt x="32571" y="53143"/>
                </a:cubicBezTo>
                <a:cubicBezTo>
                  <a:pt x="29572" y="68608"/>
                  <a:pt x="29806" y="79902"/>
                  <a:pt x="33272" y="87025"/>
                </a:cubicBezTo>
                <a:cubicBezTo>
                  <a:pt x="36647" y="94336"/>
                  <a:pt x="43396" y="97991"/>
                  <a:pt x="53519" y="97991"/>
                </a:cubicBezTo>
                <a:cubicBezTo>
                  <a:pt x="60454" y="97991"/>
                  <a:pt x="66405" y="96070"/>
                  <a:pt x="71374" y="92227"/>
                </a:cubicBezTo>
                <a:cubicBezTo>
                  <a:pt x="76435" y="88477"/>
                  <a:pt x="80699" y="82760"/>
                  <a:pt x="84165" y="75076"/>
                </a:cubicBezTo>
                <a:lnTo>
                  <a:pt x="97803" y="75076"/>
                </a:lnTo>
                <a:cubicBezTo>
                  <a:pt x="93023" y="85666"/>
                  <a:pt x="86603" y="93539"/>
                  <a:pt x="78543" y="98695"/>
                </a:cubicBezTo>
                <a:cubicBezTo>
                  <a:pt x="70670" y="103756"/>
                  <a:pt x="60782" y="106287"/>
                  <a:pt x="48879" y="106287"/>
                </a:cubicBezTo>
                <a:cubicBezTo>
                  <a:pt x="31540" y="106287"/>
                  <a:pt x="18793" y="101507"/>
                  <a:pt x="10638" y="91946"/>
                </a:cubicBezTo>
                <a:cubicBezTo>
                  <a:pt x="2483" y="82480"/>
                  <a:pt x="0" y="69546"/>
                  <a:pt x="3188" y="53143"/>
                </a:cubicBezTo>
                <a:cubicBezTo>
                  <a:pt x="6467" y="36648"/>
                  <a:pt x="14012" y="23714"/>
                  <a:pt x="25822" y="14341"/>
                </a:cubicBezTo>
                <a:cubicBezTo>
                  <a:pt x="37819" y="4780"/>
                  <a:pt x="52394" y="0"/>
                  <a:pt x="69546" y="0"/>
                </a:cubicBezTo>
                <a:cubicBezTo>
                  <a:pt x="75919" y="0"/>
                  <a:pt x="82104" y="750"/>
                  <a:pt x="88102" y="2250"/>
                </a:cubicBezTo>
                <a:cubicBezTo>
                  <a:pt x="94194" y="3562"/>
                  <a:pt x="100755" y="5764"/>
                  <a:pt x="107784" y="8858"/>
                </a:cubicBezTo>
                <a:close/>
                <a:moveTo>
                  <a:pt x="188553" y="49488"/>
                </a:moveTo>
                <a:cubicBezTo>
                  <a:pt x="188553" y="46864"/>
                  <a:pt x="188366" y="44942"/>
                  <a:pt x="187991" y="43724"/>
                </a:cubicBezTo>
                <a:cubicBezTo>
                  <a:pt x="186680" y="39319"/>
                  <a:pt x="183446" y="37117"/>
                  <a:pt x="178290" y="37117"/>
                </a:cubicBezTo>
                <a:cubicBezTo>
                  <a:pt x="173042" y="37117"/>
                  <a:pt x="169012" y="39319"/>
                  <a:pt x="166200" y="43724"/>
                </a:cubicBezTo>
                <a:cubicBezTo>
                  <a:pt x="163201" y="47941"/>
                  <a:pt x="160577" y="55955"/>
                  <a:pt x="158327" y="67765"/>
                </a:cubicBezTo>
                <a:cubicBezTo>
                  <a:pt x="156828" y="74982"/>
                  <a:pt x="156079" y="80980"/>
                  <a:pt x="156079" y="85759"/>
                </a:cubicBezTo>
                <a:cubicBezTo>
                  <a:pt x="156079" y="88009"/>
                  <a:pt x="156313" y="90071"/>
                  <a:pt x="156780" y="91946"/>
                </a:cubicBezTo>
                <a:cubicBezTo>
                  <a:pt x="158093" y="96351"/>
                  <a:pt x="161327" y="98553"/>
                  <a:pt x="166481" y="98553"/>
                </a:cubicBezTo>
                <a:cubicBezTo>
                  <a:pt x="171542" y="98553"/>
                  <a:pt x="175572" y="96351"/>
                  <a:pt x="178571" y="91946"/>
                </a:cubicBezTo>
                <a:cubicBezTo>
                  <a:pt x="181477" y="87729"/>
                  <a:pt x="184055" y="79668"/>
                  <a:pt x="186305" y="67765"/>
                </a:cubicBezTo>
                <a:cubicBezTo>
                  <a:pt x="187804" y="60267"/>
                  <a:pt x="188553" y="54175"/>
                  <a:pt x="188553" y="49488"/>
                </a:cubicBezTo>
                <a:moveTo>
                  <a:pt x="214562" y="58204"/>
                </a:moveTo>
                <a:cubicBezTo>
                  <a:pt x="214562" y="61390"/>
                  <a:pt x="214234" y="64577"/>
                  <a:pt x="213579" y="67765"/>
                </a:cubicBezTo>
                <a:cubicBezTo>
                  <a:pt x="211235" y="79761"/>
                  <a:pt x="205752" y="89180"/>
                  <a:pt x="197130" y="96022"/>
                </a:cubicBezTo>
                <a:cubicBezTo>
                  <a:pt x="188600" y="102865"/>
                  <a:pt x="177868" y="106287"/>
                  <a:pt x="164934" y="106287"/>
                </a:cubicBezTo>
                <a:cubicBezTo>
                  <a:pt x="152094" y="106287"/>
                  <a:pt x="142675" y="102865"/>
                  <a:pt x="136677" y="96022"/>
                </a:cubicBezTo>
                <a:cubicBezTo>
                  <a:pt x="132366" y="91150"/>
                  <a:pt x="130210" y="84917"/>
                  <a:pt x="130210" y="77324"/>
                </a:cubicBezTo>
                <a:cubicBezTo>
                  <a:pt x="130210" y="74138"/>
                  <a:pt x="130538" y="70952"/>
                  <a:pt x="131194" y="67765"/>
                </a:cubicBezTo>
                <a:cubicBezTo>
                  <a:pt x="133631" y="55768"/>
                  <a:pt x="139114" y="46395"/>
                  <a:pt x="147642" y="39646"/>
                </a:cubicBezTo>
                <a:cubicBezTo>
                  <a:pt x="156171" y="32804"/>
                  <a:pt x="166903" y="29383"/>
                  <a:pt x="179837" y="29383"/>
                </a:cubicBezTo>
                <a:cubicBezTo>
                  <a:pt x="192771" y="29383"/>
                  <a:pt x="202191" y="32757"/>
                  <a:pt x="208096" y="39506"/>
                </a:cubicBezTo>
                <a:cubicBezTo>
                  <a:pt x="212406" y="44380"/>
                  <a:pt x="214562" y="50613"/>
                  <a:pt x="214562" y="58204"/>
                </a:cubicBezTo>
                <a:close/>
                <a:moveTo>
                  <a:pt x="343389" y="1828"/>
                </a:moveTo>
                <a:lnTo>
                  <a:pt x="338328" y="27416"/>
                </a:lnTo>
                <a:lnTo>
                  <a:pt x="329048" y="27416"/>
                </a:lnTo>
                <a:lnTo>
                  <a:pt x="332283" y="11247"/>
                </a:lnTo>
                <a:lnTo>
                  <a:pt x="304024" y="11247"/>
                </a:lnTo>
                <a:lnTo>
                  <a:pt x="287435" y="96022"/>
                </a:lnTo>
                <a:lnTo>
                  <a:pt x="301212" y="96022"/>
                </a:lnTo>
                <a:lnTo>
                  <a:pt x="299526" y="104318"/>
                </a:lnTo>
                <a:lnTo>
                  <a:pt x="245681" y="104318"/>
                </a:lnTo>
                <a:lnTo>
                  <a:pt x="247367" y="96022"/>
                </a:lnTo>
                <a:lnTo>
                  <a:pt x="260865" y="96022"/>
                </a:lnTo>
                <a:lnTo>
                  <a:pt x="277454" y="11247"/>
                </a:lnTo>
                <a:lnTo>
                  <a:pt x="249336" y="11247"/>
                </a:lnTo>
                <a:lnTo>
                  <a:pt x="246243" y="27416"/>
                </a:lnTo>
                <a:lnTo>
                  <a:pt x="236823" y="27416"/>
                </a:lnTo>
                <a:lnTo>
                  <a:pt x="241744" y="1828"/>
                </a:lnTo>
                <a:lnTo>
                  <a:pt x="343389" y="1828"/>
                </a:lnTo>
                <a:close/>
              </a:path>
            </a:pathLst>
          </a:custGeom>
          <a:solidFill xmlns:a="http://schemas.openxmlformats.org/drawingml/2006/main">
            <a:srgbClr val="3B5F2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" name="Text �+�">
            <a:extLst xmlns:a="http://schemas.openxmlformats.org/drawingml/2006/main">
              <a:ext uri="{FF2B5EF4-FFF2-40B4-BE49-F238E27FC236}">
                <a16:creationId xmlns:a16="http://schemas.microsoft.com/office/drawing/2014/main" id="{66E2A829-C01D-42AA-A921-CFC718A79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82" y="4171012"/>
            <a:ext cx="171976" cy="79567"/>
          </a:xfrm>
          <a:custGeom xmlns:a="http://schemas.openxmlformats.org/drawingml/2006/main">
            <a:pathLst>
              <a:path w="171976" h="79567">
                <a:moveTo>
                  <a:pt x="30075" y="7368"/>
                </a:moveTo>
                <a:cubicBezTo>
                  <a:pt x="30075" y="7767"/>
                  <a:pt x="30008" y="8431"/>
                  <a:pt x="29875" y="9360"/>
                </a:cubicBezTo>
                <a:cubicBezTo>
                  <a:pt x="29344" y="11950"/>
                  <a:pt x="28049" y="14140"/>
                  <a:pt x="25992" y="15932"/>
                </a:cubicBezTo>
                <a:cubicBezTo>
                  <a:pt x="23933" y="17725"/>
                  <a:pt x="21576" y="18622"/>
                  <a:pt x="18920" y="18622"/>
                </a:cubicBezTo>
                <a:cubicBezTo>
                  <a:pt x="16265" y="18622"/>
                  <a:pt x="14207" y="17725"/>
                  <a:pt x="12746" y="15932"/>
                </a:cubicBezTo>
                <a:cubicBezTo>
                  <a:pt x="11750" y="14738"/>
                  <a:pt x="11186" y="13178"/>
                  <a:pt x="11053" y="11252"/>
                </a:cubicBezTo>
                <a:cubicBezTo>
                  <a:pt x="11053" y="10921"/>
                  <a:pt x="11119" y="10290"/>
                  <a:pt x="11252" y="9360"/>
                </a:cubicBezTo>
                <a:cubicBezTo>
                  <a:pt x="11717" y="6771"/>
                  <a:pt x="13078" y="4547"/>
                  <a:pt x="15335" y="2688"/>
                </a:cubicBezTo>
                <a:cubicBezTo>
                  <a:pt x="17460" y="896"/>
                  <a:pt x="19851" y="0"/>
                  <a:pt x="22506" y="0"/>
                </a:cubicBezTo>
                <a:cubicBezTo>
                  <a:pt x="25095" y="0"/>
                  <a:pt x="27087" y="896"/>
                  <a:pt x="28481" y="2688"/>
                </a:cubicBezTo>
                <a:cubicBezTo>
                  <a:pt x="29543" y="3949"/>
                  <a:pt x="30075" y="5509"/>
                  <a:pt x="30075" y="7368"/>
                </a:cubicBezTo>
                <a:moveTo>
                  <a:pt x="27286" y="23999"/>
                </a:moveTo>
                <a:lnTo>
                  <a:pt x="18324" y="69807"/>
                </a:lnTo>
                <a:lnTo>
                  <a:pt x="25792" y="69807"/>
                </a:lnTo>
                <a:lnTo>
                  <a:pt x="24597" y="75683"/>
                </a:lnTo>
                <a:lnTo>
                  <a:pt x="0" y="75683"/>
                </a:lnTo>
                <a:lnTo>
                  <a:pt x="8863" y="29874"/>
                </a:lnTo>
                <a:lnTo>
                  <a:pt x="1592" y="29874"/>
                </a:lnTo>
                <a:lnTo>
                  <a:pt x="2688" y="23999"/>
                </a:lnTo>
                <a:lnTo>
                  <a:pt x="27286" y="23999"/>
                </a:lnTo>
                <a:close/>
                <a:moveTo>
                  <a:pt x="108815" y="52281"/>
                </a:moveTo>
                <a:lnTo>
                  <a:pt x="81531" y="52281"/>
                </a:lnTo>
                <a:lnTo>
                  <a:pt x="81531" y="79567"/>
                </a:lnTo>
                <a:lnTo>
                  <a:pt x="73564" y="79567"/>
                </a:lnTo>
                <a:lnTo>
                  <a:pt x="73564" y="52281"/>
                </a:lnTo>
                <a:lnTo>
                  <a:pt x="46277" y="52281"/>
                </a:lnTo>
                <a:lnTo>
                  <a:pt x="46277" y="44314"/>
                </a:lnTo>
                <a:lnTo>
                  <a:pt x="73564" y="44314"/>
                </a:lnTo>
                <a:lnTo>
                  <a:pt x="73564" y="17028"/>
                </a:lnTo>
                <a:lnTo>
                  <a:pt x="81531" y="17028"/>
                </a:lnTo>
                <a:lnTo>
                  <a:pt x="81531" y="44314"/>
                </a:lnTo>
                <a:lnTo>
                  <a:pt x="108815" y="44314"/>
                </a:lnTo>
                <a:lnTo>
                  <a:pt x="108815" y="52281"/>
                </a:lnTo>
                <a:close/>
                <a:moveTo>
                  <a:pt x="171976" y="75683"/>
                </a:moveTo>
                <a:lnTo>
                  <a:pt x="126267" y="75683"/>
                </a:lnTo>
                <a:lnTo>
                  <a:pt x="126267" y="69807"/>
                </a:lnTo>
                <a:lnTo>
                  <a:pt x="139909" y="69807"/>
                </a:lnTo>
                <a:lnTo>
                  <a:pt x="139909" y="11053"/>
                </a:lnTo>
                <a:lnTo>
                  <a:pt x="124773" y="20015"/>
                </a:lnTo>
                <a:lnTo>
                  <a:pt x="124773" y="12746"/>
                </a:lnTo>
                <a:lnTo>
                  <a:pt x="142997" y="1792"/>
                </a:lnTo>
                <a:lnTo>
                  <a:pt x="158334" y="1792"/>
                </a:lnTo>
                <a:lnTo>
                  <a:pt x="158334" y="69807"/>
                </a:lnTo>
                <a:lnTo>
                  <a:pt x="171976" y="69807"/>
                </a:lnTo>
                <a:lnTo>
                  <a:pt x="171976" y="75683"/>
                </a:lnTo>
                <a:close/>
              </a:path>
            </a:pathLst>
          </a:custGeom>
          <a:solidFill xmlns:a="http://schemas.openxmlformats.org/drawingml/2006/main">
            <a:srgbClr val="3B5F2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" name="Text ,푨풄풕���">
            <a:extLst xmlns:a="http://schemas.openxmlformats.org/drawingml/2006/main">
              <a:ext uri="{FF2B5EF4-FFF2-40B4-BE49-F238E27FC236}">
                <a16:creationId xmlns:a16="http://schemas.microsoft.com/office/drawing/2014/main" id="{E93C0AFD-CEEC-4885-801C-0E4036790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386" y="4111730"/>
            <a:ext cx="668080" cy="125967"/>
          </a:xfrm>
          <a:custGeom xmlns:a="http://schemas.openxmlformats.org/drawingml/2006/main">
            <a:pathLst>
              <a:path w="668080" h="125967">
                <a:moveTo>
                  <a:pt x="26009" y="91243"/>
                </a:moveTo>
                <a:cubicBezTo>
                  <a:pt x="25541" y="99021"/>
                  <a:pt x="23714" y="105722"/>
                  <a:pt x="20528" y="111345"/>
                </a:cubicBezTo>
                <a:cubicBezTo>
                  <a:pt x="17152" y="116969"/>
                  <a:pt x="12138" y="121843"/>
                  <a:pt x="5483" y="125967"/>
                </a:cubicBezTo>
                <a:lnTo>
                  <a:pt x="0" y="120484"/>
                </a:lnTo>
                <a:cubicBezTo>
                  <a:pt x="4217" y="117298"/>
                  <a:pt x="7405" y="113596"/>
                  <a:pt x="9561" y="109378"/>
                </a:cubicBezTo>
                <a:cubicBezTo>
                  <a:pt x="11529" y="105066"/>
                  <a:pt x="12513" y="99864"/>
                  <a:pt x="12513" y="93772"/>
                </a:cubicBezTo>
                <a:lnTo>
                  <a:pt x="12513" y="91243"/>
                </a:lnTo>
                <a:lnTo>
                  <a:pt x="26009" y="91243"/>
                </a:lnTo>
                <a:close/>
                <a:moveTo>
                  <a:pt x="208680" y="98551"/>
                </a:moveTo>
                <a:lnTo>
                  <a:pt x="206994" y="106847"/>
                </a:lnTo>
                <a:lnTo>
                  <a:pt x="159053" y="106847"/>
                </a:lnTo>
                <a:lnTo>
                  <a:pt x="160600" y="98551"/>
                </a:lnTo>
                <a:lnTo>
                  <a:pt x="170723" y="98551"/>
                </a:lnTo>
                <a:lnTo>
                  <a:pt x="166364" y="77605"/>
                </a:lnTo>
                <a:lnTo>
                  <a:pt x="127842" y="77605"/>
                </a:lnTo>
                <a:lnTo>
                  <a:pt x="115190" y="98551"/>
                </a:lnTo>
                <a:lnTo>
                  <a:pt x="127422" y="98551"/>
                </a:lnTo>
                <a:lnTo>
                  <a:pt x="125733" y="106847"/>
                </a:lnTo>
                <a:lnTo>
                  <a:pt x="95226" y="106847"/>
                </a:lnTo>
                <a:lnTo>
                  <a:pt x="96912" y="98551"/>
                </a:lnTo>
                <a:lnTo>
                  <a:pt x="105208" y="98551"/>
                </a:lnTo>
                <a:lnTo>
                  <a:pt x="162146" y="4357"/>
                </a:lnTo>
                <a:lnTo>
                  <a:pt x="178596" y="4357"/>
                </a:lnTo>
                <a:lnTo>
                  <a:pt x="198840" y="98551"/>
                </a:lnTo>
                <a:lnTo>
                  <a:pt x="208680" y="98551"/>
                </a:lnTo>
                <a:moveTo>
                  <a:pt x="164536" y="69310"/>
                </a:moveTo>
                <a:lnTo>
                  <a:pt x="156382" y="30085"/>
                </a:lnTo>
                <a:lnTo>
                  <a:pt x="132763" y="69310"/>
                </a:lnTo>
                <a:lnTo>
                  <a:pt x="164536" y="69310"/>
                </a:lnTo>
                <a:close/>
                <a:moveTo>
                  <a:pt x="309578" y="37676"/>
                </a:moveTo>
                <a:lnTo>
                  <a:pt x="305641" y="57921"/>
                </a:lnTo>
                <a:lnTo>
                  <a:pt x="297908" y="57921"/>
                </a:lnTo>
                <a:cubicBezTo>
                  <a:pt x="298002" y="57266"/>
                  <a:pt x="298049" y="56282"/>
                  <a:pt x="298049" y="54969"/>
                </a:cubicBezTo>
                <a:cubicBezTo>
                  <a:pt x="298049" y="50377"/>
                  <a:pt x="297112" y="46769"/>
                  <a:pt x="295237" y="44144"/>
                </a:cubicBezTo>
                <a:cubicBezTo>
                  <a:pt x="292800" y="41145"/>
                  <a:pt x="289051" y="39646"/>
                  <a:pt x="283990" y="39646"/>
                </a:cubicBezTo>
                <a:cubicBezTo>
                  <a:pt x="277148" y="39646"/>
                  <a:pt x="271899" y="41942"/>
                  <a:pt x="268244" y="46534"/>
                </a:cubicBezTo>
                <a:cubicBezTo>
                  <a:pt x="264401" y="51126"/>
                  <a:pt x="261402" y="59046"/>
                  <a:pt x="259247" y="70295"/>
                </a:cubicBezTo>
                <a:cubicBezTo>
                  <a:pt x="258122" y="76198"/>
                  <a:pt x="257560" y="81212"/>
                  <a:pt x="257560" y="85337"/>
                </a:cubicBezTo>
                <a:cubicBezTo>
                  <a:pt x="257560" y="88992"/>
                  <a:pt x="257982" y="91851"/>
                  <a:pt x="258824" y="93913"/>
                </a:cubicBezTo>
                <a:cubicBezTo>
                  <a:pt x="260606" y="98693"/>
                  <a:pt x="264683" y="101083"/>
                  <a:pt x="271056" y="101083"/>
                </a:cubicBezTo>
                <a:cubicBezTo>
                  <a:pt x="275836" y="101083"/>
                  <a:pt x="280053" y="99630"/>
                  <a:pt x="283709" y="96724"/>
                </a:cubicBezTo>
                <a:cubicBezTo>
                  <a:pt x="287364" y="93537"/>
                  <a:pt x="289988" y="89320"/>
                  <a:pt x="291581" y="84071"/>
                </a:cubicBezTo>
                <a:lnTo>
                  <a:pt x="302970" y="84071"/>
                </a:lnTo>
                <a:cubicBezTo>
                  <a:pt x="299502" y="92600"/>
                  <a:pt x="294722" y="98787"/>
                  <a:pt x="288630" y="102629"/>
                </a:cubicBezTo>
                <a:cubicBezTo>
                  <a:pt x="282537" y="106754"/>
                  <a:pt x="274852" y="108816"/>
                  <a:pt x="265573" y="108816"/>
                </a:cubicBezTo>
                <a:cubicBezTo>
                  <a:pt x="252546" y="108816"/>
                  <a:pt x="243126" y="105442"/>
                  <a:pt x="237314" y="98693"/>
                </a:cubicBezTo>
                <a:cubicBezTo>
                  <a:pt x="233191" y="93819"/>
                  <a:pt x="231129" y="87680"/>
                  <a:pt x="231129" y="80276"/>
                </a:cubicBezTo>
                <a:cubicBezTo>
                  <a:pt x="231129" y="76901"/>
                  <a:pt x="231457" y="73574"/>
                  <a:pt x="232114" y="70295"/>
                </a:cubicBezTo>
                <a:cubicBezTo>
                  <a:pt x="234551" y="58203"/>
                  <a:pt x="239940" y="48783"/>
                  <a:pt x="248280" y="42036"/>
                </a:cubicBezTo>
                <a:cubicBezTo>
                  <a:pt x="256528" y="35287"/>
                  <a:pt x="266931" y="31912"/>
                  <a:pt x="279491" y="31912"/>
                </a:cubicBezTo>
                <a:cubicBezTo>
                  <a:pt x="284834" y="31912"/>
                  <a:pt x="289895" y="32381"/>
                  <a:pt x="294675" y="33320"/>
                </a:cubicBezTo>
                <a:cubicBezTo>
                  <a:pt x="300018" y="34351"/>
                  <a:pt x="304985" y="35803"/>
                  <a:pt x="309578" y="37676"/>
                </a:cubicBezTo>
                <a:close/>
                <a:moveTo>
                  <a:pt x="388542" y="33882"/>
                </a:moveTo>
                <a:lnTo>
                  <a:pt x="386995" y="42175"/>
                </a:lnTo>
                <a:lnTo>
                  <a:pt x="366751" y="42175"/>
                </a:lnTo>
                <a:lnTo>
                  <a:pt x="358035" y="86883"/>
                </a:lnTo>
                <a:cubicBezTo>
                  <a:pt x="357284" y="91007"/>
                  <a:pt x="356862" y="94099"/>
                  <a:pt x="356769" y="96162"/>
                </a:cubicBezTo>
                <a:cubicBezTo>
                  <a:pt x="356769" y="97474"/>
                  <a:pt x="356909" y="98318"/>
                  <a:pt x="357190" y="98693"/>
                </a:cubicBezTo>
                <a:cubicBezTo>
                  <a:pt x="357940" y="100286"/>
                  <a:pt x="359628" y="101083"/>
                  <a:pt x="362252" y="101083"/>
                </a:cubicBezTo>
                <a:cubicBezTo>
                  <a:pt x="365064" y="101083"/>
                  <a:pt x="367454" y="100099"/>
                  <a:pt x="369422" y="98131"/>
                </a:cubicBezTo>
                <a:cubicBezTo>
                  <a:pt x="371202" y="96069"/>
                  <a:pt x="372514" y="93022"/>
                  <a:pt x="373358" y="88992"/>
                </a:cubicBezTo>
                <a:lnTo>
                  <a:pt x="383621" y="88992"/>
                </a:lnTo>
                <a:cubicBezTo>
                  <a:pt x="381840" y="96303"/>
                  <a:pt x="378841" y="101458"/>
                  <a:pt x="374624" y="104457"/>
                </a:cubicBezTo>
                <a:cubicBezTo>
                  <a:pt x="370594" y="107363"/>
                  <a:pt x="364127" y="108816"/>
                  <a:pt x="355222" y="108816"/>
                </a:cubicBezTo>
                <a:cubicBezTo>
                  <a:pt x="345100" y="108816"/>
                  <a:pt x="338586" y="107269"/>
                  <a:pt x="335680" y="104176"/>
                </a:cubicBezTo>
                <a:cubicBezTo>
                  <a:pt x="333806" y="102019"/>
                  <a:pt x="332869" y="98880"/>
                  <a:pt x="332869" y="94756"/>
                </a:cubicBezTo>
                <a:cubicBezTo>
                  <a:pt x="332869" y="92507"/>
                  <a:pt x="333150" y="89882"/>
                  <a:pt x="333712" y="86883"/>
                </a:cubicBezTo>
                <a:lnTo>
                  <a:pt x="342428" y="42175"/>
                </a:lnTo>
                <a:lnTo>
                  <a:pt x="331885" y="42175"/>
                </a:lnTo>
                <a:lnTo>
                  <a:pt x="333431" y="33882"/>
                </a:lnTo>
                <a:lnTo>
                  <a:pt x="343975" y="33882"/>
                </a:lnTo>
                <a:lnTo>
                  <a:pt x="348474" y="11247"/>
                </a:lnTo>
                <a:lnTo>
                  <a:pt x="372655" y="11247"/>
                </a:lnTo>
                <a:lnTo>
                  <a:pt x="368298" y="33882"/>
                </a:lnTo>
                <a:lnTo>
                  <a:pt x="388542" y="33882"/>
                </a:lnTo>
                <a:close/>
                <a:moveTo>
                  <a:pt x="453424" y="10402"/>
                </a:moveTo>
                <a:cubicBezTo>
                  <a:pt x="453424" y="10966"/>
                  <a:pt x="453330" y="11903"/>
                  <a:pt x="453143" y="13215"/>
                </a:cubicBezTo>
                <a:cubicBezTo>
                  <a:pt x="452392" y="16870"/>
                  <a:pt x="450565" y="19963"/>
                  <a:pt x="447660" y="22493"/>
                </a:cubicBezTo>
                <a:cubicBezTo>
                  <a:pt x="444754" y="25024"/>
                  <a:pt x="441426" y="26290"/>
                  <a:pt x="437676" y="26290"/>
                </a:cubicBezTo>
                <a:cubicBezTo>
                  <a:pt x="433928" y="26290"/>
                  <a:pt x="431022" y="25024"/>
                  <a:pt x="428960" y="22493"/>
                </a:cubicBezTo>
                <a:cubicBezTo>
                  <a:pt x="427554" y="20806"/>
                  <a:pt x="426758" y="18604"/>
                  <a:pt x="426570" y="15885"/>
                </a:cubicBezTo>
                <a:cubicBezTo>
                  <a:pt x="426570" y="15418"/>
                  <a:pt x="426664" y="14527"/>
                  <a:pt x="426851" y="13215"/>
                </a:cubicBezTo>
                <a:cubicBezTo>
                  <a:pt x="427508" y="9559"/>
                  <a:pt x="429429" y="6419"/>
                  <a:pt x="432616" y="3795"/>
                </a:cubicBezTo>
                <a:cubicBezTo>
                  <a:pt x="435616" y="1265"/>
                  <a:pt x="438990" y="0"/>
                  <a:pt x="442739" y="0"/>
                </a:cubicBezTo>
                <a:cubicBezTo>
                  <a:pt x="446394" y="0"/>
                  <a:pt x="449206" y="1265"/>
                  <a:pt x="451174" y="3795"/>
                </a:cubicBezTo>
                <a:cubicBezTo>
                  <a:pt x="452674" y="5575"/>
                  <a:pt x="453424" y="7778"/>
                  <a:pt x="453424" y="10402"/>
                </a:cubicBezTo>
                <a:moveTo>
                  <a:pt x="449488" y="33882"/>
                </a:moveTo>
                <a:lnTo>
                  <a:pt x="436835" y="98551"/>
                </a:lnTo>
                <a:lnTo>
                  <a:pt x="447379" y="98551"/>
                </a:lnTo>
                <a:lnTo>
                  <a:pt x="445691" y="106847"/>
                </a:lnTo>
                <a:lnTo>
                  <a:pt x="410966" y="106847"/>
                </a:lnTo>
                <a:lnTo>
                  <a:pt x="423479" y="42175"/>
                </a:lnTo>
                <a:lnTo>
                  <a:pt x="413214" y="42175"/>
                </a:lnTo>
                <a:lnTo>
                  <a:pt x="414761" y="33882"/>
                </a:lnTo>
                <a:lnTo>
                  <a:pt x="449488" y="33882"/>
                </a:lnTo>
                <a:close/>
                <a:moveTo>
                  <a:pt x="534332" y="52017"/>
                </a:moveTo>
                <a:cubicBezTo>
                  <a:pt x="534332" y="49393"/>
                  <a:pt x="534145" y="47472"/>
                  <a:pt x="533770" y="46253"/>
                </a:cubicBezTo>
                <a:cubicBezTo>
                  <a:pt x="532458" y="41848"/>
                  <a:pt x="529225" y="39646"/>
                  <a:pt x="524069" y="39646"/>
                </a:cubicBezTo>
                <a:cubicBezTo>
                  <a:pt x="518821" y="39646"/>
                  <a:pt x="514790" y="41848"/>
                  <a:pt x="511979" y="46253"/>
                </a:cubicBezTo>
                <a:cubicBezTo>
                  <a:pt x="508980" y="50471"/>
                  <a:pt x="506355" y="58484"/>
                  <a:pt x="504106" y="70295"/>
                </a:cubicBezTo>
                <a:cubicBezTo>
                  <a:pt x="502607" y="77511"/>
                  <a:pt x="501858" y="83509"/>
                  <a:pt x="501858" y="88289"/>
                </a:cubicBezTo>
                <a:cubicBezTo>
                  <a:pt x="501858" y="90538"/>
                  <a:pt x="502091" y="92600"/>
                  <a:pt x="502559" y="94475"/>
                </a:cubicBezTo>
                <a:cubicBezTo>
                  <a:pt x="503872" y="98880"/>
                  <a:pt x="507105" y="101083"/>
                  <a:pt x="512260" y="101083"/>
                </a:cubicBezTo>
                <a:cubicBezTo>
                  <a:pt x="517321" y="101083"/>
                  <a:pt x="521351" y="98880"/>
                  <a:pt x="524350" y="94475"/>
                </a:cubicBezTo>
                <a:cubicBezTo>
                  <a:pt x="527256" y="90258"/>
                  <a:pt x="529834" y="82198"/>
                  <a:pt x="532084" y="70295"/>
                </a:cubicBezTo>
                <a:cubicBezTo>
                  <a:pt x="533582" y="62796"/>
                  <a:pt x="534332" y="56704"/>
                  <a:pt x="534332" y="52017"/>
                </a:cubicBezTo>
                <a:moveTo>
                  <a:pt x="560340" y="60733"/>
                </a:moveTo>
                <a:cubicBezTo>
                  <a:pt x="560340" y="63920"/>
                  <a:pt x="560013" y="67107"/>
                  <a:pt x="559358" y="70295"/>
                </a:cubicBezTo>
                <a:cubicBezTo>
                  <a:pt x="557014" y="82291"/>
                  <a:pt x="551531" y="91709"/>
                  <a:pt x="542908" y="98551"/>
                </a:cubicBezTo>
                <a:cubicBezTo>
                  <a:pt x="534379" y="105395"/>
                  <a:pt x="523647" y="108816"/>
                  <a:pt x="510713" y="108816"/>
                </a:cubicBezTo>
                <a:cubicBezTo>
                  <a:pt x="497873" y="108816"/>
                  <a:pt x="488454" y="105395"/>
                  <a:pt x="482456" y="98551"/>
                </a:cubicBezTo>
                <a:cubicBezTo>
                  <a:pt x="478144" y="93679"/>
                  <a:pt x="475988" y="87446"/>
                  <a:pt x="475988" y="79854"/>
                </a:cubicBezTo>
                <a:cubicBezTo>
                  <a:pt x="475988" y="76667"/>
                  <a:pt x="476317" y="73481"/>
                  <a:pt x="476973" y="70295"/>
                </a:cubicBezTo>
                <a:cubicBezTo>
                  <a:pt x="479410" y="58297"/>
                  <a:pt x="484892" y="48924"/>
                  <a:pt x="493420" y="42175"/>
                </a:cubicBezTo>
                <a:cubicBezTo>
                  <a:pt x="501950" y="35333"/>
                  <a:pt x="512682" y="31912"/>
                  <a:pt x="525616" y="31912"/>
                </a:cubicBezTo>
                <a:cubicBezTo>
                  <a:pt x="538550" y="31912"/>
                  <a:pt x="547970" y="35287"/>
                  <a:pt x="553875" y="42036"/>
                </a:cubicBezTo>
                <a:cubicBezTo>
                  <a:pt x="558185" y="46909"/>
                  <a:pt x="560340" y="53142"/>
                  <a:pt x="560340" y="60733"/>
                </a:cubicBezTo>
                <a:close/>
                <a:moveTo>
                  <a:pt x="668080" y="98551"/>
                </a:moveTo>
                <a:lnTo>
                  <a:pt x="666391" y="106847"/>
                </a:lnTo>
                <a:lnTo>
                  <a:pt x="631667" y="106847"/>
                </a:lnTo>
                <a:lnTo>
                  <a:pt x="640805" y="59749"/>
                </a:lnTo>
                <a:cubicBezTo>
                  <a:pt x="641462" y="56750"/>
                  <a:pt x="641790" y="54032"/>
                  <a:pt x="641790" y="51595"/>
                </a:cubicBezTo>
                <a:cubicBezTo>
                  <a:pt x="641790" y="49534"/>
                  <a:pt x="641508" y="47941"/>
                  <a:pt x="640945" y="46815"/>
                </a:cubicBezTo>
                <a:cubicBezTo>
                  <a:pt x="639821" y="44285"/>
                  <a:pt x="637337" y="43114"/>
                  <a:pt x="633495" y="43301"/>
                </a:cubicBezTo>
                <a:cubicBezTo>
                  <a:pt x="628621" y="43301"/>
                  <a:pt x="624684" y="45082"/>
                  <a:pt x="621685" y="48643"/>
                </a:cubicBezTo>
                <a:cubicBezTo>
                  <a:pt x="618779" y="52111"/>
                  <a:pt x="616529" y="57828"/>
                  <a:pt x="614936" y="65794"/>
                </a:cubicBezTo>
                <a:lnTo>
                  <a:pt x="606924" y="106847"/>
                </a:lnTo>
                <a:lnTo>
                  <a:pt x="582601" y="106847"/>
                </a:lnTo>
                <a:lnTo>
                  <a:pt x="595114" y="42175"/>
                </a:lnTo>
                <a:lnTo>
                  <a:pt x="584850" y="42175"/>
                </a:lnTo>
                <a:lnTo>
                  <a:pt x="586396" y="33882"/>
                </a:lnTo>
                <a:lnTo>
                  <a:pt x="621123" y="33882"/>
                </a:lnTo>
                <a:lnTo>
                  <a:pt x="619154" y="44144"/>
                </a:lnTo>
                <a:cubicBezTo>
                  <a:pt x="622904" y="39832"/>
                  <a:pt x="626840" y="36693"/>
                  <a:pt x="630963" y="34725"/>
                </a:cubicBezTo>
                <a:cubicBezTo>
                  <a:pt x="635088" y="32757"/>
                  <a:pt x="640009" y="31819"/>
                  <a:pt x="645727" y="31912"/>
                </a:cubicBezTo>
                <a:cubicBezTo>
                  <a:pt x="653880" y="31912"/>
                  <a:pt x="659597" y="34303"/>
                  <a:pt x="662878" y="39084"/>
                </a:cubicBezTo>
                <a:cubicBezTo>
                  <a:pt x="664940" y="42083"/>
                  <a:pt x="665971" y="46113"/>
                  <a:pt x="665971" y="51174"/>
                </a:cubicBezTo>
                <a:cubicBezTo>
                  <a:pt x="665971" y="54173"/>
                  <a:pt x="665643" y="57266"/>
                  <a:pt x="664986" y="60452"/>
                </a:cubicBezTo>
                <a:lnTo>
                  <a:pt x="657675" y="98551"/>
                </a:lnTo>
                <a:lnTo>
                  <a:pt x="668080" y="98551"/>
                </a:lnTo>
                <a:close/>
              </a:path>
            </a:pathLst>
          </a:custGeom>
          <a:solidFill xmlns:a="http://schemas.openxmlformats.org/drawingml/2006/main">
            <a:srgbClr val="3B5F2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" name="Text �+�">
            <a:extLst xmlns:a="http://schemas.openxmlformats.org/drawingml/2006/main">
              <a:ext uri="{FF2B5EF4-FFF2-40B4-BE49-F238E27FC236}">
                <a16:creationId xmlns:a16="http://schemas.microsoft.com/office/drawing/2014/main" id="{218225F5-A4D2-40AC-B3F2-4080747B7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4492" y="4171012"/>
            <a:ext cx="171975" cy="79567"/>
          </a:xfrm>
          <a:custGeom xmlns:a="http://schemas.openxmlformats.org/drawingml/2006/main">
            <a:pathLst>
              <a:path w="171975" h="79567">
                <a:moveTo>
                  <a:pt x="30075" y="7368"/>
                </a:moveTo>
                <a:cubicBezTo>
                  <a:pt x="30075" y="7767"/>
                  <a:pt x="30008" y="8431"/>
                  <a:pt x="29875" y="9360"/>
                </a:cubicBezTo>
                <a:cubicBezTo>
                  <a:pt x="29344" y="11950"/>
                  <a:pt x="28049" y="14140"/>
                  <a:pt x="25992" y="15932"/>
                </a:cubicBezTo>
                <a:cubicBezTo>
                  <a:pt x="23933" y="17725"/>
                  <a:pt x="21576" y="18622"/>
                  <a:pt x="18920" y="18622"/>
                </a:cubicBezTo>
                <a:cubicBezTo>
                  <a:pt x="16265" y="18622"/>
                  <a:pt x="14207" y="17725"/>
                  <a:pt x="12746" y="15932"/>
                </a:cubicBezTo>
                <a:cubicBezTo>
                  <a:pt x="11750" y="14738"/>
                  <a:pt x="11186" y="13178"/>
                  <a:pt x="11053" y="11252"/>
                </a:cubicBezTo>
                <a:cubicBezTo>
                  <a:pt x="11053" y="10921"/>
                  <a:pt x="11119" y="10290"/>
                  <a:pt x="11252" y="9360"/>
                </a:cubicBezTo>
                <a:cubicBezTo>
                  <a:pt x="11717" y="6771"/>
                  <a:pt x="13078" y="4547"/>
                  <a:pt x="15335" y="2688"/>
                </a:cubicBezTo>
                <a:cubicBezTo>
                  <a:pt x="17460" y="896"/>
                  <a:pt x="19851" y="0"/>
                  <a:pt x="22506" y="0"/>
                </a:cubicBezTo>
                <a:cubicBezTo>
                  <a:pt x="25095" y="0"/>
                  <a:pt x="27087" y="896"/>
                  <a:pt x="28481" y="2688"/>
                </a:cubicBezTo>
                <a:cubicBezTo>
                  <a:pt x="29543" y="3949"/>
                  <a:pt x="30075" y="5509"/>
                  <a:pt x="30075" y="7368"/>
                </a:cubicBezTo>
                <a:moveTo>
                  <a:pt x="27286" y="23999"/>
                </a:moveTo>
                <a:lnTo>
                  <a:pt x="18324" y="69807"/>
                </a:lnTo>
                <a:lnTo>
                  <a:pt x="25792" y="69807"/>
                </a:lnTo>
                <a:lnTo>
                  <a:pt x="24597" y="75683"/>
                </a:lnTo>
                <a:lnTo>
                  <a:pt x="0" y="75683"/>
                </a:lnTo>
                <a:lnTo>
                  <a:pt x="8863" y="29874"/>
                </a:lnTo>
                <a:lnTo>
                  <a:pt x="1592" y="29874"/>
                </a:lnTo>
                <a:lnTo>
                  <a:pt x="2688" y="23999"/>
                </a:lnTo>
                <a:lnTo>
                  <a:pt x="27286" y="23999"/>
                </a:lnTo>
                <a:close/>
                <a:moveTo>
                  <a:pt x="108815" y="52281"/>
                </a:moveTo>
                <a:lnTo>
                  <a:pt x="81530" y="52281"/>
                </a:lnTo>
                <a:lnTo>
                  <a:pt x="81530" y="79567"/>
                </a:lnTo>
                <a:lnTo>
                  <a:pt x="73563" y="79567"/>
                </a:lnTo>
                <a:lnTo>
                  <a:pt x="73563" y="52281"/>
                </a:lnTo>
                <a:lnTo>
                  <a:pt x="46277" y="52281"/>
                </a:lnTo>
                <a:lnTo>
                  <a:pt x="46277" y="44314"/>
                </a:lnTo>
                <a:lnTo>
                  <a:pt x="73563" y="44314"/>
                </a:lnTo>
                <a:lnTo>
                  <a:pt x="73563" y="17028"/>
                </a:lnTo>
                <a:lnTo>
                  <a:pt x="81530" y="17028"/>
                </a:lnTo>
                <a:lnTo>
                  <a:pt x="81530" y="44314"/>
                </a:lnTo>
                <a:lnTo>
                  <a:pt x="108815" y="44314"/>
                </a:lnTo>
                <a:lnTo>
                  <a:pt x="108815" y="52281"/>
                </a:lnTo>
                <a:close/>
                <a:moveTo>
                  <a:pt x="171975" y="75683"/>
                </a:moveTo>
                <a:lnTo>
                  <a:pt x="126266" y="75683"/>
                </a:lnTo>
                <a:lnTo>
                  <a:pt x="126266" y="69807"/>
                </a:lnTo>
                <a:lnTo>
                  <a:pt x="139909" y="69807"/>
                </a:lnTo>
                <a:lnTo>
                  <a:pt x="139909" y="11053"/>
                </a:lnTo>
                <a:lnTo>
                  <a:pt x="124773" y="20015"/>
                </a:lnTo>
                <a:lnTo>
                  <a:pt x="124773" y="12746"/>
                </a:lnTo>
                <a:lnTo>
                  <a:pt x="142996" y="1792"/>
                </a:lnTo>
                <a:lnTo>
                  <a:pt x="158333" y="1792"/>
                </a:lnTo>
                <a:lnTo>
                  <a:pt x="158333" y="69807"/>
                </a:lnTo>
                <a:lnTo>
                  <a:pt x="171975" y="69807"/>
                </a:lnTo>
                <a:lnTo>
                  <a:pt x="171975" y="75683"/>
                </a:lnTo>
                <a:close/>
              </a:path>
            </a:pathLst>
          </a:custGeom>
          <a:solidFill xmlns:a="http://schemas.openxmlformats.org/drawingml/2006/main">
            <a:srgbClr val="3B5F2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" name="Text &gt;">
            <a:extLst xmlns:a="http://schemas.openxmlformats.org/drawingml/2006/main">
              <a:ext uri="{FF2B5EF4-FFF2-40B4-BE49-F238E27FC236}">
                <a16:creationId xmlns:a16="http://schemas.microsoft.com/office/drawing/2014/main" id="{29D6A25E-1B7F-49BE-80F0-AFB17A813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7523" y="4134828"/>
            <a:ext cx="66656" cy="68235"/>
          </a:xfrm>
          <a:custGeom xmlns:a="http://schemas.openxmlformats.org/drawingml/2006/main">
            <a:pathLst>
              <a:path w="66656" h="68235">
                <a:moveTo>
                  <a:pt x="66656" y="39678"/>
                </a:moveTo>
                <a:lnTo>
                  <a:pt x="0" y="68235"/>
                </a:lnTo>
                <a:lnTo>
                  <a:pt x="0" y="55879"/>
                </a:lnTo>
                <a:lnTo>
                  <a:pt x="52790" y="33980"/>
                </a:lnTo>
                <a:lnTo>
                  <a:pt x="0" y="12356"/>
                </a:lnTo>
                <a:lnTo>
                  <a:pt x="0" y="0"/>
                </a:lnTo>
                <a:lnTo>
                  <a:pt x="66656" y="28145"/>
                </a:lnTo>
                <a:lnTo>
                  <a:pt x="66656" y="39678"/>
                </a:lnTo>
                <a:close/>
              </a:path>
            </a:pathLst>
          </a:custGeom>
          <a:solidFill xmlns:a="http://schemas.openxmlformats.org/drawingml/2006/main">
            <a:srgbClr val="3B5F2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" name="Text &gt;">
            <a:extLst xmlns:a="http://schemas.openxmlformats.org/drawingml/2006/main">
              <a:ext uri="{FF2B5EF4-FFF2-40B4-BE49-F238E27FC236}">
                <a16:creationId xmlns:a16="http://schemas.microsoft.com/office/drawing/2014/main" id="{A281D0B0-FF09-421E-9016-F2DA134EC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7523" y="4134828"/>
            <a:ext cx="66656" cy="68235"/>
          </a:xfrm>
          <a:custGeom xmlns:a="http://schemas.openxmlformats.org/drawingml/2006/main">
            <a:pathLst>
              <a:path w="66656" h="68235" fill="none">
                <a:moveTo>
                  <a:pt x="66656" y="39678"/>
                </a:moveTo>
                <a:lnTo>
                  <a:pt x="0" y="68235"/>
                </a:lnTo>
                <a:lnTo>
                  <a:pt x="0" y="55879"/>
                </a:lnTo>
                <a:lnTo>
                  <a:pt x="52790" y="33980"/>
                </a:lnTo>
                <a:lnTo>
                  <a:pt x="0" y="12356"/>
                </a:lnTo>
                <a:lnTo>
                  <a:pt x="0" y="0"/>
                </a:lnTo>
                <a:lnTo>
                  <a:pt x="66656" y="28145"/>
                </a:lnTo>
                <a:lnTo>
                  <a:pt x="66656" y="3967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993" cap="flat">
            <a:solidFill>
              <a:srgbClr val="3B5F21"/>
            </a:solidFill>
            <a:miter/>
          </a:ln>
        </p:spPr>
      </p:sp>
      <p:sp>
        <p:nvSpPr>
          <p:cNvPr id="47" name="Text Prompt:">
            <a:extLst xmlns:a="http://schemas.openxmlformats.org/drawingml/2006/main">
              <a:ext uri="{FF2B5EF4-FFF2-40B4-BE49-F238E27FC236}">
                <a16:creationId xmlns:a16="http://schemas.microsoft.com/office/drawing/2014/main" id="{8679A3E5-E811-4608-959C-2A8B397D2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406" y="4288990"/>
            <a:ext cx="468740" cy="128644"/>
          </a:xfrm>
          <a:custGeom xmlns:a="http://schemas.openxmlformats.org/drawingml/2006/main">
            <a:pathLst>
              <a:path w="468740" h="128644">
                <a:moveTo>
                  <a:pt x="0" y="100636"/>
                </a:moveTo>
                <a:lnTo>
                  <a:pt x="0" y="0"/>
                </a:lnTo>
                <a:lnTo>
                  <a:pt x="37962" y="0"/>
                </a:lnTo>
                <a:cubicBezTo>
                  <a:pt x="44643" y="0"/>
                  <a:pt x="49746" y="320"/>
                  <a:pt x="53270" y="961"/>
                </a:cubicBezTo>
                <a:cubicBezTo>
                  <a:pt x="58213" y="1785"/>
                  <a:pt x="62354" y="3352"/>
                  <a:pt x="65695" y="5663"/>
                </a:cubicBezTo>
                <a:cubicBezTo>
                  <a:pt x="69036" y="7974"/>
                  <a:pt x="71725" y="11212"/>
                  <a:pt x="73761" y="15377"/>
                </a:cubicBezTo>
                <a:cubicBezTo>
                  <a:pt x="75798" y="19541"/>
                  <a:pt x="76816" y="24118"/>
                  <a:pt x="76816" y="29106"/>
                </a:cubicBezTo>
                <a:cubicBezTo>
                  <a:pt x="76816" y="37664"/>
                  <a:pt x="74093" y="44907"/>
                  <a:pt x="68647" y="50833"/>
                </a:cubicBezTo>
                <a:cubicBezTo>
                  <a:pt x="63201" y="56760"/>
                  <a:pt x="53362" y="59723"/>
                  <a:pt x="39129" y="59723"/>
                </a:cubicBezTo>
                <a:lnTo>
                  <a:pt x="13318" y="59723"/>
                </a:lnTo>
                <a:lnTo>
                  <a:pt x="13318" y="100636"/>
                </a:lnTo>
                <a:lnTo>
                  <a:pt x="0" y="100636"/>
                </a:lnTo>
                <a:moveTo>
                  <a:pt x="13318" y="47778"/>
                </a:moveTo>
                <a:lnTo>
                  <a:pt x="39335" y="47778"/>
                </a:lnTo>
                <a:cubicBezTo>
                  <a:pt x="47938" y="47778"/>
                  <a:pt x="54048" y="46183"/>
                  <a:pt x="57663" y="42992"/>
                </a:cubicBezTo>
                <a:cubicBezTo>
                  <a:pt x="61279" y="39800"/>
                  <a:pt x="63087" y="35310"/>
                  <a:pt x="63087" y="29520"/>
                </a:cubicBezTo>
                <a:cubicBezTo>
                  <a:pt x="63087" y="25326"/>
                  <a:pt x="62023" y="21735"/>
                  <a:pt x="59894" y="18749"/>
                </a:cubicBezTo>
                <a:cubicBezTo>
                  <a:pt x="57766" y="15763"/>
                  <a:pt x="54963" y="13791"/>
                  <a:pt x="51485" y="12833"/>
                </a:cubicBezTo>
                <a:cubicBezTo>
                  <a:pt x="49243" y="12241"/>
                  <a:pt x="45101" y="11945"/>
                  <a:pt x="39060" y="11945"/>
                </a:cubicBezTo>
                <a:lnTo>
                  <a:pt x="13318" y="11945"/>
                </a:lnTo>
                <a:lnTo>
                  <a:pt x="13318" y="47778"/>
                </a:lnTo>
                <a:close/>
                <a:moveTo>
                  <a:pt x="92010" y="100636"/>
                </a:moveTo>
                <a:lnTo>
                  <a:pt x="92010" y="27733"/>
                </a:lnTo>
                <a:lnTo>
                  <a:pt x="103131" y="27733"/>
                </a:lnTo>
                <a:lnTo>
                  <a:pt x="103131" y="38786"/>
                </a:lnTo>
                <a:cubicBezTo>
                  <a:pt x="105968" y="33614"/>
                  <a:pt x="108588" y="30205"/>
                  <a:pt x="110991" y="28557"/>
                </a:cubicBezTo>
                <a:cubicBezTo>
                  <a:pt x="113393" y="26910"/>
                  <a:pt x="116036" y="26086"/>
                  <a:pt x="118919" y="26086"/>
                </a:cubicBezTo>
                <a:cubicBezTo>
                  <a:pt x="123084" y="26086"/>
                  <a:pt x="127317" y="27413"/>
                  <a:pt x="131619" y="30067"/>
                </a:cubicBezTo>
                <a:lnTo>
                  <a:pt x="127363" y="41523"/>
                </a:lnTo>
                <a:cubicBezTo>
                  <a:pt x="124343" y="39744"/>
                  <a:pt x="121322" y="38854"/>
                  <a:pt x="118302" y="38854"/>
                </a:cubicBezTo>
                <a:cubicBezTo>
                  <a:pt x="115601" y="38854"/>
                  <a:pt x="113176" y="39667"/>
                  <a:pt x="111025" y="41291"/>
                </a:cubicBezTo>
                <a:cubicBezTo>
                  <a:pt x="108874" y="42916"/>
                  <a:pt x="107341" y="45170"/>
                  <a:pt x="106426" y="48053"/>
                </a:cubicBezTo>
                <a:cubicBezTo>
                  <a:pt x="105053" y="52446"/>
                  <a:pt x="104366" y="57252"/>
                  <a:pt x="104366" y="62469"/>
                </a:cubicBezTo>
                <a:lnTo>
                  <a:pt x="104366" y="100636"/>
                </a:lnTo>
                <a:lnTo>
                  <a:pt x="92010" y="100636"/>
                </a:lnTo>
                <a:close/>
                <a:moveTo>
                  <a:pt x="134411" y="64185"/>
                </a:moveTo>
                <a:cubicBezTo>
                  <a:pt x="134411" y="50684"/>
                  <a:pt x="138163" y="40685"/>
                  <a:pt x="145669" y="34186"/>
                </a:cubicBezTo>
                <a:cubicBezTo>
                  <a:pt x="151938" y="28786"/>
                  <a:pt x="159581" y="26086"/>
                  <a:pt x="168597" y="26086"/>
                </a:cubicBezTo>
                <a:cubicBezTo>
                  <a:pt x="178619" y="26086"/>
                  <a:pt x="186811" y="29369"/>
                  <a:pt x="193172" y="35937"/>
                </a:cubicBezTo>
                <a:cubicBezTo>
                  <a:pt x="199534" y="42504"/>
                  <a:pt x="202714" y="51577"/>
                  <a:pt x="202714" y="63155"/>
                </a:cubicBezTo>
                <a:cubicBezTo>
                  <a:pt x="202714" y="72537"/>
                  <a:pt x="201307" y="79917"/>
                  <a:pt x="198493" y="85294"/>
                </a:cubicBezTo>
                <a:cubicBezTo>
                  <a:pt x="195678" y="90671"/>
                  <a:pt x="191582" y="94847"/>
                  <a:pt x="186205" y="97822"/>
                </a:cubicBezTo>
                <a:cubicBezTo>
                  <a:pt x="180827" y="100797"/>
                  <a:pt x="174958" y="102284"/>
                  <a:pt x="168597" y="102284"/>
                </a:cubicBezTo>
                <a:cubicBezTo>
                  <a:pt x="158391" y="102284"/>
                  <a:pt x="150142" y="99012"/>
                  <a:pt x="143850" y="92467"/>
                </a:cubicBezTo>
                <a:cubicBezTo>
                  <a:pt x="137557" y="85923"/>
                  <a:pt x="134411" y="76496"/>
                  <a:pt x="134411" y="64185"/>
                </a:cubicBezTo>
                <a:moveTo>
                  <a:pt x="147110" y="64219"/>
                </a:moveTo>
                <a:cubicBezTo>
                  <a:pt x="147110" y="73544"/>
                  <a:pt x="149147" y="80526"/>
                  <a:pt x="153220" y="85165"/>
                </a:cubicBezTo>
                <a:cubicBezTo>
                  <a:pt x="157293" y="89805"/>
                  <a:pt x="162419" y="92124"/>
                  <a:pt x="168597" y="92124"/>
                </a:cubicBezTo>
                <a:cubicBezTo>
                  <a:pt x="174729" y="92124"/>
                  <a:pt x="179832" y="89793"/>
                  <a:pt x="183905" y="85131"/>
                </a:cubicBezTo>
                <a:cubicBezTo>
                  <a:pt x="187978" y="80469"/>
                  <a:pt x="190015" y="73361"/>
                  <a:pt x="190015" y="63807"/>
                </a:cubicBezTo>
                <a:cubicBezTo>
                  <a:pt x="190015" y="54803"/>
                  <a:pt x="187967" y="47981"/>
                  <a:pt x="183871" y="43342"/>
                </a:cubicBezTo>
                <a:cubicBezTo>
                  <a:pt x="179775" y="38703"/>
                  <a:pt x="174684" y="36383"/>
                  <a:pt x="168597" y="36383"/>
                </a:cubicBezTo>
                <a:cubicBezTo>
                  <a:pt x="162419" y="36383"/>
                  <a:pt x="157293" y="38691"/>
                  <a:pt x="153220" y="43308"/>
                </a:cubicBezTo>
                <a:cubicBezTo>
                  <a:pt x="149147" y="47924"/>
                  <a:pt x="147110" y="54895"/>
                  <a:pt x="147110" y="64219"/>
                </a:cubicBezTo>
                <a:close/>
                <a:moveTo>
                  <a:pt x="216920" y="100636"/>
                </a:moveTo>
                <a:lnTo>
                  <a:pt x="216920" y="27733"/>
                </a:lnTo>
                <a:lnTo>
                  <a:pt x="227972" y="27733"/>
                </a:lnTo>
                <a:lnTo>
                  <a:pt x="227972" y="37962"/>
                </a:lnTo>
                <a:cubicBezTo>
                  <a:pt x="230260" y="34392"/>
                  <a:pt x="233304" y="31520"/>
                  <a:pt x="237102" y="29347"/>
                </a:cubicBezTo>
                <a:cubicBezTo>
                  <a:pt x="240901" y="27173"/>
                  <a:pt x="245225" y="26086"/>
                  <a:pt x="250076" y="26086"/>
                </a:cubicBezTo>
                <a:cubicBezTo>
                  <a:pt x="255477" y="26086"/>
                  <a:pt x="259904" y="27207"/>
                  <a:pt x="263360" y="29450"/>
                </a:cubicBezTo>
                <a:cubicBezTo>
                  <a:pt x="266815" y="31692"/>
                  <a:pt x="269252" y="34827"/>
                  <a:pt x="270670" y="38854"/>
                </a:cubicBezTo>
                <a:cubicBezTo>
                  <a:pt x="276437" y="30342"/>
                  <a:pt x="283942" y="26086"/>
                  <a:pt x="293187" y="26086"/>
                </a:cubicBezTo>
                <a:cubicBezTo>
                  <a:pt x="300417" y="26086"/>
                  <a:pt x="305978" y="28088"/>
                  <a:pt x="309868" y="32092"/>
                </a:cubicBezTo>
                <a:cubicBezTo>
                  <a:pt x="313758" y="36097"/>
                  <a:pt x="315703" y="42264"/>
                  <a:pt x="315703" y="50593"/>
                </a:cubicBezTo>
                <a:lnTo>
                  <a:pt x="315703" y="100636"/>
                </a:lnTo>
                <a:lnTo>
                  <a:pt x="303415" y="100636"/>
                </a:lnTo>
                <a:lnTo>
                  <a:pt x="303415" y="54712"/>
                </a:lnTo>
                <a:cubicBezTo>
                  <a:pt x="303415" y="49769"/>
                  <a:pt x="303015" y="46211"/>
                  <a:pt x="302214" y="44037"/>
                </a:cubicBezTo>
                <a:cubicBezTo>
                  <a:pt x="301413" y="41863"/>
                  <a:pt x="299960" y="40113"/>
                  <a:pt x="297855" y="38786"/>
                </a:cubicBezTo>
                <a:cubicBezTo>
                  <a:pt x="295749" y="37458"/>
                  <a:pt x="293278" y="36795"/>
                  <a:pt x="290441" y="36795"/>
                </a:cubicBezTo>
                <a:cubicBezTo>
                  <a:pt x="285315" y="36795"/>
                  <a:pt x="281059" y="38500"/>
                  <a:pt x="277672" y="41909"/>
                </a:cubicBezTo>
                <a:cubicBezTo>
                  <a:pt x="274286" y="45318"/>
                  <a:pt x="272593" y="50776"/>
                  <a:pt x="272593" y="58281"/>
                </a:cubicBezTo>
                <a:lnTo>
                  <a:pt x="272593" y="100636"/>
                </a:lnTo>
                <a:lnTo>
                  <a:pt x="260236" y="100636"/>
                </a:lnTo>
                <a:lnTo>
                  <a:pt x="260236" y="53270"/>
                </a:lnTo>
                <a:cubicBezTo>
                  <a:pt x="260236" y="47778"/>
                  <a:pt x="259229" y="43659"/>
                  <a:pt x="257216" y="40914"/>
                </a:cubicBezTo>
                <a:cubicBezTo>
                  <a:pt x="255202" y="38168"/>
                  <a:pt x="251907" y="36795"/>
                  <a:pt x="247330" y="36795"/>
                </a:cubicBezTo>
                <a:cubicBezTo>
                  <a:pt x="243852" y="36795"/>
                  <a:pt x="240637" y="37710"/>
                  <a:pt x="237686" y="39541"/>
                </a:cubicBezTo>
                <a:cubicBezTo>
                  <a:pt x="234734" y="41371"/>
                  <a:pt x="232594" y="44048"/>
                  <a:pt x="231267" y="47572"/>
                </a:cubicBezTo>
                <a:cubicBezTo>
                  <a:pt x="229940" y="51096"/>
                  <a:pt x="229276" y="56176"/>
                  <a:pt x="229276" y="62812"/>
                </a:cubicBezTo>
                <a:lnTo>
                  <a:pt x="229276" y="100636"/>
                </a:lnTo>
                <a:lnTo>
                  <a:pt x="216920" y="100636"/>
                </a:lnTo>
                <a:close/>
                <a:moveTo>
                  <a:pt x="334077" y="128644"/>
                </a:moveTo>
                <a:lnTo>
                  <a:pt x="334077" y="27733"/>
                </a:lnTo>
                <a:lnTo>
                  <a:pt x="345335" y="27733"/>
                </a:lnTo>
                <a:lnTo>
                  <a:pt x="345335" y="37273"/>
                </a:lnTo>
                <a:cubicBezTo>
                  <a:pt x="347990" y="33543"/>
                  <a:pt x="350987" y="30747"/>
                  <a:pt x="354328" y="28883"/>
                </a:cubicBezTo>
                <a:cubicBezTo>
                  <a:pt x="357669" y="27018"/>
                  <a:pt x="361719" y="26086"/>
                  <a:pt x="366479" y="26086"/>
                </a:cubicBezTo>
                <a:cubicBezTo>
                  <a:pt x="372703" y="26086"/>
                  <a:pt x="378194" y="27688"/>
                  <a:pt x="382954" y="30891"/>
                </a:cubicBezTo>
                <a:cubicBezTo>
                  <a:pt x="387713" y="34095"/>
                  <a:pt x="391306" y="38614"/>
                  <a:pt x="393731" y="44449"/>
                </a:cubicBezTo>
                <a:cubicBezTo>
                  <a:pt x="396157" y="50284"/>
                  <a:pt x="397370" y="56680"/>
                  <a:pt x="397370" y="63636"/>
                </a:cubicBezTo>
                <a:cubicBezTo>
                  <a:pt x="397370" y="71095"/>
                  <a:pt x="396031" y="77811"/>
                  <a:pt x="393354" y="83784"/>
                </a:cubicBezTo>
                <a:cubicBezTo>
                  <a:pt x="390677" y="89756"/>
                  <a:pt x="386787" y="94332"/>
                  <a:pt x="381684" y="97513"/>
                </a:cubicBezTo>
                <a:cubicBezTo>
                  <a:pt x="376581" y="100694"/>
                  <a:pt x="371215" y="102284"/>
                  <a:pt x="365586" y="102284"/>
                </a:cubicBezTo>
                <a:cubicBezTo>
                  <a:pt x="361467" y="102284"/>
                  <a:pt x="357772" y="101414"/>
                  <a:pt x="354500" y="99675"/>
                </a:cubicBezTo>
                <a:cubicBezTo>
                  <a:pt x="351228" y="97936"/>
                  <a:pt x="348539" y="95740"/>
                  <a:pt x="346434" y="93085"/>
                </a:cubicBezTo>
                <a:lnTo>
                  <a:pt x="346434" y="128644"/>
                </a:lnTo>
                <a:lnTo>
                  <a:pt x="334077" y="128644"/>
                </a:lnTo>
                <a:moveTo>
                  <a:pt x="345267" y="64631"/>
                </a:moveTo>
                <a:cubicBezTo>
                  <a:pt x="345267" y="74001"/>
                  <a:pt x="347166" y="80926"/>
                  <a:pt x="350964" y="85405"/>
                </a:cubicBezTo>
                <a:cubicBezTo>
                  <a:pt x="354763" y="89885"/>
                  <a:pt x="359362" y="92124"/>
                  <a:pt x="364762" y="92124"/>
                </a:cubicBezTo>
                <a:cubicBezTo>
                  <a:pt x="370254" y="92124"/>
                  <a:pt x="374956" y="89805"/>
                  <a:pt x="378869" y="85165"/>
                </a:cubicBezTo>
                <a:cubicBezTo>
                  <a:pt x="382782" y="80526"/>
                  <a:pt x="384739" y="73338"/>
                  <a:pt x="384739" y="63601"/>
                </a:cubicBezTo>
                <a:cubicBezTo>
                  <a:pt x="384739" y="54323"/>
                  <a:pt x="382828" y="47375"/>
                  <a:pt x="379007" y="42758"/>
                </a:cubicBezTo>
                <a:cubicBezTo>
                  <a:pt x="375185" y="38142"/>
                  <a:pt x="370620" y="35834"/>
                  <a:pt x="365312" y="35834"/>
                </a:cubicBezTo>
                <a:cubicBezTo>
                  <a:pt x="360049" y="35834"/>
                  <a:pt x="355392" y="38291"/>
                  <a:pt x="351342" y="43205"/>
                </a:cubicBezTo>
                <a:cubicBezTo>
                  <a:pt x="347292" y="48119"/>
                  <a:pt x="345267" y="55261"/>
                  <a:pt x="345267" y="64631"/>
                </a:cubicBezTo>
                <a:close/>
                <a:moveTo>
                  <a:pt x="438965" y="89584"/>
                </a:moveTo>
                <a:lnTo>
                  <a:pt x="440750" y="100499"/>
                </a:lnTo>
                <a:cubicBezTo>
                  <a:pt x="437272" y="101231"/>
                  <a:pt x="434160" y="101598"/>
                  <a:pt x="431414" y="101598"/>
                </a:cubicBezTo>
                <a:cubicBezTo>
                  <a:pt x="426929" y="101598"/>
                  <a:pt x="423451" y="100888"/>
                  <a:pt x="420980" y="99469"/>
                </a:cubicBezTo>
                <a:cubicBezTo>
                  <a:pt x="418508" y="98051"/>
                  <a:pt x="416769" y="96186"/>
                  <a:pt x="415762" y="93875"/>
                </a:cubicBezTo>
                <a:cubicBezTo>
                  <a:pt x="414756" y="91564"/>
                  <a:pt x="414252" y="86701"/>
                  <a:pt x="414252" y="79287"/>
                </a:cubicBezTo>
                <a:lnTo>
                  <a:pt x="414252" y="37344"/>
                </a:lnTo>
                <a:lnTo>
                  <a:pt x="405191" y="37344"/>
                </a:lnTo>
                <a:lnTo>
                  <a:pt x="405191" y="27733"/>
                </a:lnTo>
                <a:lnTo>
                  <a:pt x="414252" y="27733"/>
                </a:lnTo>
                <a:lnTo>
                  <a:pt x="414252" y="9679"/>
                </a:lnTo>
                <a:lnTo>
                  <a:pt x="426540" y="2265"/>
                </a:lnTo>
                <a:lnTo>
                  <a:pt x="426540" y="27733"/>
                </a:lnTo>
                <a:lnTo>
                  <a:pt x="438965" y="27733"/>
                </a:lnTo>
                <a:lnTo>
                  <a:pt x="438965" y="37344"/>
                </a:lnTo>
                <a:lnTo>
                  <a:pt x="426540" y="37344"/>
                </a:lnTo>
                <a:lnTo>
                  <a:pt x="426540" y="79974"/>
                </a:lnTo>
                <a:cubicBezTo>
                  <a:pt x="426540" y="83498"/>
                  <a:pt x="426757" y="85763"/>
                  <a:pt x="427192" y="86770"/>
                </a:cubicBezTo>
                <a:cubicBezTo>
                  <a:pt x="427627" y="87777"/>
                  <a:pt x="428336" y="88577"/>
                  <a:pt x="429320" y="89172"/>
                </a:cubicBezTo>
                <a:cubicBezTo>
                  <a:pt x="430304" y="89767"/>
                  <a:pt x="431711" y="90065"/>
                  <a:pt x="433542" y="90065"/>
                </a:cubicBezTo>
                <a:cubicBezTo>
                  <a:pt x="434915" y="90065"/>
                  <a:pt x="436723" y="89905"/>
                  <a:pt x="438965" y="89584"/>
                </a:cubicBezTo>
                <a:close/>
                <a:moveTo>
                  <a:pt x="454667" y="41875"/>
                </a:moveTo>
                <a:lnTo>
                  <a:pt x="454667" y="27733"/>
                </a:lnTo>
                <a:lnTo>
                  <a:pt x="468740" y="27733"/>
                </a:lnTo>
                <a:lnTo>
                  <a:pt x="468740" y="41875"/>
                </a:lnTo>
                <a:lnTo>
                  <a:pt x="454667" y="41875"/>
                </a:lnTo>
                <a:moveTo>
                  <a:pt x="454667" y="100636"/>
                </a:moveTo>
                <a:lnTo>
                  <a:pt x="454667" y="86495"/>
                </a:lnTo>
                <a:lnTo>
                  <a:pt x="468740" y="86495"/>
                </a:lnTo>
                <a:lnTo>
                  <a:pt x="468740" y="100636"/>
                </a:lnTo>
                <a:lnTo>
                  <a:pt x="454667" y="10063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" name="Text &lt;푂푏푠�푟������">
            <a:extLst xmlns:a="http://schemas.openxmlformats.org/drawingml/2006/main">
              <a:ext uri="{FF2B5EF4-FFF2-40B4-BE49-F238E27FC236}">
                <a16:creationId xmlns:a16="http://schemas.microsoft.com/office/drawing/2014/main" id="{341DAA53-A8E7-48FB-95E8-DA9B4F202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0293" y="4282780"/>
            <a:ext cx="1053852" cy="108816"/>
          </a:xfrm>
          <a:custGeom xmlns:a="http://schemas.openxmlformats.org/drawingml/2006/main">
            <a:pathLst>
              <a:path w="1053852" h="108816">
                <a:moveTo>
                  <a:pt x="0" y="62776"/>
                </a:moveTo>
                <a:lnTo>
                  <a:pt x="0" y="51243"/>
                </a:lnTo>
                <a:lnTo>
                  <a:pt x="66656" y="23098"/>
                </a:lnTo>
                <a:lnTo>
                  <a:pt x="66656" y="35454"/>
                </a:lnTo>
                <a:lnTo>
                  <a:pt x="13798" y="57078"/>
                </a:lnTo>
                <a:lnTo>
                  <a:pt x="66656" y="78976"/>
                </a:lnTo>
                <a:lnTo>
                  <a:pt x="66656" y="91333"/>
                </a:lnTo>
                <a:lnTo>
                  <a:pt x="0" y="62776"/>
                </a:lnTo>
                <a:close/>
                <a:moveTo>
                  <a:pt x="170624" y="55673"/>
                </a:moveTo>
                <a:cubicBezTo>
                  <a:pt x="173530" y="40583"/>
                  <a:pt x="172874" y="29149"/>
                  <a:pt x="168657" y="21369"/>
                </a:cubicBezTo>
                <a:cubicBezTo>
                  <a:pt x="164439" y="13683"/>
                  <a:pt x="156754" y="9840"/>
                  <a:pt x="145600" y="9840"/>
                </a:cubicBezTo>
                <a:cubicBezTo>
                  <a:pt x="134446" y="9840"/>
                  <a:pt x="125168" y="13683"/>
                  <a:pt x="117764" y="21369"/>
                </a:cubicBezTo>
                <a:cubicBezTo>
                  <a:pt x="110546" y="29241"/>
                  <a:pt x="105485" y="40676"/>
                  <a:pt x="102580" y="55673"/>
                </a:cubicBezTo>
                <a:cubicBezTo>
                  <a:pt x="99674" y="70575"/>
                  <a:pt x="100330" y="82010"/>
                  <a:pt x="104547" y="89977"/>
                </a:cubicBezTo>
                <a:cubicBezTo>
                  <a:pt x="108859" y="97662"/>
                  <a:pt x="116592" y="101505"/>
                  <a:pt x="127745" y="101505"/>
                </a:cubicBezTo>
                <a:cubicBezTo>
                  <a:pt x="138805" y="101505"/>
                  <a:pt x="148036" y="97662"/>
                  <a:pt x="155440" y="89977"/>
                </a:cubicBezTo>
                <a:cubicBezTo>
                  <a:pt x="162658" y="81917"/>
                  <a:pt x="167719" y="70482"/>
                  <a:pt x="170624" y="55673"/>
                </a:cubicBezTo>
                <a:moveTo>
                  <a:pt x="186370" y="55673"/>
                </a:moveTo>
                <a:cubicBezTo>
                  <a:pt x="184871" y="63451"/>
                  <a:pt x="182153" y="70856"/>
                  <a:pt x="178216" y="77886"/>
                </a:cubicBezTo>
                <a:cubicBezTo>
                  <a:pt x="174561" y="84354"/>
                  <a:pt x="169640" y="90164"/>
                  <a:pt x="163455" y="95318"/>
                </a:cubicBezTo>
                <a:cubicBezTo>
                  <a:pt x="158112" y="99818"/>
                  <a:pt x="152348" y="103192"/>
                  <a:pt x="146162" y="105442"/>
                </a:cubicBezTo>
                <a:cubicBezTo>
                  <a:pt x="139977" y="107691"/>
                  <a:pt x="133369" y="108816"/>
                  <a:pt x="126338" y="108816"/>
                </a:cubicBezTo>
                <a:cubicBezTo>
                  <a:pt x="119403" y="108816"/>
                  <a:pt x="113218" y="107691"/>
                  <a:pt x="107782" y="105442"/>
                </a:cubicBezTo>
                <a:cubicBezTo>
                  <a:pt x="102345" y="103005"/>
                  <a:pt x="97845" y="99630"/>
                  <a:pt x="94284" y="95318"/>
                </a:cubicBezTo>
                <a:cubicBezTo>
                  <a:pt x="90161" y="90070"/>
                  <a:pt x="87490" y="84259"/>
                  <a:pt x="86272" y="77886"/>
                </a:cubicBezTo>
                <a:cubicBezTo>
                  <a:pt x="85054" y="71700"/>
                  <a:pt x="85241" y="64295"/>
                  <a:pt x="86834" y="55673"/>
                </a:cubicBezTo>
                <a:cubicBezTo>
                  <a:pt x="88333" y="47425"/>
                  <a:pt x="91051" y="40020"/>
                  <a:pt x="94988" y="33459"/>
                </a:cubicBezTo>
                <a:cubicBezTo>
                  <a:pt x="98456" y="27274"/>
                  <a:pt x="103377" y="21463"/>
                  <a:pt x="109749" y="16027"/>
                </a:cubicBezTo>
                <a:cubicBezTo>
                  <a:pt x="115092" y="11528"/>
                  <a:pt x="120856" y="8153"/>
                  <a:pt x="127042" y="5904"/>
                </a:cubicBezTo>
                <a:cubicBezTo>
                  <a:pt x="133227" y="3654"/>
                  <a:pt x="139882" y="2529"/>
                  <a:pt x="147005" y="2529"/>
                </a:cubicBezTo>
                <a:cubicBezTo>
                  <a:pt x="161907" y="2529"/>
                  <a:pt x="172967" y="7403"/>
                  <a:pt x="180183" y="17151"/>
                </a:cubicBezTo>
                <a:cubicBezTo>
                  <a:pt x="187401" y="26899"/>
                  <a:pt x="189463" y="39739"/>
                  <a:pt x="186370" y="55673"/>
                </a:cubicBezTo>
                <a:close/>
                <a:moveTo>
                  <a:pt x="285276" y="59328"/>
                </a:moveTo>
                <a:cubicBezTo>
                  <a:pt x="285276" y="62422"/>
                  <a:pt x="284900" y="66077"/>
                  <a:pt x="284149" y="70295"/>
                </a:cubicBezTo>
                <a:cubicBezTo>
                  <a:pt x="281900" y="81729"/>
                  <a:pt x="277260" y="91007"/>
                  <a:pt x="270231" y="98131"/>
                </a:cubicBezTo>
                <a:cubicBezTo>
                  <a:pt x="263202" y="105254"/>
                  <a:pt x="255189" y="108816"/>
                  <a:pt x="246192" y="108816"/>
                </a:cubicBezTo>
                <a:cubicBezTo>
                  <a:pt x="240662" y="108816"/>
                  <a:pt x="236162" y="107738"/>
                  <a:pt x="232694" y="105581"/>
                </a:cubicBezTo>
                <a:cubicBezTo>
                  <a:pt x="229226" y="103426"/>
                  <a:pt x="226696" y="100052"/>
                  <a:pt x="225102" y="95460"/>
                </a:cubicBezTo>
                <a:lnTo>
                  <a:pt x="222994" y="106847"/>
                </a:lnTo>
                <a:lnTo>
                  <a:pt x="210341" y="106847"/>
                </a:lnTo>
                <a:lnTo>
                  <a:pt x="229601" y="7311"/>
                </a:lnTo>
                <a:lnTo>
                  <a:pt x="217510" y="7311"/>
                </a:lnTo>
                <a:lnTo>
                  <a:pt x="218918" y="0"/>
                </a:lnTo>
                <a:lnTo>
                  <a:pt x="243661" y="0"/>
                </a:lnTo>
                <a:lnTo>
                  <a:pt x="234945" y="45268"/>
                </a:lnTo>
                <a:cubicBezTo>
                  <a:pt x="238318" y="40582"/>
                  <a:pt x="242114" y="37208"/>
                  <a:pt x="246331" y="35147"/>
                </a:cubicBezTo>
                <a:cubicBezTo>
                  <a:pt x="250643" y="32991"/>
                  <a:pt x="255564" y="31912"/>
                  <a:pt x="261093" y="31912"/>
                </a:cubicBezTo>
                <a:cubicBezTo>
                  <a:pt x="269997" y="31912"/>
                  <a:pt x="276651" y="35428"/>
                  <a:pt x="281056" y="42458"/>
                </a:cubicBezTo>
                <a:cubicBezTo>
                  <a:pt x="283869" y="47143"/>
                  <a:pt x="285276" y="52767"/>
                  <a:pt x="285276" y="59328"/>
                </a:cubicBezTo>
                <a:moveTo>
                  <a:pt x="270793" y="57921"/>
                </a:moveTo>
                <a:cubicBezTo>
                  <a:pt x="270793" y="53798"/>
                  <a:pt x="270138" y="50330"/>
                  <a:pt x="268826" y="47519"/>
                </a:cubicBezTo>
                <a:cubicBezTo>
                  <a:pt x="266482" y="42363"/>
                  <a:pt x="262077" y="39785"/>
                  <a:pt x="255609" y="39785"/>
                </a:cubicBezTo>
                <a:cubicBezTo>
                  <a:pt x="249331" y="39785"/>
                  <a:pt x="244036" y="42082"/>
                  <a:pt x="239724" y="46676"/>
                </a:cubicBezTo>
                <a:cubicBezTo>
                  <a:pt x="235412" y="51455"/>
                  <a:pt x="232413" y="58156"/>
                  <a:pt x="230727" y="66778"/>
                </a:cubicBezTo>
                <a:lnTo>
                  <a:pt x="229320" y="73950"/>
                </a:lnTo>
                <a:cubicBezTo>
                  <a:pt x="228663" y="77229"/>
                  <a:pt x="228335" y="80463"/>
                  <a:pt x="228335" y="83651"/>
                </a:cubicBezTo>
                <a:cubicBezTo>
                  <a:pt x="228335" y="87868"/>
                  <a:pt x="229039" y="91336"/>
                  <a:pt x="230446" y="94053"/>
                </a:cubicBezTo>
                <a:cubicBezTo>
                  <a:pt x="232789" y="98645"/>
                  <a:pt x="237240" y="100941"/>
                  <a:pt x="243800" y="100941"/>
                </a:cubicBezTo>
                <a:cubicBezTo>
                  <a:pt x="250267" y="100941"/>
                  <a:pt x="255657" y="98364"/>
                  <a:pt x="259969" y="93210"/>
                </a:cubicBezTo>
                <a:cubicBezTo>
                  <a:pt x="264280" y="88055"/>
                  <a:pt x="267420" y="80417"/>
                  <a:pt x="269388" y="70295"/>
                </a:cubicBezTo>
                <a:cubicBezTo>
                  <a:pt x="270325" y="65888"/>
                  <a:pt x="270793" y="61764"/>
                  <a:pt x="270793" y="57921"/>
                </a:cubicBezTo>
                <a:close/>
                <a:moveTo>
                  <a:pt x="373378" y="37818"/>
                </a:moveTo>
                <a:lnTo>
                  <a:pt x="370284" y="53703"/>
                </a:lnTo>
                <a:lnTo>
                  <a:pt x="362974" y="53703"/>
                </a:lnTo>
                <a:cubicBezTo>
                  <a:pt x="363161" y="52392"/>
                  <a:pt x="363255" y="51408"/>
                  <a:pt x="363255" y="50752"/>
                </a:cubicBezTo>
                <a:cubicBezTo>
                  <a:pt x="363255" y="47378"/>
                  <a:pt x="362083" y="44519"/>
                  <a:pt x="359741" y="42175"/>
                </a:cubicBezTo>
                <a:cubicBezTo>
                  <a:pt x="357491" y="39832"/>
                  <a:pt x="353695" y="38661"/>
                  <a:pt x="348352" y="38661"/>
                </a:cubicBezTo>
                <a:cubicBezTo>
                  <a:pt x="337667" y="38661"/>
                  <a:pt x="331528" y="42410"/>
                  <a:pt x="329935" y="49908"/>
                </a:cubicBezTo>
                <a:cubicBezTo>
                  <a:pt x="329748" y="50845"/>
                  <a:pt x="329654" y="51923"/>
                  <a:pt x="329654" y="53141"/>
                </a:cubicBezTo>
                <a:cubicBezTo>
                  <a:pt x="329654" y="54642"/>
                  <a:pt x="330404" y="56141"/>
                  <a:pt x="331904" y="57640"/>
                </a:cubicBezTo>
                <a:cubicBezTo>
                  <a:pt x="333497" y="59234"/>
                  <a:pt x="337152" y="61016"/>
                  <a:pt x="342869" y="62984"/>
                </a:cubicBezTo>
                <a:lnTo>
                  <a:pt x="352288" y="66077"/>
                </a:lnTo>
                <a:cubicBezTo>
                  <a:pt x="358755" y="68138"/>
                  <a:pt x="363207" y="70856"/>
                  <a:pt x="365644" y="74231"/>
                </a:cubicBezTo>
                <a:cubicBezTo>
                  <a:pt x="367332" y="76481"/>
                  <a:pt x="368176" y="78729"/>
                  <a:pt x="368176" y="80978"/>
                </a:cubicBezTo>
                <a:cubicBezTo>
                  <a:pt x="368176" y="90726"/>
                  <a:pt x="364333" y="98036"/>
                  <a:pt x="356647" y="102910"/>
                </a:cubicBezTo>
                <a:cubicBezTo>
                  <a:pt x="350555" y="106848"/>
                  <a:pt x="342916" y="108816"/>
                  <a:pt x="333732" y="108816"/>
                </a:cubicBezTo>
                <a:cubicBezTo>
                  <a:pt x="324359" y="108816"/>
                  <a:pt x="315642" y="106800"/>
                  <a:pt x="307582" y="102769"/>
                </a:cubicBezTo>
                <a:lnTo>
                  <a:pt x="310956" y="85759"/>
                </a:lnTo>
                <a:lnTo>
                  <a:pt x="318126" y="85759"/>
                </a:lnTo>
                <a:cubicBezTo>
                  <a:pt x="317938" y="87446"/>
                  <a:pt x="317845" y="88710"/>
                  <a:pt x="317845" y="89554"/>
                </a:cubicBezTo>
                <a:cubicBezTo>
                  <a:pt x="317845" y="97896"/>
                  <a:pt x="323515" y="102067"/>
                  <a:pt x="334856" y="102067"/>
                </a:cubicBezTo>
                <a:cubicBezTo>
                  <a:pt x="346197" y="102067"/>
                  <a:pt x="352711" y="97896"/>
                  <a:pt x="354397" y="89554"/>
                </a:cubicBezTo>
                <a:cubicBezTo>
                  <a:pt x="354491" y="88992"/>
                  <a:pt x="354539" y="87867"/>
                  <a:pt x="354539" y="86180"/>
                </a:cubicBezTo>
                <a:cubicBezTo>
                  <a:pt x="354539" y="84681"/>
                  <a:pt x="353742" y="83135"/>
                  <a:pt x="352149" y="81542"/>
                </a:cubicBezTo>
                <a:cubicBezTo>
                  <a:pt x="350649" y="79760"/>
                  <a:pt x="346618" y="77744"/>
                  <a:pt x="340058" y="75495"/>
                </a:cubicBezTo>
                <a:lnTo>
                  <a:pt x="331482" y="72403"/>
                </a:lnTo>
                <a:cubicBezTo>
                  <a:pt x="325577" y="70434"/>
                  <a:pt x="321687" y="68137"/>
                  <a:pt x="319814" y="65513"/>
                </a:cubicBezTo>
                <a:cubicBezTo>
                  <a:pt x="317939" y="62796"/>
                  <a:pt x="317001" y="59984"/>
                  <a:pt x="317001" y="57078"/>
                </a:cubicBezTo>
                <a:cubicBezTo>
                  <a:pt x="317001" y="55766"/>
                  <a:pt x="317142" y="54501"/>
                  <a:pt x="317422" y="53283"/>
                </a:cubicBezTo>
                <a:cubicBezTo>
                  <a:pt x="318735" y="46534"/>
                  <a:pt x="322203" y="41332"/>
                  <a:pt x="327826" y="37676"/>
                </a:cubicBezTo>
                <a:cubicBezTo>
                  <a:pt x="333357" y="33834"/>
                  <a:pt x="340246" y="31912"/>
                  <a:pt x="348493" y="31912"/>
                </a:cubicBezTo>
                <a:cubicBezTo>
                  <a:pt x="356459" y="31912"/>
                  <a:pt x="364754" y="33881"/>
                  <a:pt x="373378" y="37818"/>
                </a:cubicBezTo>
                <a:close/>
                <a:moveTo>
                  <a:pt x="467034" y="50893"/>
                </a:moveTo>
                <a:cubicBezTo>
                  <a:pt x="467034" y="60172"/>
                  <a:pt x="462348" y="67107"/>
                  <a:pt x="452974" y="71700"/>
                </a:cubicBezTo>
                <a:cubicBezTo>
                  <a:pt x="443227" y="76386"/>
                  <a:pt x="429121" y="78776"/>
                  <a:pt x="410658" y="78869"/>
                </a:cubicBezTo>
                <a:cubicBezTo>
                  <a:pt x="410470" y="81213"/>
                  <a:pt x="410423" y="82853"/>
                  <a:pt x="410516" y="83790"/>
                </a:cubicBezTo>
                <a:cubicBezTo>
                  <a:pt x="410516" y="88195"/>
                  <a:pt x="411266" y="91757"/>
                  <a:pt x="412767" y="94475"/>
                </a:cubicBezTo>
                <a:cubicBezTo>
                  <a:pt x="415484" y="99537"/>
                  <a:pt x="420451" y="102067"/>
                  <a:pt x="427667" y="102067"/>
                </a:cubicBezTo>
                <a:cubicBezTo>
                  <a:pt x="432916" y="102067"/>
                  <a:pt x="436900" y="101271"/>
                  <a:pt x="439618" y="99678"/>
                </a:cubicBezTo>
                <a:cubicBezTo>
                  <a:pt x="444398" y="96679"/>
                  <a:pt x="447257" y="93351"/>
                  <a:pt x="448195" y="89696"/>
                </a:cubicBezTo>
                <a:lnTo>
                  <a:pt x="457473" y="89696"/>
                </a:lnTo>
                <a:cubicBezTo>
                  <a:pt x="455598" y="95507"/>
                  <a:pt x="451287" y="100473"/>
                  <a:pt x="444539" y="104597"/>
                </a:cubicBezTo>
                <a:cubicBezTo>
                  <a:pt x="439758" y="107410"/>
                  <a:pt x="432682" y="108816"/>
                  <a:pt x="423310" y="108816"/>
                </a:cubicBezTo>
                <a:cubicBezTo>
                  <a:pt x="413844" y="108816"/>
                  <a:pt x="406580" y="105301"/>
                  <a:pt x="401519" y="98270"/>
                </a:cubicBezTo>
                <a:cubicBezTo>
                  <a:pt x="397957" y="93303"/>
                  <a:pt x="396129" y="87352"/>
                  <a:pt x="396036" y="80416"/>
                </a:cubicBezTo>
                <a:cubicBezTo>
                  <a:pt x="396036" y="77511"/>
                  <a:pt x="396411" y="74184"/>
                  <a:pt x="397160" y="70434"/>
                </a:cubicBezTo>
                <a:cubicBezTo>
                  <a:pt x="399410" y="58906"/>
                  <a:pt x="404377" y="49580"/>
                  <a:pt x="412063" y="42458"/>
                </a:cubicBezTo>
                <a:cubicBezTo>
                  <a:pt x="419936" y="35428"/>
                  <a:pt x="429308" y="31912"/>
                  <a:pt x="440180" y="31912"/>
                </a:cubicBezTo>
                <a:cubicBezTo>
                  <a:pt x="458083" y="31912"/>
                  <a:pt x="467034" y="38239"/>
                  <a:pt x="467034" y="50893"/>
                </a:cubicBezTo>
                <a:moveTo>
                  <a:pt x="453678" y="50471"/>
                </a:moveTo>
                <a:cubicBezTo>
                  <a:pt x="453678" y="42692"/>
                  <a:pt x="448476" y="38756"/>
                  <a:pt x="438072" y="38661"/>
                </a:cubicBezTo>
                <a:cubicBezTo>
                  <a:pt x="432074" y="38661"/>
                  <a:pt x="426872" y="41004"/>
                  <a:pt x="422467" y="45691"/>
                </a:cubicBezTo>
                <a:cubicBezTo>
                  <a:pt x="418343" y="50190"/>
                  <a:pt x="414922" y="58813"/>
                  <a:pt x="412205" y="71558"/>
                </a:cubicBezTo>
                <a:cubicBezTo>
                  <a:pt x="426825" y="70903"/>
                  <a:pt x="438072" y="68185"/>
                  <a:pt x="445945" y="63404"/>
                </a:cubicBezTo>
                <a:cubicBezTo>
                  <a:pt x="451100" y="60499"/>
                  <a:pt x="453678" y="56188"/>
                  <a:pt x="453678" y="50471"/>
                </a:cubicBezTo>
                <a:close/>
                <a:moveTo>
                  <a:pt x="554011" y="33740"/>
                </a:moveTo>
                <a:lnTo>
                  <a:pt x="550495" y="52017"/>
                </a:lnTo>
                <a:lnTo>
                  <a:pt x="543186" y="52017"/>
                </a:lnTo>
                <a:cubicBezTo>
                  <a:pt x="543186" y="51736"/>
                  <a:pt x="543209" y="51314"/>
                  <a:pt x="543255" y="50752"/>
                </a:cubicBezTo>
                <a:cubicBezTo>
                  <a:pt x="543302" y="50190"/>
                  <a:pt x="543373" y="49768"/>
                  <a:pt x="543467" y="49486"/>
                </a:cubicBezTo>
                <a:cubicBezTo>
                  <a:pt x="543467" y="47143"/>
                  <a:pt x="542904" y="45269"/>
                  <a:pt x="541779" y="43863"/>
                </a:cubicBezTo>
                <a:cubicBezTo>
                  <a:pt x="540373" y="42083"/>
                  <a:pt x="537936" y="41192"/>
                  <a:pt x="534468" y="41192"/>
                </a:cubicBezTo>
                <a:cubicBezTo>
                  <a:pt x="528282" y="41192"/>
                  <a:pt x="523081" y="43348"/>
                  <a:pt x="518863" y="47658"/>
                </a:cubicBezTo>
                <a:cubicBezTo>
                  <a:pt x="514646" y="52157"/>
                  <a:pt x="511787" y="58343"/>
                  <a:pt x="510287" y="66216"/>
                </a:cubicBezTo>
                <a:lnTo>
                  <a:pt x="502414" y="106847"/>
                </a:lnTo>
                <a:lnTo>
                  <a:pt x="489761" y="106847"/>
                </a:lnTo>
                <a:lnTo>
                  <a:pt x="502556" y="41051"/>
                </a:lnTo>
                <a:lnTo>
                  <a:pt x="490465" y="41051"/>
                </a:lnTo>
                <a:lnTo>
                  <a:pt x="491870" y="33882"/>
                </a:lnTo>
                <a:lnTo>
                  <a:pt x="516613" y="33882"/>
                </a:lnTo>
                <a:lnTo>
                  <a:pt x="514084" y="46815"/>
                </a:lnTo>
                <a:cubicBezTo>
                  <a:pt x="517645" y="41661"/>
                  <a:pt x="521581" y="37912"/>
                  <a:pt x="525893" y="35568"/>
                </a:cubicBezTo>
                <a:cubicBezTo>
                  <a:pt x="530298" y="33131"/>
                  <a:pt x="535265" y="31912"/>
                  <a:pt x="540794" y="31912"/>
                </a:cubicBezTo>
                <a:cubicBezTo>
                  <a:pt x="542951" y="31912"/>
                  <a:pt x="545060" y="32053"/>
                  <a:pt x="547122" y="32335"/>
                </a:cubicBezTo>
                <a:cubicBezTo>
                  <a:pt x="551153" y="33179"/>
                  <a:pt x="553449" y="33647"/>
                  <a:pt x="554011" y="33740"/>
                </a:cubicBezTo>
                <a:close/>
                <a:moveTo>
                  <a:pt x="649001" y="33882"/>
                </a:moveTo>
                <a:cubicBezTo>
                  <a:pt x="644034" y="52814"/>
                  <a:pt x="638411" y="67529"/>
                  <a:pt x="632131" y="78026"/>
                </a:cubicBezTo>
                <a:cubicBezTo>
                  <a:pt x="626882" y="86743"/>
                  <a:pt x="622618" y="92881"/>
                  <a:pt x="619337" y="96443"/>
                </a:cubicBezTo>
                <a:cubicBezTo>
                  <a:pt x="612870" y="103379"/>
                  <a:pt x="606028" y="106847"/>
                  <a:pt x="598811" y="106847"/>
                </a:cubicBezTo>
                <a:cubicBezTo>
                  <a:pt x="591313" y="106847"/>
                  <a:pt x="586463" y="101481"/>
                  <a:pt x="584260" y="90749"/>
                </a:cubicBezTo>
                <a:cubicBezTo>
                  <a:pt x="582058" y="80017"/>
                  <a:pt x="582222" y="63498"/>
                  <a:pt x="584754" y="41192"/>
                </a:cubicBezTo>
                <a:lnTo>
                  <a:pt x="576458" y="41192"/>
                </a:lnTo>
                <a:lnTo>
                  <a:pt x="577724" y="33882"/>
                </a:lnTo>
                <a:lnTo>
                  <a:pt x="596703" y="33882"/>
                </a:lnTo>
                <a:cubicBezTo>
                  <a:pt x="595297" y="48315"/>
                  <a:pt x="594594" y="59913"/>
                  <a:pt x="594594" y="68677"/>
                </a:cubicBezTo>
                <a:cubicBezTo>
                  <a:pt x="594594" y="77441"/>
                  <a:pt x="595203" y="83651"/>
                  <a:pt x="596422" y="87306"/>
                </a:cubicBezTo>
                <a:cubicBezTo>
                  <a:pt x="597640" y="90960"/>
                  <a:pt x="599514" y="92787"/>
                  <a:pt x="602044" y="92787"/>
                </a:cubicBezTo>
                <a:cubicBezTo>
                  <a:pt x="605512" y="92787"/>
                  <a:pt x="609121" y="90937"/>
                  <a:pt x="612869" y="87235"/>
                </a:cubicBezTo>
                <a:cubicBezTo>
                  <a:pt x="616619" y="83533"/>
                  <a:pt x="619712" y="79713"/>
                  <a:pt x="622149" y="75778"/>
                </a:cubicBezTo>
                <a:cubicBezTo>
                  <a:pt x="629366" y="63780"/>
                  <a:pt x="634333" y="52252"/>
                  <a:pt x="637052" y="41192"/>
                </a:cubicBezTo>
                <a:lnTo>
                  <a:pt x="628757" y="41192"/>
                </a:lnTo>
                <a:lnTo>
                  <a:pt x="630164" y="33882"/>
                </a:lnTo>
                <a:lnTo>
                  <a:pt x="649001" y="33882"/>
                </a:lnTo>
                <a:close/>
                <a:moveTo>
                  <a:pt x="740947" y="33882"/>
                </a:moveTo>
                <a:lnTo>
                  <a:pt x="728294" y="99536"/>
                </a:lnTo>
                <a:lnTo>
                  <a:pt x="739119" y="99536"/>
                </a:lnTo>
                <a:lnTo>
                  <a:pt x="737714" y="106847"/>
                </a:lnTo>
                <a:lnTo>
                  <a:pt x="715500" y="106847"/>
                </a:lnTo>
                <a:lnTo>
                  <a:pt x="717609" y="95460"/>
                </a:lnTo>
                <a:cubicBezTo>
                  <a:pt x="711516" y="104364"/>
                  <a:pt x="703597" y="108816"/>
                  <a:pt x="693851" y="108816"/>
                </a:cubicBezTo>
                <a:cubicBezTo>
                  <a:pt x="685696" y="108816"/>
                  <a:pt x="679604" y="106097"/>
                  <a:pt x="675573" y="100660"/>
                </a:cubicBezTo>
                <a:cubicBezTo>
                  <a:pt x="672574" y="96817"/>
                  <a:pt x="671169" y="92131"/>
                  <a:pt x="671356" y="86602"/>
                </a:cubicBezTo>
                <a:cubicBezTo>
                  <a:pt x="671356" y="84540"/>
                  <a:pt x="671590" y="82103"/>
                  <a:pt x="672059" y="79292"/>
                </a:cubicBezTo>
                <a:cubicBezTo>
                  <a:pt x="675339" y="62984"/>
                  <a:pt x="682509" y="50706"/>
                  <a:pt x="693570" y="42458"/>
                </a:cubicBezTo>
                <a:cubicBezTo>
                  <a:pt x="703129" y="35335"/>
                  <a:pt x="713720" y="31819"/>
                  <a:pt x="725342" y="31912"/>
                </a:cubicBezTo>
                <a:cubicBezTo>
                  <a:pt x="732934" y="31912"/>
                  <a:pt x="738135" y="32569"/>
                  <a:pt x="740947" y="33882"/>
                </a:cubicBezTo>
                <a:moveTo>
                  <a:pt x="728294" y="40911"/>
                </a:moveTo>
                <a:cubicBezTo>
                  <a:pt x="728294" y="39599"/>
                  <a:pt x="726420" y="38942"/>
                  <a:pt x="722672" y="38942"/>
                </a:cubicBezTo>
                <a:cubicBezTo>
                  <a:pt x="713860" y="38942"/>
                  <a:pt x="706081" y="42363"/>
                  <a:pt x="699334" y="49205"/>
                </a:cubicBezTo>
                <a:cubicBezTo>
                  <a:pt x="692491" y="56141"/>
                  <a:pt x="687898" y="65842"/>
                  <a:pt x="685555" y="78307"/>
                </a:cubicBezTo>
                <a:cubicBezTo>
                  <a:pt x="684993" y="81213"/>
                  <a:pt x="684712" y="83884"/>
                  <a:pt x="684712" y="86321"/>
                </a:cubicBezTo>
                <a:cubicBezTo>
                  <a:pt x="684712" y="96068"/>
                  <a:pt x="689445" y="100941"/>
                  <a:pt x="698911" y="100941"/>
                </a:cubicBezTo>
                <a:cubicBezTo>
                  <a:pt x="704722" y="100941"/>
                  <a:pt x="709596" y="98645"/>
                  <a:pt x="713533" y="94053"/>
                </a:cubicBezTo>
                <a:cubicBezTo>
                  <a:pt x="717376" y="89273"/>
                  <a:pt x="720140" y="82572"/>
                  <a:pt x="721826" y="73950"/>
                </a:cubicBezTo>
                <a:lnTo>
                  <a:pt x="728294" y="40911"/>
                </a:lnTo>
                <a:close/>
                <a:moveTo>
                  <a:pt x="812249" y="33882"/>
                </a:moveTo>
                <a:lnTo>
                  <a:pt x="810844" y="41192"/>
                </a:lnTo>
                <a:lnTo>
                  <a:pt x="787083" y="41192"/>
                </a:lnTo>
                <a:lnTo>
                  <a:pt x="778086" y="87587"/>
                </a:lnTo>
                <a:cubicBezTo>
                  <a:pt x="777430" y="90961"/>
                  <a:pt x="777101" y="93819"/>
                  <a:pt x="777101" y="96162"/>
                </a:cubicBezTo>
                <a:cubicBezTo>
                  <a:pt x="777101" y="97662"/>
                  <a:pt x="777242" y="98740"/>
                  <a:pt x="777524" y="99397"/>
                </a:cubicBezTo>
                <a:cubicBezTo>
                  <a:pt x="778368" y="101177"/>
                  <a:pt x="780429" y="102067"/>
                  <a:pt x="783709" y="102067"/>
                </a:cubicBezTo>
                <a:cubicBezTo>
                  <a:pt x="786989" y="102067"/>
                  <a:pt x="789567" y="101083"/>
                  <a:pt x="791442" y="99116"/>
                </a:cubicBezTo>
                <a:cubicBezTo>
                  <a:pt x="793317" y="97146"/>
                  <a:pt x="794723" y="94006"/>
                  <a:pt x="795660" y="89696"/>
                </a:cubicBezTo>
                <a:lnTo>
                  <a:pt x="805221" y="89696"/>
                </a:lnTo>
                <a:cubicBezTo>
                  <a:pt x="803533" y="96350"/>
                  <a:pt x="800768" y="101177"/>
                  <a:pt x="796925" y="104176"/>
                </a:cubicBezTo>
                <a:cubicBezTo>
                  <a:pt x="793083" y="107269"/>
                  <a:pt x="787880" y="108816"/>
                  <a:pt x="781319" y="108816"/>
                </a:cubicBezTo>
                <a:cubicBezTo>
                  <a:pt x="773915" y="108816"/>
                  <a:pt x="769042" y="107222"/>
                  <a:pt x="766699" y="104034"/>
                </a:cubicBezTo>
                <a:cubicBezTo>
                  <a:pt x="765199" y="102067"/>
                  <a:pt x="764496" y="99208"/>
                  <a:pt x="764590" y="95460"/>
                </a:cubicBezTo>
                <a:cubicBezTo>
                  <a:pt x="764590" y="93210"/>
                  <a:pt x="764871" y="90586"/>
                  <a:pt x="765434" y="87587"/>
                </a:cubicBezTo>
                <a:lnTo>
                  <a:pt x="774431" y="41192"/>
                </a:lnTo>
                <a:lnTo>
                  <a:pt x="763325" y="41192"/>
                </a:lnTo>
                <a:lnTo>
                  <a:pt x="764730" y="33882"/>
                </a:lnTo>
                <a:lnTo>
                  <a:pt x="775838" y="33882"/>
                </a:lnTo>
                <a:lnTo>
                  <a:pt x="780195" y="11247"/>
                </a:lnTo>
                <a:lnTo>
                  <a:pt x="792989" y="11247"/>
                </a:lnTo>
                <a:lnTo>
                  <a:pt x="788490" y="33882"/>
                </a:lnTo>
                <a:lnTo>
                  <a:pt x="812249" y="33882"/>
                </a:lnTo>
                <a:close/>
                <a:moveTo>
                  <a:pt x="865579" y="9701"/>
                </a:moveTo>
                <a:cubicBezTo>
                  <a:pt x="865579" y="10356"/>
                  <a:pt x="865532" y="10871"/>
                  <a:pt x="865439" y="11247"/>
                </a:cubicBezTo>
                <a:cubicBezTo>
                  <a:pt x="864970" y="13496"/>
                  <a:pt x="863892" y="15323"/>
                  <a:pt x="862204" y="16728"/>
                </a:cubicBezTo>
                <a:cubicBezTo>
                  <a:pt x="860331" y="18229"/>
                  <a:pt x="858316" y="18979"/>
                  <a:pt x="856159" y="18979"/>
                </a:cubicBezTo>
                <a:cubicBezTo>
                  <a:pt x="854004" y="18979"/>
                  <a:pt x="852317" y="18229"/>
                  <a:pt x="851099" y="16728"/>
                </a:cubicBezTo>
                <a:cubicBezTo>
                  <a:pt x="850162" y="15699"/>
                  <a:pt x="849693" y="14387"/>
                  <a:pt x="849693" y="12792"/>
                </a:cubicBezTo>
                <a:cubicBezTo>
                  <a:pt x="849693" y="12137"/>
                  <a:pt x="849740" y="11622"/>
                  <a:pt x="849833" y="11247"/>
                </a:cubicBezTo>
                <a:cubicBezTo>
                  <a:pt x="850302" y="8998"/>
                  <a:pt x="851427" y="7170"/>
                  <a:pt x="853207" y="5764"/>
                </a:cubicBezTo>
                <a:cubicBezTo>
                  <a:pt x="854988" y="4171"/>
                  <a:pt x="856956" y="3374"/>
                  <a:pt x="859113" y="3374"/>
                </a:cubicBezTo>
                <a:cubicBezTo>
                  <a:pt x="861174" y="3374"/>
                  <a:pt x="862861" y="4171"/>
                  <a:pt x="864174" y="5764"/>
                </a:cubicBezTo>
                <a:cubicBezTo>
                  <a:pt x="865110" y="6795"/>
                  <a:pt x="865579" y="8107"/>
                  <a:pt x="865579" y="9701"/>
                </a:cubicBezTo>
                <a:moveTo>
                  <a:pt x="861503" y="33882"/>
                </a:moveTo>
                <a:lnTo>
                  <a:pt x="848709" y="99536"/>
                </a:lnTo>
                <a:lnTo>
                  <a:pt x="860660" y="99536"/>
                </a:lnTo>
                <a:lnTo>
                  <a:pt x="859252" y="106847"/>
                </a:lnTo>
                <a:lnTo>
                  <a:pt x="834791" y="106847"/>
                </a:lnTo>
                <a:lnTo>
                  <a:pt x="847443" y="41192"/>
                </a:lnTo>
                <a:lnTo>
                  <a:pt x="835353" y="41192"/>
                </a:lnTo>
                <a:lnTo>
                  <a:pt x="836899" y="33882"/>
                </a:lnTo>
                <a:lnTo>
                  <a:pt x="861503" y="33882"/>
                </a:lnTo>
                <a:close/>
                <a:moveTo>
                  <a:pt x="946441" y="57640"/>
                </a:moveTo>
                <a:cubicBezTo>
                  <a:pt x="946441" y="53422"/>
                  <a:pt x="945785" y="49768"/>
                  <a:pt x="944473" y="46676"/>
                </a:cubicBezTo>
                <a:cubicBezTo>
                  <a:pt x="942129" y="41333"/>
                  <a:pt x="937490" y="38661"/>
                  <a:pt x="930555" y="38661"/>
                </a:cubicBezTo>
                <a:cubicBezTo>
                  <a:pt x="923806" y="38661"/>
                  <a:pt x="918182" y="41333"/>
                  <a:pt x="913683" y="46676"/>
                </a:cubicBezTo>
                <a:cubicBezTo>
                  <a:pt x="909185" y="52017"/>
                  <a:pt x="905952" y="59890"/>
                  <a:pt x="903982" y="70295"/>
                </a:cubicBezTo>
                <a:cubicBezTo>
                  <a:pt x="903046" y="74887"/>
                  <a:pt x="902577" y="79104"/>
                  <a:pt x="902577" y="82947"/>
                </a:cubicBezTo>
                <a:cubicBezTo>
                  <a:pt x="902577" y="87259"/>
                  <a:pt x="903234" y="90961"/>
                  <a:pt x="904547" y="94053"/>
                </a:cubicBezTo>
                <a:cubicBezTo>
                  <a:pt x="906889" y="99396"/>
                  <a:pt x="911481" y="102067"/>
                  <a:pt x="918323" y="102067"/>
                </a:cubicBezTo>
                <a:cubicBezTo>
                  <a:pt x="925072" y="102067"/>
                  <a:pt x="930695" y="99396"/>
                  <a:pt x="935193" y="94053"/>
                </a:cubicBezTo>
                <a:cubicBezTo>
                  <a:pt x="939600" y="88804"/>
                  <a:pt x="942880" y="80885"/>
                  <a:pt x="945036" y="70295"/>
                </a:cubicBezTo>
                <a:cubicBezTo>
                  <a:pt x="945972" y="65701"/>
                  <a:pt x="946441" y="61483"/>
                  <a:pt x="946441" y="57640"/>
                </a:cubicBezTo>
                <a:moveTo>
                  <a:pt x="960781" y="60171"/>
                </a:moveTo>
                <a:cubicBezTo>
                  <a:pt x="960781" y="63639"/>
                  <a:pt x="960453" y="67014"/>
                  <a:pt x="959797" y="70295"/>
                </a:cubicBezTo>
                <a:cubicBezTo>
                  <a:pt x="957547" y="81823"/>
                  <a:pt x="952533" y="91148"/>
                  <a:pt x="944755" y="98270"/>
                </a:cubicBezTo>
                <a:cubicBezTo>
                  <a:pt x="936975" y="105301"/>
                  <a:pt x="927742" y="108816"/>
                  <a:pt x="917058" y="108816"/>
                </a:cubicBezTo>
                <a:cubicBezTo>
                  <a:pt x="906560" y="108816"/>
                  <a:pt x="898687" y="105301"/>
                  <a:pt x="893439" y="98270"/>
                </a:cubicBezTo>
                <a:cubicBezTo>
                  <a:pt x="889878" y="93303"/>
                  <a:pt x="888097" y="87352"/>
                  <a:pt x="888097" y="80416"/>
                </a:cubicBezTo>
                <a:cubicBezTo>
                  <a:pt x="888097" y="77417"/>
                  <a:pt x="888472" y="74043"/>
                  <a:pt x="889221" y="70295"/>
                </a:cubicBezTo>
                <a:cubicBezTo>
                  <a:pt x="891471" y="58672"/>
                  <a:pt x="896486" y="49393"/>
                  <a:pt x="904266" y="42458"/>
                </a:cubicBezTo>
                <a:cubicBezTo>
                  <a:pt x="912044" y="35428"/>
                  <a:pt x="921276" y="31912"/>
                  <a:pt x="931960" y="31912"/>
                </a:cubicBezTo>
                <a:cubicBezTo>
                  <a:pt x="942645" y="31912"/>
                  <a:pt x="950518" y="35428"/>
                  <a:pt x="955579" y="42458"/>
                </a:cubicBezTo>
                <a:cubicBezTo>
                  <a:pt x="959047" y="47331"/>
                  <a:pt x="960781" y="53235"/>
                  <a:pt x="960781" y="60171"/>
                </a:cubicBezTo>
                <a:close/>
                <a:moveTo>
                  <a:pt x="1053852" y="99536"/>
                </a:moveTo>
                <a:lnTo>
                  <a:pt x="1052447" y="106847"/>
                </a:lnTo>
                <a:lnTo>
                  <a:pt x="1028547" y="106847"/>
                </a:lnTo>
                <a:lnTo>
                  <a:pt x="1036840" y="64389"/>
                </a:lnTo>
                <a:cubicBezTo>
                  <a:pt x="1037871" y="59702"/>
                  <a:pt x="1038293" y="55766"/>
                  <a:pt x="1038106" y="52579"/>
                </a:cubicBezTo>
                <a:cubicBezTo>
                  <a:pt x="1038106" y="49673"/>
                  <a:pt x="1037778" y="47517"/>
                  <a:pt x="1037121" y="46111"/>
                </a:cubicBezTo>
                <a:cubicBezTo>
                  <a:pt x="1035622" y="42925"/>
                  <a:pt x="1032061" y="41238"/>
                  <a:pt x="1026438" y="41051"/>
                </a:cubicBezTo>
                <a:cubicBezTo>
                  <a:pt x="1020626" y="41051"/>
                  <a:pt x="1015752" y="43207"/>
                  <a:pt x="1011816" y="47519"/>
                </a:cubicBezTo>
                <a:cubicBezTo>
                  <a:pt x="1007786" y="51924"/>
                  <a:pt x="1005021" y="58156"/>
                  <a:pt x="1003521" y="66216"/>
                </a:cubicBezTo>
                <a:lnTo>
                  <a:pt x="995648" y="106847"/>
                </a:lnTo>
                <a:lnTo>
                  <a:pt x="982995" y="106847"/>
                </a:lnTo>
                <a:lnTo>
                  <a:pt x="995789" y="41192"/>
                </a:lnTo>
                <a:lnTo>
                  <a:pt x="983699" y="41192"/>
                </a:lnTo>
                <a:lnTo>
                  <a:pt x="985104" y="33882"/>
                </a:lnTo>
                <a:lnTo>
                  <a:pt x="1009847" y="33882"/>
                </a:lnTo>
                <a:lnTo>
                  <a:pt x="1007318" y="46815"/>
                </a:lnTo>
                <a:cubicBezTo>
                  <a:pt x="1010597" y="41754"/>
                  <a:pt x="1014345" y="38052"/>
                  <a:pt x="1018563" y="35709"/>
                </a:cubicBezTo>
                <a:cubicBezTo>
                  <a:pt x="1022782" y="33178"/>
                  <a:pt x="1027375" y="31912"/>
                  <a:pt x="1032342" y="31912"/>
                </a:cubicBezTo>
                <a:cubicBezTo>
                  <a:pt x="1040402" y="31912"/>
                  <a:pt x="1045885" y="34209"/>
                  <a:pt x="1048791" y="38803"/>
                </a:cubicBezTo>
                <a:cubicBezTo>
                  <a:pt x="1050572" y="41520"/>
                  <a:pt x="1051462" y="45268"/>
                  <a:pt x="1051462" y="50048"/>
                </a:cubicBezTo>
                <a:cubicBezTo>
                  <a:pt x="1051462" y="53236"/>
                  <a:pt x="1051040" y="56704"/>
                  <a:pt x="1050196" y="60452"/>
                </a:cubicBezTo>
                <a:lnTo>
                  <a:pt x="1042604" y="99536"/>
                </a:lnTo>
                <a:lnTo>
                  <a:pt x="1053852" y="9953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" name="Text �+1">
            <a:extLst xmlns:a="http://schemas.openxmlformats.org/drawingml/2006/main">
              <a:ext uri="{FF2B5EF4-FFF2-40B4-BE49-F238E27FC236}">
                <a16:creationId xmlns:a16="http://schemas.microsoft.com/office/drawing/2014/main" id="{E2A0AE81-BBF6-4A7B-819E-0BEDFE44E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3147" y="4343853"/>
            <a:ext cx="157214" cy="77776"/>
          </a:xfrm>
          <a:custGeom xmlns:a="http://schemas.openxmlformats.org/drawingml/2006/main">
            <a:pathLst>
              <a:path w="157214" h="77776">
                <a:moveTo>
                  <a:pt x="21808" y="5080"/>
                </a:moveTo>
                <a:cubicBezTo>
                  <a:pt x="21808" y="5544"/>
                  <a:pt x="21775" y="5909"/>
                  <a:pt x="21710" y="6175"/>
                </a:cubicBezTo>
                <a:cubicBezTo>
                  <a:pt x="21377" y="7768"/>
                  <a:pt x="20613" y="9062"/>
                  <a:pt x="19418" y="10058"/>
                </a:cubicBezTo>
                <a:cubicBezTo>
                  <a:pt x="18091" y="11120"/>
                  <a:pt x="16664" y="11652"/>
                  <a:pt x="15136" y="11652"/>
                </a:cubicBezTo>
                <a:cubicBezTo>
                  <a:pt x="13609" y="11652"/>
                  <a:pt x="12415" y="11120"/>
                  <a:pt x="11551" y="10058"/>
                </a:cubicBezTo>
                <a:cubicBezTo>
                  <a:pt x="10888" y="9328"/>
                  <a:pt x="10556" y="8399"/>
                  <a:pt x="10556" y="7269"/>
                </a:cubicBezTo>
                <a:cubicBezTo>
                  <a:pt x="10556" y="6805"/>
                  <a:pt x="10589" y="6441"/>
                  <a:pt x="10655" y="6175"/>
                </a:cubicBezTo>
                <a:cubicBezTo>
                  <a:pt x="10987" y="4582"/>
                  <a:pt x="11784" y="3287"/>
                  <a:pt x="13045" y="2291"/>
                </a:cubicBezTo>
                <a:cubicBezTo>
                  <a:pt x="14306" y="1163"/>
                  <a:pt x="15701" y="599"/>
                  <a:pt x="17228" y="599"/>
                </a:cubicBezTo>
                <a:cubicBezTo>
                  <a:pt x="18688" y="599"/>
                  <a:pt x="19883" y="1163"/>
                  <a:pt x="20813" y="2291"/>
                </a:cubicBezTo>
                <a:cubicBezTo>
                  <a:pt x="21477" y="3022"/>
                  <a:pt x="21808" y="3951"/>
                  <a:pt x="21808" y="5080"/>
                </a:cubicBezTo>
                <a:moveTo>
                  <a:pt x="18921" y="22208"/>
                </a:moveTo>
                <a:lnTo>
                  <a:pt x="9859" y="68713"/>
                </a:lnTo>
                <a:lnTo>
                  <a:pt x="18324" y="68713"/>
                </a:lnTo>
                <a:lnTo>
                  <a:pt x="17327" y="73892"/>
                </a:lnTo>
                <a:lnTo>
                  <a:pt x="0" y="73892"/>
                </a:lnTo>
                <a:lnTo>
                  <a:pt x="8962" y="27386"/>
                </a:lnTo>
                <a:lnTo>
                  <a:pt x="398" y="27386"/>
                </a:lnTo>
                <a:lnTo>
                  <a:pt x="1494" y="22208"/>
                </a:lnTo>
                <a:lnTo>
                  <a:pt x="18921" y="22208"/>
                </a:lnTo>
                <a:close/>
                <a:moveTo>
                  <a:pt x="100028" y="50489"/>
                </a:moveTo>
                <a:lnTo>
                  <a:pt x="72744" y="50489"/>
                </a:lnTo>
                <a:lnTo>
                  <a:pt x="72744" y="77776"/>
                </a:lnTo>
                <a:lnTo>
                  <a:pt x="64777" y="77776"/>
                </a:lnTo>
                <a:lnTo>
                  <a:pt x="64777" y="50489"/>
                </a:lnTo>
                <a:lnTo>
                  <a:pt x="37491" y="50489"/>
                </a:lnTo>
                <a:lnTo>
                  <a:pt x="37491" y="42523"/>
                </a:lnTo>
                <a:lnTo>
                  <a:pt x="64777" y="42523"/>
                </a:lnTo>
                <a:lnTo>
                  <a:pt x="64777" y="15236"/>
                </a:lnTo>
                <a:lnTo>
                  <a:pt x="72744" y="15236"/>
                </a:lnTo>
                <a:lnTo>
                  <a:pt x="72744" y="42523"/>
                </a:lnTo>
                <a:lnTo>
                  <a:pt x="100028" y="42523"/>
                </a:lnTo>
                <a:lnTo>
                  <a:pt x="100028" y="50489"/>
                </a:lnTo>
                <a:close/>
                <a:moveTo>
                  <a:pt x="157214" y="73892"/>
                </a:moveTo>
                <a:lnTo>
                  <a:pt x="122160" y="73892"/>
                </a:lnTo>
                <a:lnTo>
                  <a:pt x="122160" y="68713"/>
                </a:lnTo>
                <a:lnTo>
                  <a:pt x="134807" y="68713"/>
                </a:lnTo>
                <a:lnTo>
                  <a:pt x="134807" y="8365"/>
                </a:lnTo>
                <a:lnTo>
                  <a:pt x="120168" y="17826"/>
                </a:lnTo>
                <a:lnTo>
                  <a:pt x="120168" y="11453"/>
                </a:lnTo>
                <a:lnTo>
                  <a:pt x="137895" y="0"/>
                </a:lnTo>
                <a:lnTo>
                  <a:pt x="144567" y="0"/>
                </a:lnTo>
                <a:lnTo>
                  <a:pt x="144567" y="68713"/>
                </a:lnTo>
                <a:lnTo>
                  <a:pt x="157214" y="68713"/>
                </a:lnTo>
                <a:lnTo>
                  <a:pt x="157214" y="7389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" name="Text &gt;">
            <a:extLst xmlns:a="http://schemas.openxmlformats.org/drawingml/2006/main">
              <a:ext uri="{FF2B5EF4-FFF2-40B4-BE49-F238E27FC236}">
                <a16:creationId xmlns:a16="http://schemas.microsoft.com/office/drawing/2014/main" id="{1FF8CBF7-2279-488E-9EDC-E1A5F1A8E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7392" y="4305878"/>
            <a:ext cx="66656" cy="68235"/>
          </a:xfrm>
          <a:custGeom xmlns:a="http://schemas.openxmlformats.org/drawingml/2006/main">
            <a:pathLst>
              <a:path w="66656" h="68235">
                <a:moveTo>
                  <a:pt x="66656" y="39678"/>
                </a:moveTo>
                <a:lnTo>
                  <a:pt x="0" y="68235"/>
                </a:lnTo>
                <a:lnTo>
                  <a:pt x="0" y="55879"/>
                </a:lnTo>
                <a:lnTo>
                  <a:pt x="52790" y="33980"/>
                </a:lnTo>
                <a:lnTo>
                  <a:pt x="0" y="12356"/>
                </a:lnTo>
                <a:lnTo>
                  <a:pt x="0" y="0"/>
                </a:lnTo>
                <a:lnTo>
                  <a:pt x="66656" y="28145"/>
                </a:lnTo>
                <a:lnTo>
                  <a:pt x="66656" y="3967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" name="Text ......">
            <a:extLst xmlns:a="http://schemas.openxmlformats.org/drawingml/2006/main">
              <a:ext uri="{FF2B5EF4-FFF2-40B4-BE49-F238E27FC236}">
                <a16:creationId xmlns:a16="http://schemas.microsoft.com/office/drawing/2014/main" id="{6B3592D6-C180-49C5-B7E7-3677B3787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328" y="4545950"/>
            <a:ext cx="210312" cy="14141"/>
          </a:xfrm>
          <a:custGeom xmlns:a="http://schemas.openxmlformats.org/drawingml/2006/main">
            <a:pathLst>
              <a:path w="210312" h="14141">
                <a:moveTo>
                  <a:pt x="0" y="14141"/>
                </a:moveTo>
                <a:lnTo>
                  <a:pt x="0" y="0"/>
                </a:lnTo>
                <a:lnTo>
                  <a:pt x="14073" y="0"/>
                </a:lnTo>
                <a:lnTo>
                  <a:pt x="14073" y="14141"/>
                </a:lnTo>
                <a:lnTo>
                  <a:pt x="0" y="14141"/>
                </a:lnTo>
                <a:close/>
                <a:moveTo>
                  <a:pt x="39248" y="14141"/>
                </a:moveTo>
                <a:lnTo>
                  <a:pt x="39248" y="0"/>
                </a:lnTo>
                <a:lnTo>
                  <a:pt x="53321" y="0"/>
                </a:lnTo>
                <a:lnTo>
                  <a:pt x="53321" y="14141"/>
                </a:lnTo>
                <a:lnTo>
                  <a:pt x="39248" y="14141"/>
                </a:lnTo>
                <a:close/>
                <a:moveTo>
                  <a:pt x="78496" y="14141"/>
                </a:moveTo>
                <a:lnTo>
                  <a:pt x="78496" y="0"/>
                </a:lnTo>
                <a:lnTo>
                  <a:pt x="92568" y="0"/>
                </a:lnTo>
                <a:lnTo>
                  <a:pt x="92568" y="14141"/>
                </a:lnTo>
                <a:lnTo>
                  <a:pt x="78496" y="14141"/>
                </a:lnTo>
                <a:close/>
                <a:moveTo>
                  <a:pt x="117743" y="14141"/>
                </a:moveTo>
                <a:lnTo>
                  <a:pt x="117743" y="0"/>
                </a:lnTo>
                <a:lnTo>
                  <a:pt x="131816" y="0"/>
                </a:lnTo>
                <a:lnTo>
                  <a:pt x="131816" y="14141"/>
                </a:lnTo>
                <a:lnTo>
                  <a:pt x="117743" y="14141"/>
                </a:lnTo>
                <a:close/>
                <a:moveTo>
                  <a:pt x="156991" y="14141"/>
                </a:moveTo>
                <a:lnTo>
                  <a:pt x="156991" y="0"/>
                </a:lnTo>
                <a:lnTo>
                  <a:pt x="171064" y="0"/>
                </a:lnTo>
                <a:lnTo>
                  <a:pt x="171064" y="14141"/>
                </a:lnTo>
                <a:lnTo>
                  <a:pt x="156991" y="14141"/>
                </a:lnTo>
                <a:close/>
                <a:moveTo>
                  <a:pt x="196239" y="14141"/>
                </a:moveTo>
                <a:lnTo>
                  <a:pt x="196239" y="0"/>
                </a:lnTo>
                <a:lnTo>
                  <a:pt x="210312" y="0"/>
                </a:lnTo>
                <a:lnTo>
                  <a:pt x="210312" y="14141"/>
                </a:lnTo>
                <a:lnTo>
                  <a:pt x="196239" y="1414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" name="Text Prompt:">
            <a:extLst xmlns:a="http://schemas.openxmlformats.org/drawingml/2006/main">
              <a:ext uri="{FF2B5EF4-FFF2-40B4-BE49-F238E27FC236}">
                <a16:creationId xmlns:a16="http://schemas.microsoft.com/office/drawing/2014/main" id="{9958FB24-AF23-443E-A52C-063EFD7F0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406" y="4627576"/>
            <a:ext cx="468740" cy="128644"/>
          </a:xfrm>
          <a:custGeom xmlns:a="http://schemas.openxmlformats.org/drawingml/2006/main">
            <a:pathLst>
              <a:path w="468740" h="128644">
                <a:moveTo>
                  <a:pt x="0" y="100636"/>
                </a:moveTo>
                <a:lnTo>
                  <a:pt x="0" y="0"/>
                </a:lnTo>
                <a:lnTo>
                  <a:pt x="37962" y="0"/>
                </a:lnTo>
                <a:cubicBezTo>
                  <a:pt x="44643" y="0"/>
                  <a:pt x="49746" y="320"/>
                  <a:pt x="53270" y="961"/>
                </a:cubicBezTo>
                <a:cubicBezTo>
                  <a:pt x="58213" y="1785"/>
                  <a:pt x="62354" y="3352"/>
                  <a:pt x="65695" y="5663"/>
                </a:cubicBezTo>
                <a:cubicBezTo>
                  <a:pt x="69036" y="7974"/>
                  <a:pt x="71725" y="11212"/>
                  <a:pt x="73761" y="15377"/>
                </a:cubicBezTo>
                <a:cubicBezTo>
                  <a:pt x="75798" y="19541"/>
                  <a:pt x="76816" y="24118"/>
                  <a:pt x="76816" y="29106"/>
                </a:cubicBezTo>
                <a:cubicBezTo>
                  <a:pt x="76816" y="37664"/>
                  <a:pt x="74093" y="44907"/>
                  <a:pt x="68647" y="50833"/>
                </a:cubicBezTo>
                <a:cubicBezTo>
                  <a:pt x="63201" y="56760"/>
                  <a:pt x="53362" y="59723"/>
                  <a:pt x="39129" y="59723"/>
                </a:cubicBezTo>
                <a:lnTo>
                  <a:pt x="13318" y="59723"/>
                </a:lnTo>
                <a:lnTo>
                  <a:pt x="13318" y="100636"/>
                </a:lnTo>
                <a:lnTo>
                  <a:pt x="0" y="100636"/>
                </a:lnTo>
                <a:moveTo>
                  <a:pt x="13318" y="47778"/>
                </a:moveTo>
                <a:lnTo>
                  <a:pt x="39335" y="47778"/>
                </a:lnTo>
                <a:cubicBezTo>
                  <a:pt x="47938" y="47778"/>
                  <a:pt x="54048" y="46183"/>
                  <a:pt x="57663" y="42992"/>
                </a:cubicBezTo>
                <a:cubicBezTo>
                  <a:pt x="61279" y="39800"/>
                  <a:pt x="63087" y="35310"/>
                  <a:pt x="63087" y="29520"/>
                </a:cubicBezTo>
                <a:cubicBezTo>
                  <a:pt x="63087" y="25326"/>
                  <a:pt x="62023" y="21735"/>
                  <a:pt x="59894" y="18749"/>
                </a:cubicBezTo>
                <a:cubicBezTo>
                  <a:pt x="57766" y="15763"/>
                  <a:pt x="54963" y="13791"/>
                  <a:pt x="51485" y="12833"/>
                </a:cubicBezTo>
                <a:cubicBezTo>
                  <a:pt x="49243" y="12241"/>
                  <a:pt x="45101" y="11945"/>
                  <a:pt x="39060" y="11945"/>
                </a:cubicBezTo>
                <a:lnTo>
                  <a:pt x="13318" y="11945"/>
                </a:lnTo>
                <a:lnTo>
                  <a:pt x="13318" y="47778"/>
                </a:lnTo>
                <a:close/>
                <a:moveTo>
                  <a:pt x="92010" y="100636"/>
                </a:moveTo>
                <a:lnTo>
                  <a:pt x="92010" y="27733"/>
                </a:lnTo>
                <a:lnTo>
                  <a:pt x="103131" y="27733"/>
                </a:lnTo>
                <a:lnTo>
                  <a:pt x="103131" y="38786"/>
                </a:lnTo>
                <a:cubicBezTo>
                  <a:pt x="105968" y="33614"/>
                  <a:pt x="108588" y="30205"/>
                  <a:pt x="110991" y="28557"/>
                </a:cubicBezTo>
                <a:cubicBezTo>
                  <a:pt x="113393" y="26910"/>
                  <a:pt x="116036" y="26086"/>
                  <a:pt x="118919" y="26086"/>
                </a:cubicBezTo>
                <a:cubicBezTo>
                  <a:pt x="123084" y="26086"/>
                  <a:pt x="127317" y="27413"/>
                  <a:pt x="131619" y="30067"/>
                </a:cubicBezTo>
                <a:lnTo>
                  <a:pt x="127363" y="41523"/>
                </a:lnTo>
                <a:cubicBezTo>
                  <a:pt x="124343" y="39744"/>
                  <a:pt x="121322" y="38854"/>
                  <a:pt x="118302" y="38854"/>
                </a:cubicBezTo>
                <a:cubicBezTo>
                  <a:pt x="115601" y="38854"/>
                  <a:pt x="113176" y="39667"/>
                  <a:pt x="111025" y="41291"/>
                </a:cubicBezTo>
                <a:cubicBezTo>
                  <a:pt x="108874" y="42916"/>
                  <a:pt x="107341" y="45170"/>
                  <a:pt x="106426" y="48053"/>
                </a:cubicBezTo>
                <a:cubicBezTo>
                  <a:pt x="105053" y="52446"/>
                  <a:pt x="104366" y="57252"/>
                  <a:pt x="104366" y="62469"/>
                </a:cubicBezTo>
                <a:lnTo>
                  <a:pt x="104366" y="100636"/>
                </a:lnTo>
                <a:lnTo>
                  <a:pt x="92010" y="100636"/>
                </a:lnTo>
                <a:close/>
                <a:moveTo>
                  <a:pt x="134411" y="64185"/>
                </a:moveTo>
                <a:cubicBezTo>
                  <a:pt x="134411" y="50684"/>
                  <a:pt x="138163" y="40685"/>
                  <a:pt x="145669" y="34186"/>
                </a:cubicBezTo>
                <a:cubicBezTo>
                  <a:pt x="151938" y="28786"/>
                  <a:pt x="159581" y="26086"/>
                  <a:pt x="168597" y="26086"/>
                </a:cubicBezTo>
                <a:cubicBezTo>
                  <a:pt x="178619" y="26086"/>
                  <a:pt x="186811" y="29369"/>
                  <a:pt x="193172" y="35937"/>
                </a:cubicBezTo>
                <a:cubicBezTo>
                  <a:pt x="199534" y="42504"/>
                  <a:pt x="202714" y="51577"/>
                  <a:pt x="202714" y="63155"/>
                </a:cubicBezTo>
                <a:cubicBezTo>
                  <a:pt x="202714" y="72537"/>
                  <a:pt x="201307" y="79917"/>
                  <a:pt x="198493" y="85294"/>
                </a:cubicBezTo>
                <a:cubicBezTo>
                  <a:pt x="195678" y="90671"/>
                  <a:pt x="191582" y="94847"/>
                  <a:pt x="186205" y="97822"/>
                </a:cubicBezTo>
                <a:cubicBezTo>
                  <a:pt x="180827" y="100797"/>
                  <a:pt x="174958" y="102284"/>
                  <a:pt x="168597" y="102284"/>
                </a:cubicBezTo>
                <a:cubicBezTo>
                  <a:pt x="158391" y="102284"/>
                  <a:pt x="150142" y="99012"/>
                  <a:pt x="143850" y="92467"/>
                </a:cubicBezTo>
                <a:cubicBezTo>
                  <a:pt x="137557" y="85923"/>
                  <a:pt x="134411" y="76496"/>
                  <a:pt x="134411" y="64185"/>
                </a:cubicBezTo>
                <a:moveTo>
                  <a:pt x="147110" y="64219"/>
                </a:moveTo>
                <a:cubicBezTo>
                  <a:pt x="147110" y="73544"/>
                  <a:pt x="149147" y="80526"/>
                  <a:pt x="153220" y="85165"/>
                </a:cubicBezTo>
                <a:cubicBezTo>
                  <a:pt x="157293" y="89805"/>
                  <a:pt x="162419" y="92124"/>
                  <a:pt x="168597" y="92124"/>
                </a:cubicBezTo>
                <a:cubicBezTo>
                  <a:pt x="174729" y="92124"/>
                  <a:pt x="179832" y="89793"/>
                  <a:pt x="183905" y="85131"/>
                </a:cubicBezTo>
                <a:cubicBezTo>
                  <a:pt x="187978" y="80469"/>
                  <a:pt x="190015" y="73361"/>
                  <a:pt x="190015" y="63807"/>
                </a:cubicBezTo>
                <a:cubicBezTo>
                  <a:pt x="190015" y="54803"/>
                  <a:pt x="187967" y="47981"/>
                  <a:pt x="183871" y="43342"/>
                </a:cubicBezTo>
                <a:cubicBezTo>
                  <a:pt x="179775" y="38703"/>
                  <a:pt x="174684" y="36383"/>
                  <a:pt x="168597" y="36383"/>
                </a:cubicBezTo>
                <a:cubicBezTo>
                  <a:pt x="162419" y="36383"/>
                  <a:pt x="157293" y="38691"/>
                  <a:pt x="153220" y="43308"/>
                </a:cubicBezTo>
                <a:cubicBezTo>
                  <a:pt x="149147" y="47924"/>
                  <a:pt x="147110" y="54895"/>
                  <a:pt x="147110" y="64219"/>
                </a:cubicBezTo>
                <a:close/>
                <a:moveTo>
                  <a:pt x="216920" y="100636"/>
                </a:moveTo>
                <a:lnTo>
                  <a:pt x="216920" y="27733"/>
                </a:lnTo>
                <a:lnTo>
                  <a:pt x="227972" y="27733"/>
                </a:lnTo>
                <a:lnTo>
                  <a:pt x="227972" y="37962"/>
                </a:lnTo>
                <a:cubicBezTo>
                  <a:pt x="230260" y="34392"/>
                  <a:pt x="233304" y="31520"/>
                  <a:pt x="237102" y="29347"/>
                </a:cubicBezTo>
                <a:cubicBezTo>
                  <a:pt x="240901" y="27173"/>
                  <a:pt x="245225" y="26086"/>
                  <a:pt x="250076" y="26086"/>
                </a:cubicBezTo>
                <a:cubicBezTo>
                  <a:pt x="255477" y="26086"/>
                  <a:pt x="259904" y="27207"/>
                  <a:pt x="263360" y="29450"/>
                </a:cubicBezTo>
                <a:cubicBezTo>
                  <a:pt x="266815" y="31692"/>
                  <a:pt x="269252" y="34827"/>
                  <a:pt x="270670" y="38854"/>
                </a:cubicBezTo>
                <a:cubicBezTo>
                  <a:pt x="276437" y="30342"/>
                  <a:pt x="283942" y="26086"/>
                  <a:pt x="293187" y="26086"/>
                </a:cubicBezTo>
                <a:cubicBezTo>
                  <a:pt x="300417" y="26086"/>
                  <a:pt x="305978" y="28088"/>
                  <a:pt x="309868" y="32092"/>
                </a:cubicBezTo>
                <a:cubicBezTo>
                  <a:pt x="313758" y="36097"/>
                  <a:pt x="315703" y="42264"/>
                  <a:pt x="315703" y="50593"/>
                </a:cubicBezTo>
                <a:lnTo>
                  <a:pt x="315703" y="100636"/>
                </a:lnTo>
                <a:lnTo>
                  <a:pt x="303415" y="100636"/>
                </a:lnTo>
                <a:lnTo>
                  <a:pt x="303415" y="54712"/>
                </a:lnTo>
                <a:cubicBezTo>
                  <a:pt x="303415" y="49769"/>
                  <a:pt x="303015" y="46211"/>
                  <a:pt x="302214" y="44037"/>
                </a:cubicBezTo>
                <a:cubicBezTo>
                  <a:pt x="301413" y="41863"/>
                  <a:pt x="299960" y="40113"/>
                  <a:pt x="297855" y="38786"/>
                </a:cubicBezTo>
                <a:cubicBezTo>
                  <a:pt x="295749" y="37458"/>
                  <a:pt x="293278" y="36795"/>
                  <a:pt x="290441" y="36795"/>
                </a:cubicBezTo>
                <a:cubicBezTo>
                  <a:pt x="285315" y="36795"/>
                  <a:pt x="281059" y="38500"/>
                  <a:pt x="277672" y="41909"/>
                </a:cubicBezTo>
                <a:cubicBezTo>
                  <a:pt x="274286" y="45318"/>
                  <a:pt x="272593" y="50776"/>
                  <a:pt x="272593" y="58281"/>
                </a:cubicBezTo>
                <a:lnTo>
                  <a:pt x="272593" y="100636"/>
                </a:lnTo>
                <a:lnTo>
                  <a:pt x="260236" y="100636"/>
                </a:lnTo>
                <a:lnTo>
                  <a:pt x="260236" y="53270"/>
                </a:lnTo>
                <a:cubicBezTo>
                  <a:pt x="260236" y="47778"/>
                  <a:pt x="259229" y="43659"/>
                  <a:pt x="257216" y="40914"/>
                </a:cubicBezTo>
                <a:cubicBezTo>
                  <a:pt x="255202" y="38168"/>
                  <a:pt x="251907" y="36795"/>
                  <a:pt x="247330" y="36795"/>
                </a:cubicBezTo>
                <a:cubicBezTo>
                  <a:pt x="243852" y="36795"/>
                  <a:pt x="240637" y="37710"/>
                  <a:pt x="237686" y="39541"/>
                </a:cubicBezTo>
                <a:cubicBezTo>
                  <a:pt x="234734" y="41371"/>
                  <a:pt x="232594" y="44048"/>
                  <a:pt x="231267" y="47572"/>
                </a:cubicBezTo>
                <a:cubicBezTo>
                  <a:pt x="229940" y="51096"/>
                  <a:pt x="229276" y="56176"/>
                  <a:pt x="229276" y="62812"/>
                </a:cubicBezTo>
                <a:lnTo>
                  <a:pt x="229276" y="100636"/>
                </a:lnTo>
                <a:lnTo>
                  <a:pt x="216920" y="100636"/>
                </a:lnTo>
                <a:close/>
                <a:moveTo>
                  <a:pt x="334077" y="128644"/>
                </a:moveTo>
                <a:lnTo>
                  <a:pt x="334077" y="27733"/>
                </a:lnTo>
                <a:lnTo>
                  <a:pt x="345335" y="27733"/>
                </a:lnTo>
                <a:lnTo>
                  <a:pt x="345335" y="37273"/>
                </a:lnTo>
                <a:cubicBezTo>
                  <a:pt x="347990" y="33543"/>
                  <a:pt x="350987" y="30747"/>
                  <a:pt x="354328" y="28883"/>
                </a:cubicBezTo>
                <a:cubicBezTo>
                  <a:pt x="357669" y="27018"/>
                  <a:pt x="361719" y="26086"/>
                  <a:pt x="366479" y="26086"/>
                </a:cubicBezTo>
                <a:cubicBezTo>
                  <a:pt x="372703" y="26086"/>
                  <a:pt x="378194" y="27688"/>
                  <a:pt x="382954" y="30891"/>
                </a:cubicBezTo>
                <a:cubicBezTo>
                  <a:pt x="387713" y="34095"/>
                  <a:pt x="391306" y="38614"/>
                  <a:pt x="393731" y="44449"/>
                </a:cubicBezTo>
                <a:cubicBezTo>
                  <a:pt x="396157" y="50284"/>
                  <a:pt x="397370" y="56680"/>
                  <a:pt x="397370" y="63636"/>
                </a:cubicBezTo>
                <a:cubicBezTo>
                  <a:pt x="397370" y="71095"/>
                  <a:pt x="396031" y="77811"/>
                  <a:pt x="393354" y="83784"/>
                </a:cubicBezTo>
                <a:cubicBezTo>
                  <a:pt x="390677" y="89756"/>
                  <a:pt x="386787" y="94332"/>
                  <a:pt x="381684" y="97513"/>
                </a:cubicBezTo>
                <a:cubicBezTo>
                  <a:pt x="376581" y="100694"/>
                  <a:pt x="371215" y="102284"/>
                  <a:pt x="365586" y="102284"/>
                </a:cubicBezTo>
                <a:cubicBezTo>
                  <a:pt x="361467" y="102284"/>
                  <a:pt x="357772" y="101414"/>
                  <a:pt x="354500" y="99675"/>
                </a:cubicBezTo>
                <a:cubicBezTo>
                  <a:pt x="351228" y="97936"/>
                  <a:pt x="348539" y="95740"/>
                  <a:pt x="346434" y="93085"/>
                </a:cubicBezTo>
                <a:lnTo>
                  <a:pt x="346434" y="128644"/>
                </a:lnTo>
                <a:lnTo>
                  <a:pt x="334077" y="128644"/>
                </a:lnTo>
                <a:moveTo>
                  <a:pt x="345267" y="64631"/>
                </a:moveTo>
                <a:cubicBezTo>
                  <a:pt x="345267" y="74001"/>
                  <a:pt x="347166" y="80926"/>
                  <a:pt x="350964" y="85405"/>
                </a:cubicBezTo>
                <a:cubicBezTo>
                  <a:pt x="354763" y="89885"/>
                  <a:pt x="359362" y="92124"/>
                  <a:pt x="364762" y="92124"/>
                </a:cubicBezTo>
                <a:cubicBezTo>
                  <a:pt x="370254" y="92124"/>
                  <a:pt x="374956" y="89805"/>
                  <a:pt x="378869" y="85165"/>
                </a:cubicBezTo>
                <a:cubicBezTo>
                  <a:pt x="382782" y="80526"/>
                  <a:pt x="384739" y="73338"/>
                  <a:pt x="384739" y="63601"/>
                </a:cubicBezTo>
                <a:cubicBezTo>
                  <a:pt x="384739" y="54323"/>
                  <a:pt x="382828" y="47375"/>
                  <a:pt x="379007" y="42758"/>
                </a:cubicBezTo>
                <a:cubicBezTo>
                  <a:pt x="375185" y="38142"/>
                  <a:pt x="370620" y="35834"/>
                  <a:pt x="365312" y="35834"/>
                </a:cubicBezTo>
                <a:cubicBezTo>
                  <a:pt x="360049" y="35834"/>
                  <a:pt x="355392" y="38291"/>
                  <a:pt x="351342" y="43205"/>
                </a:cubicBezTo>
                <a:cubicBezTo>
                  <a:pt x="347292" y="48119"/>
                  <a:pt x="345267" y="55261"/>
                  <a:pt x="345267" y="64631"/>
                </a:cubicBezTo>
                <a:close/>
                <a:moveTo>
                  <a:pt x="438965" y="89584"/>
                </a:moveTo>
                <a:lnTo>
                  <a:pt x="440750" y="100499"/>
                </a:lnTo>
                <a:cubicBezTo>
                  <a:pt x="437272" y="101231"/>
                  <a:pt x="434160" y="101598"/>
                  <a:pt x="431414" y="101598"/>
                </a:cubicBezTo>
                <a:cubicBezTo>
                  <a:pt x="426929" y="101598"/>
                  <a:pt x="423451" y="100888"/>
                  <a:pt x="420980" y="99469"/>
                </a:cubicBezTo>
                <a:cubicBezTo>
                  <a:pt x="418508" y="98051"/>
                  <a:pt x="416769" y="96186"/>
                  <a:pt x="415762" y="93875"/>
                </a:cubicBezTo>
                <a:cubicBezTo>
                  <a:pt x="414756" y="91564"/>
                  <a:pt x="414252" y="86701"/>
                  <a:pt x="414252" y="79287"/>
                </a:cubicBezTo>
                <a:lnTo>
                  <a:pt x="414252" y="37344"/>
                </a:lnTo>
                <a:lnTo>
                  <a:pt x="405191" y="37344"/>
                </a:lnTo>
                <a:lnTo>
                  <a:pt x="405191" y="27733"/>
                </a:lnTo>
                <a:lnTo>
                  <a:pt x="414252" y="27733"/>
                </a:lnTo>
                <a:lnTo>
                  <a:pt x="414252" y="9679"/>
                </a:lnTo>
                <a:lnTo>
                  <a:pt x="426540" y="2265"/>
                </a:lnTo>
                <a:lnTo>
                  <a:pt x="426540" y="27733"/>
                </a:lnTo>
                <a:lnTo>
                  <a:pt x="438965" y="27733"/>
                </a:lnTo>
                <a:lnTo>
                  <a:pt x="438965" y="37344"/>
                </a:lnTo>
                <a:lnTo>
                  <a:pt x="426540" y="37344"/>
                </a:lnTo>
                <a:lnTo>
                  <a:pt x="426540" y="79974"/>
                </a:lnTo>
                <a:cubicBezTo>
                  <a:pt x="426540" y="83498"/>
                  <a:pt x="426757" y="85763"/>
                  <a:pt x="427192" y="86770"/>
                </a:cubicBezTo>
                <a:cubicBezTo>
                  <a:pt x="427627" y="87777"/>
                  <a:pt x="428336" y="88577"/>
                  <a:pt x="429320" y="89172"/>
                </a:cubicBezTo>
                <a:cubicBezTo>
                  <a:pt x="430304" y="89767"/>
                  <a:pt x="431711" y="90065"/>
                  <a:pt x="433542" y="90065"/>
                </a:cubicBezTo>
                <a:cubicBezTo>
                  <a:pt x="434915" y="90065"/>
                  <a:pt x="436723" y="89905"/>
                  <a:pt x="438965" y="89584"/>
                </a:cubicBezTo>
                <a:close/>
                <a:moveTo>
                  <a:pt x="454667" y="41875"/>
                </a:moveTo>
                <a:lnTo>
                  <a:pt x="454667" y="27733"/>
                </a:lnTo>
                <a:lnTo>
                  <a:pt x="468740" y="27733"/>
                </a:lnTo>
                <a:lnTo>
                  <a:pt x="468740" y="41875"/>
                </a:lnTo>
                <a:lnTo>
                  <a:pt x="454667" y="41875"/>
                </a:lnTo>
                <a:moveTo>
                  <a:pt x="454667" y="100636"/>
                </a:moveTo>
                <a:lnTo>
                  <a:pt x="454667" y="86495"/>
                </a:lnTo>
                <a:lnTo>
                  <a:pt x="468740" y="86495"/>
                </a:lnTo>
                <a:lnTo>
                  <a:pt x="468740" y="100636"/>
                </a:lnTo>
                <a:lnTo>
                  <a:pt x="454667" y="10063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" name="Text &lt;푂푏푠�푟������">
            <a:extLst xmlns:a="http://schemas.openxmlformats.org/drawingml/2006/main">
              <a:ext uri="{FF2B5EF4-FFF2-40B4-BE49-F238E27FC236}">
                <a16:creationId xmlns:a16="http://schemas.microsoft.com/office/drawing/2014/main" id="{62C0F733-43B6-459E-AC87-02B735C10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0293" y="4621365"/>
            <a:ext cx="1053852" cy="108816"/>
          </a:xfrm>
          <a:custGeom xmlns:a="http://schemas.openxmlformats.org/drawingml/2006/main">
            <a:pathLst>
              <a:path w="1053852" h="108816">
                <a:moveTo>
                  <a:pt x="0" y="62776"/>
                </a:moveTo>
                <a:lnTo>
                  <a:pt x="0" y="51243"/>
                </a:lnTo>
                <a:lnTo>
                  <a:pt x="66656" y="23098"/>
                </a:lnTo>
                <a:lnTo>
                  <a:pt x="66656" y="35454"/>
                </a:lnTo>
                <a:lnTo>
                  <a:pt x="13798" y="57078"/>
                </a:lnTo>
                <a:lnTo>
                  <a:pt x="66656" y="78976"/>
                </a:lnTo>
                <a:lnTo>
                  <a:pt x="66656" y="91333"/>
                </a:lnTo>
                <a:lnTo>
                  <a:pt x="0" y="62776"/>
                </a:lnTo>
                <a:close/>
                <a:moveTo>
                  <a:pt x="170624" y="55673"/>
                </a:moveTo>
                <a:cubicBezTo>
                  <a:pt x="173530" y="40583"/>
                  <a:pt x="172874" y="29149"/>
                  <a:pt x="168657" y="21369"/>
                </a:cubicBezTo>
                <a:cubicBezTo>
                  <a:pt x="164439" y="13683"/>
                  <a:pt x="156754" y="9840"/>
                  <a:pt x="145600" y="9840"/>
                </a:cubicBezTo>
                <a:cubicBezTo>
                  <a:pt x="134446" y="9840"/>
                  <a:pt x="125168" y="13683"/>
                  <a:pt x="117764" y="21369"/>
                </a:cubicBezTo>
                <a:cubicBezTo>
                  <a:pt x="110546" y="29241"/>
                  <a:pt x="105485" y="40676"/>
                  <a:pt x="102580" y="55673"/>
                </a:cubicBezTo>
                <a:cubicBezTo>
                  <a:pt x="99674" y="70575"/>
                  <a:pt x="100330" y="82010"/>
                  <a:pt x="104547" y="89977"/>
                </a:cubicBezTo>
                <a:cubicBezTo>
                  <a:pt x="108859" y="97662"/>
                  <a:pt x="116592" y="101505"/>
                  <a:pt x="127745" y="101505"/>
                </a:cubicBezTo>
                <a:cubicBezTo>
                  <a:pt x="138805" y="101505"/>
                  <a:pt x="148036" y="97662"/>
                  <a:pt x="155440" y="89977"/>
                </a:cubicBezTo>
                <a:cubicBezTo>
                  <a:pt x="162658" y="81917"/>
                  <a:pt x="167719" y="70482"/>
                  <a:pt x="170624" y="55673"/>
                </a:cubicBezTo>
                <a:moveTo>
                  <a:pt x="186370" y="55673"/>
                </a:moveTo>
                <a:cubicBezTo>
                  <a:pt x="184871" y="63451"/>
                  <a:pt x="182153" y="70856"/>
                  <a:pt x="178216" y="77886"/>
                </a:cubicBezTo>
                <a:cubicBezTo>
                  <a:pt x="174561" y="84354"/>
                  <a:pt x="169640" y="90164"/>
                  <a:pt x="163455" y="95318"/>
                </a:cubicBezTo>
                <a:cubicBezTo>
                  <a:pt x="158112" y="99818"/>
                  <a:pt x="152348" y="103192"/>
                  <a:pt x="146162" y="105442"/>
                </a:cubicBezTo>
                <a:cubicBezTo>
                  <a:pt x="139977" y="107691"/>
                  <a:pt x="133369" y="108816"/>
                  <a:pt x="126338" y="108816"/>
                </a:cubicBezTo>
                <a:cubicBezTo>
                  <a:pt x="119403" y="108816"/>
                  <a:pt x="113218" y="107691"/>
                  <a:pt x="107782" y="105442"/>
                </a:cubicBezTo>
                <a:cubicBezTo>
                  <a:pt x="102345" y="103005"/>
                  <a:pt x="97845" y="99630"/>
                  <a:pt x="94284" y="95318"/>
                </a:cubicBezTo>
                <a:cubicBezTo>
                  <a:pt x="90161" y="90070"/>
                  <a:pt x="87490" y="84259"/>
                  <a:pt x="86272" y="77886"/>
                </a:cubicBezTo>
                <a:cubicBezTo>
                  <a:pt x="85054" y="71700"/>
                  <a:pt x="85241" y="64295"/>
                  <a:pt x="86834" y="55673"/>
                </a:cubicBezTo>
                <a:cubicBezTo>
                  <a:pt x="88333" y="47425"/>
                  <a:pt x="91051" y="40020"/>
                  <a:pt x="94988" y="33459"/>
                </a:cubicBezTo>
                <a:cubicBezTo>
                  <a:pt x="98456" y="27274"/>
                  <a:pt x="103377" y="21463"/>
                  <a:pt x="109749" y="16027"/>
                </a:cubicBezTo>
                <a:cubicBezTo>
                  <a:pt x="115092" y="11528"/>
                  <a:pt x="120856" y="8153"/>
                  <a:pt x="127042" y="5904"/>
                </a:cubicBezTo>
                <a:cubicBezTo>
                  <a:pt x="133227" y="3654"/>
                  <a:pt x="139882" y="2529"/>
                  <a:pt x="147005" y="2529"/>
                </a:cubicBezTo>
                <a:cubicBezTo>
                  <a:pt x="161907" y="2529"/>
                  <a:pt x="172967" y="7403"/>
                  <a:pt x="180183" y="17151"/>
                </a:cubicBezTo>
                <a:cubicBezTo>
                  <a:pt x="187401" y="26899"/>
                  <a:pt x="189463" y="39739"/>
                  <a:pt x="186370" y="55673"/>
                </a:cubicBezTo>
                <a:close/>
                <a:moveTo>
                  <a:pt x="285276" y="59328"/>
                </a:moveTo>
                <a:cubicBezTo>
                  <a:pt x="285276" y="62422"/>
                  <a:pt x="284900" y="66077"/>
                  <a:pt x="284149" y="70295"/>
                </a:cubicBezTo>
                <a:cubicBezTo>
                  <a:pt x="281900" y="81729"/>
                  <a:pt x="277260" y="91007"/>
                  <a:pt x="270231" y="98131"/>
                </a:cubicBezTo>
                <a:cubicBezTo>
                  <a:pt x="263202" y="105254"/>
                  <a:pt x="255189" y="108816"/>
                  <a:pt x="246192" y="108816"/>
                </a:cubicBezTo>
                <a:cubicBezTo>
                  <a:pt x="240662" y="108816"/>
                  <a:pt x="236162" y="107738"/>
                  <a:pt x="232694" y="105581"/>
                </a:cubicBezTo>
                <a:cubicBezTo>
                  <a:pt x="229226" y="103426"/>
                  <a:pt x="226696" y="100052"/>
                  <a:pt x="225102" y="95460"/>
                </a:cubicBezTo>
                <a:lnTo>
                  <a:pt x="222994" y="106847"/>
                </a:lnTo>
                <a:lnTo>
                  <a:pt x="210341" y="106847"/>
                </a:lnTo>
                <a:lnTo>
                  <a:pt x="229601" y="7311"/>
                </a:lnTo>
                <a:lnTo>
                  <a:pt x="217510" y="7311"/>
                </a:lnTo>
                <a:lnTo>
                  <a:pt x="218918" y="0"/>
                </a:lnTo>
                <a:lnTo>
                  <a:pt x="243661" y="0"/>
                </a:lnTo>
                <a:lnTo>
                  <a:pt x="234945" y="45268"/>
                </a:lnTo>
                <a:cubicBezTo>
                  <a:pt x="238318" y="40582"/>
                  <a:pt x="242114" y="37208"/>
                  <a:pt x="246331" y="35147"/>
                </a:cubicBezTo>
                <a:cubicBezTo>
                  <a:pt x="250643" y="32991"/>
                  <a:pt x="255564" y="31912"/>
                  <a:pt x="261093" y="31912"/>
                </a:cubicBezTo>
                <a:cubicBezTo>
                  <a:pt x="269997" y="31912"/>
                  <a:pt x="276651" y="35428"/>
                  <a:pt x="281056" y="42458"/>
                </a:cubicBezTo>
                <a:cubicBezTo>
                  <a:pt x="283869" y="47143"/>
                  <a:pt x="285276" y="52767"/>
                  <a:pt x="285276" y="59328"/>
                </a:cubicBezTo>
                <a:moveTo>
                  <a:pt x="270793" y="57921"/>
                </a:moveTo>
                <a:cubicBezTo>
                  <a:pt x="270793" y="53798"/>
                  <a:pt x="270138" y="50330"/>
                  <a:pt x="268826" y="47519"/>
                </a:cubicBezTo>
                <a:cubicBezTo>
                  <a:pt x="266482" y="42363"/>
                  <a:pt x="262077" y="39785"/>
                  <a:pt x="255609" y="39785"/>
                </a:cubicBezTo>
                <a:cubicBezTo>
                  <a:pt x="249331" y="39785"/>
                  <a:pt x="244036" y="42082"/>
                  <a:pt x="239724" y="46676"/>
                </a:cubicBezTo>
                <a:cubicBezTo>
                  <a:pt x="235412" y="51455"/>
                  <a:pt x="232413" y="58156"/>
                  <a:pt x="230727" y="66778"/>
                </a:cubicBezTo>
                <a:lnTo>
                  <a:pt x="229320" y="73950"/>
                </a:lnTo>
                <a:cubicBezTo>
                  <a:pt x="228663" y="77229"/>
                  <a:pt x="228335" y="80463"/>
                  <a:pt x="228335" y="83651"/>
                </a:cubicBezTo>
                <a:cubicBezTo>
                  <a:pt x="228335" y="87868"/>
                  <a:pt x="229039" y="91336"/>
                  <a:pt x="230446" y="94053"/>
                </a:cubicBezTo>
                <a:cubicBezTo>
                  <a:pt x="232789" y="98645"/>
                  <a:pt x="237240" y="100941"/>
                  <a:pt x="243800" y="100941"/>
                </a:cubicBezTo>
                <a:cubicBezTo>
                  <a:pt x="250267" y="100941"/>
                  <a:pt x="255657" y="98364"/>
                  <a:pt x="259969" y="93210"/>
                </a:cubicBezTo>
                <a:cubicBezTo>
                  <a:pt x="264280" y="88055"/>
                  <a:pt x="267420" y="80417"/>
                  <a:pt x="269388" y="70295"/>
                </a:cubicBezTo>
                <a:cubicBezTo>
                  <a:pt x="270325" y="65888"/>
                  <a:pt x="270793" y="61764"/>
                  <a:pt x="270793" y="57921"/>
                </a:cubicBezTo>
                <a:close/>
                <a:moveTo>
                  <a:pt x="373378" y="37818"/>
                </a:moveTo>
                <a:lnTo>
                  <a:pt x="370284" y="53703"/>
                </a:lnTo>
                <a:lnTo>
                  <a:pt x="362974" y="53703"/>
                </a:lnTo>
                <a:cubicBezTo>
                  <a:pt x="363161" y="52392"/>
                  <a:pt x="363255" y="51408"/>
                  <a:pt x="363255" y="50752"/>
                </a:cubicBezTo>
                <a:cubicBezTo>
                  <a:pt x="363255" y="47378"/>
                  <a:pt x="362083" y="44519"/>
                  <a:pt x="359741" y="42175"/>
                </a:cubicBezTo>
                <a:cubicBezTo>
                  <a:pt x="357491" y="39832"/>
                  <a:pt x="353695" y="38661"/>
                  <a:pt x="348352" y="38661"/>
                </a:cubicBezTo>
                <a:cubicBezTo>
                  <a:pt x="337667" y="38661"/>
                  <a:pt x="331528" y="42410"/>
                  <a:pt x="329935" y="49908"/>
                </a:cubicBezTo>
                <a:cubicBezTo>
                  <a:pt x="329748" y="50845"/>
                  <a:pt x="329654" y="51923"/>
                  <a:pt x="329654" y="53141"/>
                </a:cubicBezTo>
                <a:cubicBezTo>
                  <a:pt x="329654" y="54642"/>
                  <a:pt x="330404" y="56141"/>
                  <a:pt x="331904" y="57640"/>
                </a:cubicBezTo>
                <a:cubicBezTo>
                  <a:pt x="333497" y="59234"/>
                  <a:pt x="337152" y="61016"/>
                  <a:pt x="342869" y="62984"/>
                </a:cubicBezTo>
                <a:lnTo>
                  <a:pt x="352288" y="66077"/>
                </a:lnTo>
                <a:cubicBezTo>
                  <a:pt x="358755" y="68138"/>
                  <a:pt x="363207" y="70856"/>
                  <a:pt x="365644" y="74231"/>
                </a:cubicBezTo>
                <a:cubicBezTo>
                  <a:pt x="367332" y="76481"/>
                  <a:pt x="368176" y="78729"/>
                  <a:pt x="368176" y="80978"/>
                </a:cubicBezTo>
                <a:cubicBezTo>
                  <a:pt x="368176" y="90726"/>
                  <a:pt x="364333" y="98036"/>
                  <a:pt x="356647" y="102910"/>
                </a:cubicBezTo>
                <a:cubicBezTo>
                  <a:pt x="350555" y="106848"/>
                  <a:pt x="342916" y="108816"/>
                  <a:pt x="333732" y="108816"/>
                </a:cubicBezTo>
                <a:cubicBezTo>
                  <a:pt x="324359" y="108816"/>
                  <a:pt x="315642" y="106800"/>
                  <a:pt x="307582" y="102769"/>
                </a:cubicBezTo>
                <a:lnTo>
                  <a:pt x="310956" y="85759"/>
                </a:lnTo>
                <a:lnTo>
                  <a:pt x="318126" y="85759"/>
                </a:lnTo>
                <a:cubicBezTo>
                  <a:pt x="317938" y="87446"/>
                  <a:pt x="317845" y="88710"/>
                  <a:pt x="317845" y="89554"/>
                </a:cubicBezTo>
                <a:cubicBezTo>
                  <a:pt x="317845" y="97896"/>
                  <a:pt x="323515" y="102067"/>
                  <a:pt x="334856" y="102067"/>
                </a:cubicBezTo>
                <a:cubicBezTo>
                  <a:pt x="346197" y="102067"/>
                  <a:pt x="352711" y="97896"/>
                  <a:pt x="354397" y="89554"/>
                </a:cubicBezTo>
                <a:cubicBezTo>
                  <a:pt x="354491" y="88992"/>
                  <a:pt x="354539" y="87867"/>
                  <a:pt x="354539" y="86180"/>
                </a:cubicBezTo>
                <a:cubicBezTo>
                  <a:pt x="354539" y="84681"/>
                  <a:pt x="353742" y="83135"/>
                  <a:pt x="352149" y="81542"/>
                </a:cubicBezTo>
                <a:cubicBezTo>
                  <a:pt x="350649" y="79760"/>
                  <a:pt x="346618" y="77744"/>
                  <a:pt x="340058" y="75495"/>
                </a:cubicBezTo>
                <a:lnTo>
                  <a:pt x="331482" y="72403"/>
                </a:lnTo>
                <a:cubicBezTo>
                  <a:pt x="325577" y="70434"/>
                  <a:pt x="321687" y="68137"/>
                  <a:pt x="319814" y="65513"/>
                </a:cubicBezTo>
                <a:cubicBezTo>
                  <a:pt x="317939" y="62796"/>
                  <a:pt x="317001" y="59984"/>
                  <a:pt x="317001" y="57078"/>
                </a:cubicBezTo>
                <a:cubicBezTo>
                  <a:pt x="317001" y="55766"/>
                  <a:pt x="317142" y="54501"/>
                  <a:pt x="317422" y="53283"/>
                </a:cubicBezTo>
                <a:cubicBezTo>
                  <a:pt x="318735" y="46534"/>
                  <a:pt x="322203" y="41332"/>
                  <a:pt x="327826" y="37676"/>
                </a:cubicBezTo>
                <a:cubicBezTo>
                  <a:pt x="333357" y="33834"/>
                  <a:pt x="340246" y="31912"/>
                  <a:pt x="348493" y="31912"/>
                </a:cubicBezTo>
                <a:cubicBezTo>
                  <a:pt x="356459" y="31912"/>
                  <a:pt x="364754" y="33881"/>
                  <a:pt x="373378" y="37818"/>
                </a:cubicBezTo>
                <a:close/>
                <a:moveTo>
                  <a:pt x="467034" y="50893"/>
                </a:moveTo>
                <a:cubicBezTo>
                  <a:pt x="467034" y="60172"/>
                  <a:pt x="462348" y="67107"/>
                  <a:pt x="452974" y="71700"/>
                </a:cubicBezTo>
                <a:cubicBezTo>
                  <a:pt x="443227" y="76386"/>
                  <a:pt x="429121" y="78776"/>
                  <a:pt x="410658" y="78869"/>
                </a:cubicBezTo>
                <a:cubicBezTo>
                  <a:pt x="410470" y="81213"/>
                  <a:pt x="410423" y="82853"/>
                  <a:pt x="410516" y="83790"/>
                </a:cubicBezTo>
                <a:cubicBezTo>
                  <a:pt x="410516" y="88195"/>
                  <a:pt x="411266" y="91757"/>
                  <a:pt x="412767" y="94475"/>
                </a:cubicBezTo>
                <a:cubicBezTo>
                  <a:pt x="415484" y="99537"/>
                  <a:pt x="420451" y="102067"/>
                  <a:pt x="427667" y="102067"/>
                </a:cubicBezTo>
                <a:cubicBezTo>
                  <a:pt x="432916" y="102067"/>
                  <a:pt x="436900" y="101271"/>
                  <a:pt x="439618" y="99678"/>
                </a:cubicBezTo>
                <a:cubicBezTo>
                  <a:pt x="444398" y="96679"/>
                  <a:pt x="447257" y="93351"/>
                  <a:pt x="448195" y="89696"/>
                </a:cubicBezTo>
                <a:lnTo>
                  <a:pt x="457473" y="89696"/>
                </a:lnTo>
                <a:cubicBezTo>
                  <a:pt x="455598" y="95507"/>
                  <a:pt x="451287" y="100473"/>
                  <a:pt x="444539" y="104597"/>
                </a:cubicBezTo>
                <a:cubicBezTo>
                  <a:pt x="439758" y="107410"/>
                  <a:pt x="432682" y="108816"/>
                  <a:pt x="423310" y="108816"/>
                </a:cubicBezTo>
                <a:cubicBezTo>
                  <a:pt x="413844" y="108816"/>
                  <a:pt x="406580" y="105301"/>
                  <a:pt x="401519" y="98270"/>
                </a:cubicBezTo>
                <a:cubicBezTo>
                  <a:pt x="397957" y="93303"/>
                  <a:pt x="396129" y="87352"/>
                  <a:pt x="396036" y="80416"/>
                </a:cubicBezTo>
                <a:cubicBezTo>
                  <a:pt x="396036" y="77511"/>
                  <a:pt x="396411" y="74184"/>
                  <a:pt x="397160" y="70434"/>
                </a:cubicBezTo>
                <a:cubicBezTo>
                  <a:pt x="399410" y="58906"/>
                  <a:pt x="404377" y="49580"/>
                  <a:pt x="412063" y="42458"/>
                </a:cubicBezTo>
                <a:cubicBezTo>
                  <a:pt x="419936" y="35428"/>
                  <a:pt x="429308" y="31912"/>
                  <a:pt x="440180" y="31912"/>
                </a:cubicBezTo>
                <a:cubicBezTo>
                  <a:pt x="458083" y="31912"/>
                  <a:pt x="467034" y="38239"/>
                  <a:pt x="467034" y="50893"/>
                </a:cubicBezTo>
                <a:moveTo>
                  <a:pt x="453678" y="50471"/>
                </a:moveTo>
                <a:cubicBezTo>
                  <a:pt x="453678" y="42692"/>
                  <a:pt x="448476" y="38756"/>
                  <a:pt x="438072" y="38661"/>
                </a:cubicBezTo>
                <a:cubicBezTo>
                  <a:pt x="432074" y="38661"/>
                  <a:pt x="426872" y="41004"/>
                  <a:pt x="422467" y="45691"/>
                </a:cubicBezTo>
                <a:cubicBezTo>
                  <a:pt x="418343" y="50190"/>
                  <a:pt x="414922" y="58813"/>
                  <a:pt x="412205" y="71558"/>
                </a:cubicBezTo>
                <a:cubicBezTo>
                  <a:pt x="426825" y="70903"/>
                  <a:pt x="438072" y="68185"/>
                  <a:pt x="445945" y="63404"/>
                </a:cubicBezTo>
                <a:cubicBezTo>
                  <a:pt x="451100" y="60499"/>
                  <a:pt x="453678" y="56188"/>
                  <a:pt x="453678" y="50471"/>
                </a:cubicBezTo>
                <a:close/>
                <a:moveTo>
                  <a:pt x="554011" y="33740"/>
                </a:moveTo>
                <a:lnTo>
                  <a:pt x="550495" y="52017"/>
                </a:lnTo>
                <a:lnTo>
                  <a:pt x="543186" y="52017"/>
                </a:lnTo>
                <a:cubicBezTo>
                  <a:pt x="543186" y="51736"/>
                  <a:pt x="543209" y="51314"/>
                  <a:pt x="543255" y="50752"/>
                </a:cubicBezTo>
                <a:cubicBezTo>
                  <a:pt x="543302" y="50190"/>
                  <a:pt x="543373" y="49768"/>
                  <a:pt x="543467" y="49486"/>
                </a:cubicBezTo>
                <a:cubicBezTo>
                  <a:pt x="543467" y="47143"/>
                  <a:pt x="542904" y="45269"/>
                  <a:pt x="541779" y="43863"/>
                </a:cubicBezTo>
                <a:cubicBezTo>
                  <a:pt x="540373" y="42083"/>
                  <a:pt x="537936" y="41192"/>
                  <a:pt x="534468" y="41192"/>
                </a:cubicBezTo>
                <a:cubicBezTo>
                  <a:pt x="528282" y="41192"/>
                  <a:pt x="523081" y="43348"/>
                  <a:pt x="518863" y="47658"/>
                </a:cubicBezTo>
                <a:cubicBezTo>
                  <a:pt x="514646" y="52157"/>
                  <a:pt x="511787" y="58343"/>
                  <a:pt x="510287" y="66216"/>
                </a:cubicBezTo>
                <a:lnTo>
                  <a:pt x="502414" y="106847"/>
                </a:lnTo>
                <a:lnTo>
                  <a:pt x="489761" y="106847"/>
                </a:lnTo>
                <a:lnTo>
                  <a:pt x="502556" y="41051"/>
                </a:lnTo>
                <a:lnTo>
                  <a:pt x="490465" y="41051"/>
                </a:lnTo>
                <a:lnTo>
                  <a:pt x="491870" y="33882"/>
                </a:lnTo>
                <a:lnTo>
                  <a:pt x="516613" y="33882"/>
                </a:lnTo>
                <a:lnTo>
                  <a:pt x="514084" y="46815"/>
                </a:lnTo>
                <a:cubicBezTo>
                  <a:pt x="517645" y="41661"/>
                  <a:pt x="521581" y="37912"/>
                  <a:pt x="525893" y="35568"/>
                </a:cubicBezTo>
                <a:cubicBezTo>
                  <a:pt x="530298" y="33131"/>
                  <a:pt x="535265" y="31912"/>
                  <a:pt x="540794" y="31912"/>
                </a:cubicBezTo>
                <a:cubicBezTo>
                  <a:pt x="542951" y="31912"/>
                  <a:pt x="545060" y="32053"/>
                  <a:pt x="547122" y="32335"/>
                </a:cubicBezTo>
                <a:cubicBezTo>
                  <a:pt x="551153" y="33179"/>
                  <a:pt x="553449" y="33647"/>
                  <a:pt x="554011" y="33740"/>
                </a:cubicBezTo>
                <a:close/>
                <a:moveTo>
                  <a:pt x="649001" y="33882"/>
                </a:moveTo>
                <a:cubicBezTo>
                  <a:pt x="644034" y="52814"/>
                  <a:pt x="638411" y="67529"/>
                  <a:pt x="632131" y="78026"/>
                </a:cubicBezTo>
                <a:cubicBezTo>
                  <a:pt x="626882" y="86743"/>
                  <a:pt x="622618" y="92881"/>
                  <a:pt x="619337" y="96443"/>
                </a:cubicBezTo>
                <a:cubicBezTo>
                  <a:pt x="612870" y="103379"/>
                  <a:pt x="606028" y="106847"/>
                  <a:pt x="598811" y="106847"/>
                </a:cubicBezTo>
                <a:cubicBezTo>
                  <a:pt x="591313" y="106847"/>
                  <a:pt x="586463" y="101481"/>
                  <a:pt x="584260" y="90749"/>
                </a:cubicBezTo>
                <a:cubicBezTo>
                  <a:pt x="582058" y="80017"/>
                  <a:pt x="582222" y="63498"/>
                  <a:pt x="584754" y="41192"/>
                </a:cubicBezTo>
                <a:lnTo>
                  <a:pt x="576458" y="41192"/>
                </a:lnTo>
                <a:lnTo>
                  <a:pt x="577724" y="33882"/>
                </a:lnTo>
                <a:lnTo>
                  <a:pt x="596703" y="33882"/>
                </a:lnTo>
                <a:cubicBezTo>
                  <a:pt x="595297" y="48315"/>
                  <a:pt x="594594" y="59913"/>
                  <a:pt x="594594" y="68677"/>
                </a:cubicBezTo>
                <a:cubicBezTo>
                  <a:pt x="594594" y="77441"/>
                  <a:pt x="595203" y="83651"/>
                  <a:pt x="596422" y="87306"/>
                </a:cubicBezTo>
                <a:cubicBezTo>
                  <a:pt x="597640" y="90960"/>
                  <a:pt x="599514" y="92787"/>
                  <a:pt x="602044" y="92787"/>
                </a:cubicBezTo>
                <a:cubicBezTo>
                  <a:pt x="605512" y="92787"/>
                  <a:pt x="609121" y="90937"/>
                  <a:pt x="612869" y="87235"/>
                </a:cubicBezTo>
                <a:cubicBezTo>
                  <a:pt x="616619" y="83533"/>
                  <a:pt x="619712" y="79713"/>
                  <a:pt x="622149" y="75778"/>
                </a:cubicBezTo>
                <a:cubicBezTo>
                  <a:pt x="629366" y="63780"/>
                  <a:pt x="634333" y="52252"/>
                  <a:pt x="637052" y="41192"/>
                </a:cubicBezTo>
                <a:lnTo>
                  <a:pt x="628757" y="41192"/>
                </a:lnTo>
                <a:lnTo>
                  <a:pt x="630164" y="33882"/>
                </a:lnTo>
                <a:lnTo>
                  <a:pt x="649001" y="33882"/>
                </a:lnTo>
                <a:close/>
                <a:moveTo>
                  <a:pt x="740947" y="33882"/>
                </a:moveTo>
                <a:lnTo>
                  <a:pt x="728294" y="99536"/>
                </a:lnTo>
                <a:lnTo>
                  <a:pt x="739119" y="99536"/>
                </a:lnTo>
                <a:lnTo>
                  <a:pt x="737714" y="106847"/>
                </a:lnTo>
                <a:lnTo>
                  <a:pt x="715500" y="106847"/>
                </a:lnTo>
                <a:lnTo>
                  <a:pt x="717609" y="95460"/>
                </a:lnTo>
                <a:cubicBezTo>
                  <a:pt x="711516" y="104364"/>
                  <a:pt x="703597" y="108816"/>
                  <a:pt x="693851" y="108816"/>
                </a:cubicBezTo>
                <a:cubicBezTo>
                  <a:pt x="685696" y="108816"/>
                  <a:pt x="679604" y="106097"/>
                  <a:pt x="675573" y="100660"/>
                </a:cubicBezTo>
                <a:cubicBezTo>
                  <a:pt x="672574" y="96817"/>
                  <a:pt x="671169" y="92131"/>
                  <a:pt x="671356" y="86602"/>
                </a:cubicBezTo>
                <a:cubicBezTo>
                  <a:pt x="671356" y="84540"/>
                  <a:pt x="671590" y="82103"/>
                  <a:pt x="672059" y="79292"/>
                </a:cubicBezTo>
                <a:cubicBezTo>
                  <a:pt x="675339" y="62984"/>
                  <a:pt x="682509" y="50706"/>
                  <a:pt x="693570" y="42458"/>
                </a:cubicBezTo>
                <a:cubicBezTo>
                  <a:pt x="703129" y="35335"/>
                  <a:pt x="713720" y="31819"/>
                  <a:pt x="725342" y="31912"/>
                </a:cubicBezTo>
                <a:cubicBezTo>
                  <a:pt x="732934" y="31912"/>
                  <a:pt x="738135" y="32569"/>
                  <a:pt x="740947" y="33882"/>
                </a:cubicBezTo>
                <a:moveTo>
                  <a:pt x="728294" y="40911"/>
                </a:moveTo>
                <a:cubicBezTo>
                  <a:pt x="728294" y="39599"/>
                  <a:pt x="726420" y="38942"/>
                  <a:pt x="722672" y="38942"/>
                </a:cubicBezTo>
                <a:cubicBezTo>
                  <a:pt x="713860" y="38942"/>
                  <a:pt x="706081" y="42363"/>
                  <a:pt x="699334" y="49205"/>
                </a:cubicBezTo>
                <a:cubicBezTo>
                  <a:pt x="692491" y="56141"/>
                  <a:pt x="687898" y="65842"/>
                  <a:pt x="685555" y="78307"/>
                </a:cubicBezTo>
                <a:cubicBezTo>
                  <a:pt x="684993" y="81213"/>
                  <a:pt x="684712" y="83884"/>
                  <a:pt x="684712" y="86321"/>
                </a:cubicBezTo>
                <a:cubicBezTo>
                  <a:pt x="684712" y="96068"/>
                  <a:pt x="689445" y="100941"/>
                  <a:pt x="698911" y="100941"/>
                </a:cubicBezTo>
                <a:cubicBezTo>
                  <a:pt x="704722" y="100941"/>
                  <a:pt x="709596" y="98645"/>
                  <a:pt x="713533" y="94053"/>
                </a:cubicBezTo>
                <a:cubicBezTo>
                  <a:pt x="717376" y="89273"/>
                  <a:pt x="720140" y="82572"/>
                  <a:pt x="721826" y="73950"/>
                </a:cubicBezTo>
                <a:lnTo>
                  <a:pt x="728294" y="40911"/>
                </a:lnTo>
                <a:close/>
                <a:moveTo>
                  <a:pt x="812249" y="33882"/>
                </a:moveTo>
                <a:lnTo>
                  <a:pt x="810844" y="41192"/>
                </a:lnTo>
                <a:lnTo>
                  <a:pt x="787083" y="41192"/>
                </a:lnTo>
                <a:lnTo>
                  <a:pt x="778086" y="87587"/>
                </a:lnTo>
                <a:cubicBezTo>
                  <a:pt x="777430" y="90961"/>
                  <a:pt x="777101" y="93819"/>
                  <a:pt x="777101" y="96162"/>
                </a:cubicBezTo>
                <a:cubicBezTo>
                  <a:pt x="777101" y="97662"/>
                  <a:pt x="777242" y="98740"/>
                  <a:pt x="777524" y="99397"/>
                </a:cubicBezTo>
                <a:cubicBezTo>
                  <a:pt x="778368" y="101177"/>
                  <a:pt x="780429" y="102067"/>
                  <a:pt x="783709" y="102067"/>
                </a:cubicBezTo>
                <a:cubicBezTo>
                  <a:pt x="786989" y="102067"/>
                  <a:pt x="789567" y="101083"/>
                  <a:pt x="791442" y="99116"/>
                </a:cubicBezTo>
                <a:cubicBezTo>
                  <a:pt x="793317" y="97146"/>
                  <a:pt x="794723" y="94006"/>
                  <a:pt x="795660" y="89696"/>
                </a:cubicBezTo>
                <a:lnTo>
                  <a:pt x="805221" y="89696"/>
                </a:lnTo>
                <a:cubicBezTo>
                  <a:pt x="803533" y="96350"/>
                  <a:pt x="800768" y="101177"/>
                  <a:pt x="796925" y="104176"/>
                </a:cubicBezTo>
                <a:cubicBezTo>
                  <a:pt x="793083" y="107269"/>
                  <a:pt x="787880" y="108816"/>
                  <a:pt x="781319" y="108816"/>
                </a:cubicBezTo>
                <a:cubicBezTo>
                  <a:pt x="773915" y="108816"/>
                  <a:pt x="769042" y="107222"/>
                  <a:pt x="766699" y="104034"/>
                </a:cubicBezTo>
                <a:cubicBezTo>
                  <a:pt x="765199" y="102067"/>
                  <a:pt x="764496" y="99208"/>
                  <a:pt x="764590" y="95460"/>
                </a:cubicBezTo>
                <a:cubicBezTo>
                  <a:pt x="764590" y="93210"/>
                  <a:pt x="764871" y="90586"/>
                  <a:pt x="765434" y="87587"/>
                </a:cubicBezTo>
                <a:lnTo>
                  <a:pt x="774431" y="41192"/>
                </a:lnTo>
                <a:lnTo>
                  <a:pt x="763325" y="41192"/>
                </a:lnTo>
                <a:lnTo>
                  <a:pt x="764730" y="33882"/>
                </a:lnTo>
                <a:lnTo>
                  <a:pt x="775838" y="33882"/>
                </a:lnTo>
                <a:lnTo>
                  <a:pt x="780195" y="11247"/>
                </a:lnTo>
                <a:lnTo>
                  <a:pt x="792989" y="11247"/>
                </a:lnTo>
                <a:lnTo>
                  <a:pt x="788490" y="33882"/>
                </a:lnTo>
                <a:lnTo>
                  <a:pt x="812249" y="33882"/>
                </a:lnTo>
                <a:close/>
                <a:moveTo>
                  <a:pt x="865579" y="9701"/>
                </a:moveTo>
                <a:cubicBezTo>
                  <a:pt x="865579" y="10356"/>
                  <a:pt x="865532" y="10871"/>
                  <a:pt x="865439" y="11247"/>
                </a:cubicBezTo>
                <a:cubicBezTo>
                  <a:pt x="864970" y="13496"/>
                  <a:pt x="863892" y="15323"/>
                  <a:pt x="862204" y="16728"/>
                </a:cubicBezTo>
                <a:cubicBezTo>
                  <a:pt x="860331" y="18229"/>
                  <a:pt x="858316" y="18979"/>
                  <a:pt x="856159" y="18979"/>
                </a:cubicBezTo>
                <a:cubicBezTo>
                  <a:pt x="854004" y="18979"/>
                  <a:pt x="852317" y="18229"/>
                  <a:pt x="851099" y="16728"/>
                </a:cubicBezTo>
                <a:cubicBezTo>
                  <a:pt x="850162" y="15699"/>
                  <a:pt x="849693" y="14387"/>
                  <a:pt x="849693" y="12792"/>
                </a:cubicBezTo>
                <a:cubicBezTo>
                  <a:pt x="849693" y="12137"/>
                  <a:pt x="849740" y="11622"/>
                  <a:pt x="849833" y="11247"/>
                </a:cubicBezTo>
                <a:cubicBezTo>
                  <a:pt x="850302" y="8998"/>
                  <a:pt x="851427" y="7170"/>
                  <a:pt x="853207" y="5764"/>
                </a:cubicBezTo>
                <a:cubicBezTo>
                  <a:pt x="854988" y="4171"/>
                  <a:pt x="856956" y="3374"/>
                  <a:pt x="859113" y="3374"/>
                </a:cubicBezTo>
                <a:cubicBezTo>
                  <a:pt x="861174" y="3374"/>
                  <a:pt x="862861" y="4171"/>
                  <a:pt x="864174" y="5764"/>
                </a:cubicBezTo>
                <a:cubicBezTo>
                  <a:pt x="865110" y="6795"/>
                  <a:pt x="865579" y="8107"/>
                  <a:pt x="865579" y="9701"/>
                </a:cubicBezTo>
                <a:moveTo>
                  <a:pt x="861503" y="33882"/>
                </a:moveTo>
                <a:lnTo>
                  <a:pt x="848709" y="99536"/>
                </a:lnTo>
                <a:lnTo>
                  <a:pt x="860660" y="99536"/>
                </a:lnTo>
                <a:lnTo>
                  <a:pt x="859252" y="106847"/>
                </a:lnTo>
                <a:lnTo>
                  <a:pt x="834791" y="106847"/>
                </a:lnTo>
                <a:lnTo>
                  <a:pt x="847443" y="41192"/>
                </a:lnTo>
                <a:lnTo>
                  <a:pt x="835353" y="41192"/>
                </a:lnTo>
                <a:lnTo>
                  <a:pt x="836899" y="33882"/>
                </a:lnTo>
                <a:lnTo>
                  <a:pt x="861503" y="33882"/>
                </a:lnTo>
                <a:close/>
                <a:moveTo>
                  <a:pt x="946441" y="57640"/>
                </a:moveTo>
                <a:cubicBezTo>
                  <a:pt x="946441" y="53422"/>
                  <a:pt x="945785" y="49768"/>
                  <a:pt x="944473" y="46676"/>
                </a:cubicBezTo>
                <a:cubicBezTo>
                  <a:pt x="942129" y="41333"/>
                  <a:pt x="937490" y="38661"/>
                  <a:pt x="930555" y="38661"/>
                </a:cubicBezTo>
                <a:cubicBezTo>
                  <a:pt x="923806" y="38661"/>
                  <a:pt x="918182" y="41333"/>
                  <a:pt x="913683" y="46676"/>
                </a:cubicBezTo>
                <a:cubicBezTo>
                  <a:pt x="909185" y="52017"/>
                  <a:pt x="905952" y="59890"/>
                  <a:pt x="903982" y="70295"/>
                </a:cubicBezTo>
                <a:cubicBezTo>
                  <a:pt x="903046" y="74887"/>
                  <a:pt x="902577" y="79104"/>
                  <a:pt x="902577" y="82947"/>
                </a:cubicBezTo>
                <a:cubicBezTo>
                  <a:pt x="902577" y="87259"/>
                  <a:pt x="903234" y="90961"/>
                  <a:pt x="904547" y="94053"/>
                </a:cubicBezTo>
                <a:cubicBezTo>
                  <a:pt x="906889" y="99396"/>
                  <a:pt x="911481" y="102067"/>
                  <a:pt x="918323" y="102067"/>
                </a:cubicBezTo>
                <a:cubicBezTo>
                  <a:pt x="925072" y="102067"/>
                  <a:pt x="930695" y="99396"/>
                  <a:pt x="935193" y="94053"/>
                </a:cubicBezTo>
                <a:cubicBezTo>
                  <a:pt x="939600" y="88804"/>
                  <a:pt x="942880" y="80885"/>
                  <a:pt x="945036" y="70295"/>
                </a:cubicBezTo>
                <a:cubicBezTo>
                  <a:pt x="945972" y="65701"/>
                  <a:pt x="946441" y="61483"/>
                  <a:pt x="946441" y="57640"/>
                </a:cubicBezTo>
                <a:moveTo>
                  <a:pt x="960781" y="60171"/>
                </a:moveTo>
                <a:cubicBezTo>
                  <a:pt x="960781" y="63639"/>
                  <a:pt x="960453" y="67014"/>
                  <a:pt x="959797" y="70295"/>
                </a:cubicBezTo>
                <a:cubicBezTo>
                  <a:pt x="957547" y="81823"/>
                  <a:pt x="952533" y="91148"/>
                  <a:pt x="944755" y="98270"/>
                </a:cubicBezTo>
                <a:cubicBezTo>
                  <a:pt x="936975" y="105301"/>
                  <a:pt x="927742" y="108816"/>
                  <a:pt x="917058" y="108816"/>
                </a:cubicBezTo>
                <a:cubicBezTo>
                  <a:pt x="906560" y="108816"/>
                  <a:pt x="898687" y="105301"/>
                  <a:pt x="893439" y="98270"/>
                </a:cubicBezTo>
                <a:cubicBezTo>
                  <a:pt x="889878" y="93303"/>
                  <a:pt x="888097" y="87352"/>
                  <a:pt x="888097" y="80416"/>
                </a:cubicBezTo>
                <a:cubicBezTo>
                  <a:pt x="888097" y="77417"/>
                  <a:pt x="888472" y="74043"/>
                  <a:pt x="889221" y="70295"/>
                </a:cubicBezTo>
                <a:cubicBezTo>
                  <a:pt x="891471" y="58672"/>
                  <a:pt x="896486" y="49393"/>
                  <a:pt x="904266" y="42458"/>
                </a:cubicBezTo>
                <a:cubicBezTo>
                  <a:pt x="912044" y="35428"/>
                  <a:pt x="921276" y="31912"/>
                  <a:pt x="931960" y="31912"/>
                </a:cubicBezTo>
                <a:cubicBezTo>
                  <a:pt x="942645" y="31912"/>
                  <a:pt x="950518" y="35428"/>
                  <a:pt x="955579" y="42458"/>
                </a:cubicBezTo>
                <a:cubicBezTo>
                  <a:pt x="959047" y="47331"/>
                  <a:pt x="960781" y="53235"/>
                  <a:pt x="960781" y="60171"/>
                </a:cubicBezTo>
                <a:close/>
                <a:moveTo>
                  <a:pt x="1053852" y="99536"/>
                </a:moveTo>
                <a:lnTo>
                  <a:pt x="1052447" y="106847"/>
                </a:lnTo>
                <a:lnTo>
                  <a:pt x="1028547" y="106847"/>
                </a:lnTo>
                <a:lnTo>
                  <a:pt x="1036840" y="64389"/>
                </a:lnTo>
                <a:cubicBezTo>
                  <a:pt x="1037871" y="59702"/>
                  <a:pt x="1038293" y="55766"/>
                  <a:pt x="1038106" y="52579"/>
                </a:cubicBezTo>
                <a:cubicBezTo>
                  <a:pt x="1038106" y="49673"/>
                  <a:pt x="1037778" y="47517"/>
                  <a:pt x="1037121" y="46111"/>
                </a:cubicBezTo>
                <a:cubicBezTo>
                  <a:pt x="1035622" y="42925"/>
                  <a:pt x="1032061" y="41238"/>
                  <a:pt x="1026438" y="41051"/>
                </a:cubicBezTo>
                <a:cubicBezTo>
                  <a:pt x="1020626" y="41051"/>
                  <a:pt x="1015752" y="43207"/>
                  <a:pt x="1011816" y="47519"/>
                </a:cubicBezTo>
                <a:cubicBezTo>
                  <a:pt x="1007786" y="51924"/>
                  <a:pt x="1005021" y="58156"/>
                  <a:pt x="1003521" y="66216"/>
                </a:cubicBezTo>
                <a:lnTo>
                  <a:pt x="995648" y="106847"/>
                </a:lnTo>
                <a:lnTo>
                  <a:pt x="982995" y="106847"/>
                </a:lnTo>
                <a:lnTo>
                  <a:pt x="995789" y="41192"/>
                </a:lnTo>
                <a:lnTo>
                  <a:pt x="983699" y="41192"/>
                </a:lnTo>
                <a:lnTo>
                  <a:pt x="985104" y="33882"/>
                </a:lnTo>
                <a:lnTo>
                  <a:pt x="1009847" y="33882"/>
                </a:lnTo>
                <a:lnTo>
                  <a:pt x="1007318" y="46815"/>
                </a:lnTo>
                <a:cubicBezTo>
                  <a:pt x="1010597" y="41754"/>
                  <a:pt x="1014345" y="38052"/>
                  <a:pt x="1018563" y="35709"/>
                </a:cubicBezTo>
                <a:cubicBezTo>
                  <a:pt x="1022782" y="33178"/>
                  <a:pt x="1027375" y="31912"/>
                  <a:pt x="1032342" y="31912"/>
                </a:cubicBezTo>
                <a:cubicBezTo>
                  <a:pt x="1040402" y="31912"/>
                  <a:pt x="1045885" y="34209"/>
                  <a:pt x="1048791" y="38803"/>
                </a:cubicBezTo>
                <a:cubicBezTo>
                  <a:pt x="1050572" y="41520"/>
                  <a:pt x="1051462" y="45268"/>
                  <a:pt x="1051462" y="50048"/>
                </a:cubicBezTo>
                <a:cubicBezTo>
                  <a:pt x="1051462" y="53236"/>
                  <a:pt x="1051040" y="56704"/>
                  <a:pt x="1050196" y="60452"/>
                </a:cubicBezTo>
                <a:lnTo>
                  <a:pt x="1042604" y="99536"/>
                </a:lnTo>
                <a:lnTo>
                  <a:pt x="1053852" y="9953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" name="Text �+�−1">
            <a:extLst xmlns:a="http://schemas.openxmlformats.org/drawingml/2006/main">
              <a:ext uri="{FF2B5EF4-FFF2-40B4-BE49-F238E27FC236}">
                <a16:creationId xmlns:a16="http://schemas.microsoft.com/office/drawing/2014/main" id="{B4722BD3-35F1-4D19-AFE8-5293C4046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180" y="4682439"/>
            <a:ext cx="328030" cy="96132"/>
          </a:xfrm>
          <a:custGeom xmlns:a="http://schemas.openxmlformats.org/drawingml/2006/main">
            <a:pathLst>
              <a:path w="328030" h="96132">
                <a:moveTo>
                  <a:pt x="47502" y="5080"/>
                </a:moveTo>
                <a:cubicBezTo>
                  <a:pt x="47502" y="5544"/>
                  <a:pt x="47469" y="5909"/>
                  <a:pt x="47402" y="6175"/>
                </a:cubicBezTo>
                <a:cubicBezTo>
                  <a:pt x="47069" y="7768"/>
                  <a:pt x="46306" y="9062"/>
                  <a:pt x="45112" y="10058"/>
                </a:cubicBezTo>
                <a:cubicBezTo>
                  <a:pt x="43851" y="11120"/>
                  <a:pt x="42423" y="11652"/>
                  <a:pt x="40830" y="11652"/>
                </a:cubicBezTo>
                <a:cubicBezTo>
                  <a:pt x="39302" y="11652"/>
                  <a:pt x="38107" y="11120"/>
                  <a:pt x="37244" y="10058"/>
                </a:cubicBezTo>
                <a:cubicBezTo>
                  <a:pt x="36580" y="9328"/>
                  <a:pt x="36248" y="8399"/>
                  <a:pt x="36248" y="7269"/>
                </a:cubicBezTo>
                <a:cubicBezTo>
                  <a:pt x="36248" y="6805"/>
                  <a:pt x="36282" y="6441"/>
                  <a:pt x="36349" y="6175"/>
                </a:cubicBezTo>
                <a:cubicBezTo>
                  <a:pt x="36680" y="4715"/>
                  <a:pt x="37477" y="3420"/>
                  <a:pt x="38739" y="2291"/>
                </a:cubicBezTo>
                <a:cubicBezTo>
                  <a:pt x="40066" y="1163"/>
                  <a:pt x="41493" y="599"/>
                  <a:pt x="43021" y="599"/>
                </a:cubicBezTo>
                <a:cubicBezTo>
                  <a:pt x="44415" y="599"/>
                  <a:pt x="45576" y="1163"/>
                  <a:pt x="46505" y="2291"/>
                </a:cubicBezTo>
                <a:cubicBezTo>
                  <a:pt x="47170" y="3022"/>
                  <a:pt x="47502" y="3951"/>
                  <a:pt x="47502" y="5080"/>
                </a:cubicBezTo>
                <a:moveTo>
                  <a:pt x="44414" y="22208"/>
                </a:moveTo>
                <a:lnTo>
                  <a:pt x="33361" y="78970"/>
                </a:lnTo>
                <a:cubicBezTo>
                  <a:pt x="32232" y="84215"/>
                  <a:pt x="29842" y="88398"/>
                  <a:pt x="26191" y="91518"/>
                </a:cubicBezTo>
                <a:cubicBezTo>
                  <a:pt x="22473" y="94638"/>
                  <a:pt x="17826" y="96132"/>
                  <a:pt x="12249" y="95999"/>
                </a:cubicBezTo>
                <a:cubicBezTo>
                  <a:pt x="10058" y="95999"/>
                  <a:pt x="7900" y="95734"/>
                  <a:pt x="5776" y="95203"/>
                </a:cubicBezTo>
                <a:cubicBezTo>
                  <a:pt x="3851" y="94738"/>
                  <a:pt x="1926" y="93941"/>
                  <a:pt x="0" y="92813"/>
                </a:cubicBezTo>
                <a:lnTo>
                  <a:pt x="2091" y="82156"/>
                </a:lnTo>
                <a:lnTo>
                  <a:pt x="6672" y="82156"/>
                </a:lnTo>
                <a:cubicBezTo>
                  <a:pt x="6605" y="82688"/>
                  <a:pt x="6572" y="83419"/>
                  <a:pt x="6572" y="84348"/>
                </a:cubicBezTo>
                <a:cubicBezTo>
                  <a:pt x="6572" y="86406"/>
                  <a:pt x="6971" y="87966"/>
                  <a:pt x="7768" y="89028"/>
                </a:cubicBezTo>
                <a:cubicBezTo>
                  <a:pt x="8829" y="90488"/>
                  <a:pt x="10688" y="91219"/>
                  <a:pt x="13345" y="91219"/>
                </a:cubicBezTo>
                <a:cubicBezTo>
                  <a:pt x="16265" y="91219"/>
                  <a:pt x="18655" y="90223"/>
                  <a:pt x="20514" y="88231"/>
                </a:cubicBezTo>
                <a:cubicBezTo>
                  <a:pt x="22307" y="86240"/>
                  <a:pt x="23601" y="83153"/>
                  <a:pt x="24398" y="78970"/>
                </a:cubicBezTo>
                <a:lnTo>
                  <a:pt x="34455" y="27386"/>
                </a:lnTo>
                <a:lnTo>
                  <a:pt x="25992" y="27386"/>
                </a:lnTo>
                <a:lnTo>
                  <a:pt x="26987" y="22208"/>
                </a:lnTo>
                <a:lnTo>
                  <a:pt x="44414" y="22208"/>
                </a:lnTo>
                <a:close/>
                <a:moveTo>
                  <a:pt x="126155" y="50489"/>
                </a:moveTo>
                <a:lnTo>
                  <a:pt x="98870" y="50489"/>
                </a:lnTo>
                <a:lnTo>
                  <a:pt x="98870" y="77776"/>
                </a:lnTo>
                <a:lnTo>
                  <a:pt x="90903" y="77776"/>
                </a:lnTo>
                <a:lnTo>
                  <a:pt x="90903" y="50489"/>
                </a:lnTo>
                <a:lnTo>
                  <a:pt x="63617" y="50489"/>
                </a:lnTo>
                <a:lnTo>
                  <a:pt x="63617" y="42523"/>
                </a:lnTo>
                <a:lnTo>
                  <a:pt x="90903" y="42523"/>
                </a:lnTo>
                <a:lnTo>
                  <a:pt x="90903" y="15236"/>
                </a:lnTo>
                <a:lnTo>
                  <a:pt x="98870" y="15236"/>
                </a:lnTo>
                <a:lnTo>
                  <a:pt x="98870" y="42523"/>
                </a:lnTo>
                <a:lnTo>
                  <a:pt x="126155" y="42523"/>
                </a:lnTo>
                <a:lnTo>
                  <a:pt x="126155" y="50489"/>
                </a:lnTo>
                <a:close/>
                <a:moveTo>
                  <a:pt x="192302" y="68713"/>
                </a:moveTo>
                <a:lnTo>
                  <a:pt x="191307" y="73892"/>
                </a:lnTo>
                <a:lnTo>
                  <a:pt x="174378" y="73892"/>
                </a:lnTo>
                <a:lnTo>
                  <a:pt x="180252" y="43817"/>
                </a:lnTo>
                <a:cubicBezTo>
                  <a:pt x="180983" y="40497"/>
                  <a:pt x="181282" y="37709"/>
                  <a:pt x="181149" y="35452"/>
                </a:cubicBezTo>
                <a:cubicBezTo>
                  <a:pt x="181149" y="33394"/>
                  <a:pt x="180916" y="31867"/>
                  <a:pt x="180451" y="30871"/>
                </a:cubicBezTo>
                <a:cubicBezTo>
                  <a:pt x="179390" y="28614"/>
                  <a:pt x="176867" y="27419"/>
                  <a:pt x="172884" y="27286"/>
                </a:cubicBezTo>
                <a:cubicBezTo>
                  <a:pt x="168767" y="27286"/>
                  <a:pt x="165315" y="28813"/>
                  <a:pt x="162527" y="31868"/>
                </a:cubicBezTo>
                <a:cubicBezTo>
                  <a:pt x="159672" y="34988"/>
                  <a:pt x="157714" y="39402"/>
                  <a:pt x="156651" y="45112"/>
                </a:cubicBezTo>
                <a:lnTo>
                  <a:pt x="151074" y="73892"/>
                </a:lnTo>
                <a:lnTo>
                  <a:pt x="142112" y="73892"/>
                </a:lnTo>
                <a:lnTo>
                  <a:pt x="151175" y="27386"/>
                </a:lnTo>
                <a:lnTo>
                  <a:pt x="142611" y="27386"/>
                </a:lnTo>
                <a:lnTo>
                  <a:pt x="143606" y="22208"/>
                </a:lnTo>
                <a:lnTo>
                  <a:pt x="161132" y="22208"/>
                </a:lnTo>
                <a:lnTo>
                  <a:pt x="159341" y="31369"/>
                </a:lnTo>
                <a:cubicBezTo>
                  <a:pt x="161664" y="27784"/>
                  <a:pt x="164319" y="25162"/>
                  <a:pt x="167306" y="23503"/>
                </a:cubicBezTo>
                <a:cubicBezTo>
                  <a:pt x="170294" y="21710"/>
                  <a:pt x="173548" y="20813"/>
                  <a:pt x="177066" y="20813"/>
                </a:cubicBezTo>
                <a:cubicBezTo>
                  <a:pt x="182775" y="20813"/>
                  <a:pt x="186659" y="22440"/>
                  <a:pt x="188718" y="25694"/>
                </a:cubicBezTo>
                <a:cubicBezTo>
                  <a:pt x="189979" y="27618"/>
                  <a:pt x="190610" y="30274"/>
                  <a:pt x="190610" y="33659"/>
                </a:cubicBezTo>
                <a:cubicBezTo>
                  <a:pt x="190610" y="35917"/>
                  <a:pt x="190311" y="38374"/>
                  <a:pt x="189713" y="41029"/>
                </a:cubicBezTo>
                <a:lnTo>
                  <a:pt x="184335" y="68713"/>
                </a:lnTo>
                <a:lnTo>
                  <a:pt x="192302" y="68713"/>
                </a:lnTo>
                <a:close/>
                <a:moveTo>
                  <a:pt x="270844" y="50489"/>
                </a:moveTo>
                <a:lnTo>
                  <a:pt x="208306" y="50489"/>
                </a:lnTo>
                <a:lnTo>
                  <a:pt x="208306" y="42523"/>
                </a:lnTo>
                <a:lnTo>
                  <a:pt x="270844" y="42523"/>
                </a:lnTo>
                <a:lnTo>
                  <a:pt x="270844" y="50489"/>
                </a:lnTo>
                <a:close/>
                <a:moveTo>
                  <a:pt x="328030" y="73892"/>
                </a:moveTo>
                <a:lnTo>
                  <a:pt x="292976" y="73892"/>
                </a:lnTo>
                <a:lnTo>
                  <a:pt x="292976" y="68713"/>
                </a:lnTo>
                <a:lnTo>
                  <a:pt x="305623" y="68713"/>
                </a:lnTo>
                <a:lnTo>
                  <a:pt x="305623" y="8365"/>
                </a:lnTo>
                <a:lnTo>
                  <a:pt x="290983" y="17826"/>
                </a:lnTo>
                <a:lnTo>
                  <a:pt x="290983" y="11453"/>
                </a:lnTo>
                <a:lnTo>
                  <a:pt x="308710" y="0"/>
                </a:lnTo>
                <a:lnTo>
                  <a:pt x="315383" y="0"/>
                </a:lnTo>
                <a:lnTo>
                  <a:pt x="315383" y="68713"/>
                </a:lnTo>
                <a:lnTo>
                  <a:pt x="328030" y="68713"/>
                </a:lnTo>
                <a:lnTo>
                  <a:pt x="328030" y="7389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" name="Text &gt;">
            <a:extLst xmlns:a="http://schemas.openxmlformats.org/drawingml/2006/main">
              <a:ext uri="{FF2B5EF4-FFF2-40B4-BE49-F238E27FC236}">
                <a16:creationId xmlns:a16="http://schemas.microsoft.com/office/drawing/2014/main" id="{B8937BF7-E7F0-41CB-AA63-DAEC1EC9E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0241" y="4644463"/>
            <a:ext cx="66656" cy="68235"/>
          </a:xfrm>
          <a:custGeom xmlns:a="http://schemas.openxmlformats.org/drawingml/2006/main">
            <a:pathLst>
              <a:path w="66656" h="68235">
                <a:moveTo>
                  <a:pt x="66656" y="39678"/>
                </a:moveTo>
                <a:lnTo>
                  <a:pt x="0" y="68235"/>
                </a:lnTo>
                <a:lnTo>
                  <a:pt x="0" y="55879"/>
                </a:lnTo>
                <a:lnTo>
                  <a:pt x="52790" y="33980"/>
                </a:lnTo>
                <a:lnTo>
                  <a:pt x="0" y="12356"/>
                </a:lnTo>
                <a:lnTo>
                  <a:pt x="0" y="0"/>
                </a:lnTo>
                <a:lnTo>
                  <a:pt x="66656" y="28145"/>
                </a:lnTo>
                <a:lnTo>
                  <a:pt x="66656" y="3967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" name="Text Response">
            <a:extLst xmlns:a="http://schemas.openxmlformats.org/drawingml/2006/main">
              <a:ext uri="{FF2B5EF4-FFF2-40B4-BE49-F238E27FC236}">
                <a16:creationId xmlns:a16="http://schemas.microsoft.com/office/drawing/2014/main" id="{0ACFCDBB-D33E-4236-AE11-E415CFACC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612" y="4815028"/>
            <a:ext cx="654704" cy="128644"/>
          </a:xfrm>
          <a:custGeom xmlns:a="http://schemas.openxmlformats.org/drawingml/2006/main">
            <a:pathLst>
              <a:path w="654704" h="128644">
                <a:moveTo>
                  <a:pt x="0" y="100636"/>
                </a:moveTo>
                <a:lnTo>
                  <a:pt x="0" y="0"/>
                </a:lnTo>
                <a:lnTo>
                  <a:pt x="44621" y="0"/>
                </a:lnTo>
                <a:cubicBezTo>
                  <a:pt x="53590" y="0"/>
                  <a:pt x="60409" y="903"/>
                  <a:pt x="65077" y="2709"/>
                </a:cubicBezTo>
                <a:cubicBezTo>
                  <a:pt x="69745" y="4514"/>
                  <a:pt x="73475" y="7702"/>
                  <a:pt x="76267" y="12273"/>
                </a:cubicBezTo>
                <a:cubicBezTo>
                  <a:pt x="79058" y="16844"/>
                  <a:pt x="80454" y="21894"/>
                  <a:pt x="80454" y="27424"/>
                </a:cubicBezTo>
                <a:cubicBezTo>
                  <a:pt x="80454" y="34555"/>
                  <a:pt x="78143" y="40566"/>
                  <a:pt x="73521" y="45457"/>
                </a:cubicBezTo>
                <a:cubicBezTo>
                  <a:pt x="68899" y="50347"/>
                  <a:pt x="61759" y="53455"/>
                  <a:pt x="52103" y="54780"/>
                </a:cubicBezTo>
                <a:cubicBezTo>
                  <a:pt x="55627" y="56476"/>
                  <a:pt x="58304" y="58150"/>
                  <a:pt x="60135" y="59800"/>
                </a:cubicBezTo>
                <a:cubicBezTo>
                  <a:pt x="64025" y="63377"/>
                  <a:pt x="67709" y="67845"/>
                  <a:pt x="71187" y="73206"/>
                </a:cubicBezTo>
                <a:lnTo>
                  <a:pt x="88692" y="100636"/>
                </a:lnTo>
                <a:lnTo>
                  <a:pt x="71942" y="100636"/>
                </a:lnTo>
                <a:lnTo>
                  <a:pt x="58625" y="79667"/>
                </a:lnTo>
                <a:cubicBezTo>
                  <a:pt x="54735" y="73617"/>
                  <a:pt x="51531" y="68989"/>
                  <a:pt x="49014" y="65781"/>
                </a:cubicBezTo>
                <a:cubicBezTo>
                  <a:pt x="46497" y="62572"/>
                  <a:pt x="44243" y="60326"/>
                  <a:pt x="42252" y="59043"/>
                </a:cubicBezTo>
                <a:cubicBezTo>
                  <a:pt x="40261" y="57759"/>
                  <a:pt x="38236" y="56864"/>
                  <a:pt x="36177" y="56359"/>
                </a:cubicBezTo>
                <a:cubicBezTo>
                  <a:pt x="34667" y="56039"/>
                  <a:pt x="32195" y="55879"/>
                  <a:pt x="28763" y="55879"/>
                </a:cubicBezTo>
                <a:lnTo>
                  <a:pt x="13318" y="55879"/>
                </a:lnTo>
                <a:lnTo>
                  <a:pt x="13318" y="100636"/>
                </a:lnTo>
                <a:lnTo>
                  <a:pt x="0" y="100636"/>
                </a:lnTo>
                <a:moveTo>
                  <a:pt x="13318" y="44346"/>
                </a:moveTo>
                <a:lnTo>
                  <a:pt x="41943" y="44346"/>
                </a:lnTo>
                <a:cubicBezTo>
                  <a:pt x="48030" y="44346"/>
                  <a:pt x="52790" y="43718"/>
                  <a:pt x="56222" y="42462"/>
                </a:cubicBezTo>
                <a:cubicBezTo>
                  <a:pt x="59654" y="41207"/>
                  <a:pt x="62263" y="39197"/>
                  <a:pt x="64048" y="36434"/>
                </a:cubicBezTo>
                <a:cubicBezTo>
                  <a:pt x="65832" y="33671"/>
                  <a:pt x="66725" y="30668"/>
                  <a:pt x="66725" y="27424"/>
                </a:cubicBezTo>
                <a:cubicBezTo>
                  <a:pt x="66725" y="22675"/>
                  <a:pt x="64997" y="18771"/>
                  <a:pt x="61542" y="15712"/>
                </a:cubicBezTo>
                <a:cubicBezTo>
                  <a:pt x="58087" y="12651"/>
                  <a:pt x="52629" y="11121"/>
                  <a:pt x="45170" y="11121"/>
                </a:cubicBezTo>
                <a:lnTo>
                  <a:pt x="13318" y="11121"/>
                </a:lnTo>
                <a:lnTo>
                  <a:pt x="13318" y="44346"/>
                </a:lnTo>
                <a:close/>
                <a:moveTo>
                  <a:pt x="149463" y="77022"/>
                </a:moveTo>
                <a:lnTo>
                  <a:pt x="162231" y="78669"/>
                </a:lnTo>
                <a:cubicBezTo>
                  <a:pt x="160217" y="86151"/>
                  <a:pt x="156487" y="91957"/>
                  <a:pt x="151042" y="96089"/>
                </a:cubicBezTo>
                <a:cubicBezTo>
                  <a:pt x="145596" y="100219"/>
                  <a:pt x="138639" y="102284"/>
                  <a:pt x="130173" y="102284"/>
                </a:cubicBezTo>
                <a:cubicBezTo>
                  <a:pt x="119510" y="102284"/>
                  <a:pt x="111055" y="99000"/>
                  <a:pt x="104808" y="92433"/>
                </a:cubicBezTo>
                <a:cubicBezTo>
                  <a:pt x="98561" y="85866"/>
                  <a:pt x="95437" y="76656"/>
                  <a:pt x="95437" y="64803"/>
                </a:cubicBezTo>
                <a:cubicBezTo>
                  <a:pt x="95437" y="52538"/>
                  <a:pt x="98595" y="43019"/>
                  <a:pt x="104911" y="36246"/>
                </a:cubicBezTo>
                <a:cubicBezTo>
                  <a:pt x="111226" y="29472"/>
                  <a:pt x="119418" y="26086"/>
                  <a:pt x="129486" y="26086"/>
                </a:cubicBezTo>
                <a:cubicBezTo>
                  <a:pt x="139234" y="26086"/>
                  <a:pt x="147197" y="29399"/>
                  <a:pt x="153376" y="36025"/>
                </a:cubicBezTo>
                <a:cubicBezTo>
                  <a:pt x="159554" y="42649"/>
                  <a:pt x="162643" y="51969"/>
                  <a:pt x="162643" y="63985"/>
                </a:cubicBezTo>
                <a:cubicBezTo>
                  <a:pt x="162643" y="64716"/>
                  <a:pt x="162620" y="65812"/>
                  <a:pt x="162574" y="67274"/>
                </a:cubicBezTo>
                <a:lnTo>
                  <a:pt x="108206" y="67274"/>
                </a:lnTo>
                <a:cubicBezTo>
                  <a:pt x="108663" y="75306"/>
                  <a:pt x="110929" y="81455"/>
                  <a:pt x="115002" y="85723"/>
                </a:cubicBezTo>
                <a:cubicBezTo>
                  <a:pt x="119075" y="89990"/>
                  <a:pt x="124155" y="92124"/>
                  <a:pt x="130241" y="92124"/>
                </a:cubicBezTo>
                <a:cubicBezTo>
                  <a:pt x="134772" y="92124"/>
                  <a:pt x="138639" y="90924"/>
                  <a:pt x="141843" y="88522"/>
                </a:cubicBezTo>
                <a:cubicBezTo>
                  <a:pt x="145046" y="86120"/>
                  <a:pt x="147586" y="82286"/>
                  <a:pt x="149463" y="77022"/>
                </a:cubicBezTo>
                <a:moveTo>
                  <a:pt x="108892" y="57114"/>
                </a:moveTo>
                <a:lnTo>
                  <a:pt x="149600" y="57114"/>
                </a:lnTo>
                <a:cubicBezTo>
                  <a:pt x="149051" y="51002"/>
                  <a:pt x="147495" y="46418"/>
                  <a:pt x="144932" y="43361"/>
                </a:cubicBezTo>
                <a:cubicBezTo>
                  <a:pt x="140996" y="38617"/>
                  <a:pt x="135893" y="36246"/>
                  <a:pt x="129624" y="36246"/>
                </a:cubicBezTo>
                <a:cubicBezTo>
                  <a:pt x="123949" y="36246"/>
                  <a:pt x="119178" y="38139"/>
                  <a:pt x="115311" y="41926"/>
                </a:cubicBezTo>
                <a:cubicBezTo>
                  <a:pt x="111444" y="45712"/>
                  <a:pt x="109304" y="50774"/>
                  <a:pt x="108892" y="57114"/>
                </a:cubicBezTo>
                <a:close/>
                <a:moveTo>
                  <a:pt x="172523" y="78807"/>
                </a:moveTo>
                <a:lnTo>
                  <a:pt x="184743" y="76885"/>
                </a:lnTo>
                <a:cubicBezTo>
                  <a:pt x="185429" y="81803"/>
                  <a:pt x="187340" y="85573"/>
                  <a:pt x="190475" y="88194"/>
                </a:cubicBezTo>
                <a:cubicBezTo>
                  <a:pt x="193609" y="90814"/>
                  <a:pt x="197991" y="92124"/>
                  <a:pt x="203621" y="92124"/>
                </a:cubicBezTo>
                <a:cubicBezTo>
                  <a:pt x="209295" y="92124"/>
                  <a:pt x="213506" y="90969"/>
                  <a:pt x="216252" y="88658"/>
                </a:cubicBezTo>
                <a:cubicBezTo>
                  <a:pt x="218997" y="86346"/>
                  <a:pt x="220370" y="83635"/>
                  <a:pt x="220370" y="80523"/>
                </a:cubicBezTo>
                <a:cubicBezTo>
                  <a:pt x="220370" y="77731"/>
                  <a:pt x="219158" y="75535"/>
                  <a:pt x="216732" y="73933"/>
                </a:cubicBezTo>
                <a:cubicBezTo>
                  <a:pt x="215039" y="72834"/>
                  <a:pt x="210828" y="71439"/>
                  <a:pt x="204101" y="69745"/>
                </a:cubicBezTo>
                <a:cubicBezTo>
                  <a:pt x="195040" y="67457"/>
                  <a:pt x="188758" y="65478"/>
                  <a:pt x="185257" y="63807"/>
                </a:cubicBezTo>
                <a:cubicBezTo>
                  <a:pt x="181756" y="62137"/>
                  <a:pt x="179102" y="59826"/>
                  <a:pt x="177294" y="56874"/>
                </a:cubicBezTo>
                <a:cubicBezTo>
                  <a:pt x="175487" y="53922"/>
                  <a:pt x="174583" y="50661"/>
                  <a:pt x="174583" y="47092"/>
                </a:cubicBezTo>
                <a:cubicBezTo>
                  <a:pt x="174583" y="43843"/>
                  <a:pt x="175327" y="40834"/>
                  <a:pt x="176814" y="38065"/>
                </a:cubicBezTo>
                <a:cubicBezTo>
                  <a:pt x="178301" y="35296"/>
                  <a:pt x="180326" y="32996"/>
                  <a:pt x="182889" y="31166"/>
                </a:cubicBezTo>
                <a:cubicBezTo>
                  <a:pt x="184811" y="29747"/>
                  <a:pt x="187431" y="28546"/>
                  <a:pt x="190749" y="27562"/>
                </a:cubicBezTo>
                <a:cubicBezTo>
                  <a:pt x="194067" y="26578"/>
                  <a:pt x="197625" y="26086"/>
                  <a:pt x="201424" y="26086"/>
                </a:cubicBezTo>
                <a:cubicBezTo>
                  <a:pt x="207144" y="26086"/>
                  <a:pt x="212167" y="26910"/>
                  <a:pt x="216492" y="28557"/>
                </a:cubicBezTo>
                <a:cubicBezTo>
                  <a:pt x="220817" y="30205"/>
                  <a:pt x="224009" y="32436"/>
                  <a:pt x="226068" y="35250"/>
                </a:cubicBezTo>
                <a:cubicBezTo>
                  <a:pt x="228127" y="38065"/>
                  <a:pt x="229546" y="41829"/>
                  <a:pt x="230324" y="46543"/>
                </a:cubicBezTo>
                <a:lnTo>
                  <a:pt x="218242" y="48190"/>
                </a:lnTo>
                <a:cubicBezTo>
                  <a:pt x="217693" y="44437"/>
                  <a:pt x="216103" y="41509"/>
                  <a:pt x="213471" y="39403"/>
                </a:cubicBezTo>
                <a:cubicBezTo>
                  <a:pt x="210840" y="37298"/>
                  <a:pt x="207122" y="36246"/>
                  <a:pt x="202316" y="36246"/>
                </a:cubicBezTo>
                <a:cubicBezTo>
                  <a:pt x="196641" y="36246"/>
                  <a:pt x="192591" y="37184"/>
                  <a:pt x="190166" y="39060"/>
                </a:cubicBezTo>
                <a:cubicBezTo>
                  <a:pt x="187740" y="40936"/>
                  <a:pt x="186527" y="43133"/>
                  <a:pt x="186527" y="45650"/>
                </a:cubicBezTo>
                <a:cubicBezTo>
                  <a:pt x="186527" y="47252"/>
                  <a:pt x="187031" y="48694"/>
                  <a:pt x="188038" y="49975"/>
                </a:cubicBezTo>
                <a:cubicBezTo>
                  <a:pt x="189044" y="51302"/>
                  <a:pt x="190623" y="52401"/>
                  <a:pt x="192774" y="53270"/>
                </a:cubicBezTo>
                <a:cubicBezTo>
                  <a:pt x="194010" y="53728"/>
                  <a:pt x="197648" y="54780"/>
                  <a:pt x="203689" y="56428"/>
                </a:cubicBezTo>
                <a:cubicBezTo>
                  <a:pt x="212430" y="58762"/>
                  <a:pt x="218528" y="60672"/>
                  <a:pt x="221984" y="62160"/>
                </a:cubicBezTo>
                <a:cubicBezTo>
                  <a:pt x="225439" y="63647"/>
                  <a:pt x="228150" y="65810"/>
                  <a:pt x="230118" y="68647"/>
                </a:cubicBezTo>
                <a:cubicBezTo>
                  <a:pt x="232086" y="71484"/>
                  <a:pt x="233070" y="75008"/>
                  <a:pt x="233070" y="79219"/>
                </a:cubicBezTo>
                <a:cubicBezTo>
                  <a:pt x="233070" y="83337"/>
                  <a:pt x="231869" y="87216"/>
                  <a:pt x="229466" y="90854"/>
                </a:cubicBezTo>
                <a:cubicBezTo>
                  <a:pt x="227063" y="94493"/>
                  <a:pt x="223597" y="97307"/>
                  <a:pt x="219066" y="99298"/>
                </a:cubicBezTo>
                <a:cubicBezTo>
                  <a:pt x="214535" y="101289"/>
                  <a:pt x="209410" y="102284"/>
                  <a:pt x="203689" y="102284"/>
                </a:cubicBezTo>
                <a:cubicBezTo>
                  <a:pt x="194216" y="102284"/>
                  <a:pt x="186997" y="100310"/>
                  <a:pt x="182031" y="96363"/>
                </a:cubicBezTo>
                <a:cubicBezTo>
                  <a:pt x="177066" y="92416"/>
                  <a:pt x="173896" y="86564"/>
                  <a:pt x="172523" y="78807"/>
                </a:cubicBezTo>
                <a:close/>
                <a:moveTo>
                  <a:pt x="255376" y="128644"/>
                </a:moveTo>
                <a:lnTo>
                  <a:pt x="255376" y="27733"/>
                </a:lnTo>
                <a:lnTo>
                  <a:pt x="266634" y="27733"/>
                </a:lnTo>
                <a:lnTo>
                  <a:pt x="266634" y="37273"/>
                </a:lnTo>
                <a:cubicBezTo>
                  <a:pt x="269288" y="33543"/>
                  <a:pt x="272286" y="30747"/>
                  <a:pt x="275627" y="28883"/>
                </a:cubicBezTo>
                <a:cubicBezTo>
                  <a:pt x="278967" y="27018"/>
                  <a:pt x="283018" y="26086"/>
                  <a:pt x="287777" y="26086"/>
                </a:cubicBezTo>
                <a:cubicBezTo>
                  <a:pt x="294001" y="26086"/>
                  <a:pt x="299493" y="27688"/>
                  <a:pt x="304252" y="30891"/>
                </a:cubicBezTo>
                <a:cubicBezTo>
                  <a:pt x="309012" y="34095"/>
                  <a:pt x="312604" y="38614"/>
                  <a:pt x="315030" y="44449"/>
                </a:cubicBezTo>
                <a:cubicBezTo>
                  <a:pt x="317455" y="50284"/>
                  <a:pt x="318668" y="56680"/>
                  <a:pt x="318668" y="63636"/>
                </a:cubicBezTo>
                <a:cubicBezTo>
                  <a:pt x="318668" y="71095"/>
                  <a:pt x="317330" y="77811"/>
                  <a:pt x="314652" y="83784"/>
                </a:cubicBezTo>
                <a:cubicBezTo>
                  <a:pt x="311975" y="89756"/>
                  <a:pt x="308085" y="94332"/>
                  <a:pt x="302982" y="97513"/>
                </a:cubicBezTo>
                <a:cubicBezTo>
                  <a:pt x="297880" y="100694"/>
                  <a:pt x="292514" y="102284"/>
                  <a:pt x="286885" y="102284"/>
                </a:cubicBezTo>
                <a:cubicBezTo>
                  <a:pt x="282766" y="102284"/>
                  <a:pt x="279070" y="101414"/>
                  <a:pt x="275798" y="99675"/>
                </a:cubicBezTo>
                <a:cubicBezTo>
                  <a:pt x="272526" y="97936"/>
                  <a:pt x="269837" y="95740"/>
                  <a:pt x="267732" y="93085"/>
                </a:cubicBezTo>
                <a:lnTo>
                  <a:pt x="267732" y="128644"/>
                </a:lnTo>
                <a:lnTo>
                  <a:pt x="255376" y="128644"/>
                </a:lnTo>
                <a:moveTo>
                  <a:pt x="266565" y="64631"/>
                </a:moveTo>
                <a:cubicBezTo>
                  <a:pt x="266565" y="74001"/>
                  <a:pt x="268464" y="80926"/>
                  <a:pt x="272263" y="85405"/>
                </a:cubicBezTo>
                <a:cubicBezTo>
                  <a:pt x="276061" y="89885"/>
                  <a:pt x="280661" y="92124"/>
                  <a:pt x="286061" y="92124"/>
                </a:cubicBezTo>
                <a:cubicBezTo>
                  <a:pt x="291553" y="92124"/>
                  <a:pt x="296255" y="89805"/>
                  <a:pt x="300168" y="85165"/>
                </a:cubicBezTo>
                <a:cubicBezTo>
                  <a:pt x="304081" y="80526"/>
                  <a:pt x="306037" y="73338"/>
                  <a:pt x="306037" y="63601"/>
                </a:cubicBezTo>
                <a:cubicBezTo>
                  <a:pt x="306037" y="54323"/>
                  <a:pt x="304127" y="47375"/>
                  <a:pt x="300305" y="42758"/>
                </a:cubicBezTo>
                <a:cubicBezTo>
                  <a:pt x="296484" y="38142"/>
                  <a:pt x="291919" y="35834"/>
                  <a:pt x="286610" y="35834"/>
                </a:cubicBezTo>
                <a:cubicBezTo>
                  <a:pt x="281347" y="35834"/>
                  <a:pt x="276691" y="38291"/>
                  <a:pt x="272640" y="43205"/>
                </a:cubicBezTo>
                <a:cubicBezTo>
                  <a:pt x="268590" y="48119"/>
                  <a:pt x="266565" y="55261"/>
                  <a:pt x="266565" y="64631"/>
                </a:cubicBezTo>
                <a:close/>
                <a:moveTo>
                  <a:pt x="336887" y="64185"/>
                </a:moveTo>
                <a:cubicBezTo>
                  <a:pt x="336887" y="50684"/>
                  <a:pt x="340640" y="40685"/>
                  <a:pt x="348145" y="34186"/>
                </a:cubicBezTo>
                <a:cubicBezTo>
                  <a:pt x="354415" y="28786"/>
                  <a:pt x="362058" y="26086"/>
                  <a:pt x="371073" y="26086"/>
                </a:cubicBezTo>
                <a:cubicBezTo>
                  <a:pt x="381096" y="26086"/>
                  <a:pt x="389288" y="29369"/>
                  <a:pt x="395649" y="35937"/>
                </a:cubicBezTo>
                <a:cubicBezTo>
                  <a:pt x="402010" y="42504"/>
                  <a:pt x="405191" y="51577"/>
                  <a:pt x="405191" y="63155"/>
                </a:cubicBezTo>
                <a:cubicBezTo>
                  <a:pt x="405191" y="72537"/>
                  <a:pt x="403784" y="79917"/>
                  <a:pt x="400969" y="85294"/>
                </a:cubicBezTo>
                <a:cubicBezTo>
                  <a:pt x="398155" y="90671"/>
                  <a:pt x="394059" y="94847"/>
                  <a:pt x="388681" y="97822"/>
                </a:cubicBezTo>
                <a:cubicBezTo>
                  <a:pt x="383304" y="100797"/>
                  <a:pt x="377435" y="102284"/>
                  <a:pt x="371073" y="102284"/>
                </a:cubicBezTo>
                <a:cubicBezTo>
                  <a:pt x="360868" y="102284"/>
                  <a:pt x="352619" y="99012"/>
                  <a:pt x="346326" y="92467"/>
                </a:cubicBezTo>
                <a:cubicBezTo>
                  <a:pt x="340033" y="85923"/>
                  <a:pt x="336887" y="76496"/>
                  <a:pt x="336887" y="64185"/>
                </a:cubicBezTo>
                <a:moveTo>
                  <a:pt x="349587" y="64219"/>
                </a:moveTo>
                <a:cubicBezTo>
                  <a:pt x="349587" y="73544"/>
                  <a:pt x="351623" y="80526"/>
                  <a:pt x="355696" y="85165"/>
                </a:cubicBezTo>
                <a:cubicBezTo>
                  <a:pt x="359769" y="89805"/>
                  <a:pt x="364895" y="92124"/>
                  <a:pt x="371073" y="92124"/>
                </a:cubicBezTo>
                <a:cubicBezTo>
                  <a:pt x="377206" y="92124"/>
                  <a:pt x="382309" y="89793"/>
                  <a:pt x="386382" y="85131"/>
                </a:cubicBezTo>
                <a:cubicBezTo>
                  <a:pt x="390455" y="80469"/>
                  <a:pt x="392491" y="73361"/>
                  <a:pt x="392491" y="63807"/>
                </a:cubicBezTo>
                <a:cubicBezTo>
                  <a:pt x="392491" y="54803"/>
                  <a:pt x="390443" y="47981"/>
                  <a:pt x="386347" y="43342"/>
                </a:cubicBezTo>
                <a:cubicBezTo>
                  <a:pt x="382251" y="38703"/>
                  <a:pt x="377160" y="36383"/>
                  <a:pt x="371073" y="36383"/>
                </a:cubicBezTo>
                <a:cubicBezTo>
                  <a:pt x="364895" y="36383"/>
                  <a:pt x="359769" y="38691"/>
                  <a:pt x="355696" y="43308"/>
                </a:cubicBezTo>
                <a:cubicBezTo>
                  <a:pt x="351623" y="47924"/>
                  <a:pt x="349587" y="54895"/>
                  <a:pt x="349587" y="64219"/>
                </a:cubicBezTo>
                <a:close/>
                <a:moveTo>
                  <a:pt x="427597" y="100636"/>
                </a:moveTo>
                <a:lnTo>
                  <a:pt x="427597" y="27733"/>
                </a:lnTo>
                <a:lnTo>
                  <a:pt x="438718" y="27733"/>
                </a:lnTo>
                <a:lnTo>
                  <a:pt x="438718" y="38099"/>
                </a:lnTo>
                <a:cubicBezTo>
                  <a:pt x="444073" y="30090"/>
                  <a:pt x="451807" y="26086"/>
                  <a:pt x="461921" y="26086"/>
                </a:cubicBezTo>
                <a:cubicBezTo>
                  <a:pt x="466314" y="26086"/>
                  <a:pt x="470353" y="26875"/>
                  <a:pt x="474037" y="28454"/>
                </a:cubicBezTo>
                <a:cubicBezTo>
                  <a:pt x="477721" y="30033"/>
                  <a:pt x="480478" y="32104"/>
                  <a:pt x="482309" y="34667"/>
                </a:cubicBezTo>
                <a:cubicBezTo>
                  <a:pt x="484139" y="37230"/>
                  <a:pt x="485421" y="40273"/>
                  <a:pt x="486153" y="43797"/>
                </a:cubicBezTo>
                <a:cubicBezTo>
                  <a:pt x="486611" y="46085"/>
                  <a:pt x="486840" y="50089"/>
                  <a:pt x="486840" y="55810"/>
                </a:cubicBezTo>
                <a:lnTo>
                  <a:pt x="486840" y="100636"/>
                </a:lnTo>
                <a:lnTo>
                  <a:pt x="474483" y="100636"/>
                </a:lnTo>
                <a:lnTo>
                  <a:pt x="474483" y="56291"/>
                </a:lnTo>
                <a:cubicBezTo>
                  <a:pt x="474483" y="51256"/>
                  <a:pt x="474003" y="47492"/>
                  <a:pt x="473042" y="44998"/>
                </a:cubicBezTo>
                <a:cubicBezTo>
                  <a:pt x="472081" y="42504"/>
                  <a:pt x="470376" y="40513"/>
                  <a:pt x="467927" y="39026"/>
                </a:cubicBezTo>
                <a:cubicBezTo>
                  <a:pt x="465479" y="37538"/>
                  <a:pt x="462607" y="36795"/>
                  <a:pt x="459312" y="36795"/>
                </a:cubicBezTo>
                <a:cubicBezTo>
                  <a:pt x="454049" y="36795"/>
                  <a:pt x="449507" y="38465"/>
                  <a:pt x="445686" y="41806"/>
                </a:cubicBezTo>
                <a:cubicBezTo>
                  <a:pt x="441864" y="45147"/>
                  <a:pt x="439954" y="51485"/>
                  <a:pt x="439954" y="60821"/>
                </a:cubicBezTo>
                <a:lnTo>
                  <a:pt x="439954" y="100636"/>
                </a:lnTo>
                <a:lnTo>
                  <a:pt x="427597" y="100636"/>
                </a:lnTo>
                <a:close/>
                <a:moveTo>
                  <a:pt x="508766" y="78807"/>
                </a:moveTo>
                <a:lnTo>
                  <a:pt x="520985" y="76885"/>
                </a:lnTo>
                <a:cubicBezTo>
                  <a:pt x="521671" y="81803"/>
                  <a:pt x="523582" y="85573"/>
                  <a:pt x="526717" y="88194"/>
                </a:cubicBezTo>
                <a:cubicBezTo>
                  <a:pt x="529852" y="90814"/>
                  <a:pt x="534234" y="92124"/>
                  <a:pt x="539863" y="92124"/>
                </a:cubicBezTo>
                <a:cubicBezTo>
                  <a:pt x="545538" y="92124"/>
                  <a:pt x="549748" y="90969"/>
                  <a:pt x="552494" y="88658"/>
                </a:cubicBezTo>
                <a:cubicBezTo>
                  <a:pt x="555240" y="86346"/>
                  <a:pt x="556613" y="83635"/>
                  <a:pt x="556613" y="80523"/>
                </a:cubicBezTo>
                <a:cubicBezTo>
                  <a:pt x="556613" y="77731"/>
                  <a:pt x="555400" y="75535"/>
                  <a:pt x="552974" y="73933"/>
                </a:cubicBezTo>
                <a:cubicBezTo>
                  <a:pt x="551281" y="72834"/>
                  <a:pt x="547071" y="71439"/>
                  <a:pt x="540343" y="69745"/>
                </a:cubicBezTo>
                <a:cubicBezTo>
                  <a:pt x="531282" y="67457"/>
                  <a:pt x="525001" y="65478"/>
                  <a:pt x="521500" y="63807"/>
                </a:cubicBezTo>
                <a:cubicBezTo>
                  <a:pt x="517999" y="62137"/>
                  <a:pt x="515344" y="59826"/>
                  <a:pt x="513537" y="56874"/>
                </a:cubicBezTo>
                <a:cubicBezTo>
                  <a:pt x="511729" y="53922"/>
                  <a:pt x="510825" y="50661"/>
                  <a:pt x="510825" y="47092"/>
                </a:cubicBezTo>
                <a:cubicBezTo>
                  <a:pt x="510825" y="43843"/>
                  <a:pt x="511569" y="40834"/>
                  <a:pt x="513056" y="38065"/>
                </a:cubicBezTo>
                <a:cubicBezTo>
                  <a:pt x="514543" y="35296"/>
                  <a:pt x="516568" y="32996"/>
                  <a:pt x="519131" y="31166"/>
                </a:cubicBezTo>
                <a:cubicBezTo>
                  <a:pt x="521053" y="29747"/>
                  <a:pt x="523673" y="28546"/>
                  <a:pt x="526991" y="27562"/>
                </a:cubicBezTo>
                <a:cubicBezTo>
                  <a:pt x="530309" y="26578"/>
                  <a:pt x="533868" y="26086"/>
                  <a:pt x="537666" y="26086"/>
                </a:cubicBezTo>
                <a:cubicBezTo>
                  <a:pt x="543387" y="26086"/>
                  <a:pt x="548409" y="26910"/>
                  <a:pt x="552734" y="28557"/>
                </a:cubicBezTo>
                <a:cubicBezTo>
                  <a:pt x="557059" y="30205"/>
                  <a:pt x="560251" y="32436"/>
                  <a:pt x="562310" y="35250"/>
                </a:cubicBezTo>
                <a:cubicBezTo>
                  <a:pt x="564370" y="38065"/>
                  <a:pt x="565788" y="41829"/>
                  <a:pt x="566566" y="46543"/>
                </a:cubicBezTo>
                <a:lnTo>
                  <a:pt x="554485" y="48190"/>
                </a:lnTo>
                <a:cubicBezTo>
                  <a:pt x="553935" y="44437"/>
                  <a:pt x="552345" y="41509"/>
                  <a:pt x="549714" y="39403"/>
                </a:cubicBezTo>
                <a:cubicBezTo>
                  <a:pt x="547082" y="37298"/>
                  <a:pt x="543364" y="36246"/>
                  <a:pt x="538558" y="36246"/>
                </a:cubicBezTo>
                <a:cubicBezTo>
                  <a:pt x="532884" y="36246"/>
                  <a:pt x="528833" y="37184"/>
                  <a:pt x="526408" y="39060"/>
                </a:cubicBezTo>
                <a:cubicBezTo>
                  <a:pt x="523982" y="40936"/>
                  <a:pt x="522770" y="43133"/>
                  <a:pt x="522770" y="45650"/>
                </a:cubicBezTo>
                <a:cubicBezTo>
                  <a:pt x="522770" y="47252"/>
                  <a:pt x="523273" y="48694"/>
                  <a:pt x="524280" y="49975"/>
                </a:cubicBezTo>
                <a:cubicBezTo>
                  <a:pt x="525287" y="51302"/>
                  <a:pt x="526866" y="52401"/>
                  <a:pt x="529016" y="53270"/>
                </a:cubicBezTo>
                <a:cubicBezTo>
                  <a:pt x="530252" y="53728"/>
                  <a:pt x="533890" y="54780"/>
                  <a:pt x="539931" y="56428"/>
                </a:cubicBezTo>
                <a:cubicBezTo>
                  <a:pt x="548672" y="58762"/>
                  <a:pt x="554771" y="60672"/>
                  <a:pt x="558226" y="62160"/>
                </a:cubicBezTo>
                <a:cubicBezTo>
                  <a:pt x="561681" y="63647"/>
                  <a:pt x="564393" y="65810"/>
                  <a:pt x="566360" y="68647"/>
                </a:cubicBezTo>
                <a:cubicBezTo>
                  <a:pt x="568328" y="71484"/>
                  <a:pt x="569312" y="75008"/>
                  <a:pt x="569312" y="79219"/>
                </a:cubicBezTo>
                <a:cubicBezTo>
                  <a:pt x="569312" y="83337"/>
                  <a:pt x="568111" y="87216"/>
                  <a:pt x="565708" y="90854"/>
                </a:cubicBezTo>
                <a:cubicBezTo>
                  <a:pt x="563306" y="94493"/>
                  <a:pt x="559839" y="97307"/>
                  <a:pt x="555308" y="99298"/>
                </a:cubicBezTo>
                <a:cubicBezTo>
                  <a:pt x="550778" y="101289"/>
                  <a:pt x="545652" y="102284"/>
                  <a:pt x="539931" y="102284"/>
                </a:cubicBezTo>
                <a:cubicBezTo>
                  <a:pt x="530458" y="102284"/>
                  <a:pt x="523239" y="100310"/>
                  <a:pt x="518273" y="96363"/>
                </a:cubicBezTo>
                <a:cubicBezTo>
                  <a:pt x="513308" y="92416"/>
                  <a:pt x="510139" y="86564"/>
                  <a:pt x="508766" y="78807"/>
                </a:cubicBezTo>
                <a:close/>
                <a:moveTo>
                  <a:pt x="641524" y="77022"/>
                </a:moveTo>
                <a:lnTo>
                  <a:pt x="654292" y="78669"/>
                </a:lnTo>
                <a:cubicBezTo>
                  <a:pt x="652279" y="86151"/>
                  <a:pt x="648549" y="91957"/>
                  <a:pt x="643103" y="96089"/>
                </a:cubicBezTo>
                <a:cubicBezTo>
                  <a:pt x="637657" y="100219"/>
                  <a:pt x="630701" y="102284"/>
                  <a:pt x="622234" y="102284"/>
                </a:cubicBezTo>
                <a:cubicBezTo>
                  <a:pt x="611571" y="102284"/>
                  <a:pt x="603116" y="99000"/>
                  <a:pt x="596869" y="92433"/>
                </a:cubicBezTo>
                <a:cubicBezTo>
                  <a:pt x="590622" y="85866"/>
                  <a:pt x="587499" y="76656"/>
                  <a:pt x="587499" y="64803"/>
                </a:cubicBezTo>
                <a:cubicBezTo>
                  <a:pt x="587499" y="52538"/>
                  <a:pt x="590657" y="43019"/>
                  <a:pt x="596972" y="36246"/>
                </a:cubicBezTo>
                <a:cubicBezTo>
                  <a:pt x="603288" y="29472"/>
                  <a:pt x="611480" y="26086"/>
                  <a:pt x="621548" y="26086"/>
                </a:cubicBezTo>
                <a:cubicBezTo>
                  <a:pt x="631296" y="26086"/>
                  <a:pt x="639259" y="29399"/>
                  <a:pt x="645437" y="36025"/>
                </a:cubicBezTo>
                <a:cubicBezTo>
                  <a:pt x="651615" y="42649"/>
                  <a:pt x="654704" y="51969"/>
                  <a:pt x="654704" y="63985"/>
                </a:cubicBezTo>
                <a:cubicBezTo>
                  <a:pt x="654704" y="64716"/>
                  <a:pt x="654681" y="65812"/>
                  <a:pt x="654636" y="67274"/>
                </a:cubicBezTo>
                <a:lnTo>
                  <a:pt x="600267" y="67274"/>
                </a:lnTo>
                <a:cubicBezTo>
                  <a:pt x="600725" y="75306"/>
                  <a:pt x="602990" y="81455"/>
                  <a:pt x="607063" y="85723"/>
                </a:cubicBezTo>
                <a:cubicBezTo>
                  <a:pt x="611136" y="89990"/>
                  <a:pt x="616216" y="92124"/>
                  <a:pt x="622303" y="92124"/>
                </a:cubicBezTo>
                <a:cubicBezTo>
                  <a:pt x="626834" y="92124"/>
                  <a:pt x="630701" y="90924"/>
                  <a:pt x="633904" y="88522"/>
                </a:cubicBezTo>
                <a:cubicBezTo>
                  <a:pt x="637108" y="86120"/>
                  <a:pt x="639648" y="82286"/>
                  <a:pt x="641524" y="77022"/>
                </a:cubicBezTo>
                <a:moveTo>
                  <a:pt x="600954" y="57114"/>
                </a:moveTo>
                <a:lnTo>
                  <a:pt x="641661" y="57114"/>
                </a:lnTo>
                <a:cubicBezTo>
                  <a:pt x="641112" y="51002"/>
                  <a:pt x="639556" y="46418"/>
                  <a:pt x="636993" y="43361"/>
                </a:cubicBezTo>
                <a:cubicBezTo>
                  <a:pt x="633058" y="38617"/>
                  <a:pt x="627955" y="36246"/>
                  <a:pt x="621685" y="36246"/>
                </a:cubicBezTo>
                <a:cubicBezTo>
                  <a:pt x="616010" y="36246"/>
                  <a:pt x="611239" y="38139"/>
                  <a:pt x="607372" y="41926"/>
                </a:cubicBezTo>
                <a:cubicBezTo>
                  <a:pt x="603505" y="45712"/>
                  <a:pt x="601366" y="50774"/>
                  <a:pt x="600954" y="57114"/>
                </a:cubicBezTo>
                <a:close/>
              </a:path>
            </a:pathLst>
          </a:custGeom>
          <a:solidFill xmlns:a="http://schemas.openxmlformats.org/drawingml/2006/main">
            <a:srgbClr val="3B5F2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" name="Text Response">
            <a:extLst xmlns:a="http://schemas.openxmlformats.org/drawingml/2006/main">
              <a:ext uri="{FF2B5EF4-FFF2-40B4-BE49-F238E27FC236}">
                <a16:creationId xmlns:a16="http://schemas.microsoft.com/office/drawing/2014/main" id="{CE14A898-3603-47F8-A0D2-72A8AE1D6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612" y="4815028"/>
            <a:ext cx="654704" cy="128644"/>
          </a:xfrm>
          <a:custGeom xmlns:a="http://schemas.openxmlformats.org/drawingml/2006/main">
            <a:pathLst>
              <a:path w="654704" h="128644" fill="none">
                <a:moveTo>
                  <a:pt x="0" y="100636"/>
                </a:moveTo>
                <a:lnTo>
                  <a:pt x="0" y="0"/>
                </a:lnTo>
                <a:lnTo>
                  <a:pt x="44621" y="0"/>
                </a:lnTo>
                <a:cubicBezTo>
                  <a:pt x="53590" y="0"/>
                  <a:pt x="60409" y="903"/>
                  <a:pt x="65077" y="2709"/>
                </a:cubicBezTo>
                <a:cubicBezTo>
                  <a:pt x="69745" y="4514"/>
                  <a:pt x="73475" y="7702"/>
                  <a:pt x="76267" y="12273"/>
                </a:cubicBezTo>
                <a:cubicBezTo>
                  <a:pt x="79058" y="16844"/>
                  <a:pt x="80454" y="21894"/>
                  <a:pt x="80454" y="27424"/>
                </a:cubicBezTo>
                <a:cubicBezTo>
                  <a:pt x="80454" y="34555"/>
                  <a:pt x="78143" y="40566"/>
                  <a:pt x="73521" y="45457"/>
                </a:cubicBezTo>
                <a:cubicBezTo>
                  <a:pt x="68899" y="50347"/>
                  <a:pt x="61759" y="53455"/>
                  <a:pt x="52103" y="54780"/>
                </a:cubicBezTo>
                <a:cubicBezTo>
                  <a:pt x="55627" y="56476"/>
                  <a:pt x="58304" y="58150"/>
                  <a:pt x="60135" y="59800"/>
                </a:cubicBezTo>
                <a:cubicBezTo>
                  <a:pt x="64025" y="63377"/>
                  <a:pt x="67709" y="67845"/>
                  <a:pt x="71187" y="73206"/>
                </a:cubicBezTo>
                <a:lnTo>
                  <a:pt x="88692" y="100636"/>
                </a:lnTo>
                <a:lnTo>
                  <a:pt x="71942" y="100636"/>
                </a:lnTo>
                <a:lnTo>
                  <a:pt x="58625" y="79667"/>
                </a:lnTo>
                <a:cubicBezTo>
                  <a:pt x="54735" y="73617"/>
                  <a:pt x="51531" y="68989"/>
                  <a:pt x="49014" y="65781"/>
                </a:cubicBezTo>
                <a:cubicBezTo>
                  <a:pt x="46497" y="62572"/>
                  <a:pt x="44243" y="60326"/>
                  <a:pt x="42252" y="59043"/>
                </a:cubicBezTo>
                <a:cubicBezTo>
                  <a:pt x="40261" y="57759"/>
                  <a:pt x="38236" y="56864"/>
                  <a:pt x="36177" y="56359"/>
                </a:cubicBezTo>
                <a:cubicBezTo>
                  <a:pt x="34667" y="56039"/>
                  <a:pt x="32195" y="55879"/>
                  <a:pt x="28763" y="55879"/>
                </a:cubicBezTo>
                <a:lnTo>
                  <a:pt x="13318" y="55879"/>
                </a:lnTo>
                <a:lnTo>
                  <a:pt x="13318" y="100636"/>
                </a:lnTo>
                <a:lnTo>
                  <a:pt x="0" y="100636"/>
                </a:lnTo>
                <a:moveTo>
                  <a:pt x="13318" y="44346"/>
                </a:moveTo>
                <a:lnTo>
                  <a:pt x="41943" y="44346"/>
                </a:lnTo>
                <a:cubicBezTo>
                  <a:pt x="48030" y="44346"/>
                  <a:pt x="52790" y="43718"/>
                  <a:pt x="56222" y="42462"/>
                </a:cubicBezTo>
                <a:cubicBezTo>
                  <a:pt x="59654" y="41207"/>
                  <a:pt x="62263" y="39197"/>
                  <a:pt x="64048" y="36434"/>
                </a:cubicBezTo>
                <a:cubicBezTo>
                  <a:pt x="65832" y="33671"/>
                  <a:pt x="66725" y="30668"/>
                  <a:pt x="66725" y="27424"/>
                </a:cubicBezTo>
                <a:cubicBezTo>
                  <a:pt x="66725" y="22675"/>
                  <a:pt x="64997" y="18771"/>
                  <a:pt x="61542" y="15712"/>
                </a:cubicBezTo>
                <a:cubicBezTo>
                  <a:pt x="58087" y="12651"/>
                  <a:pt x="52629" y="11121"/>
                  <a:pt x="45170" y="11121"/>
                </a:cubicBezTo>
                <a:lnTo>
                  <a:pt x="13318" y="11121"/>
                </a:lnTo>
                <a:lnTo>
                  <a:pt x="13318" y="44346"/>
                </a:lnTo>
                <a:close/>
                <a:moveTo>
                  <a:pt x="149463" y="77022"/>
                </a:moveTo>
                <a:lnTo>
                  <a:pt x="162231" y="78669"/>
                </a:lnTo>
                <a:cubicBezTo>
                  <a:pt x="160217" y="86151"/>
                  <a:pt x="156487" y="91957"/>
                  <a:pt x="151042" y="96089"/>
                </a:cubicBezTo>
                <a:cubicBezTo>
                  <a:pt x="145596" y="100219"/>
                  <a:pt x="138639" y="102284"/>
                  <a:pt x="130173" y="102284"/>
                </a:cubicBezTo>
                <a:cubicBezTo>
                  <a:pt x="119510" y="102284"/>
                  <a:pt x="111055" y="99000"/>
                  <a:pt x="104808" y="92433"/>
                </a:cubicBezTo>
                <a:cubicBezTo>
                  <a:pt x="98561" y="85866"/>
                  <a:pt x="95437" y="76656"/>
                  <a:pt x="95437" y="64803"/>
                </a:cubicBezTo>
                <a:cubicBezTo>
                  <a:pt x="95437" y="52538"/>
                  <a:pt x="98595" y="43019"/>
                  <a:pt x="104911" y="36246"/>
                </a:cubicBezTo>
                <a:cubicBezTo>
                  <a:pt x="111226" y="29472"/>
                  <a:pt x="119418" y="26086"/>
                  <a:pt x="129486" y="26086"/>
                </a:cubicBezTo>
                <a:cubicBezTo>
                  <a:pt x="139234" y="26086"/>
                  <a:pt x="147197" y="29399"/>
                  <a:pt x="153376" y="36025"/>
                </a:cubicBezTo>
                <a:cubicBezTo>
                  <a:pt x="159554" y="42649"/>
                  <a:pt x="162643" y="51969"/>
                  <a:pt x="162643" y="63985"/>
                </a:cubicBezTo>
                <a:cubicBezTo>
                  <a:pt x="162643" y="64716"/>
                  <a:pt x="162620" y="65812"/>
                  <a:pt x="162574" y="67274"/>
                </a:cubicBezTo>
                <a:lnTo>
                  <a:pt x="108206" y="67274"/>
                </a:lnTo>
                <a:cubicBezTo>
                  <a:pt x="108663" y="75306"/>
                  <a:pt x="110929" y="81455"/>
                  <a:pt x="115002" y="85723"/>
                </a:cubicBezTo>
                <a:cubicBezTo>
                  <a:pt x="119075" y="89990"/>
                  <a:pt x="124155" y="92124"/>
                  <a:pt x="130241" y="92124"/>
                </a:cubicBezTo>
                <a:cubicBezTo>
                  <a:pt x="134772" y="92124"/>
                  <a:pt x="138639" y="90924"/>
                  <a:pt x="141843" y="88522"/>
                </a:cubicBezTo>
                <a:cubicBezTo>
                  <a:pt x="145046" y="86120"/>
                  <a:pt x="147586" y="82286"/>
                  <a:pt x="149463" y="77022"/>
                </a:cubicBezTo>
                <a:moveTo>
                  <a:pt x="108892" y="57114"/>
                </a:moveTo>
                <a:lnTo>
                  <a:pt x="149600" y="57114"/>
                </a:lnTo>
                <a:cubicBezTo>
                  <a:pt x="149051" y="51002"/>
                  <a:pt x="147495" y="46418"/>
                  <a:pt x="144932" y="43361"/>
                </a:cubicBezTo>
                <a:cubicBezTo>
                  <a:pt x="140996" y="38617"/>
                  <a:pt x="135893" y="36246"/>
                  <a:pt x="129624" y="36246"/>
                </a:cubicBezTo>
                <a:cubicBezTo>
                  <a:pt x="123949" y="36246"/>
                  <a:pt x="119178" y="38139"/>
                  <a:pt x="115311" y="41926"/>
                </a:cubicBezTo>
                <a:cubicBezTo>
                  <a:pt x="111444" y="45712"/>
                  <a:pt x="109304" y="50774"/>
                  <a:pt x="108892" y="57114"/>
                </a:cubicBezTo>
                <a:close/>
                <a:moveTo>
                  <a:pt x="172523" y="78807"/>
                </a:moveTo>
                <a:lnTo>
                  <a:pt x="184743" y="76885"/>
                </a:lnTo>
                <a:cubicBezTo>
                  <a:pt x="185429" y="81803"/>
                  <a:pt x="187340" y="85573"/>
                  <a:pt x="190475" y="88194"/>
                </a:cubicBezTo>
                <a:cubicBezTo>
                  <a:pt x="193609" y="90814"/>
                  <a:pt x="197991" y="92124"/>
                  <a:pt x="203621" y="92124"/>
                </a:cubicBezTo>
                <a:cubicBezTo>
                  <a:pt x="209295" y="92124"/>
                  <a:pt x="213506" y="90969"/>
                  <a:pt x="216252" y="88658"/>
                </a:cubicBezTo>
                <a:cubicBezTo>
                  <a:pt x="218997" y="86346"/>
                  <a:pt x="220370" y="83635"/>
                  <a:pt x="220370" y="80523"/>
                </a:cubicBezTo>
                <a:cubicBezTo>
                  <a:pt x="220370" y="77731"/>
                  <a:pt x="219158" y="75535"/>
                  <a:pt x="216732" y="73933"/>
                </a:cubicBezTo>
                <a:cubicBezTo>
                  <a:pt x="215039" y="72834"/>
                  <a:pt x="210828" y="71439"/>
                  <a:pt x="204101" y="69745"/>
                </a:cubicBezTo>
                <a:cubicBezTo>
                  <a:pt x="195040" y="67457"/>
                  <a:pt x="188758" y="65478"/>
                  <a:pt x="185257" y="63807"/>
                </a:cubicBezTo>
                <a:cubicBezTo>
                  <a:pt x="181756" y="62137"/>
                  <a:pt x="179102" y="59826"/>
                  <a:pt x="177294" y="56874"/>
                </a:cubicBezTo>
                <a:cubicBezTo>
                  <a:pt x="175487" y="53922"/>
                  <a:pt x="174583" y="50661"/>
                  <a:pt x="174583" y="47092"/>
                </a:cubicBezTo>
                <a:cubicBezTo>
                  <a:pt x="174583" y="43843"/>
                  <a:pt x="175327" y="40834"/>
                  <a:pt x="176814" y="38065"/>
                </a:cubicBezTo>
                <a:cubicBezTo>
                  <a:pt x="178301" y="35296"/>
                  <a:pt x="180326" y="32996"/>
                  <a:pt x="182889" y="31166"/>
                </a:cubicBezTo>
                <a:cubicBezTo>
                  <a:pt x="184811" y="29747"/>
                  <a:pt x="187431" y="28546"/>
                  <a:pt x="190749" y="27562"/>
                </a:cubicBezTo>
                <a:cubicBezTo>
                  <a:pt x="194067" y="26578"/>
                  <a:pt x="197625" y="26086"/>
                  <a:pt x="201424" y="26086"/>
                </a:cubicBezTo>
                <a:cubicBezTo>
                  <a:pt x="207144" y="26086"/>
                  <a:pt x="212167" y="26910"/>
                  <a:pt x="216492" y="28557"/>
                </a:cubicBezTo>
                <a:cubicBezTo>
                  <a:pt x="220817" y="30205"/>
                  <a:pt x="224009" y="32436"/>
                  <a:pt x="226068" y="35250"/>
                </a:cubicBezTo>
                <a:cubicBezTo>
                  <a:pt x="228127" y="38065"/>
                  <a:pt x="229546" y="41829"/>
                  <a:pt x="230324" y="46543"/>
                </a:cubicBezTo>
                <a:lnTo>
                  <a:pt x="218242" y="48190"/>
                </a:lnTo>
                <a:cubicBezTo>
                  <a:pt x="217693" y="44437"/>
                  <a:pt x="216103" y="41509"/>
                  <a:pt x="213471" y="39403"/>
                </a:cubicBezTo>
                <a:cubicBezTo>
                  <a:pt x="210840" y="37298"/>
                  <a:pt x="207122" y="36246"/>
                  <a:pt x="202316" y="36246"/>
                </a:cubicBezTo>
                <a:cubicBezTo>
                  <a:pt x="196641" y="36246"/>
                  <a:pt x="192591" y="37184"/>
                  <a:pt x="190166" y="39060"/>
                </a:cubicBezTo>
                <a:cubicBezTo>
                  <a:pt x="187740" y="40936"/>
                  <a:pt x="186527" y="43133"/>
                  <a:pt x="186527" y="45650"/>
                </a:cubicBezTo>
                <a:cubicBezTo>
                  <a:pt x="186527" y="47252"/>
                  <a:pt x="187031" y="48694"/>
                  <a:pt x="188038" y="49975"/>
                </a:cubicBezTo>
                <a:cubicBezTo>
                  <a:pt x="189044" y="51302"/>
                  <a:pt x="190623" y="52401"/>
                  <a:pt x="192774" y="53270"/>
                </a:cubicBezTo>
                <a:cubicBezTo>
                  <a:pt x="194010" y="53728"/>
                  <a:pt x="197648" y="54780"/>
                  <a:pt x="203689" y="56428"/>
                </a:cubicBezTo>
                <a:cubicBezTo>
                  <a:pt x="212430" y="58762"/>
                  <a:pt x="218528" y="60672"/>
                  <a:pt x="221984" y="62160"/>
                </a:cubicBezTo>
                <a:cubicBezTo>
                  <a:pt x="225439" y="63647"/>
                  <a:pt x="228150" y="65810"/>
                  <a:pt x="230118" y="68647"/>
                </a:cubicBezTo>
                <a:cubicBezTo>
                  <a:pt x="232086" y="71484"/>
                  <a:pt x="233070" y="75008"/>
                  <a:pt x="233070" y="79219"/>
                </a:cubicBezTo>
                <a:cubicBezTo>
                  <a:pt x="233070" y="83337"/>
                  <a:pt x="231869" y="87216"/>
                  <a:pt x="229466" y="90854"/>
                </a:cubicBezTo>
                <a:cubicBezTo>
                  <a:pt x="227063" y="94493"/>
                  <a:pt x="223597" y="97307"/>
                  <a:pt x="219066" y="99298"/>
                </a:cubicBezTo>
                <a:cubicBezTo>
                  <a:pt x="214535" y="101289"/>
                  <a:pt x="209410" y="102284"/>
                  <a:pt x="203689" y="102284"/>
                </a:cubicBezTo>
                <a:cubicBezTo>
                  <a:pt x="194216" y="102284"/>
                  <a:pt x="186997" y="100310"/>
                  <a:pt x="182031" y="96363"/>
                </a:cubicBezTo>
                <a:cubicBezTo>
                  <a:pt x="177066" y="92416"/>
                  <a:pt x="173896" y="86564"/>
                  <a:pt x="172523" y="78807"/>
                </a:cubicBezTo>
                <a:close/>
                <a:moveTo>
                  <a:pt x="255376" y="128644"/>
                </a:moveTo>
                <a:lnTo>
                  <a:pt x="255376" y="27733"/>
                </a:lnTo>
                <a:lnTo>
                  <a:pt x="266634" y="27733"/>
                </a:lnTo>
                <a:lnTo>
                  <a:pt x="266634" y="37273"/>
                </a:lnTo>
                <a:cubicBezTo>
                  <a:pt x="269288" y="33543"/>
                  <a:pt x="272286" y="30747"/>
                  <a:pt x="275627" y="28883"/>
                </a:cubicBezTo>
                <a:cubicBezTo>
                  <a:pt x="278967" y="27018"/>
                  <a:pt x="283018" y="26086"/>
                  <a:pt x="287777" y="26086"/>
                </a:cubicBezTo>
                <a:cubicBezTo>
                  <a:pt x="294001" y="26086"/>
                  <a:pt x="299493" y="27688"/>
                  <a:pt x="304252" y="30891"/>
                </a:cubicBezTo>
                <a:cubicBezTo>
                  <a:pt x="309012" y="34095"/>
                  <a:pt x="312604" y="38614"/>
                  <a:pt x="315030" y="44449"/>
                </a:cubicBezTo>
                <a:cubicBezTo>
                  <a:pt x="317455" y="50284"/>
                  <a:pt x="318668" y="56680"/>
                  <a:pt x="318668" y="63636"/>
                </a:cubicBezTo>
                <a:cubicBezTo>
                  <a:pt x="318668" y="71095"/>
                  <a:pt x="317330" y="77811"/>
                  <a:pt x="314652" y="83784"/>
                </a:cubicBezTo>
                <a:cubicBezTo>
                  <a:pt x="311975" y="89756"/>
                  <a:pt x="308085" y="94332"/>
                  <a:pt x="302982" y="97513"/>
                </a:cubicBezTo>
                <a:cubicBezTo>
                  <a:pt x="297880" y="100694"/>
                  <a:pt x="292514" y="102284"/>
                  <a:pt x="286885" y="102284"/>
                </a:cubicBezTo>
                <a:cubicBezTo>
                  <a:pt x="282766" y="102284"/>
                  <a:pt x="279070" y="101414"/>
                  <a:pt x="275798" y="99675"/>
                </a:cubicBezTo>
                <a:cubicBezTo>
                  <a:pt x="272526" y="97936"/>
                  <a:pt x="269837" y="95740"/>
                  <a:pt x="267732" y="93085"/>
                </a:cubicBezTo>
                <a:lnTo>
                  <a:pt x="267732" y="128644"/>
                </a:lnTo>
                <a:lnTo>
                  <a:pt x="255376" y="128644"/>
                </a:lnTo>
                <a:moveTo>
                  <a:pt x="266565" y="64631"/>
                </a:moveTo>
                <a:cubicBezTo>
                  <a:pt x="266565" y="74001"/>
                  <a:pt x="268464" y="80926"/>
                  <a:pt x="272263" y="85405"/>
                </a:cubicBezTo>
                <a:cubicBezTo>
                  <a:pt x="276061" y="89885"/>
                  <a:pt x="280661" y="92124"/>
                  <a:pt x="286061" y="92124"/>
                </a:cubicBezTo>
                <a:cubicBezTo>
                  <a:pt x="291553" y="92124"/>
                  <a:pt x="296255" y="89805"/>
                  <a:pt x="300168" y="85165"/>
                </a:cubicBezTo>
                <a:cubicBezTo>
                  <a:pt x="304081" y="80526"/>
                  <a:pt x="306037" y="73338"/>
                  <a:pt x="306037" y="63601"/>
                </a:cubicBezTo>
                <a:cubicBezTo>
                  <a:pt x="306037" y="54323"/>
                  <a:pt x="304127" y="47375"/>
                  <a:pt x="300305" y="42758"/>
                </a:cubicBezTo>
                <a:cubicBezTo>
                  <a:pt x="296484" y="38142"/>
                  <a:pt x="291919" y="35834"/>
                  <a:pt x="286610" y="35834"/>
                </a:cubicBezTo>
                <a:cubicBezTo>
                  <a:pt x="281347" y="35834"/>
                  <a:pt x="276691" y="38291"/>
                  <a:pt x="272640" y="43205"/>
                </a:cubicBezTo>
                <a:cubicBezTo>
                  <a:pt x="268590" y="48119"/>
                  <a:pt x="266565" y="55261"/>
                  <a:pt x="266565" y="64631"/>
                </a:cubicBezTo>
                <a:close/>
                <a:moveTo>
                  <a:pt x="336887" y="64185"/>
                </a:moveTo>
                <a:cubicBezTo>
                  <a:pt x="336887" y="50684"/>
                  <a:pt x="340640" y="40685"/>
                  <a:pt x="348145" y="34186"/>
                </a:cubicBezTo>
                <a:cubicBezTo>
                  <a:pt x="354415" y="28786"/>
                  <a:pt x="362058" y="26086"/>
                  <a:pt x="371073" y="26086"/>
                </a:cubicBezTo>
                <a:cubicBezTo>
                  <a:pt x="381096" y="26086"/>
                  <a:pt x="389288" y="29369"/>
                  <a:pt x="395649" y="35937"/>
                </a:cubicBezTo>
                <a:cubicBezTo>
                  <a:pt x="402010" y="42504"/>
                  <a:pt x="405191" y="51577"/>
                  <a:pt x="405191" y="63155"/>
                </a:cubicBezTo>
                <a:cubicBezTo>
                  <a:pt x="405191" y="72537"/>
                  <a:pt x="403784" y="79917"/>
                  <a:pt x="400969" y="85294"/>
                </a:cubicBezTo>
                <a:cubicBezTo>
                  <a:pt x="398155" y="90671"/>
                  <a:pt x="394059" y="94847"/>
                  <a:pt x="388681" y="97822"/>
                </a:cubicBezTo>
                <a:cubicBezTo>
                  <a:pt x="383304" y="100797"/>
                  <a:pt x="377435" y="102284"/>
                  <a:pt x="371073" y="102284"/>
                </a:cubicBezTo>
                <a:cubicBezTo>
                  <a:pt x="360868" y="102284"/>
                  <a:pt x="352619" y="99012"/>
                  <a:pt x="346326" y="92467"/>
                </a:cubicBezTo>
                <a:cubicBezTo>
                  <a:pt x="340033" y="85923"/>
                  <a:pt x="336887" y="76496"/>
                  <a:pt x="336887" y="64185"/>
                </a:cubicBezTo>
                <a:moveTo>
                  <a:pt x="349587" y="64219"/>
                </a:moveTo>
                <a:cubicBezTo>
                  <a:pt x="349587" y="73544"/>
                  <a:pt x="351623" y="80526"/>
                  <a:pt x="355696" y="85165"/>
                </a:cubicBezTo>
                <a:cubicBezTo>
                  <a:pt x="359769" y="89805"/>
                  <a:pt x="364895" y="92124"/>
                  <a:pt x="371073" y="92124"/>
                </a:cubicBezTo>
                <a:cubicBezTo>
                  <a:pt x="377206" y="92124"/>
                  <a:pt x="382309" y="89793"/>
                  <a:pt x="386382" y="85131"/>
                </a:cubicBezTo>
                <a:cubicBezTo>
                  <a:pt x="390455" y="80469"/>
                  <a:pt x="392491" y="73361"/>
                  <a:pt x="392491" y="63807"/>
                </a:cubicBezTo>
                <a:cubicBezTo>
                  <a:pt x="392491" y="54803"/>
                  <a:pt x="390443" y="47981"/>
                  <a:pt x="386347" y="43342"/>
                </a:cubicBezTo>
                <a:cubicBezTo>
                  <a:pt x="382251" y="38703"/>
                  <a:pt x="377160" y="36383"/>
                  <a:pt x="371073" y="36383"/>
                </a:cubicBezTo>
                <a:cubicBezTo>
                  <a:pt x="364895" y="36383"/>
                  <a:pt x="359769" y="38691"/>
                  <a:pt x="355696" y="43308"/>
                </a:cubicBezTo>
                <a:cubicBezTo>
                  <a:pt x="351623" y="47924"/>
                  <a:pt x="349587" y="54895"/>
                  <a:pt x="349587" y="64219"/>
                </a:cubicBezTo>
                <a:close/>
                <a:moveTo>
                  <a:pt x="427597" y="100636"/>
                </a:moveTo>
                <a:lnTo>
                  <a:pt x="427597" y="27733"/>
                </a:lnTo>
                <a:lnTo>
                  <a:pt x="438718" y="27733"/>
                </a:lnTo>
                <a:lnTo>
                  <a:pt x="438718" y="38099"/>
                </a:lnTo>
                <a:cubicBezTo>
                  <a:pt x="444073" y="30090"/>
                  <a:pt x="451807" y="26086"/>
                  <a:pt x="461921" y="26086"/>
                </a:cubicBezTo>
                <a:cubicBezTo>
                  <a:pt x="466314" y="26086"/>
                  <a:pt x="470353" y="26875"/>
                  <a:pt x="474037" y="28454"/>
                </a:cubicBezTo>
                <a:cubicBezTo>
                  <a:pt x="477721" y="30033"/>
                  <a:pt x="480478" y="32104"/>
                  <a:pt x="482309" y="34667"/>
                </a:cubicBezTo>
                <a:cubicBezTo>
                  <a:pt x="484139" y="37230"/>
                  <a:pt x="485421" y="40273"/>
                  <a:pt x="486153" y="43797"/>
                </a:cubicBezTo>
                <a:cubicBezTo>
                  <a:pt x="486611" y="46085"/>
                  <a:pt x="486840" y="50089"/>
                  <a:pt x="486840" y="55810"/>
                </a:cubicBezTo>
                <a:lnTo>
                  <a:pt x="486840" y="100636"/>
                </a:lnTo>
                <a:lnTo>
                  <a:pt x="474483" y="100636"/>
                </a:lnTo>
                <a:lnTo>
                  <a:pt x="474483" y="56291"/>
                </a:lnTo>
                <a:cubicBezTo>
                  <a:pt x="474483" y="51256"/>
                  <a:pt x="474003" y="47492"/>
                  <a:pt x="473042" y="44998"/>
                </a:cubicBezTo>
                <a:cubicBezTo>
                  <a:pt x="472081" y="42504"/>
                  <a:pt x="470376" y="40513"/>
                  <a:pt x="467927" y="39026"/>
                </a:cubicBezTo>
                <a:cubicBezTo>
                  <a:pt x="465479" y="37538"/>
                  <a:pt x="462607" y="36795"/>
                  <a:pt x="459312" y="36795"/>
                </a:cubicBezTo>
                <a:cubicBezTo>
                  <a:pt x="454049" y="36795"/>
                  <a:pt x="449507" y="38465"/>
                  <a:pt x="445686" y="41806"/>
                </a:cubicBezTo>
                <a:cubicBezTo>
                  <a:pt x="441864" y="45147"/>
                  <a:pt x="439954" y="51485"/>
                  <a:pt x="439954" y="60821"/>
                </a:cubicBezTo>
                <a:lnTo>
                  <a:pt x="439954" y="100636"/>
                </a:lnTo>
                <a:lnTo>
                  <a:pt x="427597" y="100636"/>
                </a:lnTo>
                <a:close/>
                <a:moveTo>
                  <a:pt x="508766" y="78807"/>
                </a:moveTo>
                <a:lnTo>
                  <a:pt x="520985" y="76885"/>
                </a:lnTo>
                <a:cubicBezTo>
                  <a:pt x="521671" y="81803"/>
                  <a:pt x="523582" y="85573"/>
                  <a:pt x="526717" y="88194"/>
                </a:cubicBezTo>
                <a:cubicBezTo>
                  <a:pt x="529852" y="90814"/>
                  <a:pt x="534234" y="92124"/>
                  <a:pt x="539863" y="92124"/>
                </a:cubicBezTo>
                <a:cubicBezTo>
                  <a:pt x="545538" y="92124"/>
                  <a:pt x="549748" y="90969"/>
                  <a:pt x="552494" y="88658"/>
                </a:cubicBezTo>
                <a:cubicBezTo>
                  <a:pt x="555240" y="86346"/>
                  <a:pt x="556613" y="83635"/>
                  <a:pt x="556613" y="80523"/>
                </a:cubicBezTo>
                <a:cubicBezTo>
                  <a:pt x="556613" y="77731"/>
                  <a:pt x="555400" y="75535"/>
                  <a:pt x="552974" y="73933"/>
                </a:cubicBezTo>
                <a:cubicBezTo>
                  <a:pt x="551281" y="72834"/>
                  <a:pt x="547071" y="71439"/>
                  <a:pt x="540343" y="69745"/>
                </a:cubicBezTo>
                <a:cubicBezTo>
                  <a:pt x="531282" y="67457"/>
                  <a:pt x="525001" y="65478"/>
                  <a:pt x="521500" y="63807"/>
                </a:cubicBezTo>
                <a:cubicBezTo>
                  <a:pt x="517999" y="62137"/>
                  <a:pt x="515344" y="59826"/>
                  <a:pt x="513537" y="56874"/>
                </a:cubicBezTo>
                <a:cubicBezTo>
                  <a:pt x="511729" y="53922"/>
                  <a:pt x="510825" y="50661"/>
                  <a:pt x="510825" y="47092"/>
                </a:cubicBezTo>
                <a:cubicBezTo>
                  <a:pt x="510825" y="43843"/>
                  <a:pt x="511569" y="40834"/>
                  <a:pt x="513056" y="38065"/>
                </a:cubicBezTo>
                <a:cubicBezTo>
                  <a:pt x="514543" y="35296"/>
                  <a:pt x="516568" y="32996"/>
                  <a:pt x="519131" y="31166"/>
                </a:cubicBezTo>
                <a:cubicBezTo>
                  <a:pt x="521053" y="29747"/>
                  <a:pt x="523673" y="28546"/>
                  <a:pt x="526991" y="27562"/>
                </a:cubicBezTo>
                <a:cubicBezTo>
                  <a:pt x="530309" y="26578"/>
                  <a:pt x="533868" y="26086"/>
                  <a:pt x="537666" y="26086"/>
                </a:cubicBezTo>
                <a:cubicBezTo>
                  <a:pt x="543387" y="26086"/>
                  <a:pt x="548409" y="26910"/>
                  <a:pt x="552734" y="28557"/>
                </a:cubicBezTo>
                <a:cubicBezTo>
                  <a:pt x="557059" y="30205"/>
                  <a:pt x="560251" y="32436"/>
                  <a:pt x="562310" y="35250"/>
                </a:cubicBezTo>
                <a:cubicBezTo>
                  <a:pt x="564370" y="38065"/>
                  <a:pt x="565788" y="41829"/>
                  <a:pt x="566566" y="46543"/>
                </a:cubicBezTo>
                <a:lnTo>
                  <a:pt x="554485" y="48190"/>
                </a:lnTo>
                <a:cubicBezTo>
                  <a:pt x="553935" y="44437"/>
                  <a:pt x="552345" y="41509"/>
                  <a:pt x="549714" y="39403"/>
                </a:cubicBezTo>
                <a:cubicBezTo>
                  <a:pt x="547082" y="37298"/>
                  <a:pt x="543364" y="36246"/>
                  <a:pt x="538558" y="36246"/>
                </a:cubicBezTo>
                <a:cubicBezTo>
                  <a:pt x="532884" y="36246"/>
                  <a:pt x="528833" y="37184"/>
                  <a:pt x="526408" y="39060"/>
                </a:cubicBezTo>
                <a:cubicBezTo>
                  <a:pt x="523982" y="40936"/>
                  <a:pt x="522770" y="43133"/>
                  <a:pt x="522770" y="45650"/>
                </a:cubicBezTo>
                <a:cubicBezTo>
                  <a:pt x="522770" y="47252"/>
                  <a:pt x="523273" y="48694"/>
                  <a:pt x="524280" y="49975"/>
                </a:cubicBezTo>
                <a:cubicBezTo>
                  <a:pt x="525287" y="51302"/>
                  <a:pt x="526866" y="52401"/>
                  <a:pt x="529016" y="53270"/>
                </a:cubicBezTo>
                <a:cubicBezTo>
                  <a:pt x="530252" y="53728"/>
                  <a:pt x="533890" y="54780"/>
                  <a:pt x="539931" y="56428"/>
                </a:cubicBezTo>
                <a:cubicBezTo>
                  <a:pt x="548672" y="58762"/>
                  <a:pt x="554771" y="60672"/>
                  <a:pt x="558226" y="62160"/>
                </a:cubicBezTo>
                <a:cubicBezTo>
                  <a:pt x="561681" y="63647"/>
                  <a:pt x="564393" y="65810"/>
                  <a:pt x="566360" y="68647"/>
                </a:cubicBezTo>
                <a:cubicBezTo>
                  <a:pt x="568328" y="71484"/>
                  <a:pt x="569312" y="75008"/>
                  <a:pt x="569312" y="79219"/>
                </a:cubicBezTo>
                <a:cubicBezTo>
                  <a:pt x="569312" y="83337"/>
                  <a:pt x="568111" y="87216"/>
                  <a:pt x="565708" y="90854"/>
                </a:cubicBezTo>
                <a:cubicBezTo>
                  <a:pt x="563306" y="94493"/>
                  <a:pt x="559839" y="97307"/>
                  <a:pt x="555308" y="99298"/>
                </a:cubicBezTo>
                <a:cubicBezTo>
                  <a:pt x="550778" y="101289"/>
                  <a:pt x="545652" y="102284"/>
                  <a:pt x="539931" y="102284"/>
                </a:cubicBezTo>
                <a:cubicBezTo>
                  <a:pt x="530458" y="102284"/>
                  <a:pt x="523239" y="100310"/>
                  <a:pt x="518273" y="96363"/>
                </a:cubicBezTo>
                <a:cubicBezTo>
                  <a:pt x="513308" y="92416"/>
                  <a:pt x="510139" y="86564"/>
                  <a:pt x="508766" y="78807"/>
                </a:cubicBezTo>
                <a:close/>
                <a:moveTo>
                  <a:pt x="641524" y="77022"/>
                </a:moveTo>
                <a:lnTo>
                  <a:pt x="654292" y="78669"/>
                </a:lnTo>
                <a:cubicBezTo>
                  <a:pt x="652279" y="86151"/>
                  <a:pt x="648549" y="91957"/>
                  <a:pt x="643103" y="96089"/>
                </a:cubicBezTo>
                <a:cubicBezTo>
                  <a:pt x="637657" y="100219"/>
                  <a:pt x="630701" y="102284"/>
                  <a:pt x="622234" y="102284"/>
                </a:cubicBezTo>
                <a:cubicBezTo>
                  <a:pt x="611571" y="102284"/>
                  <a:pt x="603116" y="99000"/>
                  <a:pt x="596869" y="92433"/>
                </a:cubicBezTo>
                <a:cubicBezTo>
                  <a:pt x="590622" y="85866"/>
                  <a:pt x="587499" y="76656"/>
                  <a:pt x="587499" y="64803"/>
                </a:cubicBezTo>
                <a:cubicBezTo>
                  <a:pt x="587499" y="52538"/>
                  <a:pt x="590657" y="43019"/>
                  <a:pt x="596972" y="36246"/>
                </a:cubicBezTo>
                <a:cubicBezTo>
                  <a:pt x="603288" y="29472"/>
                  <a:pt x="611480" y="26086"/>
                  <a:pt x="621548" y="26086"/>
                </a:cubicBezTo>
                <a:cubicBezTo>
                  <a:pt x="631296" y="26086"/>
                  <a:pt x="639259" y="29399"/>
                  <a:pt x="645437" y="36025"/>
                </a:cubicBezTo>
                <a:cubicBezTo>
                  <a:pt x="651615" y="42649"/>
                  <a:pt x="654704" y="51969"/>
                  <a:pt x="654704" y="63985"/>
                </a:cubicBezTo>
                <a:cubicBezTo>
                  <a:pt x="654704" y="64716"/>
                  <a:pt x="654681" y="65812"/>
                  <a:pt x="654636" y="67274"/>
                </a:cubicBezTo>
                <a:lnTo>
                  <a:pt x="600267" y="67274"/>
                </a:lnTo>
                <a:cubicBezTo>
                  <a:pt x="600725" y="75306"/>
                  <a:pt x="602990" y="81455"/>
                  <a:pt x="607063" y="85723"/>
                </a:cubicBezTo>
                <a:cubicBezTo>
                  <a:pt x="611136" y="89990"/>
                  <a:pt x="616216" y="92124"/>
                  <a:pt x="622303" y="92124"/>
                </a:cubicBezTo>
                <a:cubicBezTo>
                  <a:pt x="626834" y="92124"/>
                  <a:pt x="630701" y="90924"/>
                  <a:pt x="633904" y="88522"/>
                </a:cubicBezTo>
                <a:cubicBezTo>
                  <a:pt x="637108" y="86120"/>
                  <a:pt x="639648" y="82286"/>
                  <a:pt x="641524" y="77022"/>
                </a:cubicBezTo>
                <a:moveTo>
                  <a:pt x="600954" y="57114"/>
                </a:moveTo>
                <a:lnTo>
                  <a:pt x="641661" y="57114"/>
                </a:lnTo>
                <a:cubicBezTo>
                  <a:pt x="641112" y="51002"/>
                  <a:pt x="639556" y="46418"/>
                  <a:pt x="636993" y="43361"/>
                </a:cubicBezTo>
                <a:cubicBezTo>
                  <a:pt x="633058" y="38617"/>
                  <a:pt x="627955" y="36246"/>
                  <a:pt x="621685" y="36246"/>
                </a:cubicBezTo>
                <a:cubicBezTo>
                  <a:pt x="616010" y="36246"/>
                  <a:pt x="611239" y="38139"/>
                  <a:pt x="607372" y="41926"/>
                </a:cubicBezTo>
                <a:cubicBezTo>
                  <a:pt x="603505" y="45712"/>
                  <a:pt x="601366" y="50774"/>
                  <a:pt x="600954" y="57114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993" cap="flat">
            <a:solidFill>
              <a:srgbClr val="3B5F21"/>
            </a:solidFill>
            <a:miter/>
          </a:ln>
        </p:spPr>
      </p:sp>
      <p:sp>
        <p:nvSpPr>
          <p:cNvPr id="58" name="Text :&lt;">
            <a:extLst xmlns:a="http://schemas.openxmlformats.org/drawingml/2006/main">
              <a:ext uri="{FF2B5EF4-FFF2-40B4-BE49-F238E27FC236}">
                <a16:creationId xmlns:a16="http://schemas.microsoft.com/office/drawing/2014/main" id="{1044B9D9-01F2-4C5F-BE85-592FC46AF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0572" y="4831915"/>
            <a:ext cx="187004" cy="83749"/>
          </a:xfrm>
          <a:custGeom xmlns:a="http://schemas.openxmlformats.org/drawingml/2006/main">
            <a:pathLst>
              <a:path w="187004" h="83749">
                <a:moveTo>
                  <a:pt x="0" y="24987"/>
                </a:moveTo>
                <a:lnTo>
                  <a:pt x="0" y="10846"/>
                </a:lnTo>
                <a:lnTo>
                  <a:pt x="14073" y="10846"/>
                </a:lnTo>
                <a:lnTo>
                  <a:pt x="14073" y="24987"/>
                </a:lnTo>
                <a:lnTo>
                  <a:pt x="0" y="24987"/>
                </a:lnTo>
                <a:moveTo>
                  <a:pt x="0" y="83749"/>
                </a:moveTo>
                <a:lnTo>
                  <a:pt x="0" y="69608"/>
                </a:lnTo>
                <a:lnTo>
                  <a:pt x="14073" y="69608"/>
                </a:lnTo>
                <a:lnTo>
                  <a:pt x="14073" y="83749"/>
                </a:lnTo>
                <a:lnTo>
                  <a:pt x="0" y="83749"/>
                </a:lnTo>
                <a:close/>
                <a:moveTo>
                  <a:pt x="120347" y="39678"/>
                </a:moveTo>
                <a:lnTo>
                  <a:pt x="120347" y="28145"/>
                </a:lnTo>
                <a:lnTo>
                  <a:pt x="187004" y="0"/>
                </a:lnTo>
                <a:lnTo>
                  <a:pt x="187004" y="12356"/>
                </a:lnTo>
                <a:lnTo>
                  <a:pt x="134145" y="33980"/>
                </a:lnTo>
                <a:lnTo>
                  <a:pt x="187004" y="55879"/>
                </a:lnTo>
                <a:lnTo>
                  <a:pt x="187004" y="68235"/>
                </a:lnTo>
                <a:lnTo>
                  <a:pt x="120347" y="39678"/>
                </a:lnTo>
                <a:close/>
              </a:path>
            </a:pathLst>
          </a:custGeom>
          <a:solidFill xmlns:a="http://schemas.openxmlformats.org/drawingml/2006/main">
            <a:srgbClr val="3B5F2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" name="Text :&lt;">
            <a:extLst xmlns:a="http://schemas.openxmlformats.org/drawingml/2006/main">
              <a:ext uri="{FF2B5EF4-FFF2-40B4-BE49-F238E27FC236}">
                <a16:creationId xmlns:a16="http://schemas.microsoft.com/office/drawing/2014/main" id="{AD1CE403-5A7E-49F4-9643-0EA9C6AEC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0572" y="4831915"/>
            <a:ext cx="187004" cy="83749"/>
          </a:xfrm>
          <a:custGeom xmlns:a="http://schemas.openxmlformats.org/drawingml/2006/main">
            <a:pathLst>
              <a:path w="187004" h="83749" fill="none">
                <a:moveTo>
                  <a:pt x="0" y="24987"/>
                </a:moveTo>
                <a:lnTo>
                  <a:pt x="0" y="10846"/>
                </a:lnTo>
                <a:lnTo>
                  <a:pt x="14073" y="10846"/>
                </a:lnTo>
                <a:lnTo>
                  <a:pt x="14073" y="24987"/>
                </a:lnTo>
                <a:lnTo>
                  <a:pt x="0" y="24987"/>
                </a:lnTo>
                <a:moveTo>
                  <a:pt x="0" y="83749"/>
                </a:moveTo>
                <a:lnTo>
                  <a:pt x="0" y="69608"/>
                </a:lnTo>
                <a:lnTo>
                  <a:pt x="14073" y="69608"/>
                </a:lnTo>
                <a:lnTo>
                  <a:pt x="14073" y="83749"/>
                </a:lnTo>
                <a:lnTo>
                  <a:pt x="0" y="83749"/>
                </a:lnTo>
                <a:close/>
                <a:moveTo>
                  <a:pt x="120347" y="39678"/>
                </a:moveTo>
                <a:lnTo>
                  <a:pt x="120347" y="28145"/>
                </a:lnTo>
                <a:lnTo>
                  <a:pt x="187004" y="0"/>
                </a:lnTo>
                <a:lnTo>
                  <a:pt x="187004" y="12356"/>
                </a:lnTo>
                <a:lnTo>
                  <a:pt x="134145" y="33980"/>
                </a:lnTo>
                <a:lnTo>
                  <a:pt x="187004" y="55879"/>
                </a:lnTo>
                <a:lnTo>
                  <a:pt x="187004" y="68235"/>
                </a:lnTo>
                <a:lnTo>
                  <a:pt x="120347" y="3967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993" cap="flat">
            <a:solidFill>
              <a:srgbClr val="3B5F21"/>
            </a:solidFill>
            <a:miter/>
          </a:ln>
        </p:spPr>
      </p:sp>
      <p:sp>
        <p:nvSpPr>
          <p:cNvPr id="60" name="Text 푪��">
            <a:extLst xmlns:a="http://schemas.openxmlformats.org/drawingml/2006/main">
              <a:ext uri="{FF2B5EF4-FFF2-40B4-BE49-F238E27FC236}">
                <a16:creationId xmlns:a16="http://schemas.microsoft.com/office/drawing/2014/main" id="{A00252C2-2B96-4E0B-980C-31AB22307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4566" y="4811347"/>
            <a:ext cx="343389" cy="106287"/>
          </a:xfrm>
          <a:custGeom xmlns:a="http://schemas.openxmlformats.org/drawingml/2006/main">
            <a:pathLst>
              <a:path w="343389" h="106287">
                <a:moveTo>
                  <a:pt x="107784" y="8858"/>
                </a:moveTo>
                <a:lnTo>
                  <a:pt x="103005" y="34023"/>
                </a:lnTo>
                <a:lnTo>
                  <a:pt x="94289" y="34023"/>
                </a:lnTo>
                <a:cubicBezTo>
                  <a:pt x="94101" y="25401"/>
                  <a:pt x="92086" y="18934"/>
                  <a:pt x="88244" y="14622"/>
                </a:cubicBezTo>
                <a:cubicBezTo>
                  <a:pt x="84306" y="10404"/>
                  <a:pt x="78496" y="8296"/>
                  <a:pt x="70811" y="8296"/>
                </a:cubicBezTo>
                <a:cubicBezTo>
                  <a:pt x="60876" y="8296"/>
                  <a:pt x="52769" y="11997"/>
                  <a:pt x="46489" y="19401"/>
                </a:cubicBezTo>
                <a:cubicBezTo>
                  <a:pt x="40209" y="26712"/>
                  <a:pt x="35570" y="37960"/>
                  <a:pt x="32571" y="53143"/>
                </a:cubicBezTo>
                <a:cubicBezTo>
                  <a:pt x="29572" y="68608"/>
                  <a:pt x="29806" y="79902"/>
                  <a:pt x="33272" y="87025"/>
                </a:cubicBezTo>
                <a:cubicBezTo>
                  <a:pt x="36647" y="94336"/>
                  <a:pt x="43396" y="97991"/>
                  <a:pt x="53519" y="97991"/>
                </a:cubicBezTo>
                <a:cubicBezTo>
                  <a:pt x="60454" y="97991"/>
                  <a:pt x="66405" y="96070"/>
                  <a:pt x="71374" y="92227"/>
                </a:cubicBezTo>
                <a:cubicBezTo>
                  <a:pt x="76435" y="88477"/>
                  <a:pt x="80699" y="82760"/>
                  <a:pt x="84165" y="75076"/>
                </a:cubicBezTo>
                <a:lnTo>
                  <a:pt x="97803" y="75076"/>
                </a:lnTo>
                <a:cubicBezTo>
                  <a:pt x="93023" y="85666"/>
                  <a:pt x="86603" y="93539"/>
                  <a:pt x="78543" y="98695"/>
                </a:cubicBezTo>
                <a:cubicBezTo>
                  <a:pt x="70670" y="103756"/>
                  <a:pt x="60782" y="106287"/>
                  <a:pt x="48879" y="106287"/>
                </a:cubicBezTo>
                <a:cubicBezTo>
                  <a:pt x="31540" y="106287"/>
                  <a:pt x="18793" y="101507"/>
                  <a:pt x="10638" y="91946"/>
                </a:cubicBezTo>
                <a:cubicBezTo>
                  <a:pt x="2483" y="82480"/>
                  <a:pt x="0" y="69546"/>
                  <a:pt x="3188" y="53143"/>
                </a:cubicBezTo>
                <a:cubicBezTo>
                  <a:pt x="6467" y="36648"/>
                  <a:pt x="14012" y="23714"/>
                  <a:pt x="25822" y="14341"/>
                </a:cubicBezTo>
                <a:cubicBezTo>
                  <a:pt x="37819" y="4780"/>
                  <a:pt x="52394" y="0"/>
                  <a:pt x="69546" y="0"/>
                </a:cubicBezTo>
                <a:cubicBezTo>
                  <a:pt x="75919" y="0"/>
                  <a:pt x="82104" y="750"/>
                  <a:pt x="88102" y="2250"/>
                </a:cubicBezTo>
                <a:cubicBezTo>
                  <a:pt x="94194" y="3562"/>
                  <a:pt x="100755" y="5764"/>
                  <a:pt x="107784" y="8858"/>
                </a:cubicBezTo>
                <a:close/>
                <a:moveTo>
                  <a:pt x="188553" y="49488"/>
                </a:moveTo>
                <a:cubicBezTo>
                  <a:pt x="188553" y="46864"/>
                  <a:pt x="188366" y="44942"/>
                  <a:pt x="187991" y="43724"/>
                </a:cubicBezTo>
                <a:cubicBezTo>
                  <a:pt x="186680" y="39319"/>
                  <a:pt x="183446" y="37117"/>
                  <a:pt x="178290" y="37117"/>
                </a:cubicBezTo>
                <a:cubicBezTo>
                  <a:pt x="173042" y="37117"/>
                  <a:pt x="169012" y="39319"/>
                  <a:pt x="166200" y="43724"/>
                </a:cubicBezTo>
                <a:cubicBezTo>
                  <a:pt x="163201" y="47941"/>
                  <a:pt x="160577" y="55955"/>
                  <a:pt x="158327" y="67765"/>
                </a:cubicBezTo>
                <a:cubicBezTo>
                  <a:pt x="156828" y="74982"/>
                  <a:pt x="156079" y="80980"/>
                  <a:pt x="156079" y="85759"/>
                </a:cubicBezTo>
                <a:cubicBezTo>
                  <a:pt x="156079" y="88009"/>
                  <a:pt x="156313" y="90071"/>
                  <a:pt x="156780" y="91946"/>
                </a:cubicBezTo>
                <a:cubicBezTo>
                  <a:pt x="158093" y="96351"/>
                  <a:pt x="161327" y="98553"/>
                  <a:pt x="166481" y="98553"/>
                </a:cubicBezTo>
                <a:cubicBezTo>
                  <a:pt x="171542" y="98553"/>
                  <a:pt x="175572" y="96351"/>
                  <a:pt x="178571" y="91946"/>
                </a:cubicBezTo>
                <a:cubicBezTo>
                  <a:pt x="181477" y="87729"/>
                  <a:pt x="184055" y="79668"/>
                  <a:pt x="186305" y="67765"/>
                </a:cubicBezTo>
                <a:cubicBezTo>
                  <a:pt x="187804" y="60267"/>
                  <a:pt x="188553" y="54175"/>
                  <a:pt x="188553" y="49488"/>
                </a:cubicBezTo>
                <a:moveTo>
                  <a:pt x="214562" y="58204"/>
                </a:moveTo>
                <a:cubicBezTo>
                  <a:pt x="214562" y="61390"/>
                  <a:pt x="214234" y="64577"/>
                  <a:pt x="213579" y="67765"/>
                </a:cubicBezTo>
                <a:cubicBezTo>
                  <a:pt x="211235" y="79761"/>
                  <a:pt x="205752" y="89180"/>
                  <a:pt x="197130" y="96022"/>
                </a:cubicBezTo>
                <a:cubicBezTo>
                  <a:pt x="188600" y="102865"/>
                  <a:pt x="177868" y="106287"/>
                  <a:pt x="164934" y="106287"/>
                </a:cubicBezTo>
                <a:cubicBezTo>
                  <a:pt x="152094" y="106287"/>
                  <a:pt x="142675" y="102865"/>
                  <a:pt x="136677" y="96022"/>
                </a:cubicBezTo>
                <a:cubicBezTo>
                  <a:pt x="132366" y="91150"/>
                  <a:pt x="130210" y="84917"/>
                  <a:pt x="130210" y="77324"/>
                </a:cubicBezTo>
                <a:cubicBezTo>
                  <a:pt x="130210" y="74138"/>
                  <a:pt x="130538" y="70952"/>
                  <a:pt x="131194" y="67765"/>
                </a:cubicBezTo>
                <a:cubicBezTo>
                  <a:pt x="133631" y="55768"/>
                  <a:pt x="139114" y="46395"/>
                  <a:pt x="147642" y="39646"/>
                </a:cubicBezTo>
                <a:cubicBezTo>
                  <a:pt x="156171" y="32804"/>
                  <a:pt x="166903" y="29383"/>
                  <a:pt x="179837" y="29383"/>
                </a:cubicBezTo>
                <a:cubicBezTo>
                  <a:pt x="192771" y="29383"/>
                  <a:pt x="202191" y="32757"/>
                  <a:pt x="208096" y="39506"/>
                </a:cubicBezTo>
                <a:cubicBezTo>
                  <a:pt x="212406" y="44380"/>
                  <a:pt x="214562" y="50613"/>
                  <a:pt x="214562" y="58204"/>
                </a:cubicBezTo>
                <a:close/>
                <a:moveTo>
                  <a:pt x="343389" y="1828"/>
                </a:moveTo>
                <a:lnTo>
                  <a:pt x="338328" y="27416"/>
                </a:lnTo>
                <a:lnTo>
                  <a:pt x="329048" y="27416"/>
                </a:lnTo>
                <a:lnTo>
                  <a:pt x="332283" y="11247"/>
                </a:lnTo>
                <a:lnTo>
                  <a:pt x="304024" y="11247"/>
                </a:lnTo>
                <a:lnTo>
                  <a:pt x="287435" y="96022"/>
                </a:lnTo>
                <a:lnTo>
                  <a:pt x="301212" y="96022"/>
                </a:lnTo>
                <a:lnTo>
                  <a:pt x="299526" y="104318"/>
                </a:lnTo>
                <a:lnTo>
                  <a:pt x="245681" y="104318"/>
                </a:lnTo>
                <a:lnTo>
                  <a:pt x="247367" y="96022"/>
                </a:lnTo>
                <a:lnTo>
                  <a:pt x="260865" y="96022"/>
                </a:lnTo>
                <a:lnTo>
                  <a:pt x="277454" y="11247"/>
                </a:lnTo>
                <a:lnTo>
                  <a:pt x="249336" y="11247"/>
                </a:lnTo>
                <a:lnTo>
                  <a:pt x="246243" y="27416"/>
                </a:lnTo>
                <a:lnTo>
                  <a:pt x="236823" y="27416"/>
                </a:lnTo>
                <a:lnTo>
                  <a:pt x="241744" y="1828"/>
                </a:lnTo>
                <a:lnTo>
                  <a:pt x="343389" y="1828"/>
                </a:lnTo>
                <a:close/>
              </a:path>
            </a:pathLst>
          </a:custGeom>
          <a:solidFill xmlns:a="http://schemas.openxmlformats.org/drawingml/2006/main">
            <a:srgbClr val="3B5F2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" name="Text �+�">
            <a:extLst xmlns:a="http://schemas.openxmlformats.org/drawingml/2006/main">
              <a:ext uri="{FF2B5EF4-FFF2-40B4-BE49-F238E27FC236}">
                <a16:creationId xmlns:a16="http://schemas.microsoft.com/office/drawing/2014/main" id="{06E6F481-EC0D-4546-80D6-CCD720D34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9015" y="4868099"/>
            <a:ext cx="206760" cy="97791"/>
          </a:xfrm>
          <a:custGeom xmlns:a="http://schemas.openxmlformats.org/drawingml/2006/main">
            <a:pathLst>
              <a:path w="206760" h="97791">
                <a:moveTo>
                  <a:pt x="51684" y="7468"/>
                </a:moveTo>
                <a:cubicBezTo>
                  <a:pt x="51684" y="7801"/>
                  <a:pt x="51617" y="8431"/>
                  <a:pt x="51485" y="9360"/>
                </a:cubicBezTo>
                <a:cubicBezTo>
                  <a:pt x="51020" y="11883"/>
                  <a:pt x="49692" y="14073"/>
                  <a:pt x="47502" y="15932"/>
                </a:cubicBezTo>
                <a:cubicBezTo>
                  <a:pt x="45444" y="17725"/>
                  <a:pt x="43086" y="18622"/>
                  <a:pt x="40430" y="18622"/>
                </a:cubicBezTo>
                <a:cubicBezTo>
                  <a:pt x="37775" y="18622"/>
                  <a:pt x="35750" y="17725"/>
                  <a:pt x="34357" y="15932"/>
                </a:cubicBezTo>
                <a:cubicBezTo>
                  <a:pt x="33361" y="14738"/>
                  <a:pt x="32797" y="13178"/>
                  <a:pt x="32664" y="11252"/>
                </a:cubicBezTo>
                <a:cubicBezTo>
                  <a:pt x="32664" y="10921"/>
                  <a:pt x="32730" y="10290"/>
                  <a:pt x="32863" y="9360"/>
                </a:cubicBezTo>
                <a:cubicBezTo>
                  <a:pt x="33328" y="6771"/>
                  <a:pt x="34655" y="4547"/>
                  <a:pt x="36846" y="2688"/>
                </a:cubicBezTo>
                <a:cubicBezTo>
                  <a:pt x="39037" y="896"/>
                  <a:pt x="41460" y="0"/>
                  <a:pt x="44115" y="0"/>
                </a:cubicBezTo>
                <a:cubicBezTo>
                  <a:pt x="46638" y="0"/>
                  <a:pt x="48631" y="929"/>
                  <a:pt x="50091" y="2788"/>
                </a:cubicBezTo>
                <a:cubicBezTo>
                  <a:pt x="51153" y="4050"/>
                  <a:pt x="51684" y="5610"/>
                  <a:pt x="51684" y="7468"/>
                </a:cubicBezTo>
                <a:moveTo>
                  <a:pt x="49195" y="23999"/>
                </a:moveTo>
                <a:lnTo>
                  <a:pt x="38041" y="81758"/>
                </a:lnTo>
                <a:cubicBezTo>
                  <a:pt x="37046" y="87003"/>
                  <a:pt x="34390" y="90986"/>
                  <a:pt x="30075" y="93708"/>
                </a:cubicBezTo>
                <a:cubicBezTo>
                  <a:pt x="25759" y="96430"/>
                  <a:pt x="19983" y="97791"/>
                  <a:pt x="12747" y="97791"/>
                </a:cubicBezTo>
                <a:cubicBezTo>
                  <a:pt x="11087" y="97791"/>
                  <a:pt x="9029" y="97625"/>
                  <a:pt x="6572" y="97292"/>
                </a:cubicBezTo>
                <a:cubicBezTo>
                  <a:pt x="4780" y="97027"/>
                  <a:pt x="2589" y="96563"/>
                  <a:pt x="0" y="95899"/>
                </a:cubicBezTo>
                <a:lnTo>
                  <a:pt x="2091" y="84945"/>
                </a:lnTo>
                <a:lnTo>
                  <a:pt x="7668" y="84945"/>
                </a:lnTo>
                <a:lnTo>
                  <a:pt x="7370" y="87534"/>
                </a:lnTo>
                <a:cubicBezTo>
                  <a:pt x="7370" y="88862"/>
                  <a:pt x="7602" y="89891"/>
                  <a:pt x="8066" y="90620"/>
                </a:cubicBezTo>
                <a:cubicBezTo>
                  <a:pt x="8796" y="91750"/>
                  <a:pt x="10223" y="92314"/>
                  <a:pt x="12348" y="92314"/>
                </a:cubicBezTo>
                <a:cubicBezTo>
                  <a:pt x="14672" y="92314"/>
                  <a:pt x="16498" y="91551"/>
                  <a:pt x="17826" y="90023"/>
                </a:cubicBezTo>
                <a:cubicBezTo>
                  <a:pt x="19087" y="88562"/>
                  <a:pt x="20083" y="85807"/>
                  <a:pt x="20813" y="81758"/>
                </a:cubicBezTo>
                <a:lnTo>
                  <a:pt x="30871" y="29874"/>
                </a:lnTo>
                <a:lnTo>
                  <a:pt x="23501" y="29874"/>
                </a:lnTo>
                <a:lnTo>
                  <a:pt x="24697" y="23999"/>
                </a:lnTo>
                <a:lnTo>
                  <a:pt x="49195" y="23999"/>
                </a:lnTo>
                <a:close/>
                <a:moveTo>
                  <a:pt x="130255" y="52281"/>
                </a:moveTo>
                <a:lnTo>
                  <a:pt x="102970" y="52281"/>
                </a:lnTo>
                <a:lnTo>
                  <a:pt x="102970" y="79567"/>
                </a:lnTo>
                <a:lnTo>
                  <a:pt x="95003" y="79567"/>
                </a:lnTo>
                <a:lnTo>
                  <a:pt x="95003" y="52281"/>
                </a:lnTo>
                <a:lnTo>
                  <a:pt x="67717" y="52281"/>
                </a:lnTo>
                <a:lnTo>
                  <a:pt x="67717" y="44314"/>
                </a:lnTo>
                <a:lnTo>
                  <a:pt x="95003" y="44314"/>
                </a:lnTo>
                <a:lnTo>
                  <a:pt x="95003" y="17028"/>
                </a:lnTo>
                <a:lnTo>
                  <a:pt x="102970" y="17028"/>
                </a:lnTo>
                <a:lnTo>
                  <a:pt x="102970" y="44314"/>
                </a:lnTo>
                <a:lnTo>
                  <a:pt x="130255" y="44314"/>
                </a:lnTo>
                <a:lnTo>
                  <a:pt x="130255" y="52281"/>
                </a:lnTo>
                <a:close/>
                <a:moveTo>
                  <a:pt x="206760" y="69807"/>
                </a:moveTo>
                <a:lnTo>
                  <a:pt x="205564" y="75683"/>
                </a:lnTo>
                <a:lnTo>
                  <a:pt x="180968" y="75683"/>
                </a:lnTo>
                <a:lnTo>
                  <a:pt x="187441" y="42322"/>
                </a:lnTo>
                <a:cubicBezTo>
                  <a:pt x="187906" y="40198"/>
                  <a:pt x="188138" y="38272"/>
                  <a:pt x="188138" y="36546"/>
                </a:cubicBezTo>
                <a:cubicBezTo>
                  <a:pt x="188138" y="35086"/>
                  <a:pt x="187939" y="33958"/>
                  <a:pt x="187540" y="33161"/>
                </a:cubicBezTo>
                <a:cubicBezTo>
                  <a:pt x="186743" y="31369"/>
                  <a:pt x="184984" y="30539"/>
                  <a:pt x="182262" y="30672"/>
                </a:cubicBezTo>
                <a:cubicBezTo>
                  <a:pt x="178810" y="30672"/>
                  <a:pt x="176022" y="31933"/>
                  <a:pt x="173897" y="34455"/>
                </a:cubicBezTo>
                <a:cubicBezTo>
                  <a:pt x="171839" y="36912"/>
                  <a:pt x="170245" y="40961"/>
                  <a:pt x="169117" y="46604"/>
                </a:cubicBezTo>
                <a:lnTo>
                  <a:pt x="163441" y="75683"/>
                </a:lnTo>
                <a:lnTo>
                  <a:pt x="146213" y="75683"/>
                </a:lnTo>
                <a:lnTo>
                  <a:pt x="155076" y="29874"/>
                </a:lnTo>
                <a:lnTo>
                  <a:pt x="147805" y="29874"/>
                </a:lnTo>
                <a:lnTo>
                  <a:pt x="148901" y="23999"/>
                </a:lnTo>
                <a:lnTo>
                  <a:pt x="173499" y="23999"/>
                </a:lnTo>
                <a:lnTo>
                  <a:pt x="172104" y="31269"/>
                </a:lnTo>
                <a:cubicBezTo>
                  <a:pt x="174760" y="28215"/>
                  <a:pt x="177549" y="25991"/>
                  <a:pt x="180469" y="24597"/>
                </a:cubicBezTo>
                <a:cubicBezTo>
                  <a:pt x="183391" y="23203"/>
                  <a:pt x="186877" y="22539"/>
                  <a:pt x="190927" y="22605"/>
                </a:cubicBezTo>
                <a:cubicBezTo>
                  <a:pt x="196702" y="22605"/>
                  <a:pt x="200751" y="24298"/>
                  <a:pt x="203075" y="27684"/>
                </a:cubicBezTo>
                <a:cubicBezTo>
                  <a:pt x="204536" y="29809"/>
                  <a:pt x="205266" y="32663"/>
                  <a:pt x="205266" y="36248"/>
                </a:cubicBezTo>
                <a:cubicBezTo>
                  <a:pt x="205266" y="38373"/>
                  <a:pt x="205034" y="40563"/>
                  <a:pt x="204569" y="42820"/>
                </a:cubicBezTo>
                <a:lnTo>
                  <a:pt x="199390" y="69807"/>
                </a:lnTo>
                <a:lnTo>
                  <a:pt x="206760" y="69807"/>
                </a:lnTo>
                <a:close/>
              </a:path>
            </a:pathLst>
          </a:custGeom>
          <a:solidFill xmlns:a="http://schemas.openxmlformats.org/drawingml/2006/main">
            <a:srgbClr val="3B5F2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" name="Text ,푨풄풕���">
            <a:extLst xmlns:a="http://schemas.openxmlformats.org/drawingml/2006/main">
              <a:ext uri="{FF2B5EF4-FFF2-40B4-BE49-F238E27FC236}">
                <a16:creationId xmlns:a16="http://schemas.microsoft.com/office/drawing/2014/main" id="{B1454A02-78CB-4EC3-81BB-5CB92973D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4332" y="4808818"/>
            <a:ext cx="668080" cy="125967"/>
          </a:xfrm>
          <a:custGeom xmlns:a="http://schemas.openxmlformats.org/drawingml/2006/main">
            <a:pathLst>
              <a:path w="668080" h="125967">
                <a:moveTo>
                  <a:pt x="26009" y="91243"/>
                </a:moveTo>
                <a:cubicBezTo>
                  <a:pt x="25541" y="99021"/>
                  <a:pt x="23714" y="105722"/>
                  <a:pt x="20528" y="111345"/>
                </a:cubicBezTo>
                <a:cubicBezTo>
                  <a:pt x="17152" y="116969"/>
                  <a:pt x="12138" y="121843"/>
                  <a:pt x="5483" y="125967"/>
                </a:cubicBezTo>
                <a:lnTo>
                  <a:pt x="0" y="120484"/>
                </a:lnTo>
                <a:cubicBezTo>
                  <a:pt x="4217" y="117298"/>
                  <a:pt x="7405" y="113596"/>
                  <a:pt x="9561" y="109378"/>
                </a:cubicBezTo>
                <a:cubicBezTo>
                  <a:pt x="11529" y="105066"/>
                  <a:pt x="12513" y="99864"/>
                  <a:pt x="12513" y="93772"/>
                </a:cubicBezTo>
                <a:lnTo>
                  <a:pt x="12513" y="91243"/>
                </a:lnTo>
                <a:lnTo>
                  <a:pt x="26009" y="91243"/>
                </a:lnTo>
                <a:close/>
                <a:moveTo>
                  <a:pt x="208681" y="98551"/>
                </a:moveTo>
                <a:lnTo>
                  <a:pt x="206994" y="106847"/>
                </a:lnTo>
                <a:lnTo>
                  <a:pt x="159053" y="106847"/>
                </a:lnTo>
                <a:lnTo>
                  <a:pt x="160600" y="98551"/>
                </a:lnTo>
                <a:lnTo>
                  <a:pt x="170723" y="98551"/>
                </a:lnTo>
                <a:lnTo>
                  <a:pt x="166364" y="77605"/>
                </a:lnTo>
                <a:lnTo>
                  <a:pt x="127842" y="77605"/>
                </a:lnTo>
                <a:lnTo>
                  <a:pt x="115190" y="98551"/>
                </a:lnTo>
                <a:lnTo>
                  <a:pt x="127422" y="98551"/>
                </a:lnTo>
                <a:lnTo>
                  <a:pt x="125734" y="106847"/>
                </a:lnTo>
                <a:lnTo>
                  <a:pt x="95226" y="106847"/>
                </a:lnTo>
                <a:lnTo>
                  <a:pt x="96913" y="98551"/>
                </a:lnTo>
                <a:lnTo>
                  <a:pt x="105208" y="98551"/>
                </a:lnTo>
                <a:lnTo>
                  <a:pt x="162146" y="4357"/>
                </a:lnTo>
                <a:lnTo>
                  <a:pt x="178596" y="4357"/>
                </a:lnTo>
                <a:lnTo>
                  <a:pt x="198840" y="98551"/>
                </a:lnTo>
                <a:lnTo>
                  <a:pt x="208681" y="98551"/>
                </a:lnTo>
                <a:moveTo>
                  <a:pt x="164536" y="69310"/>
                </a:moveTo>
                <a:lnTo>
                  <a:pt x="156382" y="30085"/>
                </a:lnTo>
                <a:lnTo>
                  <a:pt x="132763" y="69310"/>
                </a:lnTo>
                <a:lnTo>
                  <a:pt x="164536" y="69310"/>
                </a:lnTo>
                <a:close/>
                <a:moveTo>
                  <a:pt x="309578" y="37676"/>
                </a:moveTo>
                <a:lnTo>
                  <a:pt x="305641" y="57921"/>
                </a:lnTo>
                <a:lnTo>
                  <a:pt x="297908" y="57921"/>
                </a:lnTo>
                <a:cubicBezTo>
                  <a:pt x="298002" y="57266"/>
                  <a:pt x="298050" y="56282"/>
                  <a:pt x="298050" y="54969"/>
                </a:cubicBezTo>
                <a:cubicBezTo>
                  <a:pt x="298050" y="50377"/>
                  <a:pt x="297112" y="46769"/>
                  <a:pt x="295237" y="44144"/>
                </a:cubicBezTo>
                <a:cubicBezTo>
                  <a:pt x="292800" y="41145"/>
                  <a:pt x="289051" y="39646"/>
                  <a:pt x="283990" y="39646"/>
                </a:cubicBezTo>
                <a:cubicBezTo>
                  <a:pt x="277148" y="39646"/>
                  <a:pt x="271899" y="41942"/>
                  <a:pt x="268244" y="46534"/>
                </a:cubicBezTo>
                <a:cubicBezTo>
                  <a:pt x="264401" y="51126"/>
                  <a:pt x="261402" y="59046"/>
                  <a:pt x="259247" y="70295"/>
                </a:cubicBezTo>
                <a:cubicBezTo>
                  <a:pt x="258123" y="76198"/>
                  <a:pt x="257561" y="81212"/>
                  <a:pt x="257561" y="85337"/>
                </a:cubicBezTo>
                <a:cubicBezTo>
                  <a:pt x="257561" y="88992"/>
                  <a:pt x="257982" y="91851"/>
                  <a:pt x="258824" y="93913"/>
                </a:cubicBezTo>
                <a:cubicBezTo>
                  <a:pt x="260606" y="98693"/>
                  <a:pt x="264684" y="101083"/>
                  <a:pt x="271056" y="101083"/>
                </a:cubicBezTo>
                <a:cubicBezTo>
                  <a:pt x="275836" y="101083"/>
                  <a:pt x="280053" y="99630"/>
                  <a:pt x="283709" y="96724"/>
                </a:cubicBezTo>
                <a:cubicBezTo>
                  <a:pt x="287364" y="93537"/>
                  <a:pt x="289989" y="89320"/>
                  <a:pt x="291582" y="84071"/>
                </a:cubicBezTo>
                <a:lnTo>
                  <a:pt x="302971" y="84071"/>
                </a:lnTo>
                <a:cubicBezTo>
                  <a:pt x="299503" y="92600"/>
                  <a:pt x="294722" y="98787"/>
                  <a:pt x="288630" y="102629"/>
                </a:cubicBezTo>
                <a:cubicBezTo>
                  <a:pt x="282537" y="106754"/>
                  <a:pt x="274852" y="108816"/>
                  <a:pt x="265573" y="108816"/>
                </a:cubicBezTo>
                <a:cubicBezTo>
                  <a:pt x="252546" y="108816"/>
                  <a:pt x="243126" y="105442"/>
                  <a:pt x="237314" y="98693"/>
                </a:cubicBezTo>
                <a:cubicBezTo>
                  <a:pt x="233191" y="93819"/>
                  <a:pt x="231129" y="87680"/>
                  <a:pt x="231129" y="80276"/>
                </a:cubicBezTo>
                <a:cubicBezTo>
                  <a:pt x="231129" y="76901"/>
                  <a:pt x="231458" y="73574"/>
                  <a:pt x="232114" y="70295"/>
                </a:cubicBezTo>
                <a:cubicBezTo>
                  <a:pt x="234551" y="58203"/>
                  <a:pt x="239940" y="48783"/>
                  <a:pt x="248280" y="42036"/>
                </a:cubicBezTo>
                <a:cubicBezTo>
                  <a:pt x="256528" y="35287"/>
                  <a:pt x="266932" y="31912"/>
                  <a:pt x="279491" y="31912"/>
                </a:cubicBezTo>
                <a:cubicBezTo>
                  <a:pt x="284834" y="31912"/>
                  <a:pt x="289896" y="32381"/>
                  <a:pt x="294675" y="33320"/>
                </a:cubicBezTo>
                <a:cubicBezTo>
                  <a:pt x="300018" y="34351"/>
                  <a:pt x="304986" y="35803"/>
                  <a:pt x="309578" y="37676"/>
                </a:cubicBezTo>
                <a:close/>
                <a:moveTo>
                  <a:pt x="388542" y="33882"/>
                </a:moveTo>
                <a:lnTo>
                  <a:pt x="386996" y="42175"/>
                </a:lnTo>
                <a:lnTo>
                  <a:pt x="366751" y="42175"/>
                </a:lnTo>
                <a:lnTo>
                  <a:pt x="358035" y="86883"/>
                </a:lnTo>
                <a:cubicBezTo>
                  <a:pt x="357284" y="91007"/>
                  <a:pt x="356862" y="94099"/>
                  <a:pt x="356769" y="96162"/>
                </a:cubicBezTo>
                <a:cubicBezTo>
                  <a:pt x="356769" y="97474"/>
                  <a:pt x="356910" y="98318"/>
                  <a:pt x="357190" y="98693"/>
                </a:cubicBezTo>
                <a:cubicBezTo>
                  <a:pt x="357941" y="100286"/>
                  <a:pt x="359628" y="101083"/>
                  <a:pt x="362253" y="101083"/>
                </a:cubicBezTo>
                <a:cubicBezTo>
                  <a:pt x="365064" y="101083"/>
                  <a:pt x="367454" y="100099"/>
                  <a:pt x="369422" y="98131"/>
                </a:cubicBezTo>
                <a:cubicBezTo>
                  <a:pt x="371202" y="96069"/>
                  <a:pt x="372515" y="93022"/>
                  <a:pt x="373358" y="88992"/>
                </a:cubicBezTo>
                <a:lnTo>
                  <a:pt x="383621" y="88992"/>
                </a:lnTo>
                <a:cubicBezTo>
                  <a:pt x="381841" y="96303"/>
                  <a:pt x="378842" y="101458"/>
                  <a:pt x="374624" y="104457"/>
                </a:cubicBezTo>
                <a:cubicBezTo>
                  <a:pt x="370594" y="107363"/>
                  <a:pt x="364127" y="108816"/>
                  <a:pt x="355223" y="108816"/>
                </a:cubicBezTo>
                <a:cubicBezTo>
                  <a:pt x="345100" y="108816"/>
                  <a:pt x="338586" y="107269"/>
                  <a:pt x="335680" y="104176"/>
                </a:cubicBezTo>
                <a:cubicBezTo>
                  <a:pt x="333806" y="102019"/>
                  <a:pt x="332870" y="98880"/>
                  <a:pt x="332870" y="94756"/>
                </a:cubicBezTo>
                <a:cubicBezTo>
                  <a:pt x="332870" y="92507"/>
                  <a:pt x="333151" y="89882"/>
                  <a:pt x="333713" y="86883"/>
                </a:cubicBezTo>
                <a:lnTo>
                  <a:pt x="342429" y="42175"/>
                </a:lnTo>
                <a:lnTo>
                  <a:pt x="331885" y="42175"/>
                </a:lnTo>
                <a:lnTo>
                  <a:pt x="333432" y="33882"/>
                </a:lnTo>
                <a:lnTo>
                  <a:pt x="343975" y="33882"/>
                </a:lnTo>
                <a:lnTo>
                  <a:pt x="348474" y="11247"/>
                </a:lnTo>
                <a:lnTo>
                  <a:pt x="372655" y="11247"/>
                </a:lnTo>
                <a:lnTo>
                  <a:pt x="368298" y="33882"/>
                </a:lnTo>
                <a:lnTo>
                  <a:pt x="388542" y="33882"/>
                </a:lnTo>
                <a:close/>
                <a:moveTo>
                  <a:pt x="453424" y="10402"/>
                </a:moveTo>
                <a:cubicBezTo>
                  <a:pt x="453424" y="10966"/>
                  <a:pt x="453331" y="11903"/>
                  <a:pt x="453143" y="13215"/>
                </a:cubicBezTo>
                <a:cubicBezTo>
                  <a:pt x="452393" y="16870"/>
                  <a:pt x="450565" y="19963"/>
                  <a:pt x="447660" y="22493"/>
                </a:cubicBezTo>
                <a:cubicBezTo>
                  <a:pt x="444754" y="25024"/>
                  <a:pt x="441426" y="26290"/>
                  <a:pt x="437676" y="26290"/>
                </a:cubicBezTo>
                <a:cubicBezTo>
                  <a:pt x="433928" y="26290"/>
                  <a:pt x="431023" y="25024"/>
                  <a:pt x="428960" y="22493"/>
                </a:cubicBezTo>
                <a:cubicBezTo>
                  <a:pt x="427555" y="20806"/>
                  <a:pt x="426758" y="18604"/>
                  <a:pt x="426571" y="15885"/>
                </a:cubicBezTo>
                <a:cubicBezTo>
                  <a:pt x="426571" y="15418"/>
                  <a:pt x="426664" y="14527"/>
                  <a:pt x="426852" y="13215"/>
                </a:cubicBezTo>
                <a:cubicBezTo>
                  <a:pt x="427508" y="9559"/>
                  <a:pt x="429429" y="6419"/>
                  <a:pt x="432616" y="3795"/>
                </a:cubicBezTo>
                <a:cubicBezTo>
                  <a:pt x="435616" y="1265"/>
                  <a:pt x="438991" y="0"/>
                  <a:pt x="442739" y="0"/>
                </a:cubicBezTo>
                <a:cubicBezTo>
                  <a:pt x="446395" y="0"/>
                  <a:pt x="449206" y="1265"/>
                  <a:pt x="451174" y="3795"/>
                </a:cubicBezTo>
                <a:cubicBezTo>
                  <a:pt x="452674" y="5575"/>
                  <a:pt x="453424" y="7778"/>
                  <a:pt x="453424" y="10402"/>
                </a:cubicBezTo>
                <a:moveTo>
                  <a:pt x="449488" y="33882"/>
                </a:moveTo>
                <a:lnTo>
                  <a:pt x="436835" y="98551"/>
                </a:lnTo>
                <a:lnTo>
                  <a:pt x="447379" y="98551"/>
                </a:lnTo>
                <a:lnTo>
                  <a:pt x="445691" y="106847"/>
                </a:lnTo>
                <a:lnTo>
                  <a:pt x="410966" y="106847"/>
                </a:lnTo>
                <a:lnTo>
                  <a:pt x="423479" y="42175"/>
                </a:lnTo>
                <a:lnTo>
                  <a:pt x="413214" y="42175"/>
                </a:lnTo>
                <a:lnTo>
                  <a:pt x="414761" y="33882"/>
                </a:lnTo>
                <a:lnTo>
                  <a:pt x="449488" y="33882"/>
                </a:lnTo>
                <a:close/>
                <a:moveTo>
                  <a:pt x="534332" y="52017"/>
                </a:moveTo>
                <a:cubicBezTo>
                  <a:pt x="534332" y="49393"/>
                  <a:pt x="534144" y="47472"/>
                  <a:pt x="533770" y="46253"/>
                </a:cubicBezTo>
                <a:cubicBezTo>
                  <a:pt x="532458" y="41848"/>
                  <a:pt x="529225" y="39646"/>
                  <a:pt x="524069" y="39646"/>
                </a:cubicBezTo>
                <a:cubicBezTo>
                  <a:pt x="518820" y="39646"/>
                  <a:pt x="514790" y="41848"/>
                  <a:pt x="511978" y="46253"/>
                </a:cubicBezTo>
                <a:cubicBezTo>
                  <a:pt x="508979" y="50471"/>
                  <a:pt x="506355" y="58484"/>
                  <a:pt x="504105" y="70295"/>
                </a:cubicBezTo>
                <a:cubicBezTo>
                  <a:pt x="502607" y="77511"/>
                  <a:pt x="501857" y="83509"/>
                  <a:pt x="501857" y="88289"/>
                </a:cubicBezTo>
                <a:cubicBezTo>
                  <a:pt x="501857" y="90538"/>
                  <a:pt x="502091" y="92600"/>
                  <a:pt x="502559" y="94475"/>
                </a:cubicBezTo>
                <a:cubicBezTo>
                  <a:pt x="503872" y="98880"/>
                  <a:pt x="507105" y="101083"/>
                  <a:pt x="512259" y="101083"/>
                </a:cubicBezTo>
                <a:cubicBezTo>
                  <a:pt x="517321" y="101083"/>
                  <a:pt x="521351" y="98880"/>
                  <a:pt x="524350" y="94475"/>
                </a:cubicBezTo>
                <a:cubicBezTo>
                  <a:pt x="527256" y="90258"/>
                  <a:pt x="529834" y="82198"/>
                  <a:pt x="532083" y="70295"/>
                </a:cubicBezTo>
                <a:cubicBezTo>
                  <a:pt x="533582" y="62796"/>
                  <a:pt x="534332" y="56704"/>
                  <a:pt x="534332" y="52017"/>
                </a:cubicBezTo>
                <a:moveTo>
                  <a:pt x="560340" y="60733"/>
                </a:moveTo>
                <a:cubicBezTo>
                  <a:pt x="560340" y="63920"/>
                  <a:pt x="560013" y="67107"/>
                  <a:pt x="559358" y="70295"/>
                </a:cubicBezTo>
                <a:cubicBezTo>
                  <a:pt x="557014" y="82291"/>
                  <a:pt x="551531" y="91709"/>
                  <a:pt x="542908" y="98551"/>
                </a:cubicBezTo>
                <a:cubicBezTo>
                  <a:pt x="534379" y="105395"/>
                  <a:pt x="523647" y="108816"/>
                  <a:pt x="510713" y="108816"/>
                </a:cubicBezTo>
                <a:cubicBezTo>
                  <a:pt x="497873" y="108816"/>
                  <a:pt x="488454" y="105395"/>
                  <a:pt x="482456" y="98551"/>
                </a:cubicBezTo>
                <a:cubicBezTo>
                  <a:pt x="478144" y="93679"/>
                  <a:pt x="475988" y="87446"/>
                  <a:pt x="475988" y="79854"/>
                </a:cubicBezTo>
                <a:cubicBezTo>
                  <a:pt x="475988" y="76667"/>
                  <a:pt x="476316" y="73481"/>
                  <a:pt x="476973" y="70295"/>
                </a:cubicBezTo>
                <a:cubicBezTo>
                  <a:pt x="479410" y="58297"/>
                  <a:pt x="484892" y="48924"/>
                  <a:pt x="493420" y="42175"/>
                </a:cubicBezTo>
                <a:cubicBezTo>
                  <a:pt x="501950" y="35333"/>
                  <a:pt x="512681" y="31912"/>
                  <a:pt x="525616" y="31912"/>
                </a:cubicBezTo>
                <a:cubicBezTo>
                  <a:pt x="538550" y="31912"/>
                  <a:pt x="547969" y="35287"/>
                  <a:pt x="553875" y="42036"/>
                </a:cubicBezTo>
                <a:cubicBezTo>
                  <a:pt x="558185" y="46909"/>
                  <a:pt x="560340" y="53142"/>
                  <a:pt x="560340" y="60733"/>
                </a:cubicBezTo>
                <a:close/>
                <a:moveTo>
                  <a:pt x="668080" y="98551"/>
                </a:moveTo>
                <a:lnTo>
                  <a:pt x="666391" y="106847"/>
                </a:lnTo>
                <a:lnTo>
                  <a:pt x="631667" y="106847"/>
                </a:lnTo>
                <a:lnTo>
                  <a:pt x="640805" y="59749"/>
                </a:lnTo>
                <a:cubicBezTo>
                  <a:pt x="641462" y="56750"/>
                  <a:pt x="641790" y="54032"/>
                  <a:pt x="641790" y="51595"/>
                </a:cubicBezTo>
                <a:cubicBezTo>
                  <a:pt x="641790" y="49534"/>
                  <a:pt x="641508" y="47941"/>
                  <a:pt x="640945" y="46815"/>
                </a:cubicBezTo>
                <a:cubicBezTo>
                  <a:pt x="639821" y="44285"/>
                  <a:pt x="637337" y="43114"/>
                  <a:pt x="633495" y="43301"/>
                </a:cubicBezTo>
                <a:cubicBezTo>
                  <a:pt x="628621" y="43301"/>
                  <a:pt x="624684" y="45082"/>
                  <a:pt x="621685" y="48643"/>
                </a:cubicBezTo>
                <a:cubicBezTo>
                  <a:pt x="618779" y="52111"/>
                  <a:pt x="616529" y="57828"/>
                  <a:pt x="614936" y="65794"/>
                </a:cubicBezTo>
                <a:lnTo>
                  <a:pt x="606924" y="106847"/>
                </a:lnTo>
                <a:lnTo>
                  <a:pt x="582601" y="106847"/>
                </a:lnTo>
                <a:lnTo>
                  <a:pt x="595114" y="42175"/>
                </a:lnTo>
                <a:lnTo>
                  <a:pt x="584850" y="42175"/>
                </a:lnTo>
                <a:lnTo>
                  <a:pt x="586396" y="33882"/>
                </a:lnTo>
                <a:lnTo>
                  <a:pt x="621123" y="33882"/>
                </a:lnTo>
                <a:lnTo>
                  <a:pt x="619154" y="44144"/>
                </a:lnTo>
                <a:cubicBezTo>
                  <a:pt x="622904" y="39832"/>
                  <a:pt x="626840" y="36693"/>
                  <a:pt x="630963" y="34725"/>
                </a:cubicBezTo>
                <a:cubicBezTo>
                  <a:pt x="635088" y="32757"/>
                  <a:pt x="640009" y="31819"/>
                  <a:pt x="645727" y="31912"/>
                </a:cubicBezTo>
                <a:cubicBezTo>
                  <a:pt x="653880" y="31912"/>
                  <a:pt x="659597" y="34303"/>
                  <a:pt x="662878" y="39084"/>
                </a:cubicBezTo>
                <a:cubicBezTo>
                  <a:pt x="664940" y="42083"/>
                  <a:pt x="665971" y="46113"/>
                  <a:pt x="665971" y="51174"/>
                </a:cubicBezTo>
                <a:cubicBezTo>
                  <a:pt x="665971" y="54173"/>
                  <a:pt x="665643" y="57266"/>
                  <a:pt x="664986" y="60452"/>
                </a:cubicBezTo>
                <a:lnTo>
                  <a:pt x="657675" y="98551"/>
                </a:lnTo>
                <a:lnTo>
                  <a:pt x="668080" y="98551"/>
                </a:lnTo>
                <a:close/>
              </a:path>
            </a:pathLst>
          </a:custGeom>
          <a:solidFill xmlns:a="http://schemas.openxmlformats.org/drawingml/2006/main">
            <a:srgbClr val="3B5F2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3" name="Text �+�">
            <a:extLst xmlns:a="http://schemas.openxmlformats.org/drawingml/2006/main">
              <a:ext uri="{FF2B5EF4-FFF2-40B4-BE49-F238E27FC236}">
                <a16:creationId xmlns:a16="http://schemas.microsoft.com/office/drawing/2014/main" id="{805F70CA-F38D-4182-83A3-425C86072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3471" y="4868099"/>
            <a:ext cx="206760" cy="97791"/>
          </a:xfrm>
          <a:custGeom xmlns:a="http://schemas.openxmlformats.org/drawingml/2006/main">
            <a:pathLst>
              <a:path w="206760" h="97791">
                <a:moveTo>
                  <a:pt x="51684" y="7468"/>
                </a:moveTo>
                <a:cubicBezTo>
                  <a:pt x="51684" y="7801"/>
                  <a:pt x="51617" y="8431"/>
                  <a:pt x="51485" y="9360"/>
                </a:cubicBezTo>
                <a:cubicBezTo>
                  <a:pt x="51020" y="11883"/>
                  <a:pt x="49692" y="14073"/>
                  <a:pt x="47502" y="15932"/>
                </a:cubicBezTo>
                <a:cubicBezTo>
                  <a:pt x="45444" y="17725"/>
                  <a:pt x="43086" y="18622"/>
                  <a:pt x="40430" y="18622"/>
                </a:cubicBezTo>
                <a:cubicBezTo>
                  <a:pt x="37775" y="18622"/>
                  <a:pt x="35750" y="17725"/>
                  <a:pt x="34357" y="15932"/>
                </a:cubicBezTo>
                <a:cubicBezTo>
                  <a:pt x="33361" y="14738"/>
                  <a:pt x="32797" y="13178"/>
                  <a:pt x="32664" y="11252"/>
                </a:cubicBezTo>
                <a:cubicBezTo>
                  <a:pt x="32664" y="10921"/>
                  <a:pt x="32730" y="10290"/>
                  <a:pt x="32863" y="9360"/>
                </a:cubicBezTo>
                <a:cubicBezTo>
                  <a:pt x="33328" y="6771"/>
                  <a:pt x="34655" y="4547"/>
                  <a:pt x="36846" y="2688"/>
                </a:cubicBezTo>
                <a:cubicBezTo>
                  <a:pt x="39037" y="896"/>
                  <a:pt x="41460" y="0"/>
                  <a:pt x="44115" y="0"/>
                </a:cubicBezTo>
                <a:cubicBezTo>
                  <a:pt x="46638" y="0"/>
                  <a:pt x="48631" y="929"/>
                  <a:pt x="50091" y="2788"/>
                </a:cubicBezTo>
                <a:cubicBezTo>
                  <a:pt x="51153" y="4050"/>
                  <a:pt x="51684" y="5610"/>
                  <a:pt x="51684" y="7468"/>
                </a:cubicBezTo>
                <a:moveTo>
                  <a:pt x="49195" y="23999"/>
                </a:moveTo>
                <a:lnTo>
                  <a:pt x="38041" y="81758"/>
                </a:lnTo>
                <a:cubicBezTo>
                  <a:pt x="37046" y="87003"/>
                  <a:pt x="34390" y="90986"/>
                  <a:pt x="30075" y="93708"/>
                </a:cubicBezTo>
                <a:cubicBezTo>
                  <a:pt x="25759" y="96430"/>
                  <a:pt x="19983" y="97791"/>
                  <a:pt x="12747" y="97791"/>
                </a:cubicBezTo>
                <a:cubicBezTo>
                  <a:pt x="11087" y="97791"/>
                  <a:pt x="9029" y="97625"/>
                  <a:pt x="6572" y="97292"/>
                </a:cubicBezTo>
                <a:cubicBezTo>
                  <a:pt x="4780" y="97027"/>
                  <a:pt x="2589" y="96563"/>
                  <a:pt x="0" y="95899"/>
                </a:cubicBezTo>
                <a:lnTo>
                  <a:pt x="2091" y="84945"/>
                </a:lnTo>
                <a:lnTo>
                  <a:pt x="7668" y="84945"/>
                </a:lnTo>
                <a:lnTo>
                  <a:pt x="7370" y="87534"/>
                </a:lnTo>
                <a:cubicBezTo>
                  <a:pt x="7370" y="88862"/>
                  <a:pt x="7602" y="89891"/>
                  <a:pt x="8066" y="90620"/>
                </a:cubicBezTo>
                <a:cubicBezTo>
                  <a:pt x="8796" y="91750"/>
                  <a:pt x="10223" y="92314"/>
                  <a:pt x="12348" y="92314"/>
                </a:cubicBezTo>
                <a:cubicBezTo>
                  <a:pt x="14672" y="92314"/>
                  <a:pt x="16498" y="91551"/>
                  <a:pt x="17826" y="90023"/>
                </a:cubicBezTo>
                <a:cubicBezTo>
                  <a:pt x="19087" y="88562"/>
                  <a:pt x="20083" y="85807"/>
                  <a:pt x="20813" y="81758"/>
                </a:cubicBezTo>
                <a:lnTo>
                  <a:pt x="30871" y="29874"/>
                </a:lnTo>
                <a:lnTo>
                  <a:pt x="23501" y="29874"/>
                </a:lnTo>
                <a:lnTo>
                  <a:pt x="24697" y="23999"/>
                </a:lnTo>
                <a:lnTo>
                  <a:pt x="49195" y="23999"/>
                </a:lnTo>
                <a:close/>
                <a:moveTo>
                  <a:pt x="130255" y="52281"/>
                </a:moveTo>
                <a:lnTo>
                  <a:pt x="102970" y="52281"/>
                </a:lnTo>
                <a:lnTo>
                  <a:pt x="102970" y="79567"/>
                </a:lnTo>
                <a:lnTo>
                  <a:pt x="95003" y="79567"/>
                </a:lnTo>
                <a:lnTo>
                  <a:pt x="95003" y="52281"/>
                </a:lnTo>
                <a:lnTo>
                  <a:pt x="67717" y="52281"/>
                </a:lnTo>
                <a:lnTo>
                  <a:pt x="67717" y="44314"/>
                </a:lnTo>
                <a:lnTo>
                  <a:pt x="95003" y="44314"/>
                </a:lnTo>
                <a:lnTo>
                  <a:pt x="95003" y="17028"/>
                </a:lnTo>
                <a:lnTo>
                  <a:pt x="102970" y="17028"/>
                </a:lnTo>
                <a:lnTo>
                  <a:pt x="102970" y="44314"/>
                </a:lnTo>
                <a:lnTo>
                  <a:pt x="130255" y="44314"/>
                </a:lnTo>
                <a:lnTo>
                  <a:pt x="130255" y="52281"/>
                </a:lnTo>
                <a:close/>
                <a:moveTo>
                  <a:pt x="206760" y="69807"/>
                </a:moveTo>
                <a:lnTo>
                  <a:pt x="205564" y="75683"/>
                </a:lnTo>
                <a:lnTo>
                  <a:pt x="180967" y="75683"/>
                </a:lnTo>
                <a:lnTo>
                  <a:pt x="187441" y="42322"/>
                </a:lnTo>
                <a:cubicBezTo>
                  <a:pt x="187906" y="40198"/>
                  <a:pt x="188138" y="38272"/>
                  <a:pt x="188138" y="36546"/>
                </a:cubicBezTo>
                <a:cubicBezTo>
                  <a:pt x="188138" y="35086"/>
                  <a:pt x="187938" y="33958"/>
                  <a:pt x="187539" y="33161"/>
                </a:cubicBezTo>
                <a:cubicBezTo>
                  <a:pt x="186743" y="31369"/>
                  <a:pt x="184984" y="30539"/>
                  <a:pt x="182262" y="30672"/>
                </a:cubicBezTo>
                <a:cubicBezTo>
                  <a:pt x="178810" y="30672"/>
                  <a:pt x="176021" y="31933"/>
                  <a:pt x="173897" y="34455"/>
                </a:cubicBezTo>
                <a:cubicBezTo>
                  <a:pt x="171839" y="36912"/>
                  <a:pt x="170245" y="40961"/>
                  <a:pt x="169117" y="46604"/>
                </a:cubicBezTo>
                <a:lnTo>
                  <a:pt x="163441" y="75683"/>
                </a:lnTo>
                <a:lnTo>
                  <a:pt x="146213" y="75683"/>
                </a:lnTo>
                <a:lnTo>
                  <a:pt x="155076" y="29874"/>
                </a:lnTo>
                <a:lnTo>
                  <a:pt x="147805" y="29874"/>
                </a:lnTo>
                <a:lnTo>
                  <a:pt x="148901" y="23999"/>
                </a:lnTo>
                <a:lnTo>
                  <a:pt x="173499" y="23999"/>
                </a:lnTo>
                <a:lnTo>
                  <a:pt x="172104" y="31269"/>
                </a:lnTo>
                <a:cubicBezTo>
                  <a:pt x="174760" y="28215"/>
                  <a:pt x="177548" y="25991"/>
                  <a:pt x="180469" y="24597"/>
                </a:cubicBezTo>
                <a:cubicBezTo>
                  <a:pt x="183391" y="23203"/>
                  <a:pt x="186876" y="22539"/>
                  <a:pt x="190926" y="22605"/>
                </a:cubicBezTo>
                <a:cubicBezTo>
                  <a:pt x="196702" y="22605"/>
                  <a:pt x="200751" y="24298"/>
                  <a:pt x="203075" y="27684"/>
                </a:cubicBezTo>
                <a:cubicBezTo>
                  <a:pt x="204536" y="29809"/>
                  <a:pt x="205266" y="32663"/>
                  <a:pt x="205266" y="36248"/>
                </a:cubicBezTo>
                <a:cubicBezTo>
                  <a:pt x="205266" y="38373"/>
                  <a:pt x="205034" y="40563"/>
                  <a:pt x="204569" y="42820"/>
                </a:cubicBezTo>
                <a:lnTo>
                  <a:pt x="199390" y="69807"/>
                </a:lnTo>
                <a:lnTo>
                  <a:pt x="206760" y="69807"/>
                </a:lnTo>
                <a:close/>
              </a:path>
            </a:pathLst>
          </a:custGeom>
          <a:solidFill xmlns:a="http://schemas.openxmlformats.org/drawingml/2006/main">
            <a:srgbClr val="3B5F2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4" name="Text &gt;">
            <a:extLst xmlns:a="http://schemas.openxmlformats.org/drawingml/2006/main">
              <a:ext uri="{FF2B5EF4-FFF2-40B4-BE49-F238E27FC236}">
                <a16:creationId xmlns:a16="http://schemas.microsoft.com/office/drawing/2014/main" id="{161DB6BE-154A-42E0-839D-C4C59F536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1416" y="4831915"/>
            <a:ext cx="66656" cy="68235"/>
          </a:xfrm>
          <a:custGeom xmlns:a="http://schemas.openxmlformats.org/drawingml/2006/main">
            <a:pathLst>
              <a:path w="66656" h="68235">
                <a:moveTo>
                  <a:pt x="66656" y="39678"/>
                </a:moveTo>
                <a:lnTo>
                  <a:pt x="0" y="68235"/>
                </a:lnTo>
                <a:lnTo>
                  <a:pt x="0" y="55879"/>
                </a:lnTo>
                <a:lnTo>
                  <a:pt x="52790" y="33980"/>
                </a:lnTo>
                <a:lnTo>
                  <a:pt x="0" y="12356"/>
                </a:lnTo>
                <a:lnTo>
                  <a:pt x="0" y="0"/>
                </a:lnTo>
                <a:lnTo>
                  <a:pt x="66656" y="28145"/>
                </a:lnTo>
                <a:lnTo>
                  <a:pt x="66656" y="39678"/>
                </a:lnTo>
                <a:close/>
              </a:path>
            </a:pathLst>
          </a:custGeom>
          <a:solidFill xmlns:a="http://schemas.openxmlformats.org/drawingml/2006/main">
            <a:srgbClr val="3B5F2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5" name="Text &gt;">
            <a:extLst xmlns:a="http://schemas.openxmlformats.org/drawingml/2006/main">
              <a:ext uri="{FF2B5EF4-FFF2-40B4-BE49-F238E27FC236}">
                <a16:creationId xmlns:a16="http://schemas.microsoft.com/office/drawing/2014/main" id="{916DABF7-0F48-413D-8708-9535CE29B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1416" y="4831915"/>
            <a:ext cx="66656" cy="68235"/>
          </a:xfrm>
          <a:custGeom xmlns:a="http://schemas.openxmlformats.org/drawingml/2006/main">
            <a:pathLst>
              <a:path w="66656" h="68235" fill="none">
                <a:moveTo>
                  <a:pt x="66656" y="39678"/>
                </a:moveTo>
                <a:lnTo>
                  <a:pt x="0" y="68235"/>
                </a:lnTo>
                <a:lnTo>
                  <a:pt x="0" y="55879"/>
                </a:lnTo>
                <a:lnTo>
                  <a:pt x="52790" y="33980"/>
                </a:lnTo>
                <a:lnTo>
                  <a:pt x="0" y="12356"/>
                </a:lnTo>
                <a:lnTo>
                  <a:pt x="0" y="0"/>
                </a:lnTo>
                <a:lnTo>
                  <a:pt x="66656" y="28145"/>
                </a:lnTo>
                <a:lnTo>
                  <a:pt x="66656" y="3967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993" cap="flat">
            <a:solidFill>
              <a:srgbClr val="3B5F21"/>
            </a:solidFill>
            <a:miter/>
          </a:ln>
        </p:spPr>
      </p:sp>
      <p:sp>
        <p:nvSpPr>
          <p:cNvPr id="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34D5661-8641-4EDA-92AE-014FE7C19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8679" y="3512902"/>
            <a:ext cx="3534407" cy="1521876"/>
          </a:xfrm>
          <a:custGeom xmlns:a="http://schemas.openxmlformats.org/drawingml/2006/main">
            <a:pathLst>
              <a:path w="3534407" h="1521876">
                <a:moveTo>
                  <a:pt x="0" y="115400"/>
                </a:moveTo>
                <a:cubicBezTo>
                  <a:pt x="469" y="51643"/>
                  <a:pt x="52112" y="0"/>
                  <a:pt x="115283" y="117"/>
                </a:cubicBezTo>
                <a:lnTo>
                  <a:pt x="3419124" y="117"/>
                </a:lnTo>
                <a:cubicBezTo>
                  <a:pt x="3482296" y="0"/>
                  <a:pt x="3533939" y="51643"/>
                  <a:pt x="3534407" y="115400"/>
                </a:cubicBezTo>
                <a:lnTo>
                  <a:pt x="3534407" y="1406007"/>
                </a:lnTo>
                <a:cubicBezTo>
                  <a:pt x="3533939" y="1470233"/>
                  <a:pt x="3482296" y="1521876"/>
                  <a:pt x="3419124" y="1521290"/>
                </a:cubicBezTo>
                <a:lnTo>
                  <a:pt x="115283" y="1521290"/>
                </a:lnTo>
                <a:cubicBezTo>
                  <a:pt x="52112" y="1521876"/>
                  <a:pt x="469" y="1470233"/>
                  <a:pt x="0" y="1406007"/>
                </a:cubicBezTo>
                <a:lnTo>
                  <a:pt x="0" y="11540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2111D79-C490-435F-AADA-3401D1255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3290" y="3507044"/>
            <a:ext cx="3545186" cy="1533592"/>
          </a:xfrm>
          <a:custGeom xmlns:a="http://schemas.openxmlformats.org/drawingml/2006/main">
            <a:pathLst>
              <a:path w="3545186" h="1533592">
                <a:moveTo>
                  <a:pt x="2460" y="1436808"/>
                </a:moveTo>
                <a:lnTo>
                  <a:pt x="3819" y="1442677"/>
                </a:lnTo>
                <a:lnTo>
                  <a:pt x="5448" y="1448430"/>
                </a:lnTo>
                <a:lnTo>
                  <a:pt x="7357" y="1454065"/>
                </a:lnTo>
                <a:lnTo>
                  <a:pt x="9525" y="1459572"/>
                </a:lnTo>
                <a:lnTo>
                  <a:pt x="11950" y="1464937"/>
                </a:lnTo>
                <a:lnTo>
                  <a:pt x="14633" y="1470163"/>
                </a:lnTo>
                <a:lnTo>
                  <a:pt x="17550" y="1475247"/>
                </a:lnTo>
                <a:lnTo>
                  <a:pt x="20702" y="1480156"/>
                </a:lnTo>
                <a:lnTo>
                  <a:pt x="24076" y="1484913"/>
                </a:lnTo>
                <a:lnTo>
                  <a:pt x="27673" y="1489494"/>
                </a:lnTo>
                <a:lnTo>
                  <a:pt x="31480" y="1493887"/>
                </a:lnTo>
                <a:lnTo>
                  <a:pt x="35499" y="1498093"/>
                </a:lnTo>
                <a:lnTo>
                  <a:pt x="39705" y="1502111"/>
                </a:lnTo>
                <a:lnTo>
                  <a:pt x="44098" y="1505919"/>
                </a:lnTo>
                <a:lnTo>
                  <a:pt x="48679" y="1509516"/>
                </a:lnTo>
                <a:lnTo>
                  <a:pt x="53436" y="1512890"/>
                </a:lnTo>
                <a:lnTo>
                  <a:pt x="58344" y="1516041"/>
                </a:lnTo>
                <a:lnTo>
                  <a:pt x="63429" y="1518959"/>
                </a:lnTo>
                <a:lnTo>
                  <a:pt x="68654" y="1521642"/>
                </a:lnTo>
                <a:lnTo>
                  <a:pt x="74020" y="1524067"/>
                </a:lnTo>
                <a:lnTo>
                  <a:pt x="79527" y="1526234"/>
                </a:lnTo>
                <a:lnTo>
                  <a:pt x="85162" y="1528144"/>
                </a:lnTo>
                <a:lnTo>
                  <a:pt x="90914" y="1529772"/>
                </a:lnTo>
                <a:lnTo>
                  <a:pt x="96784" y="1531131"/>
                </a:lnTo>
                <a:lnTo>
                  <a:pt x="102747" y="1532198"/>
                </a:lnTo>
                <a:lnTo>
                  <a:pt x="108816" y="1532971"/>
                </a:lnTo>
                <a:lnTo>
                  <a:pt x="114967" y="1533439"/>
                </a:lnTo>
                <a:lnTo>
                  <a:pt x="121129" y="1533592"/>
                </a:lnTo>
                <a:lnTo>
                  <a:pt x="3424057" y="1533592"/>
                </a:lnTo>
                <a:lnTo>
                  <a:pt x="3430219" y="1533439"/>
                </a:lnTo>
                <a:lnTo>
                  <a:pt x="3436370" y="1532971"/>
                </a:lnTo>
                <a:lnTo>
                  <a:pt x="3442439" y="1532198"/>
                </a:lnTo>
                <a:lnTo>
                  <a:pt x="3448402" y="1531131"/>
                </a:lnTo>
                <a:lnTo>
                  <a:pt x="3454272" y="1529772"/>
                </a:lnTo>
                <a:lnTo>
                  <a:pt x="3460024" y="1528144"/>
                </a:lnTo>
                <a:lnTo>
                  <a:pt x="3465659" y="1526234"/>
                </a:lnTo>
                <a:lnTo>
                  <a:pt x="3471166" y="1524067"/>
                </a:lnTo>
                <a:lnTo>
                  <a:pt x="3476532" y="1521642"/>
                </a:lnTo>
                <a:lnTo>
                  <a:pt x="3481757" y="1518959"/>
                </a:lnTo>
                <a:lnTo>
                  <a:pt x="3486842" y="1516041"/>
                </a:lnTo>
                <a:lnTo>
                  <a:pt x="3491750" y="1512890"/>
                </a:lnTo>
                <a:lnTo>
                  <a:pt x="3496507" y="1509516"/>
                </a:lnTo>
                <a:lnTo>
                  <a:pt x="3501088" y="1505919"/>
                </a:lnTo>
                <a:lnTo>
                  <a:pt x="3505481" y="1502111"/>
                </a:lnTo>
                <a:lnTo>
                  <a:pt x="3509687" y="1498093"/>
                </a:lnTo>
                <a:lnTo>
                  <a:pt x="3513694" y="1493887"/>
                </a:lnTo>
                <a:lnTo>
                  <a:pt x="3517513" y="1489494"/>
                </a:lnTo>
                <a:lnTo>
                  <a:pt x="3521110" y="1484913"/>
                </a:lnTo>
                <a:lnTo>
                  <a:pt x="3524484" y="1480156"/>
                </a:lnTo>
                <a:lnTo>
                  <a:pt x="3527636" y="1475247"/>
                </a:lnTo>
                <a:lnTo>
                  <a:pt x="3530553" y="1470163"/>
                </a:lnTo>
                <a:lnTo>
                  <a:pt x="3533236" y="1464937"/>
                </a:lnTo>
                <a:lnTo>
                  <a:pt x="3535661" y="1459572"/>
                </a:lnTo>
                <a:lnTo>
                  <a:pt x="3537828" y="1454065"/>
                </a:lnTo>
                <a:lnTo>
                  <a:pt x="3539738" y="1448430"/>
                </a:lnTo>
                <a:lnTo>
                  <a:pt x="3541367" y="1442677"/>
                </a:lnTo>
                <a:lnTo>
                  <a:pt x="3542726" y="1436808"/>
                </a:lnTo>
                <a:lnTo>
                  <a:pt x="3543792" y="1430845"/>
                </a:lnTo>
                <a:lnTo>
                  <a:pt x="3544565" y="1424776"/>
                </a:lnTo>
                <a:lnTo>
                  <a:pt x="3545034" y="1418625"/>
                </a:lnTo>
                <a:lnTo>
                  <a:pt x="3545186" y="1412463"/>
                </a:lnTo>
                <a:lnTo>
                  <a:pt x="3545186" y="121129"/>
                </a:lnTo>
                <a:lnTo>
                  <a:pt x="3545034" y="114967"/>
                </a:lnTo>
                <a:lnTo>
                  <a:pt x="3544565" y="108816"/>
                </a:lnTo>
                <a:lnTo>
                  <a:pt x="3543792" y="102747"/>
                </a:lnTo>
                <a:lnTo>
                  <a:pt x="3542726" y="96784"/>
                </a:lnTo>
                <a:lnTo>
                  <a:pt x="3541367" y="90914"/>
                </a:lnTo>
                <a:lnTo>
                  <a:pt x="3539738" y="85162"/>
                </a:lnTo>
                <a:lnTo>
                  <a:pt x="3537828" y="79527"/>
                </a:lnTo>
                <a:lnTo>
                  <a:pt x="3535661" y="74020"/>
                </a:lnTo>
                <a:lnTo>
                  <a:pt x="3533236" y="68654"/>
                </a:lnTo>
                <a:lnTo>
                  <a:pt x="3530553" y="63429"/>
                </a:lnTo>
                <a:lnTo>
                  <a:pt x="3527636" y="58344"/>
                </a:lnTo>
                <a:lnTo>
                  <a:pt x="3524484" y="53436"/>
                </a:lnTo>
                <a:lnTo>
                  <a:pt x="3521110" y="48679"/>
                </a:lnTo>
                <a:lnTo>
                  <a:pt x="3517513" y="44098"/>
                </a:lnTo>
                <a:lnTo>
                  <a:pt x="3513694" y="39705"/>
                </a:lnTo>
                <a:lnTo>
                  <a:pt x="3509687" y="35499"/>
                </a:lnTo>
                <a:lnTo>
                  <a:pt x="3505481" y="31480"/>
                </a:lnTo>
                <a:lnTo>
                  <a:pt x="3501088" y="27673"/>
                </a:lnTo>
                <a:lnTo>
                  <a:pt x="3496507" y="24076"/>
                </a:lnTo>
                <a:lnTo>
                  <a:pt x="3491750" y="20702"/>
                </a:lnTo>
                <a:lnTo>
                  <a:pt x="3486842" y="17550"/>
                </a:lnTo>
                <a:lnTo>
                  <a:pt x="3481757" y="14633"/>
                </a:lnTo>
                <a:lnTo>
                  <a:pt x="3476532" y="11950"/>
                </a:lnTo>
                <a:lnTo>
                  <a:pt x="3471166" y="9525"/>
                </a:lnTo>
                <a:lnTo>
                  <a:pt x="3465659" y="7357"/>
                </a:lnTo>
                <a:lnTo>
                  <a:pt x="3460024" y="5448"/>
                </a:lnTo>
                <a:lnTo>
                  <a:pt x="3454272" y="3819"/>
                </a:lnTo>
                <a:lnTo>
                  <a:pt x="3448402" y="2460"/>
                </a:lnTo>
                <a:lnTo>
                  <a:pt x="3442439" y="1394"/>
                </a:lnTo>
                <a:lnTo>
                  <a:pt x="3436370" y="621"/>
                </a:lnTo>
                <a:lnTo>
                  <a:pt x="3430219" y="152"/>
                </a:lnTo>
                <a:lnTo>
                  <a:pt x="3424057" y="0"/>
                </a:lnTo>
                <a:lnTo>
                  <a:pt x="121129" y="0"/>
                </a:lnTo>
                <a:lnTo>
                  <a:pt x="114967" y="152"/>
                </a:lnTo>
                <a:lnTo>
                  <a:pt x="108816" y="621"/>
                </a:lnTo>
                <a:lnTo>
                  <a:pt x="102747" y="1394"/>
                </a:lnTo>
                <a:lnTo>
                  <a:pt x="96784" y="2460"/>
                </a:lnTo>
                <a:lnTo>
                  <a:pt x="90914" y="3819"/>
                </a:lnTo>
                <a:lnTo>
                  <a:pt x="85162" y="5448"/>
                </a:lnTo>
                <a:lnTo>
                  <a:pt x="79527" y="7357"/>
                </a:lnTo>
                <a:lnTo>
                  <a:pt x="74020" y="9525"/>
                </a:lnTo>
                <a:lnTo>
                  <a:pt x="68654" y="11950"/>
                </a:lnTo>
                <a:lnTo>
                  <a:pt x="63429" y="14633"/>
                </a:lnTo>
                <a:lnTo>
                  <a:pt x="58344" y="17550"/>
                </a:lnTo>
                <a:lnTo>
                  <a:pt x="53436" y="20702"/>
                </a:lnTo>
                <a:lnTo>
                  <a:pt x="48679" y="24076"/>
                </a:lnTo>
                <a:lnTo>
                  <a:pt x="44098" y="27673"/>
                </a:lnTo>
                <a:lnTo>
                  <a:pt x="39705" y="31480"/>
                </a:lnTo>
                <a:lnTo>
                  <a:pt x="35499" y="35499"/>
                </a:lnTo>
                <a:lnTo>
                  <a:pt x="31480" y="39705"/>
                </a:lnTo>
                <a:lnTo>
                  <a:pt x="27673" y="44098"/>
                </a:lnTo>
                <a:lnTo>
                  <a:pt x="24076" y="48679"/>
                </a:lnTo>
                <a:lnTo>
                  <a:pt x="20702" y="53436"/>
                </a:lnTo>
                <a:lnTo>
                  <a:pt x="17550" y="58344"/>
                </a:lnTo>
                <a:lnTo>
                  <a:pt x="14633" y="63429"/>
                </a:lnTo>
                <a:lnTo>
                  <a:pt x="11950" y="68654"/>
                </a:lnTo>
                <a:lnTo>
                  <a:pt x="9525" y="74020"/>
                </a:lnTo>
                <a:lnTo>
                  <a:pt x="7357" y="79527"/>
                </a:lnTo>
                <a:lnTo>
                  <a:pt x="5448" y="85162"/>
                </a:lnTo>
                <a:lnTo>
                  <a:pt x="3819" y="90914"/>
                </a:lnTo>
                <a:lnTo>
                  <a:pt x="2460" y="96784"/>
                </a:lnTo>
                <a:lnTo>
                  <a:pt x="1394" y="102747"/>
                </a:lnTo>
                <a:lnTo>
                  <a:pt x="621" y="108816"/>
                </a:lnTo>
                <a:lnTo>
                  <a:pt x="152" y="114967"/>
                </a:lnTo>
                <a:lnTo>
                  <a:pt x="0" y="121129"/>
                </a:lnTo>
                <a:lnTo>
                  <a:pt x="0" y="1412463"/>
                </a:lnTo>
                <a:lnTo>
                  <a:pt x="152" y="1418625"/>
                </a:lnTo>
                <a:lnTo>
                  <a:pt x="621" y="1424776"/>
                </a:lnTo>
                <a:lnTo>
                  <a:pt x="1394" y="1430845"/>
                </a:lnTo>
                <a:lnTo>
                  <a:pt x="2460" y="1436808"/>
                </a:lnTo>
                <a:close/>
                <a:moveTo>
                  <a:pt x="12958" y="104669"/>
                </a:moveTo>
                <a:lnTo>
                  <a:pt x="13944" y="99105"/>
                </a:lnTo>
                <a:lnTo>
                  <a:pt x="15153" y="93873"/>
                </a:lnTo>
                <a:lnTo>
                  <a:pt x="16676" y="88527"/>
                </a:lnTo>
                <a:lnTo>
                  <a:pt x="18330" y="83640"/>
                </a:lnTo>
                <a:lnTo>
                  <a:pt x="20343" y="78528"/>
                </a:lnTo>
                <a:lnTo>
                  <a:pt x="22453" y="73856"/>
                </a:lnTo>
                <a:lnTo>
                  <a:pt x="24990" y="68889"/>
                </a:lnTo>
                <a:lnTo>
                  <a:pt x="24861" y="69146"/>
                </a:lnTo>
                <a:lnTo>
                  <a:pt x="27593" y="64386"/>
                </a:lnTo>
                <a:lnTo>
                  <a:pt x="30356" y="60068"/>
                </a:lnTo>
                <a:lnTo>
                  <a:pt x="33542" y="55580"/>
                </a:lnTo>
                <a:lnTo>
                  <a:pt x="33378" y="55814"/>
                </a:lnTo>
                <a:lnTo>
                  <a:pt x="36733" y="51540"/>
                </a:lnTo>
                <a:lnTo>
                  <a:pt x="40215" y="47517"/>
                </a:lnTo>
                <a:lnTo>
                  <a:pt x="43784" y="43784"/>
                </a:lnTo>
                <a:lnTo>
                  <a:pt x="47683" y="40056"/>
                </a:lnTo>
                <a:lnTo>
                  <a:pt x="47484" y="40255"/>
                </a:lnTo>
                <a:lnTo>
                  <a:pt x="51544" y="36730"/>
                </a:lnTo>
                <a:lnTo>
                  <a:pt x="55814" y="33378"/>
                </a:lnTo>
                <a:lnTo>
                  <a:pt x="55580" y="33542"/>
                </a:lnTo>
                <a:lnTo>
                  <a:pt x="60068" y="30356"/>
                </a:lnTo>
                <a:lnTo>
                  <a:pt x="64386" y="27593"/>
                </a:lnTo>
                <a:lnTo>
                  <a:pt x="69146" y="24861"/>
                </a:lnTo>
                <a:lnTo>
                  <a:pt x="68889" y="24990"/>
                </a:lnTo>
                <a:lnTo>
                  <a:pt x="73856" y="22453"/>
                </a:lnTo>
                <a:lnTo>
                  <a:pt x="78528" y="20343"/>
                </a:lnTo>
                <a:lnTo>
                  <a:pt x="83640" y="18330"/>
                </a:lnTo>
                <a:lnTo>
                  <a:pt x="88527" y="16676"/>
                </a:lnTo>
                <a:lnTo>
                  <a:pt x="93873" y="15153"/>
                </a:lnTo>
                <a:lnTo>
                  <a:pt x="99105" y="13944"/>
                </a:lnTo>
                <a:lnTo>
                  <a:pt x="104669" y="12958"/>
                </a:lnTo>
                <a:lnTo>
                  <a:pt x="104376" y="12993"/>
                </a:lnTo>
                <a:lnTo>
                  <a:pt x="110146" y="12267"/>
                </a:lnTo>
                <a:lnTo>
                  <a:pt x="115705" y="11845"/>
                </a:lnTo>
                <a:lnTo>
                  <a:pt x="115412" y="11868"/>
                </a:lnTo>
                <a:lnTo>
                  <a:pt x="121352" y="11716"/>
                </a:lnTo>
                <a:lnTo>
                  <a:pt x="3423834" y="11716"/>
                </a:lnTo>
                <a:lnTo>
                  <a:pt x="3429774" y="11868"/>
                </a:lnTo>
                <a:lnTo>
                  <a:pt x="3429481" y="11845"/>
                </a:lnTo>
                <a:lnTo>
                  <a:pt x="3435040" y="12267"/>
                </a:lnTo>
                <a:lnTo>
                  <a:pt x="3440810" y="12993"/>
                </a:lnTo>
                <a:lnTo>
                  <a:pt x="3440517" y="12958"/>
                </a:lnTo>
                <a:lnTo>
                  <a:pt x="3446081" y="13944"/>
                </a:lnTo>
                <a:lnTo>
                  <a:pt x="3451313" y="15153"/>
                </a:lnTo>
                <a:lnTo>
                  <a:pt x="3456658" y="16676"/>
                </a:lnTo>
                <a:lnTo>
                  <a:pt x="3461546" y="18330"/>
                </a:lnTo>
                <a:lnTo>
                  <a:pt x="3466658" y="20343"/>
                </a:lnTo>
                <a:lnTo>
                  <a:pt x="3471330" y="22453"/>
                </a:lnTo>
                <a:lnTo>
                  <a:pt x="3476297" y="24990"/>
                </a:lnTo>
                <a:lnTo>
                  <a:pt x="3476040" y="24861"/>
                </a:lnTo>
                <a:lnTo>
                  <a:pt x="3480796" y="27590"/>
                </a:lnTo>
                <a:lnTo>
                  <a:pt x="3485223" y="30431"/>
                </a:lnTo>
                <a:lnTo>
                  <a:pt x="3489606" y="33542"/>
                </a:lnTo>
                <a:lnTo>
                  <a:pt x="3489372" y="33378"/>
                </a:lnTo>
                <a:lnTo>
                  <a:pt x="3493642" y="36730"/>
                </a:lnTo>
                <a:lnTo>
                  <a:pt x="3497680" y="40236"/>
                </a:lnTo>
                <a:lnTo>
                  <a:pt x="3501498" y="43875"/>
                </a:lnTo>
                <a:lnTo>
                  <a:pt x="3501299" y="43688"/>
                </a:lnTo>
                <a:lnTo>
                  <a:pt x="3505130" y="47683"/>
                </a:lnTo>
                <a:lnTo>
                  <a:pt x="3504931" y="47484"/>
                </a:lnTo>
                <a:lnTo>
                  <a:pt x="3508456" y="51544"/>
                </a:lnTo>
                <a:lnTo>
                  <a:pt x="3511808" y="55814"/>
                </a:lnTo>
                <a:lnTo>
                  <a:pt x="3511644" y="55580"/>
                </a:lnTo>
                <a:lnTo>
                  <a:pt x="3514830" y="60068"/>
                </a:lnTo>
                <a:lnTo>
                  <a:pt x="3517593" y="64386"/>
                </a:lnTo>
                <a:lnTo>
                  <a:pt x="3520325" y="69146"/>
                </a:lnTo>
                <a:lnTo>
                  <a:pt x="3520196" y="68889"/>
                </a:lnTo>
                <a:lnTo>
                  <a:pt x="3522733" y="73856"/>
                </a:lnTo>
                <a:lnTo>
                  <a:pt x="3524843" y="78528"/>
                </a:lnTo>
                <a:lnTo>
                  <a:pt x="3526856" y="83640"/>
                </a:lnTo>
                <a:lnTo>
                  <a:pt x="3528510" y="88527"/>
                </a:lnTo>
                <a:lnTo>
                  <a:pt x="3530033" y="93873"/>
                </a:lnTo>
                <a:lnTo>
                  <a:pt x="3531242" y="99105"/>
                </a:lnTo>
                <a:lnTo>
                  <a:pt x="3532228" y="104669"/>
                </a:lnTo>
                <a:lnTo>
                  <a:pt x="3532193" y="104376"/>
                </a:lnTo>
                <a:lnTo>
                  <a:pt x="3532919" y="110146"/>
                </a:lnTo>
                <a:lnTo>
                  <a:pt x="3533341" y="115705"/>
                </a:lnTo>
                <a:lnTo>
                  <a:pt x="3533318" y="115412"/>
                </a:lnTo>
                <a:lnTo>
                  <a:pt x="3533470" y="121352"/>
                </a:lnTo>
                <a:lnTo>
                  <a:pt x="3533470" y="1412240"/>
                </a:lnTo>
                <a:lnTo>
                  <a:pt x="3533318" y="1418180"/>
                </a:lnTo>
                <a:lnTo>
                  <a:pt x="3533341" y="1417887"/>
                </a:lnTo>
                <a:lnTo>
                  <a:pt x="3532919" y="1423446"/>
                </a:lnTo>
                <a:lnTo>
                  <a:pt x="3532193" y="1429216"/>
                </a:lnTo>
                <a:lnTo>
                  <a:pt x="3532228" y="1428923"/>
                </a:lnTo>
                <a:lnTo>
                  <a:pt x="3531242" y="1434486"/>
                </a:lnTo>
                <a:lnTo>
                  <a:pt x="3530033" y="1439719"/>
                </a:lnTo>
                <a:lnTo>
                  <a:pt x="3528510" y="1445064"/>
                </a:lnTo>
                <a:lnTo>
                  <a:pt x="3526856" y="1449952"/>
                </a:lnTo>
                <a:lnTo>
                  <a:pt x="3524843" y="1455064"/>
                </a:lnTo>
                <a:lnTo>
                  <a:pt x="3522733" y="1459736"/>
                </a:lnTo>
                <a:lnTo>
                  <a:pt x="3520196" y="1464703"/>
                </a:lnTo>
                <a:lnTo>
                  <a:pt x="3520325" y="1464445"/>
                </a:lnTo>
                <a:lnTo>
                  <a:pt x="3517593" y="1469206"/>
                </a:lnTo>
                <a:lnTo>
                  <a:pt x="3514830" y="1473523"/>
                </a:lnTo>
                <a:lnTo>
                  <a:pt x="3511644" y="1478012"/>
                </a:lnTo>
                <a:lnTo>
                  <a:pt x="3511808" y="1477778"/>
                </a:lnTo>
                <a:lnTo>
                  <a:pt x="3508456" y="1482048"/>
                </a:lnTo>
                <a:lnTo>
                  <a:pt x="3504955" y="1486080"/>
                </a:lnTo>
                <a:lnTo>
                  <a:pt x="3501299" y="1489904"/>
                </a:lnTo>
                <a:lnTo>
                  <a:pt x="3501498" y="1489716"/>
                </a:lnTo>
                <a:lnTo>
                  <a:pt x="3497680" y="1493355"/>
                </a:lnTo>
                <a:lnTo>
                  <a:pt x="3493642" y="1496862"/>
                </a:lnTo>
                <a:lnTo>
                  <a:pt x="3489372" y="1500214"/>
                </a:lnTo>
                <a:lnTo>
                  <a:pt x="3489606" y="1500049"/>
                </a:lnTo>
                <a:lnTo>
                  <a:pt x="3485223" y="1503161"/>
                </a:lnTo>
                <a:lnTo>
                  <a:pt x="3480796" y="1506001"/>
                </a:lnTo>
                <a:lnTo>
                  <a:pt x="3476040" y="1508731"/>
                </a:lnTo>
                <a:lnTo>
                  <a:pt x="3476297" y="1508602"/>
                </a:lnTo>
                <a:lnTo>
                  <a:pt x="3471330" y="1511138"/>
                </a:lnTo>
                <a:lnTo>
                  <a:pt x="3466658" y="1513249"/>
                </a:lnTo>
                <a:lnTo>
                  <a:pt x="3461546" y="1515262"/>
                </a:lnTo>
                <a:lnTo>
                  <a:pt x="3456658" y="1516916"/>
                </a:lnTo>
                <a:lnTo>
                  <a:pt x="3451313" y="1518438"/>
                </a:lnTo>
                <a:lnTo>
                  <a:pt x="3446081" y="1519648"/>
                </a:lnTo>
                <a:lnTo>
                  <a:pt x="3440517" y="1520634"/>
                </a:lnTo>
                <a:lnTo>
                  <a:pt x="3440810" y="1520599"/>
                </a:lnTo>
                <a:lnTo>
                  <a:pt x="3435040" y="1521325"/>
                </a:lnTo>
                <a:lnTo>
                  <a:pt x="3429481" y="1521747"/>
                </a:lnTo>
                <a:lnTo>
                  <a:pt x="3429774" y="1521724"/>
                </a:lnTo>
                <a:lnTo>
                  <a:pt x="3423834" y="1521876"/>
                </a:lnTo>
                <a:lnTo>
                  <a:pt x="121352" y="1521876"/>
                </a:lnTo>
                <a:lnTo>
                  <a:pt x="115412" y="1521724"/>
                </a:lnTo>
                <a:lnTo>
                  <a:pt x="115705" y="1521747"/>
                </a:lnTo>
                <a:lnTo>
                  <a:pt x="110146" y="1521325"/>
                </a:lnTo>
                <a:lnTo>
                  <a:pt x="104376" y="1520599"/>
                </a:lnTo>
                <a:lnTo>
                  <a:pt x="104669" y="1520634"/>
                </a:lnTo>
                <a:lnTo>
                  <a:pt x="99105" y="1519648"/>
                </a:lnTo>
                <a:lnTo>
                  <a:pt x="93873" y="1518438"/>
                </a:lnTo>
                <a:lnTo>
                  <a:pt x="88527" y="1516916"/>
                </a:lnTo>
                <a:lnTo>
                  <a:pt x="83640" y="1515262"/>
                </a:lnTo>
                <a:lnTo>
                  <a:pt x="78528" y="1513249"/>
                </a:lnTo>
                <a:lnTo>
                  <a:pt x="73856" y="1511138"/>
                </a:lnTo>
                <a:lnTo>
                  <a:pt x="68889" y="1508602"/>
                </a:lnTo>
                <a:lnTo>
                  <a:pt x="69146" y="1508731"/>
                </a:lnTo>
                <a:lnTo>
                  <a:pt x="64386" y="1505999"/>
                </a:lnTo>
                <a:lnTo>
                  <a:pt x="60068" y="1503236"/>
                </a:lnTo>
                <a:lnTo>
                  <a:pt x="55580" y="1500049"/>
                </a:lnTo>
                <a:lnTo>
                  <a:pt x="55814" y="1500214"/>
                </a:lnTo>
                <a:lnTo>
                  <a:pt x="51544" y="1496862"/>
                </a:lnTo>
                <a:lnTo>
                  <a:pt x="47484" y="1493336"/>
                </a:lnTo>
                <a:lnTo>
                  <a:pt x="47683" y="1493536"/>
                </a:lnTo>
                <a:lnTo>
                  <a:pt x="43787" y="1489811"/>
                </a:lnTo>
                <a:lnTo>
                  <a:pt x="40110" y="1485953"/>
                </a:lnTo>
                <a:lnTo>
                  <a:pt x="36733" y="1482052"/>
                </a:lnTo>
                <a:lnTo>
                  <a:pt x="33378" y="1477778"/>
                </a:lnTo>
                <a:lnTo>
                  <a:pt x="33542" y="1478012"/>
                </a:lnTo>
                <a:lnTo>
                  <a:pt x="30356" y="1473523"/>
                </a:lnTo>
                <a:lnTo>
                  <a:pt x="27593" y="1469206"/>
                </a:lnTo>
                <a:lnTo>
                  <a:pt x="24861" y="1464445"/>
                </a:lnTo>
                <a:lnTo>
                  <a:pt x="24990" y="1464703"/>
                </a:lnTo>
                <a:lnTo>
                  <a:pt x="22453" y="1459736"/>
                </a:lnTo>
                <a:lnTo>
                  <a:pt x="20343" y="1455064"/>
                </a:lnTo>
                <a:lnTo>
                  <a:pt x="18330" y="1449952"/>
                </a:lnTo>
                <a:lnTo>
                  <a:pt x="16676" y="1445064"/>
                </a:lnTo>
                <a:lnTo>
                  <a:pt x="15153" y="1439719"/>
                </a:lnTo>
                <a:lnTo>
                  <a:pt x="13944" y="1434486"/>
                </a:lnTo>
                <a:lnTo>
                  <a:pt x="12958" y="1428923"/>
                </a:lnTo>
                <a:lnTo>
                  <a:pt x="12993" y="1429216"/>
                </a:lnTo>
                <a:lnTo>
                  <a:pt x="12267" y="1423446"/>
                </a:lnTo>
                <a:lnTo>
                  <a:pt x="11845" y="1417887"/>
                </a:lnTo>
                <a:lnTo>
                  <a:pt x="11868" y="1418180"/>
                </a:lnTo>
                <a:lnTo>
                  <a:pt x="11716" y="1412240"/>
                </a:lnTo>
                <a:lnTo>
                  <a:pt x="11716" y="121352"/>
                </a:lnTo>
                <a:lnTo>
                  <a:pt x="11868" y="115412"/>
                </a:lnTo>
                <a:lnTo>
                  <a:pt x="11845" y="115705"/>
                </a:lnTo>
                <a:lnTo>
                  <a:pt x="12267" y="110146"/>
                </a:lnTo>
                <a:lnTo>
                  <a:pt x="12993" y="104376"/>
                </a:lnTo>
                <a:lnTo>
                  <a:pt x="12958" y="10466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8" name="Text Prompt:">
            <a:extLst xmlns:a="http://schemas.openxmlformats.org/drawingml/2006/main">
              <a:ext uri="{FF2B5EF4-FFF2-40B4-BE49-F238E27FC236}">
                <a16:creationId xmlns:a16="http://schemas.microsoft.com/office/drawing/2014/main" id="{4D69A479-784D-414F-B043-74FEBF71B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8123" y="3795172"/>
            <a:ext cx="468740" cy="128644"/>
          </a:xfrm>
          <a:custGeom xmlns:a="http://schemas.openxmlformats.org/drawingml/2006/main">
            <a:pathLst>
              <a:path w="468740" h="128644">
                <a:moveTo>
                  <a:pt x="0" y="100636"/>
                </a:moveTo>
                <a:lnTo>
                  <a:pt x="0" y="0"/>
                </a:lnTo>
                <a:lnTo>
                  <a:pt x="37962" y="0"/>
                </a:lnTo>
                <a:cubicBezTo>
                  <a:pt x="44643" y="0"/>
                  <a:pt x="49746" y="320"/>
                  <a:pt x="53270" y="961"/>
                </a:cubicBezTo>
                <a:cubicBezTo>
                  <a:pt x="58213" y="1785"/>
                  <a:pt x="62354" y="3352"/>
                  <a:pt x="65695" y="5663"/>
                </a:cubicBezTo>
                <a:cubicBezTo>
                  <a:pt x="69036" y="7974"/>
                  <a:pt x="71725" y="11212"/>
                  <a:pt x="73761" y="15377"/>
                </a:cubicBezTo>
                <a:cubicBezTo>
                  <a:pt x="75798" y="19541"/>
                  <a:pt x="76816" y="24118"/>
                  <a:pt x="76816" y="29106"/>
                </a:cubicBezTo>
                <a:cubicBezTo>
                  <a:pt x="76816" y="37664"/>
                  <a:pt x="74093" y="44907"/>
                  <a:pt x="68647" y="50833"/>
                </a:cubicBezTo>
                <a:cubicBezTo>
                  <a:pt x="63201" y="56760"/>
                  <a:pt x="53362" y="59723"/>
                  <a:pt x="39129" y="59723"/>
                </a:cubicBezTo>
                <a:lnTo>
                  <a:pt x="13318" y="59723"/>
                </a:lnTo>
                <a:lnTo>
                  <a:pt x="13318" y="100636"/>
                </a:lnTo>
                <a:lnTo>
                  <a:pt x="0" y="100636"/>
                </a:lnTo>
                <a:moveTo>
                  <a:pt x="13318" y="47778"/>
                </a:moveTo>
                <a:lnTo>
                  <a:pt x="39335" y="47778"/>
                </a:lnTo>
                <a:cubicBezTo>
                  <a:pt x="47938" y="47778"/>
                  <a:pt x="54048" y="46183"/>
                  <a:pt x="57663" y="42992"/>
                </a:cubicBezTo>
                <a:cubicBezTo>
                  <a:pt x="61279" y="39800"/>
                  <a:pt x="63087" y="35310"/>
                  <a:pt x="63087" y="29520"/>
                </a:cubicBezTo>
                <a:cubicBezTo>
                  <a:pt x="63087" y="25326"/>
                  <a:pt x="62023" y="21735"/>
                  <a:pt x="59894" y="18749"/>
                </a:cubicBezTo>
                <a:cubicBezTo>
                  <a:pt x="57766" y="15763"/>
                  <a:pt x="54963" y="13791"/>
                  <a:pt x="51485" y="12833"/>
                </a:cubicBezTo>
                <a:cubicBezTo>
                  <a:pt x="49243" y="12241"/>
                  <a:pt x="45101" y="11945"/>
                  <a:pt x="39060" y="11945"/>
                </a:cubicBezTo>
                <a:lnTo>
                  <a:pt x="13318" y="11945"/>
                </a:lnTo>
                <a:lnTo>
                  <a:pt x="13318" y="47778"/>
                </a:lnTo>
                <a:close/>
                <a:moveTo>
                  <a:pt x="92010" y="100636"/>
                </a:moveTo>
                <a:lnTo>
                  <a:pt x="92010" y="27733"/>
                </a:lnTo>
                <a:lnTo>
                  <a:pt x="103131" y="27733"/>
                </a:lnTo>
                <a:lnTo>
                  <a:pt x="103131" y="38786"/>
                </a:lnTo>
                <a:cubicBezTo>
                  <a:pt x="105968" y="33614"/>
                  <a:pt x="108588" y="30205"/>
                  <a:pt x="110991" y="28557"/>
                </a:cubicBezTo>
                <a:cubicBezTo>
                  <a:pt x="113393" y="26910"/>
                  <a:pt x="116036" y="26086"/>
                  <a:pt x="118919" y="26086"/>
                </a:cubicBezTo>
                <a:cubicBezTo>
                  <a:pt x="123084" y="26086"/>
                  <a:pt x="127317" y="27413"/>
                  <a:pt x="131619" y="30067"/>
                </a:cubicBezTo>
                <a:lnTo>
                  <a:pt x="127363" y="41523"/>
                </a:lnTo>
                <a:cubicBezTo>
                  <a:pt x="124343" y="39744"/>
                  <a:pt x="121322" y="38854"/>
                  <a:pt x="118302" y="38854"/>
                </a:cubicBezTo>
                <a:cubicBezTo>
                  <a:pt x="115602" y="38854"/>
                  <a:pt x="113176" y="39667"/>
                  <a:pt x="111025" y="41291"/>
                </a:cubicBezTo>
                <a:cubicBezTo>
                  <a:pt x="108874" y="42916"/>
                  <a:pt x="107341" y="45170"/>
                  <a:pt x="106426" y="48053"/>
                </a:cubicBezTo>
                <a:cubicBezTo>
                  <a:pt x="105053" y="52446"/>
                  <a:pt x="104366" y="57252"/>
                  <a:pt x="104366" y="62469"/>
                </a:cubicBezTo>
                <a:lnTo>
                  <a:pt x="104366" y="100636"/>
                </a:lnTo>
                <a:lnTo>
                  <a:pt x="92010" y="100636"/>
                </a:lnTo>
                <a:close/>
                <a:moveTo>
                  <a:pt x="134411" y="64185"/>
                </a:moveTo>
                <a:cubicBezTo>
                  <a:pt x="134411" y="50684"/>
                  <a:pt x="138163" y="40685"/>
                  <a:pt x="145669" y="34186"/>
                </a:cubicBezTo>
                <a:cubicBezTo>
                  <a:pt x="151939" y="28786"/>
                  <a:pt x="159581" y="26086"/>
                  <a:pt x="168597" y="26086"/>
                </a:cubicBezTo>
                <a:cubicBezTo>
                  <a:pt x="178619" y="26086"/>
                  <a:pt x="186811" y="29369"/>
                  <a:pt x="193173" y="35937"/>
                </a:cubicBezTo>
                <a:cubicBezTo>
                  <a:pt x="199534" y="42504"/>
                  <a:pt x="202715" y="51577"/>
                  <a:pt x="202715" y="63155"/>
                </a:cubicBezTo>
                <a:cubicBezTo>
                  <a:pt x="202715" y="72537"/>
                  <a:pt x="201307" y="79917"/>
                  <a:pt x="198493" y="85294"/>
                </a:cubicBezTo>
                <a:cubicBezTo>
                  <a:pt x="195678" y="90671"/>
                  <a:pt x="191582" y="94847"/>
                  <a:pt x="186205" y="97822"/>
                </a:cubicBezTo>
                <a:cubicBezTo>
                  <a:pt x="180828" y="100797"/>
                  <a:pt x="174958" y="102284"/>
                  <a:pt x="168597" y="102284"/>
                </a:cubicBezTo>
                <a:cubicBezTo>
                  <a:pt x="158391" y="102284"/>
                  <a:pt x="150142" y="99012"/>
                  <a:pt x="143850" y="92467"/>
                </a:cubicBezTo>
                <a:cubicBezTo>
                  <a:pt x="137557" y="85923"/>
                  <a:pt x="134411" y="76496"/>
                  <a:pt x="134411" y="64185"/>
                </a:cubicBezTo>
                <a:moveTo>
                  <a:pt x="147110" y="64219"/>
                </a:moveTo>
                <a:cubicBezTo>
                  <a:pt x="147110" y="73544"/>
                  <a:pt x="149147" y="80526"/>
                  <a:pt x="153220" y="85165"/>
                </a:cubicBezTo>
                <a:cubicBezTo>
                  <a:pt x="157293" y="89805"/>
                  <a:pt x="162419" y="92124"/>
                  <a:pt x="168597" y="92124"/>
                </a:cubicBezTo>
                <a:cubicBezTo>
                  <a:pt x="174729" y="92124"/>
                  <a:pt x="179832" y="89793"/>
                  <a:pt x="183905" y="85131"/>
                </a:cubicBezTo>
                <a:cubicBezTo>
                  <a:pt x="187978" y="80469"/>
                  <a:pt x="190015" y="73361"/>
                  <a:pt x="190015" y="63807"/>
                </a:cubicBezTo>
                <a:cubicBezTo>
                  <a:pt x="190015" y="54803"/>
                  <a:pt x="187967" y="47981"/>
                  <a:pt x="183871" y="43342"/>
                </a:cubicBezTo>
                <a:cubicBezTo>
                  <a:pt x="179775" y="38703"/>
                  <a:pt x="174684" y="36383"/>
                  <a:pt x="168597" y="36383"/>
                </a:cubicBezTo>
                <a:cubicBezTo>
                  <a:pt x="162419" y="36383"/>
                  <a:pt x="157293" y="38691"/>
                  <a:pt x="153220" y="43308"/>
                </a:cubicBezTo>
                <a:cubicBezTo>
                  <a:pt x="149147" y="47924"/>
                  <a:pt x="147110" y="54895"/>
                  <a:pt x="147110" y="64219"/>
                </a:cubicBezTo>
                <a:close/>
                <a:moveTo>
                  <a:pt x="216920" y="100636"/>
                </a:moveTo>
                <a:lnTo>
                  <a:pt x="216920" y="27733"/>
                </a:lnTo>
                <a:lnTo>
                  <a:pt x="227972" y="27733"/>
                </a:lnTo>
                <a:lnTo>
                  <a:pt x="227972" y="37962"/>
                </a:lnTo>
                <a:cubicBezTo>
                  <a:pt x="230260" y="34392"/>
                  <a:pt x="233304" y="31520"/>
                  <a:pt x="237102" y="29347"/>
                </a:cubicBezTo>
                <a:cubicBezTo>
                  <a:pt x="240901" y="27173"/>
                  <a:pt x="245225" y="26086"/>
                  <a:pt x="250076" y="26086"/>
                </a:cubicBezTo>
                <a:cubicBezTo>
                  <a:pt x="255477" y="26086"/>
                  <a:pt x="259904" y="27207"/>
                  <a:pt x="263360" y="29450"/>
                </a:cubicBezTo>
                <a:cubicBezTo>
                  <a:pt x="266815" y="31692"/>
                  <a:pt x="269252" y="34827"/>
                  <a:pt x="270670" y="38854"/>
                </a:cubicBezTo>
                <a:cubicBezTo>
                  <a:pt x="276437" y="30342"/>
                  <a:pt x="283942" y="26086"/>
                  <a:pt x="293187" y="26086"/>
                </a:cubicBezTo>
                <a:cubicBezTo>
                  <a:pt x="300417" y="26086"/>
                  <a:pt x="305978" y="28088"/>
                  <a:pt x="309868" y="32092"/>
                </a:cubicBezTo>
                <a:cubicBezTo>
                  <a:pt x="313758" y="36097"/>
                  <a:pt x="315703" y="42264"/>
                  <a:pt x="315703" y="50593"/>
                </a:cubicBezTo>
                <a:lnTo>
                  <a:pt x="315703" y="100636"/>
                </a:lnTo>
                <a:lnTo>
                  <a:pt x="303415" y="100636"/>
                </a:lnTo>
                <a:lnTo>
                  <a:pt x="303415" y="54712"/>
                </a:lnTo>
                <a:cubicBezTo>
                  <a:pt x="303415" y="49769"/>
                  <a:pt x="303015" y="46211"/>
                  <a:pt x="302214" y="44037"/>
                </a:cubicBezTo>
                <a:cubicBezTo>
                  <a:pt x="301413" y="41863"/>
                  <a:pt x="299960" y="40113"/>
                  <a:pt x="297855" y="38786"/>
                </a:cubicBezTo>
                <a:cubicBezTo>
                  <a:pt x="295749" y="37458"/>
                  <a:pt x="293278" y="36795"/>
                  <a:pt x="290441" y="36795"/>
                </a:cubicBezTo>
                <a:cubicBezTo>
                  <a:pt x="285315" y="36795"/>
                  <a:pt x="281059" y="38500"/>
                  <a:pt x="277672" y="41909"/>
                </a:cubicBezTo>
                <a:cubicBezTo>
                  <a:pt x="274286" y="45318"/>
                  <a:pt x="272593" y="50776"/>
                  <a:pt x="272593" y="58281"/>
                </a:cubicBezTo>
                <a:lnTo>
                  <a:pt x="272593" y="100636"/>
                </a:lnTo>
                <a:lnTo>
                  <a:pt x="260236" y="100636"/>
                </a:lnTo>
                <a:lnTo>
                  <a:pt x="260236" y="53270"/>
                </a:lnTo>
                <a:cubicBezTo>
                  <a:pt x="260236" y="47778"/>
                  <a:pt x="259229" y="43659"/>
                  <a:pt x="257216" y="40914"/>
                </a:cubicBezTo>
                <a:cubicBezTo>
                  <a:pt x="255202" y="38168"/>
                  <a:pt x="251907" y="36795"/>
                  <a:pt x="247330" y="36795"/>
                </a:cubicBezTo>
                <a:cubicBezTo>
                  <a:pt x="243852" y="36795"/>
                  <a:pt x="240637" y="37710"/>
                  <a:pt x="237686" y="39541"/>
                </a:cubicBezTo>
                <a:cubicBezTo>
                  <a:pt x="234734" y="41371"/>
                  <a:pt x="232594" y="44048"/>
                  <a:pt x="231267" y="47572"/>
                </a:cubicBezTo>
                <a:cubicBezTo>
                  <a:pt x="229940" y="51096"/>
                  <a:pt x="229276" y="56176"/>
                  <a:pt x="229276" y="62812"/>
                </a:cubicBezTo>
                <a:lnTo>
                  <a:pt x="229276" y="100636"/>
                </a:lnTo>
                <a:lnTo>
                  <a:pt x="216920" y="100636"/>
                </a:lnTo>
                <a:close/>
                <a:moveTo>
                  <a:pt x="334078" y="128644"/>
                </a:moveTo>
                <a:lnTo>
                  <a:pt x="334078" y="27733"/>
                </a:lnTo>
                <a:lnTo>
                  <a:pt x="345336" y="27733"/>
                </a:lnTo>
                <a:lnTo>
                  <a:pt x="345336" y="37273"/>
                </a:lnTo>
                <a:cubicBezTo>
                  <a:pt x="347990" y="33543"/>
                  <a:pt x="350988" y="30747"/>
                  <a:pt x="354328" y="28883"/>
                </a:cubicBezTo>
                <a:cubicBezTo>
                  <a:pt x="357669" y="27018"/>
                  <a:pt x="361719" y="26086"/>
                  <a:pt x="366479" y="26086"/>
                </a:cubicBezTo>
                <a:cubicBezTo>
                  <a:pt x="372703" y="26086"/>
                  <a:pt x="378195" y="27688"/>
                  <a:pt x="382954" y="30891"/>
                </a:cubicBezTo>
                <a:cubicBezTo>
                  <a:pt x="387714" y="34095"/>
                  <a:pt x="391306" y="38614"/>
                  <a:pt x="393732" y="44449"/>
                </a:cubicBezTo>
                <a:cubicBezTo>
                  <a:pt x="396157" y="50284"/>
                  <a:pt x="397370" y="56680"/>
                  <a:pt x="397370" y="63636"/>
                </a:cubicBezTo>
                <a:cubicBezTo>
                  <a:pt x="397370" y="71095"/>
                  <a:pt x="396032" y="77811"/>
                  <a:pt x="393354" y="83784"/>
                </a:cubicBezTo>
                <a:cubicBezTo>
                  <a:pt x="390677" y="89756"/>
                  <a:pt x="386787" y="94332"/>
                  <a:pt x="381684" y="97513"/>
                </a:cubicBezTo>
                <a:cubicBezTo>
                  <a:pt x="376582" y="100694"/>
                  <a:pt x="371216" y="102284"/>
                  <a:pt x="365587" y="102284"/>
                </a:cubicBezTo>
                <a:cubicBezTo>
                  <a:pt x="361468" y="102284"/>
                  <a:pt x="357772" y="101414"/>
                  <a:pt x="354500" y="99675"/>
                </a:cubicBezTo>
                <a:cubicBezTo>
                  <a:pt x="351228" y="97936"/>
                  <a:pt x="348539" y="95740"/>
                  <a:pt x="346434" y="93085"/>
                </a:cubicBezTo>
                <a:lnTo>
                  <a:pt x="346434" y="128644"/>
                </a:lnTo>
                <a:lnTo>
                  <a:pt x="334078" y="128644"/>
                </a:lnTo>
                <a:moveTo>
                  <a:pt x="345267" y="64631"/>
                </a:moveTo>
                <a:cubicBezTo>
                  <a:pt x="345267" y="74001"/>
                  <a:pt x="347166" y="80926"/>
                  <a:pt x="350965" y="85405"/>
                </a:cubicBezTo>
                <a:cubicBezTo>
                  <a:pt x="354763" y="89885"/>
                  <a:pt x="359363" y="92124"/>
                  <a:pt x="364763" y="92124"/>
                </a:cubicBezTo>
                <a:cubicBezTo>
                  <a:pt x="370255" y="92124"/>
                  <a:pt x="374957" y="89805"/>
                  <a:pt x="378870" y="85165"/>
                </a:cubicBezTo>
                <a:cubicBezTo>
                  <a:pt x="382783" y="80526"/>
                  <a:pt x="384739" y="73338"/>
                  <a:pt x="384739" y="63601"/>
                </a:cubicBezTo>
                <a:cubicBezTo>
                  <a:pt x="384739" y="54323"/>
                  <a:pt x="382828" y="47375"/>
                  <a:pt x="379007" y="42758"/>
                </a:cubicBezTo>
                <a:cubicBezTo>
                  <a:pt x="375186" y="38142"/>
                  <a:pt x="370621" y="35834"/>
                  <a:pt x="365312" y="35834"/>
                </a:cubicBezTo>
                <a:cubicBezTo>
                  <a:pt x="360049" y="35834"/>
                  <a:pt x="355393" y="38291"/>
                  <a:pt x="351342" y="43205"/>
                </a:cubicBezTo>
                <a:cubicBezTo>
                  <a:pt x="347292" y="48119"/>
                  <a:pt x="345267" y="55261"/>
                  <a:pt x="345267" y="64631"/>
                </a:cubicBezTo>
                <a:close/>
                <a:moveTo>
                  <a:pt x="438966" y="89584"/>
                </a:moveTo>
                <a:lnTo>
                  <a:pt x="440750" y="100499"/>
                </a:lnTo>
                <a:cubicBezTo>
                  <a:pt x="437272" y="101231"/>
                  <a:pt x="434160" y="101598"/>
                  <a:pt x="431414" y="101598"/>
                </a:cubicBezTo>
                <a:cubicBezTo>
                  <a:pt x="426930" y="101598"/>
                  <a:pt x="423451" y="100888"/>
                  <a:pt x="420980" y="99469"/>
                </a:cubicBezTo>
                <a:cubicBezTo>
                  <a:pt x="418509" y="98051"/>
                  <a:pt x="416770" y="96186"/>
                  <a:pt x="415763" y="93875"/>
                </a:cubicBezTo>
                <a:cubicBezTo>
                  <a:pt x="414756" y="91564"/>
                  <a:pt x="414253" y="86701"/>
                  <a:pt x="414253" y="79287"/>
                </a:cubicBezTo>
                <a:lnTo>
                  <a:pt x="414253" y="37344"/>
                </a:lnTo>
                <a:lnTo>
                  <a:pt x="405191" y="37344"/>
                </a:lnTo>
                <a:lnTo>
                  <a:pt x="405191" y="27733"/>
                </a:lnTo>
                <a:lnTo>
                  <a:pt x="414253" y="27733"/>
                </a:lnTo>
                <a:lnTo>
                  <a:pt x="414253" y="9679"/>
                </a:lnTo>
                <a:lnTo>
                  <a:pt x="426541" y="2265"/>
                </a:lnTo>
                <a:lnTo>
                  <a:pt x="426541" y="27733"/>
                </a:lnTo>
                <a:lnTo>
                  <a:pt x="438966" y="27733"/>
                </a:lnTo>
                <a:lnTo>
                  <a:pt x="438966" y="37344"/>
                </a:lnTo>
                <a:lnTo>
                  <a:pt x="426541" y="37344"/>
                </a:lnTo>
                <a:lnTo>
                  <a:pt x="426541" y="79974"/>
                </a:lnTo>
                <a:cubicBezTo>
                  <a:pt x="426541" y="83498"/>
                  <a:pt x="426758" y="85763"/>
                  <a:pt x="427193" y="86770"/>
                </a:cubicBezTo>
                <a:cubicBezTo>
                  <a:pt x="427627" y="87777"/>
                  <a:pt x="428337" y="88577"/>
                  <a:pt x="429321" y="89172"/>
                </a:cubicBezTo>
                <a:cubicBezTo>
                  <a:pt x="430305" y="89767"/>
                  <a:pt x="431712" y="90065"/>
                  <a:pt x="433543" y="90065"/>
                </a:cubicBezTo>
                <a:cubicBezTo>
                  <a:pt x="434915" y="90065"/>
                  <a:pt x="436723" y="89905"/>
                  <a:pt x="438966" y="89584"/>
                </a:cubicBezTo>
                <a:close/>
                <a:moveTo>
                  <a:pt x="454667" y="41875"/>
                </a:moveTo>
                <a:lnTo>
                  <a:pt x="454667" y="27733"/>
                </a:lnTo>
                <a:lnTo>
                  <a:pt x="468740" y="27733"/>
                </a:lnTo>
                <a:lnTo>
                  <a:pt x="468740" y="41875"/>
                </a:lnTo>
                <a:lnTo>
                  <a:pt x="454667" y="41875"/>
                </a:lnTo>
                <a:moveTo>
                  <a:pt x="454667" y="100636"/>
                </a:moveTo>
                <a:lnTo>
                  <a:pt x="454667" y="86495"/>
                </a:lnTo>
                <a:lnTo>
                  <a:pt x="468740" y="86495"/>
                </a:lnTo>
                <a:lnTo>
                  <a:pt x="468740" y="100636"/>
                </a:lnTo>
                <a:lnTo>
                  <a:pt x="454667" y="10063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9" name="Text &lt;퐿�푐�����퐻�푠��푟艀&gt;">
            <a:extLst xmlns:a="http://schemas.openxmlformats.org/drawingml/2006/main">
              <a:ext uri="{FF2B5EF4-FFF2-40B4-BE49-F238E27FC236}">
                <a16:creationId xmlns:a16="http://schemas.microsoft.com/office/drawing/2014/main" id="{1511327A-8D25-4D99-BD7D-18770187C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1007" y="3792336"/>
            <a:ext cx="1547529" cy="134683"/>
          </a:xfrm>
          <a:custGeom xmlns:a="http://schemas.openxmlformats.org/drawingml/2006/main">
            <a:pathLst>
              <a:path w="1547529" h="134683">
                <a:moveTo>
                  <a:pt x="0" y="59401"/>
                </a:moveTo>
                <a:lnTo>
                  <a:pt x="0" y="47868"/>
                </a:lnTo>
                <a:lnTo>
                  <a:pt x="66656" y="19723"/>
                </a:lnTo>
                <a:lnTo>
                  <a:pt x="66656" y="32080"/>
                </a:lnTo>
                <a:lnTo>
                  <a:pt x="13798" y="53703"/>
                </a:lnTo>
                <a:lnTo>
                  <a:pt x="66656" y="75602"/>
                </a:lnTo>
                <a:lnTo>
                  <a:pt x="66656" y="87958"/>
                </a:lnTo>
                <a:lnTo>
                  <a:pt x="0" y="59401"/>
                </a:lnTo>
                <a:close/>
                <a:moveTo>
                  <a:pt x="172877" y="77884"/>
                </a:moveTo>
                <a:lnTo>
                  <a:pt x="167815" y="103472"/>
                </a:lnTo>
                <a:lnTo>
                  <a:pt x="85571" y="103472"/>
                </a:lnTo>
                <a:lnTo>
                  <a:pt x="86976" y="96162"/>
                </a:lnTo>
                <a:lnTo>
                  <a:pt x="100051" y="96162"/>
                </a:lnTo>
                <a:lnTo>
                  <a:pt x="117202" y="8293"/>
                </a:lnTo>
                <a:lnTo>
                  <a:pt x="104129" y="8293"/>
                </a:lnTo>
                <a:lnTo>
                  <a:pt x="105535" y="983"/>
                </a:lnTo>
                <a:lnTo>
                  <a:pt x="145603" y="983"/>
                </a:lnTo>
                <a:lnTo>
                  <a:pt x="144196" y="8293"/>
                </a:lnTo>
                <a:lnTo>
                  <a:pt x="131123" y="8293"/>
                </a:lnTo>
                <a:lnTo>
                  <a:pt x="114251" y="95037"/>
                </a:lnTo>
                <a:lnTo>
                  <a:pt x="161068" y="95037"/>
                </a:lnTo>
                <a:lnTo>
                  <a:pt x="164442" y="77884"/>
                </a:lnTo>
                <a:lnTo>
                  <a:pt x="172877" y="77884"/>
                </a:lnTo>
                <a:close/>
                <a:moveTo>
                  <a:pt x="253457" y="54265"/>
                </a:moveTo>
                <a:cubicBezTo>
                  <a:pt x="253457" y="50048"/>
                  <a:pt x="252801" y="46393"/>
                  <a:pt x="251490" y="43301"/>
                </a:cubicBezTo>
                <a:cubicBezTo>
                  <a:pt x="249146" y="37958"/>
                  <a:pt x="244506" y="35287"/>
                  <a:pt x="237572" y="35287"/>
                </a:cubicBezTo>
                <a:cubicBezTo>
                  <a:pt x="230823" y="35287"/>
                  <a:pt x="225199" y="37958"/>
                  <a:pt x="220699" y="43301"/>
                </a:cubicBezTo>
                <a:cubicBezTo>
                  <a:pt x="216202" y="48643"/>
                  <a:pt x="212968" y="56516"/>
                  <a:pt x="210999" y="66920"/>
                </a:cubicBezTo>
                <a:cubicBezTo>
                  <a:pt x="210062" y="71512"/>
                  <a:pt x="209594" y="75730"/>
                  <a:pt x="209594" y="79573"/>
                </a:cubicBezTo>
                <a:cubicBezTo>
                  <a:pt x="209594" y="83884"/>
                  <a:pt x="210250" y="87586"/>
                  <a:pt x="211563" y="90678"/>
                </a:cubicBezTo>
                <a:cubicBezTo>
                  <a:pt x="213906" y="96021"/>
                  <a:pt x="218498" y="98693"/>
                  <a:pt x="225340" y="98693"/>
                </a:cubicBezTo>
                <a:cubicBezTo>
                  <a:pt x="232088" y="98693"/>
                  <a:pt x="237712" y="96021"/>
                  <a:pt x="242210" y="90678"/>
                </a:cubicBezTo>
                <a:cubicBezTo>
                  <a:pt x="246616" y="85430"/>
                  <a:pt x="249897" y="77510"/>
                  <a:pt x="252052" y="66920"/>
                </a:cubicBezTo>
                <a:cubicBezTo>
                  <a:pt x="252989" y="62326"/>
                  <a:pt x="253457" y="58108"/>
                  <a:pt x="253457" y="54265"/>
                </a:cubicBezTo>
                <a:moveTo>
                  <a:pt x="267798" y="56797"/>
                </a:moveTo>
                <a:cubicBezTo>
                  <a:pt x="267798" y="60265"/>
                  <a:pt x="267469" y="63639"/>
                  <a:pt x="266813" y="66920"/>
                </a:cubicBezTo>
                <a:cubicBezTo>
                  <a:pt x="264563" y="78448"/>
                  <a:pt x="259549" y="87774"/>
                  <a:pt x="251771" y="94896"/>
                </a:cubicBezTo>
                <a:cubicBezTo>
                  <a:pt x="243991" y="101926"/>
                  <a:pt x="234758" y="105442"/>
                  <a:pt x="224074" y="105442"/>
                </a:cubicBezTo>
                <a:cubicBezTo>
                  <a:pt x="213577" y="105442"/>
                  <a:pt x="205704" y="101926"/>
                  <a:pt x="200455" y="94896"/>
                </a:cubicBezTo>
                <a:cubicBezTo>
                  <a:pt x="196894" y="89929"/>
                  <a:pt x="195113" y="83977"/>
                  <a:pt x="195113" y="77041"/>
                </a:cubicBezTo>
                <a:cubicBezTo>
                  <a:pt x="195113" y="74042"/>
                  <a:pt x="195488" y="70668"/>
                  <a:pt x="196238" y="66920"/>
                </a:cubicBezTo>
                <a:cubicBezTo>
                  <a:pt x="198487" y="55297"/>
                  <a:pt x="203502" y="46019"/>
                  <a:pt x="211282" y="39084"/>
                </a:cubicBezTo>
                <a:cubicBezTo>
                  <a:pt x="219060" y="32053"/>
                  <a:pt x="228292" y="28538"/>
                  <a:pt x="238977" y="28538"/>
                </a:cubicBezTo>
                <a:cubicBezTo>
                  <a:pt x="249661" y="28538"/>
                  <a:pt x="257534" y="32053"/>
                  <a:pt x="262596" y="39084"/>
                </a:cubicBezTo>
                <a:cubicBezTo>
                  <a:pt x="266064" y="43956"/>
                  <a:pt x="267798" y="49861"/>
                  <a:pt x="267798" y="56797"/>
                </a:cubicBezTo>
                <a:close/>
                <a:moveTo>
                  <a:pt x="360163" y="35006"/>
                </a:moveTo>
                <a:lnTo>
                  <a:pt x="356508" y="53703"/>
                </a:lnTo>
                <a:lnTo>
                  <a:pt x="349199" y="53703"/>
                </a:lnTo>
                <a:lnTo>
                  <a:pt x="349199" y="51876"/>
                </a:lnTo>
                <a:cubicBezTo>
                  <a:pt x="349199" y="46347"/>
                  <a:pt x="348027" y="42270"/>
                  <a:pt x="345683" y="39646"/>
                </a:cubicBezTo>
                <a:cubicBezTo>
                  <a:pt x="343059" y="36740"/>
                  <a:pt x="338748" y="35287"/>
                  <a:pt x="332750" y="35287"/>
                </a:cubicBezTo>
                <a:cubicBezTo>
                  <a:pt x="325908" y="35287"/>
                  <a:pt x="320237" y="37958"/>
                  <a:pt x="315738" y="43301"/>
                </a:cubicBezTo>
                <a:cubicBezTo>
                  <a:pt x="311333" y="48455"/>
                  <a:pt x="308052" y="56328"/>
                  <a:pt x="305896" y="66920"/>
                </a:cubicBezTo>
                <a:cubicBezTo>
                  <a:pt x="304959" y="71512"/>
                  <a:pt x="304491" y="75776"/>
                  <a:pt x="304491" y="79712"/>
                </a:cubicBezTo>
                <a:cubicBezTo>
                  <a:pt x="304491" y="83931"/>
                  <a:pt x="305147" y="87586"/>
                  <a:pt x="306460" y="90678"/>
                </a:cubicBezTo>
                <a:cubicBezTo>
                  <a:pt x="308803" y="96021"/>
                  <a:pt x="313442" y="98693"/>
                  <a:pt x="320378" y="98693"/>
                </a:cubicBezTo>
                <a:cubicBezTo>
                  <a:pt x="325907" y="98693"/>
                  <a:pt x="330499" y="97287"/>
                  <a:pt x="334155" y="94475"/>
                </a:cubicBezTo>
                <a:cubicBezTo>
                  <a:pt x="337905" y="91664"/>
                  <a:pt x="340998" y="87352"/>
                  <a:pt x="343435" y="81540"/>
                </a:cubicBezTo>
                <a:lnTo>
                  <a:pt x="353556" y="81540"/>
                </a:lnTo>
                <a:cubicBezTo>
                  <a:pt x="350275" y="89413"/>
                  <a:pt x="345683" y="95318"/>
                  <a:pt x="339779" y="99255"/>
                </a:cubicBezTo>
                <a:cubicBezTo>
                  <a:pt x="334155" y="103379"/>
                  <a:pt x="327219" y="105442"/>
                  <a:pt x="318971" y="105442"/>
                </a:cubicBezTo>
                <a:cubicBezTo>
                  <a:pt x="308474" y="105442"/>
                  <a:pt x="300601" y="101926"/>
                  <a:pt x="295352" y="94896"/>
                </a:cubicBezTo>
                <a:cubicBezTo>
                  <a:pt x="291791" y="89929"/>
                  <a:pt x="290010" y="83977"/>
                  <a:pt x="290010" y="77041"/>
                </a:cubicBezTo>
                <a:cubicBezTo>
                  <a:pt x="290010" y="74042"/>
                  <a:pt x="290385" y="70668"/>
                  <a:pt x="291135" y="66920"/>
                </a:cubicBezTo>
                <a:cubicBezTo>
                  <a:pt x="293384" y="55110"/>
                  <a:pt x="298445" y="45784"/>
                  <a:pt x="306318" y="38942"/>
                </a:cubicBezTo>
                <a:cubicBezTo>
                  <a:pt x="314098" y="32006"/>
                  <a:pt x="323283" y="28538"/>
                  <a:pt x="333874" y="28538"/>
                </a:cubicBezTo>
                <a:cubicBezTo>
                  <a:pt x="338186" y="28538"/>
                  <a:pt x="342685" y="29053"/>
                  <a:pt x="347371" y="30085"/>
                </a:cubicBezTo>
                <a:cubicBezTo>
                  <a:pt x="351589" y="31210"/>
                  <a:pt x="355853" y="32850"/>
                  <a:pt x="360163" y="35006"/>
                </a:cubicBezTo>
                <a:close/>
                <a:moveTo>
                  <a:pt x="452156" y="30507"/>
                </a:moveTo>
                <a:lnTo>
                  <a:pt x="439504" y="96162"/>
                </a:lnTo>
                <a:lnTo>
                  <a:pt x="450329" y="96162"/>
                </a:lnTo>
                <a:lnTo>
                  <a:pt x="448923" y="103472"/>
                </a:lnTo>
                <a:lnTo>
                  <a:pt x="426710" y="103472"/>
                </a:lnTo>
                <a:lnTo>
                  <a:pt x="428818" y="92086"/>
                </a:lnTo>
                <a:cubicBezTo>
                  <a:pt x="422726" y="100990"/>
                  <a:pt x="414807" y="105442"/>
                  <a:pt x="405060" y="105442"/>
                </a:cubicBezTo>
                <a:cubicBezTo>
                  <a:pt x="396905" y="105442"/>
                  <a:pt x="390813" y="102723"/>
                  <a:pt x="386783" y="97286"/>
                </a:cubicBezTo>
                <a:cubicBezTo>
                  <a:pt x="383784" y="93443"/>
                  <a:pt x="382378" y="88757"/>
                  <a:pt x="382565" y="83228"/>
                </a:cubicBezTo>
                <a:cubicBezTo>
                  <a:pt x="382565" y="81166"/>
                  <a:pt x="382800" y="78729"/>
                  <a:pt x="383269" y="75917"/>
                </a:cubicBezTo>
                <a:cubicBezTo>
                  <a:pt x="386548" y="59609"/>
                  <a:pt x="393718" y="47331"/>
                  <a:pt x="404779" y="39084"/>
                </a:cubicBezTo>
                <a:cubicBezTo>
                  <a:pt x="414338" y="31960"/>
                  <a:pt x="424929" y="28445"/>
                  <a:pt x="436552" y="28538"/>
                </a:cubicBezTo>
                <a:cubicBezTo>
                  <a:pt x="444143" y="28538"/>
                  <a:pt x="449345" y="29194"/>
                  <a:pt x="452156" y="30507"/>
                </a:cubicBezTo>
                <a:moveTo>
                  <a:pt x="439504" y="37537"/>
                </a:moveTo>
                <a:cubicBezTo>
                  <a:pt x="439504" y="36224"/>
                  <a:pt x="437630" y="35568"/>
                  <a:pt x="433881" y="35568"/>
                </a:cubicBezTo>
                <a:cubicBezTo>
                  <a:pt x="425070" y="35568"/>
                  <a:pt x="417291" y="38989"/>
                  <a:pt x="410543" y="45830"/>
                </a:cubicBezTo>
                <a:cubicBezTo>
                  <a:pt x="403700" y="52767"/>
                  <a:pt x="399107" y="62467"/>
                  <a:pt x="396765" y="74932"/>
                </a:cubicBezTo>
                <a:cubicBezTo>
                  <a:pt x="396203" y="77839"/>
                  <a:pt x="395922" y="80510"/>
                  <a:pt x="395922" y="82947"/>
                </a:cubicBezTo>
                <a:cubicBezTo>
                  <a:pt x="395922" y="92693"/>
                  <a:pt x="400655" y="97567"/>
                  <a:pt x="410121" y="97567"/>
                </a:cubicBezTo>
                <a:cubicBezTo>
                  <a:pt x="415931" y="97567"/>
                  <a:pt x="420805" y="95271"/>
                  <a:pt x="424743" y="90678"/>
                </a:cubicBezTo>
                <a:cubicBezTo>
                  <a:pt x="428585" y="85899"/>
                  <a:pt x="431350" y="79198"/>
                  <a:pt x="433036" y="70576"/>
                </a:cubicBezTo>
                <a:lnTo>
                  <a:pt x="439504" y="37537"/>
                </a:lnTo>
                <a:close/>
                <a:moveTo>
                  <a:pt x="523458" y="30507"/>
                </a:moveTo>
                <a:lnTo>
                  <a:pt x="522053" y="37818"/>
                </a:lnTo>
                <a:lnTo>
                  <a:pt x="498292" y="37818"/>
                </a:lnTo>
                <a:lnTo>
                  <a:pt x="489295" y="84213"/>
                </a:lnTo>
                <a:cubicBezTo>
                  <a:pt x="488639" y="87586"/>
                  <a:pt x="488310" y="90445"/>
                  <a:pt x="488310" y="92787"/>
                </a:cubicBezTo>
                <a:cubicBezTo>
                  <a:pt x="488310" y="94287"/>
                  <a:pt x="488451" y="95366"/>
                  <a:pt x="488733" y="96022"/>
                </a:cubicBezTo>
                <a:cubicBezTo>
                  <a:pt x="489577" y="97803"/>
                  <a:pt x="491638" y="98693"/>
                  <a:pt x="494918" y="98693"/>
                </a:cubicBezTo>
                <a:cubicBezTo>
                  <a:pt x="498198" y="98693"/>
                  <a:pt x="500776" y="97709"/>
                  <a:pt x="502651" y="95741"/>
                </a:cubicBezTo>
                <a:cubicBezTo>
                  <a:pt x="504526" y="93772"/>
                  <a:pt x="505932" y="90632"/>
                  <a:pt x="506869" y="86321"/>
                </a:cubicBezTo>
                <a:lnTo>
                  <a:pt x="516430" y="86321"/>
                </a:lnTo>
                <a:cubicBezTo>
                  <a:pt x="514742" y="92976"/>
                  <a:pt x="511977" y="97803"/>
                  <a:pt x="508134" y="100802"/>
                </a:cubicBezTo>
                <a:cubicBezTo>
                  <a:pt x="504292" y="103895"/>
                  <a:pt x="499089" y="105442"/>
                  <a:pt x="492528" y="105442"/>
                </a:cubicBezTo>
                <a:cubicBezTo>
                  <a:pt x="485124" y="105442"/>
                  <a:pt x="480251" y="103848"/>
                  <a:pt x="477908" y="100660"/>
                </a:cubicBezTo>
                <a:cubicBezTo>
                  <a:pt x="476408" y="98692"/>
                  <a:pt x="475705" y="95834"/>
                  <a:pt x="475799" y="92086"/>
                </a:cubicBezTo>
                <a:cubicBezTo>
                  <a:pt x="475799" y="89836"/>
                  <a:pt x="476080" y="87212"/>
                  <a:pt x="476643" y="84213"/>
                </a:cubicBezTo>
                <a:lnTo>
                  <a:pt x="485640" y="37818"/>
                </a:lnTo>
                <a:lnTo>
                  <a:pt x="474534" y="37818"/>
                </a:lnTo>
                <a:lnTo>
                  <a:pt x="475939" y="30507"/>
                </a:lnTo>
                <a:lnTo>
                  <a:pt x="487047" y="30507"/>
                </a:lnTo>
                <a:lnTo>
                  <a:pt x="491404" y="7873"/>
                </a:lnTo>
                <a:lnTo>
                  <a:pt x="504198" y="7873"/>
                </a:lnTo>
                <a:lnTo>
                  <a:pt x="499699" y="30507"/>
                </a:lnTo>
                <a:lnTo>
                  <a:pt x="523458" y="30507"/>
                </a:lnTo>
                <a:close/>
                <a:moveTo>
                  <a:pt x="576788" y="6326"/>
                </a:moveTo>
                <a:cubicBezTo>
                  <a:pt x="576788" y="6981"/>
                  <a:pt x="576741" y="7497"/>
                  <a:pt x="576648" y="7873"/>
                </a:cubicBezTo>
                <a:cubicBezTo>
                  <a:pt x="576179" y="10121"/>
                  <a:pt x="575101" y="11948"/>
                  <a:pt x="573413" y="13354"/>
                </a:cubicBezTo>
                <a:cubicBezTo>
                  <a:pt x="571540" y="14854"/>
                  <a:pt x="569525" y="15604"/>
                  <a:pt x="567368" y="15604"/>
                </a:cubicBezTo>
                <a:cubicBezTo>
                  <a:pt x="565213" y="15604"/>
                  <a:pt x="563526" y="14854"/>
                  <a:pt x="562308" y="13354"/>
                </a:cubicBezTo>
                <a:cubicBezTo>
                  <a:pt x="561371" y="12324"/>
                  <a:pt x="560902" y="11012"/>
                  <a:pt x="560902" y="9418"/>
                </a:cubicBezTo>
                <a:cubicBezTo>
                  <a:pt x="560902" y="8763"/>
                  <a:pt x="560949" y="8248"/>
                  <a:pt x="561042" y="7873"/>
                </a:cubicBezTo>
                <a:cubicBezTo>
                  <a:pt x="561511" y="5623"/>
                  <a:pt x="562636" y="3796"/>
                  <a:pt x="564416" y="2390"/>
                </a:cubicBezTo>
                <a:cubicBezTo>
                  <a:pt x="566197" y="797"/>
                  <a:pt x="568165" y="0"/>
                  <a:pt x="570322" y="0"/>
                </a:cubicBezTo>
                <a:cubicBezTo>
                  <a:pt x="572383" y="0"/>
                  <a:pt x="574070" y="797"/>
                  <a:pt x="575383" y="2390"/>
                </a:cubicBezTo>
                <a:cubicBezTo>
                  <a:pt x="576319" y="3421"/>
                  <a:pt x="576788" y="4733"/>
                  <a:pt x="576788" y="6326"/>
                </a:cubicBezTo>
                <a:moveTo>
                  <a:pt x="572712" y="30507"/>
                </a:moveTo>
                <a:lnTo>
                  <a:pt x="559918" y="96162"/>
                </a:lnTo>
                <a:lnTo>
                  <a:pt x="571869" y="96162"/>
                </a:lnTo>
                <a:lnTo>
                  <a:pt x="570461" y="103472"/>
                </a:lnTo>
                <a:lnTo>
                  <a:pt x="546000" y="103472"/>
                </a:lnTo>
                <a:lnTo>
                  <a:pt x="558652" y="37818"/>
                </a:lnTo>
                <a:lnTo>
                  <a:pt x="546562" y="37818"/>
                </a:lnTo>
                <a:lnTo>
                  <a:pt x="548108" y="30507"/>
                </a:lnTo>
                <a:lnTo>
                  <a:pt x="572712" y="30507"/>
                </a:lnTo>
                <a:close/>
                <a:moveTo>
                  <a:pt x="657649" y="54265"/>
                </a:moveTo>
                <a:cubicBezTo>
                  <a:pt x="657649" y="50048"/>
                  <a:pt x="656994" y="46393"/>
                  <a:pt x="655682" y="43301"/>
                </a:cubicBezTo>
                <a:cubicBezTo>
                  <a:pt x="653338" y="37958"/>
                  <a:pt x="648699" y="35287"/>
                  <a:pt x="641764" y="35287"/>
                </a:cubicBezTo>
                <a:cubicBezTo>
                  <a:pt x="635015" y="35287"/>
                  <a:pt x="629391" y="37958"/>
                  <a:pt x="624892" y="43301"/>
                </a:cubicBezTo>
                <a:cubicBezTo>
                  <a:pt x="620394" y="48643"/>
                  <a:pt x="617161" y="56516"/>
                  <a:pt x="615191" y="66920"/>
                </a:cubicBezTo>
                <a:cubicBezTo>
                  <a:pt x="614255" y="71512"/>
                  <a:pt x="613786" y="75730"/>
                  <a:pt x="613786" y="79573"/>
                </a:cubicBezTo>
                <a:cubicBezTo>
                  <a:pt x="613786" y="83884"/>
                  <a:pt x="614443" y="87586"/>
                  <a:pt x="615755" y="90678"/>
                </a:cubicBezTo>
                <a:cubicBezTo>
                  <a:pt x="618098" y="96021"/>
                  <a:pt x="622690" y="98693"/>
                  <a:pt x="629532" y="98693"/>
                </a:cubicBezTo>
                <a:cubicBezTo>
                  <a:pt x="636281" y="98693"/>
                  <a:pt x="641904" y="96021"/>
                  <a:pt x="646402" y="90678"/>
                </a:cubicBezTo>
                <a:cubicBezTo>
                  <a:pt x="650808" y="85430"/>
                  <a:pt x="654089" y="77510"/>
                  <a:pt x="656244" y="66920"/>
                </a:cubicBezTo>
                <a:cubicBezTo>
                  <a:pt x="657181" y="62326"/>
                  <a:pt x="657649" y="58108"/>
                  <a:pt x="657649" y="54265"/>
                </a:cubicBezTo>
                <a:moveTo>
                  <a:pt x="671990" y="56797"/>
                </a:moveTo>
                <a:cubicBezTo>
                  <a:pt x="671990" y="60265"/>
                  <a:pt x="671662" y="63639"/>
                  <a:pt x="671006" y="66920"/>
                </a:cubicBezTo>
                <a:cubicBezTo>
                  <a:pt x="668756" y="78448"/>
                  <a:pt x="663742" y="87774"/>
                  <a:pt x="655963" y="94896"/>
                </a:cubicBezTo>
                <a:cubicBezTo>
                  <a:pt x="648183" y="101926"/>
                  <a:pt x="638951" y="105442"/>
                  <a:pt x="628266" y="105442"/>
                </a:cubicBezTo>
                <a:cubicBezTo>
                  <a:pt x="617769" y="105442"/>
                  <a:pt x="609896" y="101926"/>
                  <a:pt x="604648" y="94896"/>
                </a:cubicBezTo>
                <a:cubicBezTo>
                  <a:pt x="601086" y="89929"/>
                  <a:pt x="599306" y="83977"/>
                  <a:pt x="599306" y="77041"/>
                </a:cubicBezTo>
                <a:cubicBezTo>
                  <a:pt x="599306" y="74042"/>
                  <a:pt x="599681" y="70668"/>
                  <a:pt x="600430" y="66920"/>
                </a:cubicBezTo>
                <a:cubicBezTo>
                  <a:pt x="602680" y="55297"/>
                  <a:pt x="607694" y="46019"/>
                  <a:pt x="615474" y="39084"/>
                </a:cubicBezTo>
                <a:cubicBezTo>
                  <a:pt x="623253" y="32053"/>
                  <a:pt x="632485" y="28538"/>
                  <a:pt x="643169" y="28538"/>
                </a:cubicBezTo>
                <a:cubicBezTo>
                  <a:pt x="653854" y="28538"/>
                  <a:pt x="661727" y="32053"/>
                  <a:pt x="666788" y="39084"/>
                </a:cubicBezTo>
                <a:cubicBezTo>
                  <a:pt x="670256" y="43956"/>
                  <a:pt x="671990" y="49861"/>
                  <a:pt x="671990" y="56797"/>
                </a:cubicBezTo>
                <a:close/>
                <a:moveTo>
                  <a:pt x="765060" y="96162"/>
                </a:moveTo>
                <a:lnTo>
                  <a:pt x="763655" y="103472"/>
                </a:lnTo>
                <a:lnTo>
                  <a:pt x="739755" y="103472"/>
                </a:lnTo>
                <a:lnTo>
                  <a:pt x="748048" y="61014"/>
                </a:lnTo>
                <a:cubicBezTo>
                  <a:pt x="749079" y="56328"/>
                  <a:pt x="749501" y="52391"/>
                  <a:pt x="749314" y="49205"/>
                </a:cubicBezTo>
                <a:cubicBezTo>
                  <a:pt x="749314" y="46299"/>
                  <a:pt x="748986" y="44143"/>
                  <a:pt x="748329" y="42737"/>
                </a:cubicBezTo>
                <a:cubicBezTo>
                  <a:pt x="746830" y="39551"/>
                  <a:pt x="743269" y="37864"/>
                  <a:pt x="737646" y="37676"/>
                </a:cubicBezTo>
                <a:cubicBezTo>
                  <a:pt x="731834" y="37676"/>
                  <a:pt x="726960" y="39832"/>
                  <a:pt x="723024" y="44144"/>
                </a:cubicBezTo>
                <a:cubicBezTo>
                  <a:pt x="718994" y="48549"/>
                  <a:pt x="716229" y="54782"/>
                  <a:pt x="714729" y="62842"/>
                </a:cubicBezTo>
                <a:lnTo>
                  <a:pt x="706856" y="103472"/>
                </a:lnTo>
                <a:lnTo>
                  <a:pt x="694203" y="103472"/>
                </a:lnTo>
                <a:lnTo>
                  <a:pt x="706997" y="37818"/>
                </a:lnTo>
                <a:lnTo>
                  <a:pt x="694907" y="37818"/>
                </a:lnTo>
                <a:lnTo>
                  <a:pt x="696312" y="30507"/>
                </a:lnTo>
                <a:lnTo>
                  <a:pt x="721055" y="30507"/>
                </a:lnTo>
                <a:lnTo>
                  <a:pt x="718526" y="43441"/>
                </a:lnTo>
                <a:cubicBezTo>
                  <a:pt x="721805" y="38379"/>
                  <a:pt x="725553" y="34677"/>
                  <a:pt x="729771" y="32335"/>
                </a:cubicBezTo>
                <a:cubicBezTo>
                  <a:pt x="733990" y="29804"/>
                  <a:pt x="738583" y="28538"/>
                  <a:pt x="743550" y="28538"/>
                </a:cubicBezTo>
                <a:cubicBezTo>
                  <a:pt x="751610" y="28538"/>
                  <a:pt x="757093" y="30835"/>
                  <a:pt x="759999" y="35428"/>
                </a:cubicBezTo>
                <a:cubicBezTo>
                  <a:pt x="761780" y="38146"/>
                  <a:pt x="762670" y="41894"/>
                  <a:pt x="762670" y="46674"/>
                </a:cubicBezTo>
                <a:cubicBezTo>
                  <a:pt x="762670" y="49861"/>
                  <a:pt x="762248" y="53329"/>
                  <a:pt x="761404" y="57078"/>
                </a:cubicBezTo>
                <a:lnTo>
                  <a:pt x="753812" y="96162"/>
                </a:lnTo>
                <a:lnTo>
                  <a:pt x="765060" y="96162"/>
                </a:lnTo>
                <a:close/>
                <a:moveTo>
                  <a:pt x="958956" y="983"/>
                </a:moveTo>
                <a:lnTo>
                  <a:pt x="957551" y="8293"/>
                </a:lnTo>
                <a:lnTo>
                  <a:pt x="944476" y="8293"/>
                </a:lnTo>
                <a:lnTo>
                  <a:pt x="927325" y="96162"/>
                </a:lnTo>
                <a:lnTo>
                  <a:pt x="940400" y="96162"/>
                </a:lnTo>
                <a:lnTo>
                  <a:pt x="938993" y="103472"/>
                </a:lnTo>
                <a:lnTo>
                  <a:pt x="898926" y="103472"/>
                </a:lnTo>
                <a:lnTo>
                  <a:pt x="900332" y="96162"/>
                </a:lnTo>
                <a:lnTo>
                  <a:pt x="913407" y="96162"/>
                </a:lnTo>
                <a:lnTo>
                  <a:pt x="921981" y="52157"/>
                </a:lnTo>
                <a:lnTo>
                  <a:pt x="868840" y="52157"/>
                </a:lnTo>
                <a:lnTo>
                  <a:pt x="860263" y="96162"/>
                </a:lnTo>
                <a:lnTo>
                  <a:pt x="873338" y="96162"/>
                </a:lnTo>
                <a:lnTo>
                  <a:pt x="871933" y="103472"/>
                </a:lnTo>
                <a:lnTo>
                  <a:pt x="831865" y="103472"/>
                </a:lnTo>
                <a:lnTo>
                  <a:pt x="833270" y="96162"/>
                </a:lnTo>
                <a:lnTo>
                  <a:pt x="846345" y="96162"/>
                </a:lnTo>
                <a:lnTo>
                  <a:pt x="863496" y="8293"/>
                </a:lnTo>
                <a:lnTo>
                  <a:pt x="850423" y="8293"/>
                </a:lnTo>
                <a:lnTo>
                  <a:pt x="851828" y="983"/>
                </a:lnTo>
                <a:lnTo>
                  <a:pt x="891897" y="983"/>
                </a:lnTo>
                <a:lnTo>
                  <a:pt x="890489" y="8293"/>
                </a:lnTo>
                <a:lnTo>
                  <a:pt x="877416" y="8293"/>
                </a:lnTo>
                <a:lnTo>
                  <a:pt x="870526" y="43722"/>
                </a:lnTo>
                <a:lnTo>
                  <a:pt x="923669" y="43722"/>
                </a:lnTo>
                <a:lnTo>
                  <a:pt x="930558" y="8293"/>
                </a:lnTo>
                <a:lnTo>
                  <a:pt x="917483" y="8293"/>
                </a:lnTo>
                <a:lnTo>
                  <a:pt x="918890" y="983"/>
                </a:lnTo>
                <a:lnTo>
                  <a:pt x="958956" y="983"/>
                </a:lnTo>
                <a:close/>
                <a:moveTo>
                  <a:pt x="1012029" y="6326"/>
                </a:moveTo>
                <a:cubicBezTo>
                  <a:pt x="1012029" y="6981"/>
                  <a:pt x="1011982" y="7497"/>
                  <a:pt x="1011889" y="7873"/>
                </a:cubicBezTo>
                <a:cubicBezTo>
                  <a:pt x="1011420" y="10121"/>
                  <a:pt x="1010342" y="11948"/>
                  <a:pt x="1008654" y="13354"/>
                </a:cubicBezTo>
                <a:cubicBezTo>
                  <a:pt x="1006781" y="14854"/>
                  <a:pt x="1004766" y="15604"/>
                  <a:pt x="1002609" y="15604"/>
                </a:cubicBezTo>
                <a:cubicBezTo>
                  <a:pt x="1000454" y="15604"/>
                  <a:pt x="998767" y="14854"/>
                  <a:pt x="997548" y="13354"/>
                </a:cubicBezTo>
                <a:cubicBezTo>
                  <a:pt x="996612" y="12324"/>
                  <a:pt x="996143" y="11012"/>
                  <a:pt x="996143" y="9418"/>
                </a:cubicBezTo>
                <a:cubicBezTo>
                  <a:pt x="996143" y="8763"/>
                  <a:pt x="996190" y="8248"/>
                  <a:pt x="996283" y="7873"/>
                </a:cubicBezTo>
                <a:cubicBezTo>
                  <a:pt x="996752" y="5623"/>
                  <a:pt x="997877" y="3796"/>
                  <a:pt x="999657" y="2390"/>
                </a:cubicBezTo>
                <a:cubicBezTo>
                  <a:pt x="1001438" y="797"/>
                  <a:pt x="1003406" y="0"/>
                  <a:pt x="1005563" y="0"/>
                </a:cubicBezTo>
                <a:cubicBezTo>
                  <a:pt x="1007624" y="0"/>
                  <a:pt x="1009311" y="797"/>
                  <a:pt x="1010624" y="2390"/>
                </a:cubicBezTo>
                <a:cubicBezTo>
                  <a:pt x="1011560" y="3421"/>
                  <a:pt x="1012029" y="4733"/>
                  <a:pt x="1012029" y="6326"/>
                </a:cubicBezTo>
                <a:moveTo>
                  <a:pt x="1007953" y="30507"/>
                </a:moveTo>
                <a:lnTo>
                  <a:pt x="995159" y="96162"/>
                </a:lnTo>
                <a:lnTo>
                  <a:pt x="1007110" y="96162"/>
                </a:lnTo>
                <a:lnTo>
                  <a:pt x="1005702" y="103472"/>
                </a:lnTo>
                <a:lnTo>
                  <a:pt x="981241" y="103472"/>
                </a:lnTo>
                <a:lnTo>
                  <a:pt x="993893" y="37818"/>
                </a:lnTo>
                <a:lnTo>
                  <a:pt x="981803" y="37818"/>
                </a:lnTo>
                <a:lnTo>
                  <a:pt x="983349" y="30507"/>
                </a:lnTo>
                <a:lnTo>
                  <a:pt x="1007953" y="30507"/>
                </a:lnTo>
                <a:close/>
                <a:moveTo>
                  <a:pt x="1100343" y="34444"/>
                </a:moveTo>
                <a:lnTo>
                  <a:pt x="1097249" y="50329"/>
                </a:lnTo>
                <a:lnTo>
                  <a:pt x="1089938" y="50329"/>
                </a:lnTo>
                <a:cubicBezTo>
                  <a:pt x="1090126" y="49018"/>
                  <a:pt x="1090219" y="48034"/>
                  <a:pt x="1090219" y="47377"/>
                </a:cubicBezTo>
                <a:cubicBezTo>
                  <a:pt x="1090219" y="44003"/>
                  <a:pt x="1089048" y="41145"/>
                  <a:pt x="1086705" y="38801"/>
                </a:cubicBezTo>
                <a:cubicBezTo>
                  <a:pt x="1084456" y="36458"/>
                  <a:pt x="1080660" y="35287"/>
                  <a:pt x="1075316" y="35287"/>
                </a:cubicBezTo>
                <a:cubicBezTo>
                  <a:pt x="1064632" y="35287"/>
                  <a:pt x="1058493" y="39036"/>
                  <a:pt x="1056900" y="46534"/>
                </a:cubicBezTo>
                <a:cubicBezTo>
                  <a:pt x="1056712" y="47471"/>
                  <a:pt x="1056619" y="48548"/>
                  <a:pt x="1056619" y="49767"/>
                </a:cubicBezTo>
                <a:cubicBezTo>
                  <a:pt x="1056619" y="51267"/>
                  <a:pt x="1057369" y="52767"/>
                  <a:pt x="1058869" y="54265"/>
                </a:cubicBezTo>
                <a:cubicBezTo>
                  <a:pt x="1060462" y="55860"/>
                  <a:pt x="1064117" y="57641"/>
                  <a:pt x="1069833" y="59609"/>
                </a:cubicBezTo>
                <a:lnTo>
                  <a:pt x="1079253" y="62703"/>
                </a:lnTo>
                <a:cubicBezTo>
                  <a:pt x="1085720" y="64763"/>
                  <a:pt x="1090172" y="67481"/>
                  <a:pt x="1092609" y="70857"/>
                </a:cubicBezTo>
                <a:cubicBezTo>
                  <a:pt x="1094297" y="73106"/>
                  <a:pt x="1095140" y="75355"/>
                  <a:pt x="1095140" y="77603"/>
                </a:cubicBezTo>
                <a:cubicBezTo>
                  <a:pt x="1095140" y="87351"/>
                  <a:pt x="1091298" y="94662"/>
                  <a:pt x="1083612" y="99536"/>
                </a:cubicBezTo>
                <a:cubicBezTo>
                  <a:pt x="1077520" y="103473"/>
                  <a:pt x="1069881" y="105442"/>
                  <a:pt x="1060697" y="105442"/>
                </a:cubicBezTo>
                <a:cubicBezTo>
                  <a:pt x="1051324" y="105442"/>
                  <a:pt x="1042607" y="103426"/>
                  <a:pt x="1034547" y="99394"/>
                </a:cubicBezTo>
                <a:lnTo>
                  <a:pt x="1037921" y="82385"/>
                </a:lnTo>
                <a:lnTo>
                  <a:pt x="1045090" y="82385"/>
                </a:lnTo>
                <a:cubicBezTo>
                  <a:pt x="1044903" y="84071"/>
                  <a:pt x="1044809" y="85336"/>
                  <a:pt x="1044809" y="86180"/>
                </a:cubicBezTo>
                <a:cubicBezTo>
                  <a:pt x="1044809" y="94522"/>
                  <a:pt x="1050480" y="98693"/>
                  <a:pt x="1061821" y="98693"/>
                </a:cubicBezTo>
                <a:cubicBezTo>
                  <a:pt x="1073162" y="98693"/>
                  <a:pt x="1079676" y="94522"/>
                  <a:pt x="1081362" y="86180"/>
                </a:cubicBezTo>
                <a:cubicBezTo>
                  <a:pt x="1081456" y="85618"/>
                  <a:pt x="1081503" y="84493"/>
                  <a:pt x="1081503" y="82805"/>
                </a:cubicBezTo>
                <a:cubicBezTo>
                  <a:pt x="1081503" y="81307"/>
                  <a:pt x="1080707" y="79761"/>
                  <a:pt x="1079114" y="78167"/>
                </a:cubicBezTo>
                <a:cubicBezTo>
                  <a:pt x="1077613" y="76385"/>
                  <a:pt x="1073583" y="74370"/>
                  <a:pt x="1067023" y="72120"/>
                </a:cubicBezTo>
                <a:lnTo>
                  <a:pt x="1058447" y="69029"/>
                </a:lnTo>
                <a:cubicBezTo>
                  <a:pt x="1052541" y="67060"/>
                  <a:pt x="1048652" y="64763"/>
                  <a:pt x="1046779" y="62138"/>
                </a:cubicBezTo>
                <a:cubicBezTo>
                  <a:pt x="1044904" y="59421"/>
                  <a:pt x="1043966" y="56609"/>
                  <a:pt x="1043966" y="53703"/>
                </a:cubicBezTo>
                <a:cubicBezTo>
                  <a:pt x="1043966" y="52392"/>
                  <a:pt x="1044106" y="51127"/>
                  <a:pt x="1044387" y="49908"/>
                </a:cubicBezTo>
                <a:cubicBezTo>
                  <a:pt x="1045700" y="43160"/>
                  <a:pt x="1049168" y="37957"/>
                  <a:pt x="1054791" y="34302"/>
                </a:cubicBezTo>
                <a:cubicBezTo>
                  <a:pt x="1060321" y="30459"/>
                  <a:pt x="1067210" y="28538"/>
                  <a:pt x="1075458" y="28538"/>
                </a:cubicBezTo>
                <a:cubicBezTo>
                  <a:pt x="1083424" y="28538"/>
                  <a:pt x="1091719" y="30506"/>
                  <a:pt x="1100343" y="34444"/>
                </a:cubicBezTo>
                <a:close/>
                <a:moveTo>
                  <a:pt x="1171924" y="30507"/>
                </a:moveTo>
                <a:lnTo>
                  <a:pt x="1170519" y="37818"/>
                </a:lnTo>
                <a:lnTo>
                  <a:pt x="1146759" y="37818"/>
                </a:lnTo>
                <a:lnTo>
                  <a:pt x="1137762" y="84213"/>
                </a:lnTo>
                <a:cubicBezTo>
                  <a:pt x="1137105" y="87586"/>
                  <a:pt x="1136777" y="90445"/>
                  <a:pt x="1136777" y="92787"/>
                </a:cubicBezTo>
                <a:cubicBezTo>
                  <a:pt x="1136777" y="94287"/>
                  <a:pt x="1136918" y="95366"/>
                  <a:pt x="1137199" y="96022"/>
                </a:cubicBezTo>
                <a:cubicBezTo>
                  <a:pt x="1138043" y="97803"/>
                  <a:pt x="1140105" y="98693"/>
                  <a:pt x="1143384" y="98693"/>
                </a:cubicBezTo>
                <a:cubicBezTo>
                  <a:pt x="1146665" y="98693"/>
                  <a:pt x="1149243" y="97709"/>
                  <a:pt x="1151118" y="95741"/>
                </a:cubicBezTo>
                <a:cubicBezTo>
                  <a:pt x="1152993" y="93772"/>
                  <a:pt x="1154398" y="90632"/>
                  <a:pt x="1155335" y="86321"/>
                </a:cubicBezTo>
                <a:lnTo>
                  <a:pt x="1164896" y="86321"/>
                </a:lnTo>
                <a:cubicBezTo>
                  <a:pt x="1163209" y="92976"/>
                  <a:pt x="1160444" y="97803"/>
                  <a:pt x="1156601" y="100802"/>
                </a:cubicBezTo>
                <a:cubicBezTo>
                  <a:pt x="1152758" y="103895"/>
                  <a:pt x="1147556" y="105442"/>
                  <a:pt x="1140994" y="105442"/>
                </a:cubicBezTo>
                <a:cubicBezTo>
                  <a:pt x="1133590" y="105442"/>
                  <a:pt x="1128717" y="103848"/>
                  <a:pt x="1126375" y="100660"/>
                </a:cubicBezTo>
                <a:cubicBezTo>
                  <a:pt x="1124874" y="98692"/>
                  <a:pt x="1124172" y="95834"/>
                  <a:pt x="1124266" y="92086"/>
                </a:cubicBezTo>
                <a:cubicBezTo>
                  <a:pt x="1124266" y="89836"/>
                  <a:pt x="1124547" y="87212"/>
                  <a:pt x="1125109" y="84213"/>
                </a:cubicBezTo>
                <a:lnTo>
                  <a:pt x="1134106" y="37818"/>
                </a:lnTo>
                <a:lnTo>
                  <a:pt x="1123000" y="37818"/>
                </a:lnTo>
                <a:lnTo>
                  <a:pt x="1124405" y="30507"/>
                </a:lnTo>
                <a:lnTo>
                  <a:pt x="1135513" y="30507"/>
                </a:lnTo>
                <a:lnTo>
                  <a:pt x="1139870" y="7873"/>
                </a:lnTo>
                <a:lnTo>
                  <a:pt x="1152664" y="7873"/>
                </a:lnTo>
                <a:lnTo>
                  <a:pt x="1148166" y="30507"/>
                </a:lnTo>
                <a:lnTo>
                  <a:pt x="1171924" y="30507"/>
                </a:lnTo>
                <a:close/>
                <a:moveTo>
                  <a:pt x="1252810" y="54265"/>
                </a:moveTo>
                <a:cubicBezTo>
                  <a:pt x="1252810" y="50048"/>
                  <a:pt x="1252154" y="46393"/>
                  <a:pt x="1250843" y="43301"/>
                </a:cubicBezTo>
                <a:cubicBezTo>
                  <a:pt x="1248499" y="37958"/>
                  <a:pt x="1243860" y="35287"/>
                  <a:pt x="1236925" y="35287"/>
                </a:cubicBezTo>
                <a:cubicBezTo>
                  <a:pt x="1230176" y="35287"/>
                  <a:pt x="1224552" y="37958"/>
                  <a:pt x="1220053" y="43301"/>
                </a:cubicBezTo>
                <a:cubicBezTo>
                  <a:pt x="1215555" y="48643"/>
                  <a:pt x="1212321" y="56516"/>
                  <a:pt x="1210352" y="66920"/>
                </a:cubicBezTo>
                <a:cubicBezTo>
                  <a:pt x="1209415" y="71512"/>
                  <a:pt x="1208947" y="75730"/>
                  <a:pt x="1208947" y="79573"/>
                </a:cubicBezTo>
                <a:cubicBezTo>
                  <a:pt x="1208947" y="83884"/>
                  <a:pt x="1209603" y="87586"/>
                  <a:pt x="1210916" y="90678"/>
                </a:cubicBezTo>
                <a:cubicBezTo>
                  <a:pt x="1213259" y="96021"/>
                  <a:pt x="1217851" y="98693"/>
                  <a:pt x="1224693" y="98693"/>
                </a:cubicBezTo>
                <a:cubicBezTo>
                  <a:pt x="1231442" y="98693"/>
                  <a:pt x="1237065" y="96021"/>
                  <a:pt x="1241563" y="90678"/>
                </a:cubicBezTo>
                <a:cubicBezTo>
                  <a:pt x="1245969" y="85430"/>
                  <a:pt x="1249250" y="77510"/>
                  <a:pt x="1251405" y="66920"/>
                </a:cubicBezTo>
                <a:cubicBezTo>
                  <a:pt x="1252342" y="62326"/>
                  <a:pt x="1252810" y="58108"/>
                  <a:pt x="1252810" y="54265"/>
                </a:cubicBezTo>
                <a:moveTo>
                  <a:pt x="1267151" y="56797"/>
                </a:moveTo>
                <a:cubicBezTo>
                  <a:pt x="1267151" y="60265"/>
                  <a:pt x="1266823" y="63639"/>
                  <a:pt x="1266166" y="66920"/>
                </a:cubicBezTo>
                <a:cubicBezTo>
                  <a:pt x="1263917" y="78448"/>
                  <a:pt x="1258903" y="87774"/>
                  <a:pt x="1251124" y="94896"/>
                </a:cubicBezTo>
                <a:cubicBezTo>
                  <a:pt x="1243344" y="101926"/>
                  <a:pt x="1234112" y="105442"/>
                  <a:pt x="1223427" y="105442"/>
                </a:cubicBezTo>
                <a:cubicBezTo>
                  <a:pt x="1212930" y="105442"/>
                  <a:pt x="1205057" y="101926"/>
                  <a:pt x="1199808" y="94896"/>
                </a:cubicBezTo>
                <a:cubicBezTo>
                  <a:pt x="1196247" y="89929"/>
                  <a:pt x="1194467" y="83977"/>
                  <a:pt x="1194467" y="77041"/>
                </a:cubicBezTo>
                <a:cubicBezTo>
                  <a:pt x="1194467" y="74042"/>
                  <a:pt x="1194841" y="70668"/>
                  <a:pt x="1195591" y="66920"/>
                </a:cubicBezTo>
                <a:cubicBezTo>
                  <a:pt x="1197840" y="55297"/>
                  <a:pt x="1202855" y="46019"/>
                  <a:pt x="1210635" y="39084"/>
                </a:cubicBezTo>
                <a:cubicBezTo>
                  <a:pt x="1218414" y="32053"/>
                  <a:pt x="1227645" y="28538"/>
                  <a:pt x="1238330" y="28538"/>
                </a:cubicBezTo>
                <a:cubicBezTo>
                  <a:pt x="1249015" y="28538"/>
                  <a:pt x="1256887" y="32053"/>
                  <a:pt x="1261949" y="39084"/>
                </a:cubicBezTo>
                <a:cubicBezTo>
                  <a:pt x="1265417" y="43956"/>
                  <a:pt x="1267151" y="49861"/>
                  <a:pt x="1267151" y="56797"/>
                </a:cubicBezTo>
                <a:close/>
                <a:moveTo>
                  <a:pt x="1353613" y="30366"/>
                </a:moveTo>
                <a:lnTo>
                  <a:pt x="1350097" y="48643"/>
                </a:lnTo>
                <a:lnTo>
                  <a:pt x="1342788" y="48643"/>
                </a:lnTo>
                <a:cubicBezTo>
                  <a:pt x="1342788" y="48361"/>
                  <a:pt x="1342811" y="47939"/>
                  <a:pt x="1342857" y="47377"/>
                </a:cubicBezTo>
                <a:cubicBezTo>
                  <a:pt x="1342904" y="46815"/>
                  <a:pt x="1342975" y="46393"/>
                  <a:pt x="1343069" y="46111"/>
                </a:cubicBezTo>
                <a:cubicBezTo>
                  <a:pt x="1343069" y="43769"/>
                  <a:pt x="1342506" y="41895"/>
                  <a:pt x="1341381" y="40489"/>
                </a:cubicBezTo>
                <a:cubicBezTo>
                  <a:pt x="1339975" y="38708"/>
                  <a:pt x="1337538" y="37818"/>
                  <a:pt x="1334070" y="37818"/>
                </a:cubicBezTo>
                <a:cubicBezTo>
                  <a:pt x="1327885" y="37818"/>
                  <a:pt x="1322683" y="39973"/>
                  <a:pt x="1318466" y="44284"/>
                </a:cubicBezTo>
                <a:cubicBezTo>
                  <a:pt x="1314248" y="48783"/>
                  <a:pt x="1311389" y="54969"/>
                  <a:pt x="1309889" y="62842"/>
                </a:cubicBezTo>
                <a:lnTo>
                  <a:pt x="1302016" y="103472"/>
                </a:lnTo>
                <a:lnTo>
                  <a:pt x="1289364" y="103472"/>
                </a:lnTo>
                <a:lnTo>
                  <a:pt x="1302158" y="37676"/>
                </a:lnTo>
                <a:lnTo>
                  <a:pt x="1290067" y="37676"/>
                </a:lnTo>
                <a:lnTo>
                  <a:pt x="1291472" y="30507"/>
                </a:lnTo>
                <a:lnTo>
                  <a:pt x="1316215" y="30507"/>
                </a:lnTo>
                <a:lnTo>
                  <a:pt x="1313686" y="43441"/>
                </a:lnTo>
                <a:cubicBezTo>
                  <a:pt x="1317247" y="38286"/>
                  <a:pt x="1321184" y="34537"/>
                  <a:pt x="1325496" y="32193"/>
                </a:cubicBezTo>
                <a:cubicBezTo>
                  <a:pt x="1329900" y="29756"/>
                  <a:pt x="1334867" y="28538"/>
                  <a:pt x="1340396" y="28538"/>
                </a:cubicBezTo>
                <a:cubicBezTo>
                  <a:pt x="1342553" y="28538"/>
                  <a:pt x="1344662" y="28679"/>
                  <a:pt x="1346725" y="28960"/>
                </a:cubicBezTo>
                <a:cubicBezTo>
                  <a:pt x="1350755" y="29804"/>
                  <a:pt x="1353051" y="30273"/>
                  <a:pt x="1353613" y="30366"/>
                </a:cubicBezTo>
                <a:close/>
                <a:moveTo>
                  <a:pt x="1462101" y="31069"/>
                </a:moveTo>
                <a:cubicBezTo>
                  <a:pt x="1457602" y="57312"/>
                  <a:pt x="1451370" y="77323"/>
                  <a:pt x="1443404" y="91101"/>
                </a:cubicBezTo>
                <a:cubicBezTo>
                  <a:pt x="1431688" y="111439"/>
                  <a:pt x="1421144" y="124607"/>
                  <a:pt x="1411770" y="130605"/>
                </a:cubicBezTo>
                <a:cubicBezTo>
                  <a:pt x="1407646" y="133324"/>
                  <a:pt x="1400101" y="134683"/>
                  <a:pt x="1389136" y="134683"/>
                </a:cubicBezTo>
                <a:cubicBezTo>
                  <a:pt x="1386699" y="134683"/>
                  <a:pt x="1384543" y="134496"/>
                  <a:pt x="1382668" y="134121"/>
                </a:cubicBezTo>
                <a:cubicBezTo>
                  <a:pt x="1379669" y="133559"/>
                  <a:pt x="1377467" y="133044"/>
                  <a:pt x="1376061" y="132574"/>
                </a:cubicBezTo>
                <a:lnTo>
                  <a:pt x="1378732" y="118656"/>
                </a:lnTo>
                <a:lnTo>
                  <a:pt x="1385200" y="118656"/>
                </a:lnTo>
                <a:cubicBezTo>
                  <a:pt x="1385105" y="119125"/>
                  <a:pt x="1385058" y="119828"/>
                  <a:pt x="1385058" y="120765"/>
                </a:cubicBezTo>
                <a:cubicBezTo>
                  <a:pt x="1385058" y="122640"/>
                  <a:pt x="1385480" y="124139"/>
                  <a:pt x="1386324" y="125264"/>
                </a:cubicBezTo>
                <a:cubicBezTo>
                  <a:pt x="1387448" y="126857"/>
                  <a:pt x="1389510" y="127653"/>
                  <a:pt x="1392511" y="127653"/>
                </a:cubicBezTo>
                <a:cubicBezTo>
                  <a:pt x="1400571" y="127653"/>
                  <a:pt x="1408116" y="124139"/>
                  <a:pt x="1415145" y="117110"/>
                </a:cubicBezTo>
                <a:lnTo>
                  <a:pt x="1397852" y="37818"/>
                </a:lnTo>
                <a:lnTo>
                  <a:pt x="1389557" y="37818"/>
                </a:lnTo>
                <a:lnTo>
                  <a:pt x="1390964" y="30507"/>
                </a:lnTo>
                <a:lnTo>
                  <a:pt x="1409943" y="30507"/>
                </a:lnTo>
                <a:lnTo>
                  <a:pt x="1426111" y="102910"/>
                </a:lnTo>
                <a:cubicBezTo>
                  <a:pt x="1433328" y="92131"/>
                  <a:pt x="1437920" y="84352"/>
                  <a:pt x="1439888" y="79573"/>
                </a:cubicBezTo>
                <a:cubicBezTo>
                  <a:pt x="1445793" y="65138"/>
                  <a:pt x="1449214" y="51454"/>
                  <a:pt x="1450150" y="38520"/>
                </a:cubicBezTo>
                <a:lnTo>
                  <a:pt x="1441857" y="38520"/>
                </a:lnTo>
                <a:lnTo>
                  <a:pt x="1443262" y="31069"/>
                </a:lnTo>
                <a:lnTo>
                  <a:pt x="1462101" y="31069"/>
                </a:lnTo>
                <a:close/>
                <a:moveTo>
                  <a:pt x="1547529" y="59401"/>
                </a:moveTo>
                <a:lnTo>
                  <a:pt x="1480873" y="87958"/>
                </a:lnTo>
                <a:lnTo>
                  <a:pt x="1480873" y="75602"/>
                </a:lnTo>
                <a:lnTo>
                  <a:pt x="1533663" y="53703"/>
                </a:lnTo>
                <a:lnTo>
                  <a:pt x="1480873" y="32080"/>
                </a:lnTo>
                <a:lnTo>
                  <a:pt x="1480873" y="19723"/>
                </a:lnTo>
                <a:lnTo>
                  <a:pt x="1547529" y="47868"/>
                </a:lnTo>
                <a:lnTo>
                  <a:pt x="1547529" y="5940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0" name="Text Response:&lt;">
            <a:extLst xmlns:a="http://schemas.openxmlformats.org/drawingml/2006/main">
              <a:ext uri="{FF2B5EF4-FFF2-40B4-BE49-F238E27FC236}">
                <a16:creationId xmlns:a16="http://schemas.microsoft.com/office/drawing/2014/main" id="{3CCF432C-EB3D-4F45-9E7C-EF8CF759D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8329" y="3965636"/>
            <a:ext cx="859963" cy="128644"/>
          </a:xfrm>
          <a:custGeom xmlns:a="http://schemas.openxmlformats.org/drawingml/2006/main">
            <a:pathLst>
              <a:path w="859963" h="128644">
                <a:moveTo>
                  <a:pt x="0" y="100636"/>
                </a:moveTo>
                <a:lnTo>
                  <a:pt x="0" y="0"/>
                </a:lnTo>
                <a:lnTo>
                  <a:pt x="44621" y="0"/>
                </a:lnTo>
                <a:cubicBezTo>
                  <a:pt x="53590" y="0"/>
                  <a:pt x="60409" y="903"/>
                  <a:pt x="65077" y="2709"/>
                </a:cubicBezTo>
                <a:cubicBezTo>
                  <a:pt x="69745" y="4514"/>
                  <a:pt x="73475" y="7702"/>
                  <a:pt x="76267" y="12273"/>
                </a:cubicBezTo>
                <a:cubicBezTo>
                  <a:pt x="79058" y="16844"/>
                  <a:pt x="80454" y="21894"/>
                  <a:pt x="80454" y="27424"/>
                </a:cubicBezTo>
                <a:cubicBezTo>
                  <a:pt x="80454" y="34555"/>
                  <a:pt x="78143" y="40566"/>
                  <a:pt x="73521" y="45457"/>
                </a:cubicBezTo>
                <a:cubicBezTo>
                  <a:pt x="68899" y="50347"/>
                  <a:pt x="61759" y="53455"/>
                  <a:pt x="52103" y="54780"/>
                </a:cubicBezTo>
                <a:cubicBezTo>
                  <a:pt x="55627" y="56476"/>
                  <a:pt x="58304" y="58150"/>
                  <a:pt x="60135" y="59800"/>
                </a:cubicBezTo>
                <a:cubicBezTo>
                  <a:pt x="64025" y="63377"/>
                  <a:pt x="67709" y="67845"/>
                  <a:pt x="71187" y="73206"/>
                </a:cubicBezTo>
                <a:lnTo>
                  <a:pt x="88692" y="100636"/>
                </a:lnTo>
                <a:lnTo>
                  <a:pt x="71942" y="100636"/>
                </a:lnTo>
                <a:lnTo>
                  <a:pt x="58625" y="79667"/>
                </a:lnTo>
                <a:cubicBezTo>
                  <a:pt x="54735" y="73617"/>
                  <a:pt x="51531" y="68989"/>
                  <a:pt x="49014" y="65781"/>
                </a:cubicBezTo>
                <a:cubicBezTo>
                  <a:pt x="46497" y="62572"/>
                  <a:pt x="44243" y="60326"/>
                  <a:pt x="42252" y="59043"/>
                </a:cubicBezTo>
                <a:cubicBezTo>
                  <a:pt x="40261" y="57759"/>
                  <a:pt x="38236" y="56864"/>
                  <a:pt x="36177" y="56359"/>
                </a:cubicBezTo>
                <a:cubicBezTo>
                  <a:pt x="34667" y="56039"/>
                  <a:pt x="32195" y="55879"/>
                  <a:pt x="28763" y="55879"/>
                </a:cubicBezTo>
                <a:lnTo>
                  <a:pt x="13318" y="55879"/>
                </a:lnTo>
                <a:lnTo>
                  <a:pt x="13318" y="100636"/>
                </a:lnTo>
                <a:lnTo>
                  <a:pt x="0" y="100636"/>
                </a:lnTo>
                <a:moveTo>
                  <a:pt x="13318" y="44346"/>
                </a:moveTo>
                <a:lnTo>
                  <a:pt x="41943" y="44346"/>
                </a:lnTo>
                <a:cubicBezTo>
                  <a:pt x="48030" y="44346"/>
                  <a:pt x="52790" y="43718"/>
                  <a:pt x="56222" y="42462"/>
                </a:cubicBezTo>
                <a:cubicBezTo>
                  <a:pt x="59654" y="41207"/>
                  <a:pt x="62263" y="39197"/>
                  <a:pt x="64048" y="36434"/>
                </a:cubicBezTo>
                <a:cubicBezTo>
                  <a:pt x="65832" y="33671"/>
                  <a:pt x="66725" y="30668"/>
                  <a:pt x="66725" y="27424"/>
                </a:cubicBezTo>
                <a:cubicBezTo>
                  <a:pt x="66725" y="22675"/>
                  <a:pt x="64997" y="18771"/>
                  <a:pt x="61542" y="15712"/>
                </a:cubicBezTo>
                <a:cubicBezTo>
                  <a:pt x="58087" y="12651"/>
                  <a:pt x="52629" y="11121"/>
                  <a:pt x="45170" y="11121"/>
                </a:cubicBezTo>
                <a:lnTo>
                  <a:pt x="13318" y="11121"/>
                </a:lnTo>
                <a:lnTo>
                  <a:pt x="13318" y="44346"/>
                </a:lnTo>
                <a:close/>
                <a:moveTo>
                  <a:pt x="149463" y="77022"/>
                </a:moveTo>
                <a:lnTo>
                  <a:pt x="162231" y="78669"/>
                </a:lnTo>
                <a:cubicBezTo>
                  <a:pt x="160218" y="86151"/>
                  <a:pt x="156488" y="91957"/>
                  <a:pt x="151042" y="96089"/>
                </a:cubicBezTo>
                <a:cubicBezTo>
                  <a:pt x="145596" y="100219"/>
                  <a:pt x="138640" y="102284"/>
                  <a:pt x="130173" y="102284"/>
                </a:cubicBezTo>
                <a:cubicBezTo>
                  <a:pt x="119510" y="102284"/>
                  <a:pt x="111055" y="99000"/>
                  <a:pt x="104808" y="92433"/>
                </a:cubicBezTo>
                <a:cubicBezTo>
                  <a:pt x="98561" y="85866"/>
                  <a:pt x="95438" y="76656"/>
                  <a:pt x="95438" y="64803"/>
                </a:cubicBezTo>
                <a:cubicBezTo>
                  <a:pt x="95438" y="52538"/>
                  <a:pt x="98596" y="43019"/>
                  <a:pt x="104911" y="36246"/>
                </a:cubicBezTo>
                <a:cubicBezTo>
                  <a:pt x="111227" y="29472"/>
                  <a:pt x="119419" y="26086"/>
                  <a:pt x="129487" y="26086"/>
                </a:cubicBezTo>
                <a:cubicBezTo>
                  <a:pt x="139235" y="26086"/>
                  <a:pt x="147198" y="29399"/>
                  <a:pt x="153376" y="36025"/>
                </a:cubicBezTo>
                <a:cubicBezTo>
                  <a:pt x="159554" y="42649"/>
                  <a:pt x="162643" y="51969"/>
                  <a:pt x="162643" y="63985"/>
                </a:cubicBezTo>
                <a:cubicBezTo>
                  <a:pt x="162643" y="64716"/>
                  <a:pt x="162620" y="65812"/>
                  <a:pt x="162575" y="67274"/>
                </a:cubicBezTo>
                <a:lnTo>
                  <a:pt x="108206" y="67274"/>
                </a:lnTo>
                <a:cubicBezTo>
                  <a:pt x="108664" y="75306"/>
                  <a:pt x="110929" y="81455"/>
                  <a:pt x="115002" y="85723"/>
                </a:cubicBezTo>
                <a:cubicBezTo>
                  <a:pt x="119075" y="89990"/>
                  <a:pt x="124155" y="92124"/>
                  <a:pt x="130242" y="92124"/>
                </a:cubicBezTo>
                <a:cubicBezTo>
                  <a:pt x="134773" y="92124"/>
                  <a:pt x="138640" y="90924"/>
                  <a:pt x="141843" y="88522"/>
                </a:cubicBezTo>
                <a:cubicBezTo>
                  <a:pt x="145047" y="86120"/>
                  <a:pt x="147587" y="82286"/>
                  <a:pt x="149463" y="77022"/>
                </a:cubicBezTo>
                <a:moveTo>
                  <a:pt x="108893" y="57114"/>
                </a:moveTo>
                <a:lnTo>
                  <a:pt x="149600" y="57114"/>
                </a:lnTo>
                <a:cubicBezTo>
                  <a:pt x="149051" y="51002"/>
                  <a:pt x="147495" y="46418"/>
                  <a:pt x="144932" y="43361"/>
                </a:cubicBezTo>
                <a:cubicBezTo>
                  <a:pt x="140997" y="38617"/>
                  <a:pt x="135894" y="36246"/>
                  <a:pt x="129624" y="36246"/>
                </a:cubicBezTo>
                <a:cubicBezTo>
                  <a:pt x="123949" y="36246"/>
                  <a:pt x="119178" y="38139"/>
                  <a:pt x="115311" y="41926"/>
                </a:cubicBezTo>
                <a:cubicBezTo>
                  <a:pt x="111444" y="45712"/>
                  <a:pt x="109305" y="50774"/>
                  <a:pt x="108893" y="57114"/>
                </a:cubicBezTo>
                <a:close/>
                <a:moveTo>
                  <a:pt x="172524" y="78807"/>
                </a:moveTo>
                <a:lnTo>
                  <a:pt x="184743" y="76885"/>
                </a:lnTo>
                <a:cubicBezTo>
                  <a:pt x="185429" y="81803"/>
                  <a:pt x="187340" y="85573"/>
                  <a:pt x="190475" y="88194"/>
                </a:cubicBezTo>
                <a:cubicBezTo>
                  <a:pt x="193610" y="90814"/>
                  <a:pt x="197992" y="92124"/>
                  <a:pt x="203621" y="92124"/>
                </a:cubicBezTo>
                <a:cubicBezTo>
                  <a:pt x="209295" y="92124"/>
                  <a:pt x="213506" y="90969"/>
                  <a:pt x="216252" y="88658"/>
                </a:cubicBezTo>
                <a:cubicBezTo>
                  <a:pt x="218998" y="86346"/>
                  <a:pt x="220371" y="83635"/>
                  <a:pt x="220371" y="80523"/>
                </a:cubicBezTo>
                <a:cubicBezTo>
                  <a:pt x="220371" y="77731"/>
                  <a:pt x="219158" y="75535"/>
                  <a:pt x="216732" y="73933"/>
                </a:cubicBezTo>
                <a:cubicBezTo>
                  <a:pt x="215039" y="72834"/>
                  <a:pt x="210829" y="71439"/>
                  <a:pt x="204101" y="69745"/>
                </a:cubicBezTo>
                <a:cubicBezTo>
                  <a:pt x="195040" y="67457"/>
                  <a:pt x="188759" y="65478"/>
                  <a:pt x="185258" y="63807"/>
                </a:cubicBezTo>
                <a:cubicBezTo>
                  <a:pt x="181757" y="62137"/>
                  <a:pt x="179102" y="59826"/>
                  <a:pt x="177295" y="56874"/>
                </a:cubicBezTo>
                <a:cubicBezTo>
                  <a:pt x="175487" y="53922"/>
                  <a:pt x="174583" y="50661"/>
                  <a:pt x="174583" y="47092"/>
                </a:cubicBezTo>
                <a:cubicBezTo>
                  <a:pt x="174583" y="43843"/>
                  <a:pt x="175327" y="40834"/>
                  <a:pt x="176814" y="38065"/>
                </a:cubicBezTo>
                <a:cubicBezTo>
                  <a:pt x="178301" y="35296"/>
                  <a:pt x="180326" y="32996"/>
                  <a:pt x="182889" y="31166"/>
                </a:cubicBezTo>
                <a:cubicBezTo>
                  <a:pt x="184811" y="29747"/>
                  <a:pt x="187431" y="28546"/>
                  <a:pt x="190749" y="27562"/>
                </a:cubicBezTo>
                <a:cubicBezTo>
                  <a:pt x="194067" y="26578"/>
                  <a:pt x="197625" y="26086"/>
                  <a:pt x="201424" y="26086"/>
                </a:cubicBezTo>
                <a:cubicBezTo>
                  <a:pt x="207145" y="26086"/>
                  <a:pt x="212167" y="26910"/>
                  <a:pt x="216492" y="28557"/>
                </a:cubicBezTo>
                <a:cubicBezTo>
                  <a:pt x="220817" y="30205"/>
                  <a:pt x="224009" y="32436"/>
                  <a:pt x="226068" y="35250"/>
                </a:cubicBezTo>
                <a:cubicBezTo>
                  <a:pt x="228128" y="38065"/>
                  <a:pt x="229546" y="41829"/>
                  <a:pt x="230324" y="46543"/>
                </a:cubicBezTo>
                <a:lnTo>
                  <a:pt x="218242" y="48190"/>
                </a:lnTo>
                <a:cubicBezTo>
                  <a:pt x="217693" y="44437"/>
                  <a:pt x="216103" y="41509"/>
                  <a:pt x="213471" y="39403"/>
                </a:cubicBezTo>
                <a:cubicBezTo>
                  <a:pt x="210840" y="37298"/>
                  <a:pt x="207122" y="36246"/>
                  <a:pt x="202316" y="36246"/>
                </a:cubicBezTo>
                <a:cubicBezTo>
                  <a:pt x="196642" y="36246"/>
                  <a:pt x="192591" y="37184"/>
                  <a:pt x="190166" y="39060"/>
                </a:cubicBezTo>
                <a:cubicBezTo>
                  <a:pt x="187740" y="40936"/>
                  <a:pt x="186528" y="43133"/>
                  <a:pt x="186528" y="45650"/>
                </a:cubicBezTo>
                <a:cubicBezTo>
                  <a:pt x="186528" y="47252"/>
                  <a:pt x="187031" y="48694"/>
                  <a:pt x="188038" y="49975"/>
                </a:cubicBezTo>
                <a:cubicBezTo>
                  <a:pt x="189045" y="51302"/>
                  <a:pt x="190623" y="52401"/>
                  <a:pt x="192774" y="53270"/>
                </a:cubicBezTo>
                <a:cubicBezTo>
                  <a:pt x="194010" y="53728"/>
                  <a:pt x="197648" y="54780"/>
                  <a:pt x="203689" y="56428"/>
                </a:cubicBezTo>
                <a:cubicBezTo>
                  <a:pt x="212430" y="58762"/>
                  <a:pt x="218528" y="60672"/>
                  <a:pt x="221984" y="62160"/>
                </a:cubicBezTo>
                <a:cubicBezTo>
                  <a:pt x="225439" y="63647"/>
                  <a:pt x="228151" y="65810"/>
                  <a:pt x="230118" y="68647"/>
                </a:cubicBezTo>
                <a:cubicBezTo>
                  <a:pt x="232086" y="71484"/>
                  <a:pt x="233070" y="75008"/>
                  <a:pt x="233070" y="79219"/>
                </a:cubicBezTo>
                <a:cubicBezTo>
                  <a:pt x="233070" y="83337"/>
                  <a:pt x="231869" y="87216"/>
                  <a:pt x="229466" y="90854"/>
                </a:cubicBezTo>
                <a:cubicBezTo>
                  <a:pt x="227064" y="94493"/>
                  <a:pt x="223597" y="97307"/>
                  <a:pt x="219066" y="99298"/>
                </a:cubicBezTo>
                <a:cubicBezTo>
                  <a:pt x="214536" y="101289"/>
                  <a:pt x="209410" y="102284"/>
                  <a:pt x="203689" y="102284"/>
                </a:cubicBezTo>
                <a:cubicBezTo>
                  <a:pt x="194216" y="102284"/>
                  <a:pt x="186997" y="100310"/>
                  <a:pt x="182031" y="96363"/>
                </a:cubicBezTo>
                <a:cubicBezTo>
                  <a:pt x="177066" y="92416"/>
                  <a:pt x="173897" y="86564"/>
                  <a:pt x="172524" y="78807"/>
                </a:cubicBezTo>
                <a:close/>
                <a:moveTo>
                  <a:pt x="255376" y="128644"/>
                </a:moveTo>
                <a:lnTo>
                  <a:pt x="255376" y="27733"/>
                </a:lnTo>
                <a:lnTo>
                  <a:pt x="266634" y="27733"/>
                </a:lnTo>
                <a:lnTo>
                  <a:pt x="266634" y="37273"/>
                </a:lnTo>
                <a:cubicBezTo>
                  <a:pt x="269288" y="33543"/>
                  <a:pt x="272286" y="30747"/>
                  <a:pt x="275627" y="28883"/>
                </a:cubicBezTo>
                <a:cubicBezTo>
                  <a:pt x="278968" y="27018"/>
                  <a:pt x="283018" y="26086"/>
                  <a:pt x="287777" y="26086"/>
                </a:cubicBezTo>
                <a:cubicBezTo>
                  <a:pt x="294001" y="26086"/>
                  <a:pt x="299493" y="27688"/>
                  <a:pt x="304253" y="30891"/>
                </a:cubicBezTo>
                <a:cubicBezTo>
                  <a:pt x="309012" y="34095"/>
                  <a:pt x="312605" y="38614"/>
                  <a:pt x="315030" y="44449"/>
                </a:cubicBezTo>
                <a:cubicBezTo>
                  <a:pt x="317456" y="50284"/>
                  <a:pt x="318668" y="56680"/>
                  <a:pt x="318668" y="63636"/>
                </a:cubicBezTo>
                <a:cubicBezTo>
                  <a:pt x="318668" y="71095"/>
                  <a:pt x="317330" y="77811"/>
                  <a:pt x="314653" y="83784"/>
                </a:cubicBezTo>
                <a:cubicBezTo>
                  <a:pt x="311975" y="89756"/>
                  <a:pt x="308085" y="94332"/>
                  <a:pt x="302983" y="97513"/>
                </a:cubicBezTo>
                <a:cubicBezTo>
                  <a:pt x="297880" y="100694"/>
                  <a:pt x="292514" y="102284"/>
                  <a:pt x="286885" y="102284"/>
                </a:cubicBezTo>
                <a:cubicBezTo>
                  <a:pt x="282766" y="102284"/>
                  <a:pt x="279071" y="101414"/>
                  <a:pt x="275798" y="99675"/>
                </a:cubicBezTo>
                <a:cubicBezTo>
                  <a:pt x="272526" y="97936"/>
                  <a:pt x="269838" y="95740"/>
                  <a:pt x="267732" y="93085"/>
                </a:cubicBezTo>
                <a:lnTo>
                  <a:pt x="267732" y="128644"/>
                </a:lnTo>
                <a:lnTo>
                  <a:pt x="255376" y="128644"/>
                </a:lnTo>
                <a:moveTo>
                  <a:pt x="266565" y="64631"/>
                </a:moveTo>
                <a:cubicBezTo>
                  <a:pt x="266565" y="74001"/>
                  <a:pt x="268465" y="80926"/>
                  <a:pt x="272263" y="85405"/>
                </a:cubicBezTo>
                <a:cubicBezTo>
                  <a:pt x="276062" y="89885"/>
                  <a:pt x="280661" y="92124"/>
                  <a:pt x="286061" y="92124"/>
                </a:cubicBezTo>
                <a:cubicBezTo>
                  <a:pt x="291553" y="92124"/>
                  <a:pt x="296255" y="89805"/>
                  <a:pt x="300168" y="85165"/>
                </a:cubicBezTo>
                <a:cubicBezTo>
                  <a:pt x="304081" y="80526"/>
                  <a:pt x="306037" y="73338"/>
                  <a:pt x="306037" y="63601"/>
                </a:cubicBezTo>
                <a:cubicBezTo>
                  <a:pt x="306037" y="54323"/>
                  <a:pt x="304127" y="47375"/>
                  <a:pt x="300305" y="42758"/>
                </a:cubicBezTo>
                <a:cubicBezTo>
                  <a:pt x="296484" y="38142"/>
                  <a:pt x="291919" y="35834"/>
                  <a:pt x="286610" y="35834"/>
                </a:cubicBezTo>
                <a:cubicBezTo>
                  <a:pt x="281347" y="35834"/>
                  <a:pt x="276691" y="38291"/>
                  <a:pt x="272641" y="43205"/>
                </a:cubicBezTo>
                <a:cubicBezTo>
                  <a:pt x="268590" y="48119"/>
                  <a:pt x="266565" y="55261"/>
                  <a:pt x="266565" y="64631"/>
                </a:cubicBezTo>
                <a:close/>
                <a:moveTo>
                  <a:pt x="336887" y="64185"/>
                </a:moveTo>
                <a:cubicBezTo>
                  <a:pt x="336887" y="50684"/>
                  <a:pt x="340640" y="40685"/>
                  <a:pt x="348145" y="34186"/>
                </a:cubicBezTo>
                <a:cubicBezTo>
                  <a:pt x="354415" y="28786"/>
                  <a:pt x="362058" y="26086"/>
                  <a:pt x="371074" y="26086"/>
                </a:cubicBezTo>
                <a:cubicBezTo>
                  <a:pt x="381096" y="26086"/>
                  <a:pt x="389288" y="29369"/>
                  <a:pt x="395649" y="35937"/>
                </a:cubicBezTo>
                <a:cubicBezTo>
                  <a:pt x="402010" y="42504"/>
                  <a:pt x="405191" y="51577"/>
                  <a:pt x="405191" y="63155"/>
                </a:cubicBezTo>
                <a:cubicBezTo>
                  <a:pt x="405191" y="72537"/>
                  <a:pt x="403784" y="79917"/>
                  <a:pt x="400969" y="85294"/>
                </a:cubicBezTo>
                <a:cubicBezTo>
                  <a:pt x="398155" y="90671"/>
                  <a:pt x="394059" y="94847"/>
                  <a:pt x="388681" y="97822"/>
                </a:cubicBezTo>
                <a:cubicBezTo>
                  <a:pt x="383304" y="100797"/>
                  <a:pt x="377435" y="102284"/>
                  <a:pt x="371074" y="102284"/>
                </a:cubicBezTo>
                <a:cubicBezTo>
                  <a:pt x="360868" y="102284"/>
                  <a:pt x="352619" y="99012"/>
                  <a:pt x="346326" y="92467"/>
                </a:cubicBezTo>
                <a:cubicBezTo>
                  <a:pt x="340034" y="85923"/>
                  <a:pt x="336887" y="76496"/>
                  <a:pt x="336887" y="64185"/>
                </a:cubicBezTo>
                <a:moveTo>
                  <a:pt x="349587" y="64219"/>
                </a:moveTo>
                <a:cubicBezTo>
                  <a:pt x="349587" y="73544"/>
                  <a:pt x="351624" y="80526"/>
                  <a:pt x="355697" y="85165"/>
                </a:cubicBezTo>
                <a:cubicBezTo>
                  <a:pt x="359770" y="89805"/>
                  <a:pt x="364895" y="92124"/>
                  <a:pt x="371074" y="92124"/>
                </a:cubicBezTo>
                <a:cubicBezTo>
                  <a:pt x="377206" y="92124"/>
                  <a:pt x="382309" y="89793"/>
                  <a:pt x="386382" y="85131"/>
                </a:cubicBezTo>
                <a:cubicBezTo>
                  <a:pt x="390455" y="80469"/>
                  <a:pt x="392491" y="73361"/>
                  <a:pt x="392491" y="63807"/>
                </a:cubicBezTo>
                <a:cubicBezTo>
                  <a:pt x="392491" y="54803"/>
                  <a:pt x="390443" y="47981"/>
                  <a:pt x="386347" y="43342"/>
                </a:cubicBezTo>
                <a:cubicBezTo>
                  <a:pt x="382252" y="38703"/>
                  <a:pt x="377160" y="36383"/>
                  <a:pt x="371074" y="36383"/>
                </a:cubicBezTo>
                <a:cubicBezTo>
                  <a:pt x="364895" y="36383"/>
                  <a:pt x="359770" y="38691"/>
                  <a:pt x="355697" y="43308"/>
                </a:cubicBezTo>
                <a:cubicBezTo>
                  <a:pt x="351624" y="47924"/>
                  <a:pt x="349587" y="54895"/>
                  <a:pt x="349587" y="64219"/>
                </a:cubicBezTo>
                <a:close/>
                <a:moveTo>
                  <a:pt x="427598" y="100636"/>
                </a:moveTo>
                <a:lnTo>
                  <a:pt x="427598" y="27733"/>
                </a:lnTo>
                <a:lnTo>
                  <a:pt x="438719" y="27733"/>
                </a:lnTo>
                <a:lnTo>
                  <a:pt x="438719" y="38099"/>
                </a:lnTo>
                <a:cubicBezTo>
                  <a:pt x="444073" y="30090"/>
                  <a:pt x="451807" y="26086"/>
                  <a:pt x="461921" y="26086"/>
                </a:cubicBezTo>
                <a:cubicBezTo>
                  <a:pt x="466315" y="26086"/>
                  <a:pt x="470353" y="26875"/>
                  <a:pt x="474037" y="28454"/>
                </a:cubicBezTo>
                <a:cubicBezTo>
                  <a:pt x="477721" y="30033"/>
                  <a:pt x="480479" y="32104"/>
                  <a:pt x="482309" y="34667"/>
                </a:cubicBezTo>
                <a:cubicBezTo>
                  <a:pt x="484140" y="37230"/>
                  <a:pt x="485421" y="40273"/>
                  <a:pt x="486154" y="43797"/>
                </a:cubicBezTo>
                <a:cubicBezTo>
                  <a:pt x="486611" y="46085"/>
                  <a:pt x="486840" y="50089"/>
                  <a:pt x="486840" y="55810"/>
                </a:cubicBezTo>
                <a:lnTo>
                  <a:pt x="486840" y="100636"/>
                </a:lnTo>
                <a:lnTo>
                  <a:pt x="474484" y="100636"/>
                </a:lnTo>
                <a:lnTo>
                  <a:pt x="474484" y="56291"/>
                </a:lnTo>
                <a:cubicBezTo>
                  <a:pt x="474484" y="51256"/>
                  <a:pt x="474003" y="47492"/>
                  <a:pt x="473042" y="44998"/>
                </a:cubicBezTo>
                <a:cubicBezTo>
                  <a:pt x="472081" y="42504"/>
                  <a:pt x="470376" y="40513"/>
                  <a:pt x="467928" y="39026"/>
                </a:cubicBezTo>
                <a:cubicBezTo>
                  <a:pt x="465479" y="37538"/>
                  <a:pt x="462608" y="36795"/>
                  <a:pt x="459313" y="36795"/>
                </a:cubicBezTo>
                <a:cubicBezTo>
                  <a:pt x="454050" y="36795"/>
                  <a:pt x="449508" y="38465"/>
                  <a:pt x="445686" y="41806"/>
                </a:cubicBezTo>
                <a:cubicBezTo>
                  <a:pt x="441865" y="45147"/>
                  <a:pt x="439954" y="51485"/>
                  <a:pt x="439954" y="60821"/>
                </a:cubicBezTo>
                <a:lnTo>
                  <a:pt x="439954" y="100636"/>
                </a:lnTo>
                <a:lnTo>
                  <a:pt x="427598" y="100636"/>
                </a:lnTo>
                <a:close/>
                <a:moveTo>
                  <a:pt x="508766" y="78807"/>
                </a:moveTo>
                <a:lnTo>
                  <a:pt x="520985" y="76885"/>
                </a:lnTo>
                <a:cubicBezTo>
                  <a:pt x="521671" y="81803"/>
                  <a:pt x="523582" y="85573"/>
                  <a:pt x="526717" y="88194"/>
                </a:cubicBezTo>
                <a:cubicBezTo>
                  <a:pt x="529852" y="90814"/>
                  <a:pt x="534234" y="92124"/>
                  <a:pt x="539863" y="92124"/>
                </a:cubicBezTo>
                <a:cubicBezTo>
                  <a:pt x="545537" y="92124"/>
                  <a:pt x="549748" y="90969"/>
                  <a:pt x="552494" y="88658"/>
                </a:cubicBezTo>
                <a:cubicBezTo>
                  <a:pt x="555240" y="86346"/>
                  <a:pt x="556613" y="83635"/>
                  <a:pt x="556613" y="80523"/>
                </a:cubicBezTo>
                <a:cubicBezTo>
                  <a:pt x="556613" y="77731"/>
                  <a:pt x="555400" y="75535"/>
                  <a:pt x="552974" y="73933"/>
                </a:cubicBezTo>
                <a:cubicBezTo>
                  <a:pt x="551281" y="72834"/>
                  <a:pt x="547071" y="71439"/>
                  <a:pt x="540343" y="69745"/>
                </a:cubicBezTo>
                <a:cubicBezTo>
                  <a:pt x="531282" y="67457"/>
                  <a:pt x="525001" y="65478"/>
                  <a:pt x="521500" y="63807"/>
                </a:cubicBezTo>
                <a:cubicBezTo>
                  <a:pt x="517999" y="62137"/>
                  <a:pt x="515344" y="59826"/>
                  <a:pt x="513537" y="56874"/>
                </a:cubicBezTo>
                <a:cubicBezTo>
                  <a:pt x="511729" y="53922"/>
                  <a:pt x="510825" y="50661"/>
                  <a:pt x="510825" y="47092"/>
                </a:cubicBezTo>
                <a:cubicBezTo>
                  <a:pt x="510825" y="43843"/>
                  <a:pt x="511569" y="40834"/>
                  <a:pt x="513056" y="38065"/>
                </a:cubicBezTo>
                <a:cubicBezTo>
                  <a:pt x="514543" y="35296"/>
                  <a:pt x="516568" y="32996"/>
                  <a:pt x="519131" y="31166"/>
                </a:cubicBezTo>
                <a:cubicBezTo>
                  <a:pt x="521053" y="29747"/>
                  <a:pt x="523673" y="28546"/>
                  <a:pt x="526991" y="27562"/>
                </a:cubicBezTo>
                <a:cubicBezTo>
                  <a:pt x="530309" y="26578"/>
                  <a:pt x="533868" y="26086"/>
                  <a:pt x="537666" y="26086"/>
                </a:cubicBezTo>
                <a:cubicBezTo>
                  <a:pt x="543387" y="26086"/>
                  <a:pt x="548409" y="26910"/>
                  <a:pt x="552734" y="28557"/>
                </a:cubicBezTo>
                <a:cubicBezTo>
                  <a:pt x="557059" y="30205"/>
                  <a:pt x="560251" y="32436"/>
                  <a:pt x="562310" y="35250"/>
                </a:cubicBezTo>
                <a:cubicBezTo>
                  <a:pt x="564370" y="38065"/>
                  <a:pt x="565788" y="41829"/>
                  <a:pt x="566566" y="46543"/>
                </a:cubicBezTo>
                <a:lnTo>
                  <a:pt x="554484" y="48190"/>
                </a:lnTo>
                <a:cubicBezTo>
                  <a:pt x="553935" y="44437"/>
                  <a:pt x="552345" y="41509"/>
                  <a:pt x="549714" y="39403"/>
                </a:cubicBezTo>
                <a:cubicBezTo>
                  <a:pt x="547082" y="37298"/>
                  <a:pt x="543364" y="36246"/>
                  <a:pt x="538558" y="36246"/>
                </a:cubicBezTo>
                <a:cubicBezTo>
                  <a:pt x="532884" y="36246"/>
                  <a:pt x="528833" y="37184"/>
                  <a:pt x="526408" y="39060"/>
                </a:cubicBezTo>
                <a:cubicBezTo>
                  <a:pt x="523982" y="40936"/>
                  <a:pt x="522770" y="43133"/>
                  <a:pt x="522770" y="45650"/>
                </a:cubicBezTo>
                <a:cubicBezTo>
                  <a:pt x="522770" y="47252"/>
                  <a:pt x="523273" y="48694"/>
                  <a:pt x="524280" y="49975"/>
                </a:cubicBezTo>
                <a:cubicBezTo>
                  <a:pt x="525287" y="51302"/>
                  <a:pt x="526866" y="52401"/>
                  <a:pt x="529016" y="53270"/>
                </a:cubicBezTo>
                <a:cubicBezTo>
                  <a:pt x="530252" y="53728"/>
                  <a:pt x="533890" y="54780"/>
                  <a:pt x="539931" y="56428"/>
                </a:cubicBezTo>
                <a:cubicBezTo>
                  <a:pt x="548672" y="58762"/>
                  <a:pt x="554771" y="60672"/>
                  <a:pt x="558226" y="62160"/>
                </a:cubicBezTo>
                <a:cubicBezTo>
                  <a:pt x="561681" y="63647"/>
                  <a:pt x="564393" y="65810"/>
                  <a:pt x="566360" y="68647"/>
                </a:cubicBezTo>
                <a:cubicBezTo>
                  <a:pt x="568328" y="71484"/>
                  <a:pt x="569312" y="75008"/>
                  <a:pt x="569312" y="79219"/>
                </a:cubicBezTo>
                <a:cubicBezTo>
                  <a:pt x="569312" y="83337"/>
                  <a:pt x="568111" y="87216"/>
                  <a:pt x="565708" y="90854"/>
                </a:cubicBezTo>
                <a:cubicBezTo>
                  <a:pt x="563306" y="94493"/>
                  <a:pt x="559839" y="97307"/>
                  <a:pt x="555308" y="99298"/>
                </a:cubicBezTo>
                <a:cubicBezTo>
                  <a:pt x="550778" y="101289"/>
                  <a:pt x="545652" y="102284"/>
                  <a:pt x="539931" y="102284"/>
                </a:cubicBezTo>
                <a:cubicBezTo>
                  <a:pt x="530458" y="102284"/>
                  <a:pt x="523239" y="100310"/>
                  <a:pt x="518273" y="96363"/>
                </a:cubicBezTo>
                <a:cubicBezTo>
                  <a:pt x="513308" y="92416"/>
                  <a:pt x="510139" y="86564"/>
                  <a:pt x="508766" y="78807"/>
                </a:cubicBezTo>
                <a:close/>
                <a:moveTo>
                  <a:pt x="641525" y="77022"/>
                </a:moveTo>
                <a:lnTo>
                  <a:pt x="654293" y="78669"/>
                </a:lnTo>
                <a:cubicBezTo>
                  <a:pt x="652279" y="86151"/>
                  <a:pt x="648549" y="91957"/>
                  <a:pt x="643103" y="96089"/>
                </a:cubicBezTo>
                <a:cubicBezTo>
                  <a:pt x="637657" y="100219"/>
                  <a:pt x="630701" y="102284"/>
                  <a:pt x="622235" y="102284"/>
                </a:cubicBezTo>
                <a:cubicBezTo>
                  <a:pt x="611572" y="102284"/>
                  <a:pt x="603117" y="99000"/>
                  <a:pt x="596870" y="92433"/>
                </a:cubicBezTo>
                <a:cubicBezTo>
                  <a:pt x="590623" y="85866"/>
                  <a:pt x="587499" y="76656"/>
                  <a:pt x="587499" y="64803"/>
                </a:cubicBezTo>
                <a:cubicBezTo>
                  <a:pt x="587499" y="52538"/>
                  <a:pt x="590657" y="43019"/>
                  <a:pt x="596973" y="36246"/>
                </a:cubicBezTo>
                <a:cubicBezTo>
                  <a:pt x="603288" y="29472"/>
                  <a:pt x="611480" y="26086"/>
                  <a:pt x="621548" y="26086"/>
                </a:cubicBezTo>
                <a:cubicBezTo>
                  <a:pt x="631296" y="26086"/>
                  <a:pt x="639259" y="29399"/>
                  <a:pt x="645437" y="36025"/>
                </a:cubicBezTo>
                <a:cubicBezTo>
                  <a:pt x="651616" y="42649"/>
                  <a:pt x="654705" y="51969"/>
                  <a:pt x="654705" y="63985"/>
                </a:cubicBezTo>
                <a:cubicBezTo>
                  <a:pt x="654705" y="64716"/>
                  <a:pt x="654682" y="65812"/>
                  <a:pt x="654636" y="67274"/>
                </a:cubicBezTo>
                <a:lnTo>
                  <a:pt x="600268" y="67274"/>
                </a:lnTo>
                <a:cubicBezTo>
                  <a:pt x="600725" y="75306"/>
                  <a:pt x="602991" y="81455"/>
                  <a:pt x="607064" y="85723"/>
                </a:cubicBezTo>
                <a:cubicBezTo>
                  <a:pt x="611137" y="89990"/>
                  <a:pt x="616217" y="92124"/>
                  <a:pt x="622303" y="92124"/>
                </a:cubicBezTo>
                <a:cubicBezTo>
                  <a:pt x="626834" y="92124"/>
                  <a:pt x="630701" y="90924"/>
                  <a:pt x="633905" y="88522"/>
                </a:cubicBezTo>
                <a:cubicBezTo>
                  <a:pt x="637108" y="86120"/>
                  <a:pt x="639648" y="82286"/>
                  <a:pt x="641525" y="77022"/>
                </a:cubicBezTo>
                <a:moveTo>
                  <a:pt x="600954" y="57114"/>
                </a:moveTo>
                <a:lnTo>
                  <a:pt x="641662" y="57114"/>
                </a:lnTo>
                <a:cubicBezTo>
                  <a:pt x="641113" y="51002"/>
                  <a:pt x="639557" y="46418"/>
                  <a:pt x="636994" y="43361"/>
                </a:cubicBezTo>
                <a:cubicBezTo>
                  <a:pt x="633058" y="38617"/>
                  <a:pt x="627955" y="36246"/>
                  <a:pt x="621686" y="36246"/>
                </a:cubicBezTo>
                <a:cubicBezTo>
                  <a:pt x="616011" y="36246"/>
                  <a:pt x="611240" y="38139"/>
                  <a:pt x="607373" y="41926"/>
                </a:cubicBezTo>
                <a:cubicBezTo>
                  <a:pt x="603506" y="45712"/>
                  <a:pt x="601366" y="50774"/>
                  <a:pt x="600954" y="57114"/>
                </a:cubicBezTo>
                <a:close/>
                <a:moveTo>
                  <a:pt x="672961" y="41875"/>
                </a:moveTo>
                <a:lnTo>
                  <a:pt x="672961" y="27733"/>
                </a:lnTo>
                <a:lnTo>
                  <a:pt x="687033" y="27733"/>
                </a:lnTo>
                <a:lnTo>
                  <a:pt x="687033" y="41875"/>
                </a:lnTo>
                <a:lnTo>
                  <a:pt x="672961" y="41875"/>
                </a:lnTo>
                <a:moveTo>
                  <a:pt x="672961" y="100636"/>
                </a:moveTo>
                <a:lnTo>
                  <a:pt x="672961" y="86495"/>
                </a:lnTo>
                <a:lnTo>
                  <a:pt x="687033" y="86495"/>
                </a:lnTo>
                <a:lnTo>
                  <a:pt x="687033" y="100636"/>
                </a:lnTo>
                <a:lnTo>
                  <a:pt x="672961" y="100636"/>
                </a:lnTo>
                <a:close/>
                <a:moveTo>
                  <a:pt x="793307" y="56565"/>
                </a:moveTo>
                <a:lnTo>
                  <a:pt x="793307" y="45032"/>
                </a:lnTo>
                <a:lnTo>
                  <a:pt x="859963" y="16887"/>
                </a:lnTo>
                <a:lnTo>
                  <a:pt x="859963" y="29244"/>
                </a:lnTo>
                <a:lnTo>
                  <a:pt x="807105" y="50867"/>
                </a:lnTo>
                <a:lnTo>
                  <a:pt x="859963" y="72766"/>
                </a:lnTo>
                <a:lnTo>
                  <a:pt x="859963" y="85122"/>
                </a:lnTo>
                <a:lnTo>
                  <a:pt x="793307" y="56565"/>
                </a:lnTo>
                <a:close/>
              </a:path>
            </a:pathLst>
          </a:custGeom>
          <a:solidFill xmlns:a="http://schemas.openxmlformats.org/drawingml/2006/main">
            <a:srgbClr val="3B5F2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1" name="Text Response:&lt;">
            <a:extLst xmlns:a="http://schemas.openxmlformats.org/drawingml/2006/main">
              <a:ext uri="{FF2B5EF4-FFF2-40B4-BE49-F238E27FC236}">
                <a16:creationId xmlns:a16="http://schemas.microsoft.com/office/drawing/2014/main" id="{F655DC9C-1887-4A13-A02A-57959E0EB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8329" y="3965636"/>
            <a:ext cx="859963" cy="128644"/>
          </a:xfrm>
          <a:custGeom xmlns:a="http://schemas.openxmlformats.org/drawingml/2006/main">
            <a:pathLst>
              <a:path w="859963" h="128644" fill="none">
                <a:moveTo>
                  <a:pt x="0" y="100636"/>
                </a:moveTo>
                <a:lnTo>
                  <a:pt x="0" y="0"/>
                </a:lnTo>
                <a:lnTo>
                  <a:pt x="44621" y="0"/>
                </a:lnTo>
                <a:cubicBezTo>
                  <a:pt x="53590" y="0"/>
                  <a:pt x="60409" y="903"/>
                  <a:pt x="65077" y="2709"/>
                </a:cubicBezTo>
                <a:cubicBezTo>
                  <a:pt x="69745" y="4514"/>
                  <a:pt x="73475" y="7702"/>
                  <a:pt x="76267" y="12273"/>
                </a:cubicBezTo>
                <a:cubicBezTo>
                  <a:pt x="79058" y="16844"/>
                  <a:pt x="80454" y="21894"/>
                  <a:pt x="80454" y="27424"/>
                </a:cubicBezTo>
                <a:cubicBezTo>
                  <a:pt x="80454" y="34555"/>
                  <a:pt x="78143" y="40566"/>
                  <a:pt x="73521" y="45457"/>
                </a:cubicBezTo>
                <a:cubicBezTo>
                  <a:pt x="68899" y="50347"/>
                  <a:pt x="61759" y="53455"/>
                  <a:pt x="52103" y="54780"/>
                </a:cubicBezTo>
                <a:cubicBezTo>
                  <a:pt x="55627" y="56476"/>
                  <a:pt x="58304" y="58150"/>
                  <a:pt x="60135" y="59800"/>
                </a:cubicBezTo>
                <a:cubicBezTo>
                  <a:pt x="64025" y="63377"/>
                  <a:pt x="67709" y="67845"/>
                  <a:pt x="71187" y="73206"/>
                </a:cubicBezTo>
                <a:lnTo>
                  <a:pt x="88692" y="100636"/>
                </a:lnTo>
                <a:lnTo>
                  <a:pt x="71942" y="100636"/>
                </a:lnTo>
                <a:lnTo>
                  <a:pt x="58625" y="79667"/>
                </a:lnTo>
                <a:cubicBezTo>
                  <a:pt x="54735" y="73617"/>
                  <a:pt x="51531" y="68989"/>
                  <a:pt x="49014" y="65781"/>
                </a:cubicBezTo>
                <a:cubicBezTo>
                  <a:pt x="46497" y="62572"/>
                  <a:pt x="44243" y="60326"/>
                  <a:pt x="42252" y="59043"/>
                </a:cubicBezTo>
                <a:cubicBezTo>
                  <a:pt x="40261" y="57759"/>
                  <a:pt x="38236" y="56864"/>
                  <a:pt x="36177" y="56359"/>
                </a:cubicBezTo>
                <a:cubicBezTo>
                  <a:pt x="34667" y="56039"/>
                  <a:pt x="32195" y="55879"/>
                  <a:pt x="28763" y="55879"/>
                </a:cubicBezTo>
                <a:lnTo>
                  <a:pt x="13318" y="55879"/>
                </a:lnTo>
                <a:lnTo>
                  <a:pt x="13318" y="100636"/>
                </a:lnTo>
                <a:lnTo>
                  <a:pt x="0" y="100636"/>
                </a:lnTo>
                <a:moveTo>
                  <a:pt x="13318" y="44346"/>
                </a:moveTo>
                <a:lnTo>
                  <a:pt x="41943" y="44346"/>
                </a:lnTo>
                <a:cubicBezTo>
                  <a:pt x="48030" y="44346"/>
                  <a:pt x="52790" y="43718"/>
                  <a:pt x="56222" y="42462"/>
                </a:cubicBezTo>
                <a:cubicBezTo>
                  <a:pt x="59654" y="41207"/>
                  <a:pt x="62263" y="39197"/>
                  <a:pt x="64048" y="36434"/>
                </a:cubicBezTo>
                <a:cubicBezTo>
                  <a:pt x="65832" y="33671"/>
                  <a:pt x="66725" y="30668"/>
                  <a:pt x="66725" y="27424"/>
                </a:cubicBezTo>
                <a:cubicBezTo>
                  <a:pt x="66725" y="22675"/>
                  <a:pt x="64997" y="18771"/>
                  <a:pt x="61542" y="15712"/>
                </a:cubicBezTo>
                <a:cubicBezTo>
                  <a:pt x="58087" y="12651"/>
                  <a:pt x="52629" y="11121"/>
                  <a:pt x="45170" y="11121"/>
                </a:cubicBezTo>
                <a:lnTo>
                  <a:pt x="13318" y="11121"/>
                </a:lnTo>
                <a:lnTo>
                  <a:pt x="13318" y="44346"/>
                </a:lnTo>
                <a:close/>
                <a:moveTo>
                  <a:pt x="149463" y="77022"/>
                </a:moveTo>
                <a:lnTo>
                  <a:pt x="162231" y="78669"/>
                </a:lnTo>
                <a:cubicBezTo>
                  <a:pt x="160218" y="86151"/>
                  <a:pt x="156488" y="91957"/>
                  <a:pt x="151042" y="96089"/>
                </a:cubicBezTo>
                <a:cubicBezTo>
                  <a:pt x="145596" y="100219"/>
                  <a:pt x="138640" y="102284"/>
                  <a:pt x="130173" y="102284"/>
                </a:cubicBezTo>
                <a:cubicBezTo>
                  <a:pt x="119510" y="102284"/>
                  <a:pt x="111055" y="99000"/>
                  <a:pt x="104808" y="92433"/>
                </a:cubicBezTo>
                <a:cubicBezTo>
                  <a:pt x="98561" y="85866"/>
                  <a:pt x="95438" y="76656"/>
                  <a:pt x="95438" y="64803"/>
                </a:cubicBezTo>
                <a:cubicBezTo>
                  <a:pt x="95438" y="52538"/>
                  <a:pt x="98596" y="43019"/>
                  <a:pt x="104911" y="36246"/>
                </a:cubicBezTo>
                <a:cubicBezTo>
                  <a:pt x="111227" y="29472"/>
                  <a:pt x="119419" y="26086"/>
                  <a:pt x="129487" y="26086"/>
                </a:cubicBezTo>
                <a:cubicBezTo>
                  <a:pt x="139235" y="26086"/>
                  <a:pt x="147198" y="29399"/>
                  <a:pt x="153376" y="36025"/>
                </a:cubicBezTo>
                <a:cubicBezTo>
                  <a:pt x="159554" y="42649"/>
                  <a:pt x="162643" y="51969"/>
                  <a:pt x="162643" y="63985"/>
                </a:cubicBezTo>
                <a:cubicBezTo>
                  <a:pt x="162643" y="64716"/>
                  <a:pt x="162620" y="65812"/>
                  <a:pt x="162575" y="67274"/>
                </a:cubicBezTo>
                <a:lnTo>
                  <a:pt x="108206" y="67274"/>
                </a:lnTo>
                <a:cubicBezTo>
                  <a:pt x="108664" y="75306"/>
                  <a:pt x="110929" y="81455"/>
                  <a:pt x="115002" y="85723"/>
                </a:cubicBezTo>
                <a:cubicBezTo>
                  <a:pt x="119075" y="89990"/>
                  <a:pt x="124155" y="92124"/>
                  <a:pt x="130242" y="92124"/>
                </a:cubicBezTo>
                <a:cubicBezTo>
                  <a:pt x="134773" y="92124"/>
                  <a:pt x="138640" y="90924"/>
                  <a:pt x="141843" y="88522"/>
                </a:cubicBezTo>
                <a:cubicBezTo>
                  <a:pt x="145047" y="86120"/>
                  <a:pt x="147587" y="82286"/>
                  <a:pt x="149463" y="77022"/>
                </a:cubicBezTo>
                <a:moveTo>
                  <a:pt x="108893" y="57114"/>
                </a:moveTo>
                <a:lnTo>
                  <a:pt x="149600" y="57114"/>
                </a:lnTo>
                <a:cubicBezTo>
                  <a:pt x="149051" y="51002"/>
                  <a:pt x="147495" y="46418"/>
                  <a:pt x="144932" y="43361"/>
                </a:cubicBezTo>
                <a:cubicBezTo>
                  <a:pt x="140997" y="38617"/>
                  <a:pt x="135894" y="36246"/>
                  <a:pt x="129624" y="36246"/>
                </a:cubicBezTo>
                <a:cubicBezTo>
                  <a:pt x="123949" y="36246"/>
                  <a:pt x="119178" y="38139"/>
                  <a:pt x="115311" y="41926"/>
                </a:cubicBezTo>
                <a:cubicBezTo>
                  <a:pt x="111444" y="45712"/>
                  <a:pt x="109305" y="50774"/>
                  <a:pt x="108893" y="57114"/>
                </a:cubicBezTo>
                <a:close/>
                <a:moveTo>
                  <a:pt x="172524" y="78807"/>
                </a:moveTo>
                <a:lnTo>
                  <a:pt x="184743" y="76885"/>
                </a:lnTo>
                <a:cubicBezTo>
                  <a:pt x="185429" y="81803"/>
                  <a:pt x="187340" y="85573"/>
                  <a:pt x="190475" y="88194"/>
                </a:cubicBezTo>
                <a:cubicBezTo>
                  <a:pt x="193610" y="90814"/>
                  <a:pt x="197992" y="92124"/>
                  <a:pt x="203621" y="92124"/>
                </a:cubicBezTo>
                <a:cubicBezTo>
                  <a:pt x="209295" y="92124"/>
                  <a:pt x="213506" y="90969"/>
                  <a:pt x="216252" y="88658"/>
                </a:cubicBezTo>
                <a:cubicBezTo>
                  <a:pt x="218998" y="86346"/>
                  <a:pt x="220371" y="83635"/>
                  <a:pt x="220371" y="80523"/>
                </a:cubicBezTo>
                <a:cubicBezTo>
                  <a:pt x="220371" y="77731"/>
                  <a:pt x="219158" y="75535"/>
                  <a:pt x="216732" y="73933"/>
                </a:cubicBezTo>
                <a:cubicBezTo>
                  <a:pt x="215039" y="72834"/>
                  <a:pt x="210829" y="71439"/>
                  <a:pt x="204101" y="69745"/>
                </a:cubicBezTo>
                <a:cubicBezTo>
                  <a:pt x="195040" y="67457"/>
                  <a:pt x="188759" y="65478"/>
                  <a:pt x="185258" y="63807"/>
                </a:cubicBezTo>
                <a:cubicBezTo>
                  <a:pt x="181757" y="62137"/>
                  <a:pt x="179102" y="59826"/>
                  <a:pt x="177295" y="56874"/>
                </a:cubicBezTo>
                <a:cubicBezTo>
                  <a:pt x="175487" y="53922"/>
                  <a:pt x="174583" y="50661"/>
                  <a:pt x="174583" y="47092"/>
                </a:cubicBezTo>
                <a:cubicBezTo>
                  <a:pt x="174583" y="43843"/>
                  <a:pt x="175327" y="40834"/>
                  <a:pt x="176814" y="38065"/>
                </a:cubicBezTo>
                <a:cubicBezTo>
                  <a:pt x="178301" y="35296"/>
                  <a:pt x="180326" y="32996"/>
                  <a:pt x="182889" y="31166"/>
                </a:cubicBezTo>
                <a:cubicBezTo>
                  <a:pt x="184811" y="29747"/>
                  <a:pt x="187431" y="28546"/>
                  <a:pt x="190749" y="27562"/>
                </a:cubicBezTo>
                <a:cubicBezTo>
                  <a:pt x="194067" y="26578"/>
                  <a:pt x="197625" y="26086"/>
                  <a:pt x="201424" y="26086"/>
                </a:cubicBezTo>
                <a:cubicBezTo>
                  <a:pt x="207145" y="26086"/>
                  <a:pt x="212167" y="26910"/>
                  <a:pt x="216492" y="28557"/>
                </a:cubicBezTo>
                <a:cubicBezTo>
                  <a:pt x="220817" y="30205"/>
                  <a:pt x="224009" y="32436"/>
                  <a:pt x="226068" y="35250"/>
                </a:cubicBezTo>
                <a:cubicBezTo>
                  <a:pt x="228128" y="38065"/>
                  <a:pt x="229546" y="41829"/>
                  <a:pt x="230324" y="46543"/>
                </a:cubicBezTo>
                <a:lnTo>
                  <a:pt x="218242" y="48190"/>
                </a:lnTo>
                <a:cubicBezTo>
                  <a:pt x="217693" y="44437"/>
                  <a:pt x="216103" y="41509"/>
                  <a:pt x="213471" y="39403"/>
                </a:cubicBezTo>
                <a:cubicBezTo>
                  <a:pt x="210840" y="37298"/>
                  <a:pt x="207122" y="36246"/>
                  <a:pt x="202316" y="36246"/>
                </a:cubicBezTo>
                <a:cubicBezTo>
                  <a:pt x="196642" y="36246"/>
                  <a:pt x="192591" y="37184"/>
                  <a:pt x="190166" y="39060"/>
                </a:cubicBezTo>
                <a:cubicBezTo>
                  <a:pt x="187740" y="40936"/>
                  <a:pt x="186528" y="43133"/>
                  <a:pt x="186528" y="45650"/>
                </a:cubicBezTo>
                <a:cubicBezTo>
                  <a:pt x="186528" y="47252"/>
                  <a:pt x="187031" y="48694"/>
                  <a:pt x="188038" y="49975"/>
                </a:cubicBezTo>
                <a:cubicBezTo>
                  <a:pt x="189045" y="51302"/>
                  <a:pt x="190623" y="52401"/>
                  <a:pt x="192774" y="53270"/>
                </a:cubicBezTo>
                <a:cubicBezTo>
                  <a:pt x="194010" y="53728"/>
                  <a:pt x="197648" y="54780"/>
                  <a:pt x="203689" y="56428"/>
                </a:cubicBezTo>
                <a:cubicBezTo>
                  <a:pt x="212430" y="58762"/>
                  <a:pt x="218528" y="60672"/>
                  <a:pt x="221984" y="62160"/>
                </a:cubicBezTo>
                <a:cubicBezTo>
                  <a:pt x="225439" y="63647"/>
                  <a:pt x="228151" y="65810"/>
                  <a:pt x="230118" y="68647"/>
                </a:cubicBezTo>
                <a:cubicBezTo>
                  <a:pt x="232086" y="71484"/>
                  <a:pt x="233070" y="75008"/>
                  <a:pt x="233070" y="79219"/>
                </a:cubicBezTo>
                <a:cubicBezTo>
                  <a:pt x="233070" y="83337"/>
                  <a:pt x="231869" y="87216"/>
                  <a:pt x="229466" y="90854"/>
                </a:cubicBezTo>
                <a:cubicBezTo>
                  <a:pt x="227064" y="94493"/>
                  <a:pt x="223597" y="97307"/>
                  <a:pt x="219066" y="99298"/>
                </a:cubicBezTo>
                <a:cubicBezTo>
                  <a:pt x="214536" y="101289"/>
                  <a:pt x="209410" y="102284"/>
                  <a:pt x="203689" y="102284"/>
                </a:cubicBezTo>
                <a:cubicBezTo>
                  <a:pt x="194216" y="102284"/>
                  <a:pt x="186997" y="100310"/>
                  <a:pt x="182031" y="96363"/>
                </a:cubicBezTo>
                <a:cubicBezTo>
                  <a:pt x="177066" y="92416"/>
                  <a:pt x="173897" y="86564"/>
                  <a:pt x="172524" y="78807"/>
                </a:cubicBezTo>
                <a:close/>
                <a:moveTo>
                  <a:pt x="255376" y="128644"/>
                </a:moveTo>
                <a:lnTo>
                  <a:pt x="255376" y="27733"/>
                </a:lnTo>
                <a:lnTo>
                  <a:pt x="266634" y="27733"/>
                </a:lnTo>
                <a:lnTo>
                  <a:pt x="266634" y="37273"/>
                </a:lnTo>
                <a:cubicBezTo>
                  <a:pt x="269288" y="33543"/>
                  <a:pt x="272286" y="30747"/>
                  <a:pt x="275627" y="28883"/>
                </a:cubicBezTo>
                <a:cubicBezTo>
                  <a:pt x="278968" y="27018"/>
                  <a:pt x="283018" y="26086"/>
                  <a:pt x="287777" y="26086"/>
                </a:cubicBezTo>
                <a:cubicBezTo>
                  <a:pt x="294001" y="26086"/>
                  <a:pt x="299493" y="27688"/>
                  <a:pt x="304253" y="30891"/>
                </a:cubicBezTo>
                <a:cubicBezTo>
                  <a:pt x="309012" y="34095"/>
                  <a:pt x="312605" y="38614"/>
                  <a:pt x="315030" y="44449"/>
                </a:cubicBezTo>
                <a:cubicBezTo>
                  <a:pt x="317456" y="50284"/>
                  <a:pt x="318668" y="56680"/>
                  <a:pt x="318668" y="63636"/>
                </a:cubicBezTo>
                <a:cubicBezTo>
                  <a:pt x="318668" y="71095"/>
                  <a:pt x="317330" y="77811"/>
                  <a:pt x="314653" y="83784"/>
                </a:cubicBezTo>
                <a:cubicBezTo>
                  <a:pt x="311975" y="89756"/>
                  <a:pt x="308085" y="94332"/>
                  <a:pt x="302983" y="97513"/>
                </a:cubicBezTo>
                <a:cubicBezTo>
                  <a:pt x="297880" y="100694"/>
                  <a:pt x="292514" y="102284"/>
                  <a:pt x="286885" y="102284"/>
                </a:cubicBezTo>
                <a:cubicBezTo>
                  <a:pt x="282766" y="102284"/>
                  <a:pt x="279071" y="101414"/>
                  <a:pt x="275798" y="99675"/>
                </a:cubicBezTo>
                <a:cubicBezTo>
                  <a:pt x="272526" y="97936"/>
                  <a:pt x="269838" y="95740"/>
                  <a:pt x="267732" y="93085"/>
                </a:cubicBezTo>
                <a:lnTo>
                  <a:pt x="267732" y="128644"/>
                </a:lnTo>
                <a:lnTo>
                  <a:pt x="255376" y="128644"/>
                </a:lnTo>
                <a:moveTo>
                  <a:pt x="266565" y="64631"/>
                </a:moveTo>
                <a:cubicBezTo>
                  <a:pt x="266565" y="74001"/>
                  <a:pt x="268465" y="80926"/>
                  <a:pt x="272263" y="85405"/>
                </a:cubicBezTo>
                <a:cubicBezTo>
                  <a:pt x="276062" y="89885"/>
                  <a:pt x="280661" y="92124"/>
                  <a:pt x="286061" y="92124"/>
                </a:cubicBezTo>
                <a:cubicBezTo>
                  <a:pt x="291553" y="92124"/>
                  <a:pt x="296255" y="89805"/>
                  <a:pt x="300168" y="85165"/>
                </a:cubicBezTo>
                <a:cubicBezTo>
                  <a:pt x="304081" y="80526"/>
                  <a:pt x="306037" y="73338"/>
                  <a:pt x="306037" y="63601"/>
                </a:cubicBezTo>
                <a:cubicBezTo>
                  <a:pt x="306037" y="54323"/>
                  <a:pt x="304127" y="47375"/>
                  <a:pt x="300305" y="42758"/>
                </a:cubicBezTo>
                <a:cubicBezTo>
                  <a:pt x="296484" y="38142"/>
                  <a:pt x="291919" y="35834"/>
                  <a:pt x="286610" y="35834"/>
                </a:cubicBezTo>
                <a:cubicBezTo>
                  <a:pt x="281347" y="35834"/>
                  <a:pt x="276691" y="38291"/>
                  <a:pt x="272641" y="43205"/>
                </a:cubicBezTo>
                <a:cubicBezTo>
                  <a:pt x="268590" y="48119"/>
                  <a:pt x="266565" y="55261"/>
                  <a:pt x="266565" y="64631"/>
                </a:cubicBezTo>
                <a:close/>
                <a:moveTo>
                  <a:pt x="336887" y="64185"/>
                </a:moveTo>
                <a:cubicBezTo>
                  <a:pt x="336887" y="50684"/>
                  <a:pt x="340640" y="40685"/>
                  <a:pt x="348145" y="34186"/>
                </a:cubicBezTo>
                <a:cubicBezTo>
                  <a:pt x="354415" y="28786"/>
                  <a:pt x="362058" y="26086"/>
                  <a:pt x="371074" y="26086"/>
                </a:cubicBezTo>
                <a:cubicBezTo>
                  <a:pt x="381096" y="26086"/>
                  <a:pt x="389288" y="29369"/>
                  <a:pt x="395649" y="35937"/>
                </a:cubicBezTo>
                <a:cubicBezTo>
                  <a:pt x="402010" y="42504"/>
                  <a:pt x="405191" y="51577"/>
                  <a:pt x="405191" y="63155"/>
                </a:cubicBezTo>
                <a:cubicBezTo>
                  <a:pt x="405191" y="72537"/>
                  <a:pt x="403784" y="79917"/>
                  <a:pt x="400969" y="85294"/>
                </a:cubicBezTo>
                <a:cubicBezTo>
                  <a:pt x="398155" y="90671"/>
                  <a:pt x="394059" y="94847"/>
                  <a:pt x="388681" y="97822"/>
                </a:cubicBezTo>
                <a:cubicBezTo>
                  <a:pt x="383304" y="100797"/>
                  <a:pt x="377435" y="102284"/>
                  <a:pt x="371074" y="102284"/>
                </a:cubicBezTo>
                <a:cubicBezTo>
                  <a:pt x="360868" y="102284"/>
                  <a:pt x="352619" y="99012"/>
                  <a:pt x="346326" y="92467"/>
                </a:cubicBezTo>
                <a:cubicBezTo>
                  <a:pt x="340034" y="85923"/>
                  <a:pt x="336887" y="76496"/>
                  <a:pt x="336887" y="64185"/>
                </a:cubicBezTo>
                <a:moveTo>
                  <a:pt x="349587" y="64219"/>
                </a:moveTo>
                <a:cubicBezTo>
                  <a:pt x="349587" y="73544"/>
                  <a:pt x="351624" y="80526"/>
                  <a:pt x="355697" y="85165"/>
                </a:cubicBezTo>
                <a:cubicBezTo>
                  <a:pt x="359770" y="89805"/>
                  <a:pt x="364895" y="92124"/>
                  <a:pt x="371074" y="92124"/>
                </a:cubicBezTo>
                <a:cubicBezTo>
                  <a:pt x="377206" y="92124"/>
                  <a:pt x="382309" y="89793"/>
                  <a:pt x="386382" y="85131"/>
                </a:cubicBezTo>
                <a:cubicBezTo>
                  <a:pt x="390455" y="80469"/>
                  <a:pt x="392491" y="73361"/>
                  <a:pt x="392491" y="63807"/>
                </a:cubicBezTo>
                <a:cubicBezTo>
                  <a:pt x="392491" y="54803"/>
                  <a:pt x="390443" y="47981"/>
                  <a:pt x="386347" y="43342"/>
                </a:cubicBezTo>
                <a:cubicBezTo>
                  <a:pt x="382252" y="38703"/>
                  <a:pt x="377160" y="36383"/>
                  <a:pt x="371074" y="36383"/>
                </a:cubicBezTo>
                <a:cubicBezTo>
                  <a:pt x="364895" y="36383"/>
                  <a:pt x="359770" y="38691"/>
                  <a:pt x="355697" y="43308"/>
                </a:cubicBezTo>
                <a:cubicBezTo>
                  <a:pt x="351624" y="47924"/>
                  <a:pt x="349587" y="54895"/>
                  <a:pt x="349587" y="64219"/>
                </a:cubicBezTo>
                <a:close/>
                <a:moveTo>
                  <a:pt x="427598" y="100636"/>
                </a:moveTo>
                <a:lnTo>
                  <a:pt x="427598" y="27733"/>
                </a:lnTo>
                <a:lnTo>
                  <a:pt x="438719" y="27733"/>
                </a:lnTo>
                <a:lnTo>
                  <a:pt x="438719" y="38099"/>
                </a:lnTo>
                <a:cubicBezTo>
                  <a:pt x="444073" y="30090"/>
                  <a:pt x="451807" y="26086"/>
                  <a:pt x="461921" y="26086"/>
                </a:cubicBezTo>
                <a:cubicBezTo>
                  <a:pt x="466315" y="26086"/>
                  <a:pt x="470353" y="26875"/>
                  <a:pt x="474037" y="28454"/>
                </a:cubicBezTo>
                <a:cubicBezTo>
                  <a:pt x="477721" y="30033"/>
                  <a:pt x="480479" y="32104"/>
                  <a:pt x="482309" y="34667"/>
                </a:cubicBezTo>
                <a:cubicBezTo>
                  <a:pt x="484140" y="37230"/>
                  <a:pt x="485421" y="40273"/>
                  <a:pt x="486154" y="43797"/>
                </a:cubicBezTo>
                <a:cubicBezTo>
                  <a:pt x="486611" y="46085"/>
                  <a:pt x="486840" y="50089"/>
                  <a:pt x="486840" y="55810"/>
                </a:cubicBezTo>
                <a:lnTo>
                  <a:pt x="486840" y="100636"/>
                </a:lnTo>
                <a:lnTo>
                  <a:pt x="474484" y="100636"/>
                </a:lnTo>
                <a:lnTo>
                  <a:pt x="474484" y="56291"/>
                </a:lnTo>
                <a:cubicBezTo>
                  <a:pt x="474484" y="51256"/>
                  <a:pt x="474003" y="47492"/>
                  <a:pt x="473042" y="44998"/>
                </a:cubicBezTo>
                <a:cubicBezTo>
                  <a:pt x="472081" y="42504"/>
                  <a:pt x="470376" y="40513"/>
                  <a:pt x="467928" y="39026"/>
                </a:cubicBezTo>
                <a:cubicBezTo>
                  <a:pt x="465479" y="37538"/>
                  <a:pt x="462608" y="36795"/>
                  <a:pt x="459313" y="36795"/>
                </a:cubicBezTo>
                <a:cubicBezTo>
                  <a:pt x="454050" y="36795"/>
                  <a:pt x="449508" y="38465"/>
                  <a:pt x="445686" y="41806"/>
                </a:cubicBezTo>
                <a:cubicBezTo>
                  <a:pt x="441865" y="45147"/>
                  <a:pt x="439954" y="51485"/>
                  <a:pt x="439954" y="60821"/>
                </a:cubicBezTo>
                <a:lnTo>
                  <a:pt x="439954" y="100636"/>
                </a:lnTo>
                <a:lnTo>
                  <a:pt x="427598" y="100636"/>
                </a:lnTo>
                <a:close/>
                <a:moveTo>
                  <a:pt x="508766" y="78807"/>
                </a:moveTo>
                <a:lnTo>
                  <a:pt x="520985" y="76885"/>
                </a:lnTo>
                <a:cubicBezTo>
                  <a:pt x="521671" y="81803"/>
                  <a:pt x="523582" y="85573"/>
                  <a:pt x="526717" y="88194"/>
                </a:cubicBezTo>
                <a:cubicBezTo>
                  <a:pt x="529852" y="90814"/>
                  <a:pt x="534234" y="92124"/>
                  <a:pt x="539863" y="92124"/>
                </a:cubicBezTo>
                <a:cubicBezTo>
                  <a:pt x="545537" y="92124"/>
                  <a:pt x="549748" y="90969"/>
                  <a:pt x="552494" y="88658"/>
                </a:cubicBezTo>
                <a:cubicBezTo>
                  <a:pt x="555240" y="86346"/>
                  <a:pt x="556613" y="83635"/>
                  <a:pt x="556613" y="80523"/>
                </a:cubicBezTo>
                <a:cubicBezTo>
                  <a:pt x="556613" y="77731"/>
                  <a:pt x="555400" y="75535"/>
                  <a:pt x="552974" y="73933"/>
                </a:cubicBezTo>
                <a:cubicBezTo>
                  <a:pt x="551281" y="72834"/>
                  <a:pt x="547071" y="71439"/>
                  <a:pt x="540343" y="69745"/>
                </a:cubicBezTo>
                <a:cubicBezTo>
                  <a:pt x="531282" y="67457"/>
                  <a:pt x="525001" y="65478"/>
                  <a:pt x="521500" y="63807"/>
                </a:cubicBezTo>
                <a:cubicBezTo>
                  <a:pt x="517999" y="62137"/>
                  <a:pt x="515344" y="59826"/>
                  <a:pt x="513537" y="56874"/>
                </a:cubicBezTo>
                <a:cubicBezTo>
                  <a:pt x="511729" y="53922"/>
                  <a:pt x="510825" y="50661"/>
                  <a:pt x="510825" y="47092"/>
                </a:cubicBezTo>
                <a:cubicBezTo>
                  <a:pt x="510825" y="43843"/>
                  <a:pt x="511569" y="40834"/>
                  <a:pt x="513056" y="38065"/>
                </a:cubicBezTo>
                <a:cubicBezTo>
                  <a:pt x="514543" y="35296"/>
                  <a:pt x="516568" y="32996"/>
                  <a:pt x="519131" y="31166"/>
                </a:cubicBezTo>
                <a:cubicBezTo>
                  <a:pt x="521053" y="29747"/>
                  <a:pt x="523673" y="28546"/>
                  <a:pt x="526991" y="27562"/>
                </a:cubicBezTo>
                <a:cubicBezTo>
                  <a:pt x="530309" y="26578"/>
                  <a:pt x="533868" y="26086"/>
                  <a:pt x="537666" y="26086"/>
                </a:cubicBezTo>
                <a:cubicBezTo>
                  <a:pt x="543387" y="26086"/>
                  <a:pt x="548409" y="26910"/>
                  <a:pt x="552734" y="28557"/>
                </a:cubicBezTo>
                <a:cubicBezTo>
                  <a:pt x="557059" y="30205"/>
                  <a:pt x="560251" y="32436"/>
                  <a:pt x="562310" y="35250"/>
                </a:cubicBezTo>
                <a:cubicBezTo>
                  <a:pt x="564370" y="38065"/>
                  <a:pt x="565788" y="41829"/>
                  <a:pt x="566566" y="46543"/>
                </a:cubicBezTo>
                <a:lnTo>
                  <a:pt x="554484" y="48190"/>
                </a:lnTo>
                <a:cubicBezTo>
                  <a:pt x="553935" y="44437"/>
                  <a:pt x="552345" y="41509"/>
                  <a:pt x="549714" y="39403"/>
                </a:cubicBezTo>
                <a:cubicBezTo>
                  <a:pt x="547082" y="37298"/>
                  <a:pt x="543364" y="36246"/>
                  <a:pt x="538558" y="36246"/>
                </a:cubicBezTo>
                <a:cubicBezTo>
                  <a:pt x="532884" y="36246"/>
                  <a:pt x="528833" y="37184"/>
                  <a:pt x="526408" y="39060"/>
                </a:cubicBezTo>
                <a:cubicBezTo>
                  <a:pt x="523982" y="40936"/>
                  <a:pt x="522770" y="43133"/>
                  <a:pt x="522770" y="45650"/>
                </a:cubicBezTo>
                <a:cubicBezTo>
                  <a:pt x="522770" y="47252"/>
                  <a:pt x="523273" y="48694"/>
                  <a:pt x="524280" y="49975"/>
                </a:cubicBezTo>
                <a:cubicBezTo>
                  <a:pt x="525287" y="51302"/>
                  <a:pt x="526866" y="52401"/>
                  <a:pt x="529016" y="53270"/>
                </a:cubicBezTo>
                <a:cubicBezTo>
                  <a:pt x="530252" y="53728"/>
                  <a:pt x="533890" y="54780"/>
                  <a:pt x="539931" y="56428"/>
                </a:cubicBezTo>
                <a:cubicBezTo>
                  <a:pt x="548672" y="58762"/>
                  <a:pt x="554771" y="60672"/>
                  <a:pt x="558226" y="62160"/>
                </a:cubicBezTo>
                <a:cubicBezTo>
                  <a:pt x="561681" y="63647"/>
                  <a:pt x="564393" y="65810"/>
                  <a:pt x="566360" y="68647"/>
                </a:cubicBezTo>
                <a:cubicBezTo>
                  <a:pt x="568328" y="71484"/>
                  <a:pt x="569312" y="75008"/>
                  <a:pt x="569312" y="79219"/>
                </a:cubicBezTo>
                <a:cubicBezTo>
                  <a:pt x="569312" y="83337"/>
                  <a:pt x="568111" y="87216"/>
                  <a:pt x="565708" y="90854"/>
                </a:cubicBezTo>
                <a:cubicBezTo>
                  <a:pt x="563306" y="94493"/>
                  <a:pt x="559839" y="97307"/>
                  <a:pt x="555308" y="99298"/>
                </a:cubicBezTo>
                <a:cubicBezTo>
                  <a:pt x="550778" y="101289"/>
                  <a:pt x="545652" y="102284"/>
                  <a:pt x="539931" y="102284"/>
                </a:cubicBezTo>
                <a:cubicBezTo>
                  <a:pt x="530458" y="102284"/>
                  <a:pt x="523239" y="100310"/>
                  <a:pt x="518273" y="96363"/>
                </a:cubicBezTo>
                <a:cubicBezTo>
                  <a:pt x="513308" y="92416"/>
                  <a:pt x="510139" y="86564"/>
                  <a:pt x="508766" y="78807"/>
                </a:cubicBezTo>
                <a:close/>
                <a:moveTo>
                  <a:pt x="641525" y="77022"/>
                </a:moveTo>
                <a:lnTo>
                  <a:pt x="654293" y="78669"/>
                </a:lnTo>
                <a:cubicBezTo>
                  <a:pt x="652279" y="86151"/>
                  <a:pt x="648549" y="91957"/>
                  <a:pt x="643103" y="96089"/>
                </a:cubicBezTo>
                <a:cubicBezTo>
                  <a:pt x="637657" y="100219"/>
                  <a:pt x="630701" y="102284"/>
                  <a:pt x="622235" y="102284"/>
                </a:cubicBezTo>
                <a:cubicBezTo>
                  <a:pt x="611572" y="102284"/>
                  <a:pt x="603117" y="99000"/>
                  <a:pt x="596870" y="92433"/>
                </a:cubicBezTo>
                <a:cubicBezTo>
                  <a:pt x="590623" y="85866"/>
                  <a:pt x="587499" y="76656"/>
                  <a:pt x="587499" y="64803"/>
                </a:cubicBezTo>
                <a:cubicBezTo>
                  <a:pt x="587499" y="52538"/>
                  <a:pt x="590657" y="43019"/>
                  <a:pt x="596973" y="36246"/>
                </a:cubicBezTo>
                <a:cubicBezTo>
                  <a:pt x="603288" y="29472"/>
                  <a:pt x="611480" y="26086"/>
                  <a:pt x="621548" y="26086"/>
                </a:cubicBezTo>
                <a:cubicBezTo>
                  <a:pt x="631296" y="26086"/>
                  <a:pt x="639259" y="29399"/>
                  <a:pt x="645437" y="36025"/>
                </a:cubicBezTo>
                <a:cubicBezTo>
                  <a:pt x="651616" y="42649"/>
                  <a:pt x="654705" y="51969"/>
                  <a:pt x="654705" y="63985"/>
                </a:cubicBezTo>
                <a:cubicBezTo>
                  <a:pt x="654705" y="64716"/>
                  <a:pt x="654682" y="65812"/>
                  <a:pt x="654636" y="67274"/>
                </a:cubicBezTo>
                <a:lnTo>
                  <a:pt x="600268" y="67274"/>
                </a:lnTo>
                <a:cubicBezTo>
                  <a:pt x="600725" y="75306"/>
                  <a:pt x="602991" y="81455"/>
                  <a:pt x="607064" y="85723"/>
                </a:cubicBezTo>
                <a:cubicBezTo>
                  <a:pt x="611137" y="89990"/>
                  <a:pt x="616217" y="92124"/>
                  <a:pt x="622303" y="92124"/>
                </a:cubicBezTo>
                <a:cubicBezTo>
                  <a:pt x="626834" y="92124"/>
                  <a:pt x="630701" y="90924"/>
                  <a:pt x="633905" y="88522"/>
                </a:cubicBezTo>
                <a:cubicBezTo>
                  <a:pt x="637108" y="86120"/>
                  <a:pt x="639648" y="82286"/>
                  <a:pt x="641525" y="77022"/>
                </a:cubicBezTo>
                <a:moveTo>
                  <a:pt x="600954" y="57114"/>
                </a:moveTo>
                <a:lnTo>
                  <a:pt x="641662" y="57114"/>
                </a:lnTo>
                <a:cubicBezTo>
                  <a:pt x="641113" y="51002"/>
                  <a:pt x="639557" y="46418"/>
                  <a:pt x="636994" y="43361"/>
                </a:cubicBezTo>
                <a:cubicBezTo>
                  <a:pt x="633058" y="38617"/>
                  <a:pt x="627955" y="36246"/>
                  <a:pt x="621686" y="36246"/>
                </a:cubicBezTo>
                <a:cubicBezTo>
                  <a:pt x="616011" y="36246"/>
                  <a:pt x="611240" y="38139"/>
                  <a:pt x="607373" y="41926"/>
                </a:cubicBezTo>
                <a:cubicBezTo>
                  <a:pt x="603506" y="45712"/>
                  <a:pt x="601366" y="50774"/>
                  <a:pt x="600954" y="57114"/>
                </a:cubicBezTo>
                <a:close/>
                <a:moveTo>
                  <a:pt x="672961" y="41875"/>
                </a:moveTo>
                <a:lnTo>
                  <a:pt x="672961" y="27733"/>
                </a:lnTo>
                <a:lnTo>
                  <a:pt x="687033" y="27733"/>
                </a:lnTo>
                <a:lnTo>
                  <a:pt x="687033" y="41875"/>
                </a:lnTo>
                <a:lnTo>
                  <a:pt x="672961" y="41875"/>
                </a:lnTo>
                <a:moveTo>
                  <a:pt x="672961" y="100636"/>
                </a:moveTo>
                <a:lnTo>
                  <a:pt x="672961" y="86495"/>
                </a:lnTo>
                <a:lnTo>
                  <a:pt x="687033" y="86495"/>
                </a:lnTo>
                <a:lnTo>
                  <a:pt x="687033" y="100636"/>
                </a:lnTo>
                <a:lnTo>
                  <a:pt x="672961" y="100636"/>
                </a:lnTo>
                <a:close/>
                <a:moveTo>
                  <a:pt x="793307" y="56565"/>
                </a:moveTo>
                <a:lnTo>
                  <a:pt x="793307" y="45032"/>
                </a:lnTo>
                <a:lnTo>
                  <a:pt x="859963" y="16887"/>
                </a:lnTo>
                <a:lnTo>
                  <a:pt x="859963" y="29244"/>
                </a:lnTo>
                <a:lnTo>
                  <a:pt x="807105" y="50867"/>
                </a:lnTo>
                <a:lnTo>
                  <a:pt x="859963" y="72766"/>
                </a:lnTo>
                <a:lnTo>
                  <a:pt x="859963" y="85122"/>
                </a:lnTo>
                <a:lnTo>
                  <a:pt x="793307" y="5656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993" cap="flat">
            <a:solidFill>
              <a:srgbClr val="3B5F21"/>
            </a:solidFill>
            <a:miter/>
          </a:ln>
        </p:spPr>
      </p:sp>
      <p:sp>
        <p:nvSpPr>
          <p:cNvPr id="72" name="Text 푪��">
            <a:extLst xmlns:a="http://schemas.openxmlformats.org/drawingml/2006/main">
              <a:ext uri="{FF2B5EF4-FFF2-40B4-BE49-F238E27FC236}">
                <a16:creationId xmlns:a16="http://schemas.microsoft.com/office/drawing/2014/main" id="{33B2D3EB-C9AA-4DD2-803C-AC7D82FBA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5284" y="3961955"/>
            <a:ext cx="343388" cy="106287"/>
          </a:xfrm>
          <a:custGeom xmlns:a="http://schemas.openxmlformats.org/drawingml/2006/main">
            <a:pathLst>
              <a:path w="343388" h="106287">
                <a:moveTo>
                  <a:pt x="107784" y="8858"/>
                </a:moveTo>
                <a:lnTo>
                  <a:pt x="103005" y="34023"/>
                </a:lnTo>
                <a:lnTo>
                  <a:pt x="94289" y="34023"/>
                </a:lnTo>
                <a:cubicBezTo>
                  <a:pt x="94101" y="25401"/>
                  <a:pt x="92086" y="18934"/>
                  <a:pt x="88244" y="14622"/>
                </a:cubicBezTo>
                <a:cubicBezTo>
                  <a:pt x="84306" y="10404"/>
                  <a:pt x="78496" y="8296"/>
                  <a:pt x="70811" y="8296"/>
                </a:cubicBezTo>
                <a:cubicBezTo>
                  <a:pt x="60876" y="8296"/>
                  <a:pt x="52769" y="11997"/>
                  <a:pt x="46489" y="19401"/>
                </a:cubicBezTo>
                <a:cubicBezTo>
                  <a:pt x="40209" y="26712"/>
                  <a:pt x="35570" y="37960"/>
                  <a:pt x="32571" y="53143"/>
                </a:cubicBezTo>
                <a:cubicBezTo>
                  <a:pt x="29572" y="68608"/>
                  <a:pt x="29806" y="79902"/>
                  <a:pt x="33272" y="87025"/>
                </a:cubicBezTo>
                <a:cubicBezTo>
                  <a:pt x="36647" y="94336"/>
                  <a:pt x="43396" y="97991"/>
                  <a:pt x="53519" y="97991"/>
                </a:cubicBezTo>
                <a:cubicBezTo>
                  <a:pt x="60454" y="97991"/>
                  <a:pt x="66405" y="96070"/>
                  <a:pt x="71374" y="92227"/>
                </a:cubicBezTo>
                <a:cubicBezTo>
                  <a:pt x="76435" y="88477"/>
                  <a:pt x="80699" y="82760"/>
                  <a:pt x="84165" y="75076"/>
                </a:cubicBezTo>
                <a:lnTo>
                  <a:pt x="97803" y="75076"/>
                </a:lnTo>
                <a:cubicBezTo>
                  <a:pt x="93023" y="85666"/>
                  <a:pt x="86603" y="93539"/>
                  <a:pt x="78543" y="98695"/>
                </a:cubicBezTo>
                <a:cubicBezTo>
                  <a:pt x="70670" y="103756"/>
                  <a:pt x="60782" y="106287"/>
                  <a:pt x="48879" y="106287"/>
                </a:cubicBezTo>
                <a:cubicBezTo>
                  <a:pt x="31540" y="106287"/>
                  <a:pt x="18793" y="101507"/>
                  <a:pt x="10638" y="91946"/>
                </a:cubicBezTo>
                <a:cubicBezTo>
                  <a:pt x="2483" y="82480"/>
                  <a:pt x="0" y="69546"/>
                  <a:pt x="3188" y="53143"/>
                </a:cubicBezTo>
                <a:cubicBezTo>
                  <a:pt x="6467" y="36648"/>
                  <a:pt x="14012" y="23714"/>
                  <a:pt x="25822" y="14341"/>
                </a:cubicBezTo>
                <a:cubicBezTo>
                  <a:pt x="37819" y="4780"/>
                  <a:pt x="52394" y="0"/>
                  <a:pt x="69546" y="0"/>
                </a:cubicBezTo>
                <a:cubicBezTo>
                  <a:pt x="75919" y="0"/>
                  <a:pt x="82104" y="750"/>
                  <a:pt x="88102" y="2250"/>
                </a:cubicBezTo>
                <a:cubicBezTo>
                  <a:pt x="94194" y="3562"/>
                  <a:pt x="100755" y="5764"/>
                  <a:pt x="107784" y="8858"/>
                </a:cubicBezTo>
                <a:close/>
                <a:moveTo>
                  <a:pt x="188553" y="49488"/>
                </a:moveTo>
                <a:cubicBezTo>
                  <a:pt x="188553" y="46864"/>
                  <a:pt x="188366" y="44942"/>
                  <a:pt x="187991" y="43724"/>
                </a:cubicBezTo>
                <a:cubicBezTo>
                  <a:pt x="186680" y="39319"/>
                  <a:pt x="183446" y="37117"/>
                  <a:pt x="178291" y="37117"/>
                </a:cubicBezTo>
                <a:cubicBezTo>
                  <a:pt x="173042" y="37117"/>
                  <a:pt x="169012" y="39319"/>
                  <a:pt x="166200" y="43724"/>
                </a:cubicBezTo>
                <a:cubicBezTo>
                  <a:pt x="163201" y="47941"/>
                  <a:pt x="160577" y="55955"/>
                  <a:pt x="158327" y="67765"/>
                </a:cubicBezTo>
                <a:cubicBezTo>
                  <a:pt x="156828" y="74982"/>
                  <a:pt x="156079" y="80980"/>
                  <a:pt x="156079" y="85759"/>
                </a:cubicBezTo>
                <a:cubicBezTo>
                  <a:pt x="156079" y="88009"/>
                  <a:pt x="156313" y="90071"/>
                  <a:pt x="156781" y="91946"/>
                </a:cubicBezTo>
                <a:cubicBezTo>
                  <a:pt x="158093" y="96351"/>
                  <a:pt x="161327" y="98553"/>
                  <a:pt x="166481" y="98553"/>
                </a:cubicBezTo>
                <a:cubicBezTo>
                  <a:pt x="171542" y="98553"/>
                  <a:pt x="175573" y="96351"/>
                  <a:pt x="178572" y="91946"/>
                </a:cubicBezTo>
                <a:cubicBezTo>
                  <a:pt x="181478" y="87729"/>
                  <a:pt x="184056" y="79668"/>
                  <a:pt x="186305" y="67765"/>
                </a:cubicBezTo>
                <a:cubicBezTo>
                  <a:pt x="187804" y="60267"/>
                  <a:pt x="188553" y="54175"/>
                  <a:pt x="188553" y="49488"/>
                </a:cubicBezTo>
                <a:moveTo>
                  <a:pt x="214562" y="58204"/>
                </a:moveTo>
                <a:cubicBezTo>
                  <a:pt x="214562" y="61390"/>
                  <a:pt x="214234" y="64577"/>
                  <a:pt x="213579" y="67765"/>
                </a:cubicBezTo>
                <a:cubicBezTo>
                  <a:pt x="211235" y="79761"/>
                  <a:pt x="205752" y="89180"/>
                  <a:pt x="197130" y="96022"/>
                </a:cubicBezTo>
                <a:cubicBezTo>
                  <a:pt x="188601" y="102865"/>
                  <a:pt x="177869" y="106287"/>
                  <a:pt x="164935" y="106287"/>
                </a:cubicBezTo>
                <a:cubicBezTo>
                  <a:pt x="152095" y="106287"/>
                  <a:pt x="142676" y="102865"/>
                  <a:pt x="136678" y="96022"/>
                </a:cubicBezTo>
                <a:cubicBezTo>
                  <a:pt x="132366" y="91150"/>
                  <a:pt x="130210" y="84917"/>
                  <a:pt x="130210" y="77324"/>
                </a:cubicBezTo>
                <a:cubicBezTo>
                  <a:pt x="130210" y="74138"/>
                  <a:pt x="130538" y="70952"/>
                  <a:pt x="131195" y="67765"/>
                </a:cubicBezTo>
                <a:cubicBezTo>
                  <a:pt x="133631" y="55768"/>
                  <a:pt x="139114" y="46395"/>
                  <a:pt x="147642" y="39646"/>
                </a:cubicBezTo>
                <a:cubicBezTo>
                  <a:pt x="156171" y="32804"/>
                  <a:pt x="166903" y="29383"/>
                  <a:pt x="179837" y="29383"/>
                </a:cubicBezTo>
                <a:cubicBezTo>
                  <a:pt x="192772" y="29383"/>
                  <a:pt x="202191" y="32757"/>
                  <a:pt x="208096" y="39506"/>
                </a:cubicBezTo>
                <a:cubicBezTo>
                  <a:pt x="212407" y="44380"/>
                  <a:pt x="214562" y="50613"/>
                  <a:pt x="214562" y="58204"/>
                </a:cubicBezTo>
                <a:close/>
                <a:moveTo>
                  <a:pt x="343388" y="1828"/>
                </a:moveTo>
                <a:lnTo>
                  <a:pt x="338328" y="27416"/>
                </a:lnTo>
                <a:lnTo>
                  <a:pt x="329048" y="27416"/>
                </a:lnTo>
                <a:lnTo>
                  <a:pt x="332283" y="11247"/>
                </a:lnTo>
                <a:lnTo>
                  <a:pt x="304024" y="11247"/>
                </a:lnTo>
                <a:lnTo>
                  <a:pt x="287435" y="96022"/>
                </a:lnTo>
                <a:lnTo>
                  <a:pt x="301211" y="96022"/>
                </a:lnTo>
                <a:lnTo>
                  <a:pt x="299525" y="104318"/>
                </a:lnTo>
                <a:lnTo>
                  <a:pt x="245680" y="104318"/>
                </a:lnTo>
                <a:lnTo>
                  <a:pt x="247366" y="96022"/>
                </a:lnTo>
                <a:lnTo>
                  <a:pt x="260864" y="96022"/>
                </a:lnTo>
                <a:lnTo>
                  <a:pt x="277453" y="11247"/>
                </a:lnTo>
                <a:lnTo>
                  <a:pt x="249336" y="11247"/>
                </a:lnTo>
                <a:lnTo>
                  <a:pt x="246242" y="27416"/>
                </a:lnTo>
                <a:lnTo>
                  <a:pt x="236823" y="27416"/>
                </a:lnTo>
                <a:lnTo>
                  <a:pt x="241744" y="1828"/>
                </a:lnTo>
                <a:lnTo>
                  <a:pt x="343388" y="1828"/>
                </a:lnTo>
                <a:close/>
              </a:path>
            </a:pathLst>
          </a:custGeom>
          <a:solidFill xmlns:a="http://schemas.openxmlformats.org/drawingml/2006/main">
            <a:srgbClr val="3B5F2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3" name="Text �+�">
            <a:extLst xmlns:a="http://schemas.openxmlformats.org/drawingml/2006/main">
              <a:ext uri="{FF2B5EF4-FFF2-40B4-BE49-F238E27FC236}">
                <a16:creationId xmlns:a16="http://schemas.microsoft.com/office/drawing/2014/main" id="{87064A1C-4FFA-4EE0-A2ED-DB54F83E1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7699" y="4018707"/>
            <a:ext cx="203023" cy="79567"/>
          </a:xfrm>
          <a:custGeom xmlns:a="http://schemas.openxmlformats.org/drawingml/2006/main">
            <a:pathLst>
              <a:path w="203023" h="79567">
                <a:moveTo>
                  <a:pt x="61144" y="69807"/>
                </a:moveTo>
                <a:lnTo>
                  <a:pt x="59950" y="75683"/>
                </a:lnTo>
                <a:lnTo>
                  <a:pt x="40929" y="75683"/>
                </a:lnTo>
                <a:lnTo>
                  <a:pt x="26788" y="51384"/>
                </a:lnTo>
                <a:lnTo>
                  <a:pt x="21112" y="55666"/>
                </a:lnTo>
                <a:lnTo>
                  <a:pt x="17228" y="75683"/>
                </a:lnTo>
                <a:lnTo>
                  <a:pt x="0" y="75683"/>
                </a:lnTo>
                <a:lnTo>
                  <a:pt x="13544" y="5875"/>
                </a:lnTo>
                <a:lnTo>
                  <a:pt x="6274" y="5875"/>
                </a:lnTo>
                <a:lnTo>
                  <a:pt x="7370" y="0"/>
                </a:lnTo>
                <a:lnTo>
                  <a:pt x="31966" y="0"/>
                </a:lnTo>
                <a:lnTo>
                  <a:pt x="22506" y="48596"/>
                </a:lnTo>
                <a:lnTo>
                  <a:pt x="47004" y="29874"/>
                </a:lnTo>
                <a:lnTo>
                  <a:pt x="40830" y="29874"/>
                </a:lnTo>
                <a:lnTo>
                  <a:pt x="41925" y="23999"/>
                </a:lnTo>
                <a:lnTo>
                  <a:pt x="55966" y="23999"/>
                </a:lnTo>
                <a:lnTo>
                  <a:pt x="54771" y="29874"/>
                </a:lnTo>
                <a:lnTo>
                  <a:pt x="39137" y="41825"/>
                </a:lnTo>
                <a:lnTo>
                  <a:pt x="55467" y="69807"/>
                </a:lnTo>
                <a:lnTo>
                  <a:pt x="61144" y="69807"/>
                </a:lnTo>
                <a:close/>
                <a:moveTo>
                  <a:pt x="139862" y="52281"/>
                </a:moveTo>
                <a:lnTo>
                  <a:pt x="112578" y="52281"/>
                </a:lnTo>
                <a:lnTo>
                  <a:pt x="112578" y="79567"/>
                </a:lnTo>
                <a:lnTo>
                  <a:pt x="104611" y="79567"/>
                </a:lnTo>
                <a:lnTo>
                  <a:pt x="104611" y="52281"/>
                </a:lnTo>
                <a:lnTo>
                  <a:pt x="77325" y="52281"/>
                </a:lnTo>
                <a:lnTo>
                  <a:pt x="77325" y="44314"/>
                </a:lnTo>
                <a:lnTo>
                  <a:pt x="104611" y="44314"/>
                </a:lnTo>
                <a:lnTo>
                  <a:pt x="104611" y="17028"/>
                </a:lnTo>
                <a:lnTo>
                  <a:pt x="112578" y="17028"/>
                </a:lnTo>
                <a:lnTo>
                  <a:pt x="112578" y="44314"/>
                </a:lnTo>
                <a:lnTo>
                  <a:pt x="139862" y="44314"/>
                </a:lnTo>
                <a:lnTo>
                  <a:pt x="139862" y="52281"/>
                </a:lnTo>
                <a:close/>
                <a:moveTo>
                  <a:pt x="203023" y="75683"/>
                </a:moveTo>
                <a:lnTo>
                  <a:pt x="157314" y="75683"/>
                </a:lnTo>
                <a:lnTo>
                  <a:pt x="157314" y="69807"/>
                </a:lnTo>
                <a:lnTo>
                  <a:pt x="170956" y="69807"/>
                </a:lnTo>
                <a:lnTo>
                  <a:pt x="170956" y="11053"/>
                </a:lnTo>
                <a:lnTo>
                  <a:pt x="155820" y="20015"/>
                </a:lnTo>
                <a:lnTo>
                  <a:pt x="155820" y="12746"/>
                </a:lnTo>
                <a:lnTo>
                  <a:pt x="174044" y="1792"/>
                </a:lnTo>
                <a:lnTo>
                  <a:pt x="189380" y="1792"/>
                </a:lnTo>
                <a:lnTo>
                  <a:pt x="189380" y="69807"/>
                </a:lnTo>
                <a:lnTo>
                  <a:pt x="203023" y="69807"/>
                </a:lnTo>
                <a:lnTo>
                  <a:pt x="203023" y="75683"/>
                </a:lnTo>
                <a:close/>
              </a:path>
            </a:pathLst>
          </a:custGeom>
          <a:solidFill xmlns:a="http://schemas.openxmlformats.org/drawingml/2006/main">
            <a:srgbClr val="3B5F2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4" name="Text ,푨풄풕���">
            <a:extLst xmlns:a="http://schemas.openxmlformats.org/drawingml/2006/main">
              <a:ext uri="{FF2B5EF4-FFF2-40B4-BE49-F238E27FC236}">
                <a16:creationId xmlns:a16="http://schemas.microsoft.com/office/drawing/2014/main" id="{9E6BB047-A87B-451B-9910-09ED9B364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9150" y="3959426"/>
            <a:ext cx="668079" cy="125967"/>
          </a:xfrm>
          <a:custGeom xmlns:a="http://schemas.openxmlformats.org/drawingml/2006/main">
            <a:pathLst>
              <a:path w="668079" h="125967">
                <a:moveTo>
                  <a:pt x="26009" y="91243"/>
                </a:moveTo>
                <a:cubicBezTo>
                  <a:pt x="25541" y="99021"/>
                  <a:pt x="23714" y="105722"/>
                  <a:pt x="20528" y="111345"/>
                </a:cubicBezTo>
                <a:cubicBezTo>
                  <a:pt x="17152" y="116969"/>
                  <a:pt x="12138" y="121843"/>
                  <a:pt x="5483" y="125967"/>
                </a:cubicBezTo>
                <a:lnTo>
                  <a:pt x="0" y="120484"/>
                </a:lnTo>
                <a:cubicBezTo>
                  <a:pt x="4217" y="117298"/>
                  <a:pt x="7405" y="113596"/>
                  <a:pt x="9561" y="109378"/>
                </a:cubicBezTo>
                <a:cubicBezTo>
                  <a:pt x="11529" y="105066"/>
                  <a:pt x="12513" y="99864"/>
                  <a:pt x="12513" y="93772"/>
                </a:cubicBezTo>
                <a:lnTo>
                  <a:pt x="12513" y="91243"/>
                </a:lnTo>
                <a:lnTo>
                  <a:pt x="26009" y="91243"/>
                </a:lnTo>
                <a:close/>
                <a:moveTo>
                  <a:pt x="208680" y="98551"/>
                </a:moveTo>
                <a:lnTo>
                  <a:pt x="206994" y="106847"/>
                </a:lnTo>
                <a:lnTo>
                  <a:pt x="159053" y="106847"/>
                </a:lnTo>
                <a:lnTo>
                  <a:pt x="160600" y="98551"/>
                </a:lnTo>
                <a:lnTo>
                  <a:pt x="170723" y="98551"/>
                </a:lnTo>
                <a:lnTo>
                  <a:pt x="166364" y="77605"/>
                </a:lnTo>
                <a:lnTo>
                  <a:pt x="127842" y="77605"/>
                </a:lnTo>
                <a:lnTo>
                  <a:pt x="115190" y="98551"/>
                </a:lnTo>
                <a:lnTo>
                  <a:pt x="127422" y="98551"/>
                </a:lnTo>
                <a:lnTo>
                  <a:pt x="125733" y="106847"/>
                </a:lnTo>
                <a:lnTo>
                  <a:pt x="95226" y="106847"/>
                </a:lnTo>
                <a:lnTo>
                  <a:pt x="96912" y="98551"/>
                </a:lnTo>
                <a:lnTo>
                  <a:pt x="105208" y="98551"/>
                </a:lnTo>
                <a:lnTo>
                  <a:pt x="162146" y="4357"/>
                </a:lnTo>
                <a:lnTo>
                  <a:pt x="178596" y="4357"/>
                </a:lnTo>
                <a:lnTo>
                  <a:pt x="198840" y="98551"/>
                </a:lnTo>
                <a:lnTo>
                  <a:pt x="208680" y="98551"/>
                </a:lnTo>
                <a:moveTo>
                  <a:pt x="164536" y="69310"/>
                </a:moveTo>
                <a:lnTo>
                  <a:pt x="156382" y="30085"/>
                </a:lnTo>
                <a:lnTo>
                  <a:pt x="132763" y="69310"/>
                </a:lnTo>
                <a:lnTo>
                  <a:pt x="164536" y="69310"/>
                </a:lnTo>
                <a:close/>
                <a:moveTo>
                  <a:pt x="309577" y="37676"/>
                </a:moveTo>
                <a:lnTo>
                  <a:pt x="305641" y="57921"/>
                </a:lnTo>
                <a:lnTo>
                  <a:pt x="297907" y="57921"/>
                </a:lnTo>
                <a:cubicBezTo>
                  <a:pt x="298002" y="57266"/>
                  <a:pt x="298049" y="56282"/>
                  <a:pt x="298049" y="54969"/>
                </a:cubicBezTo>
                <a:cubicBezTo>
                  <a:pt x="298049" y="50377"/>
                  <a:pt x="297111" y="46769"/>
                  <a:pt x="295236" y="44144"/>
                </a:cubicBezTo>
                <a:cubicBezTo>
                  <a:pt x="292799" y="41145"/>
                  <a:pt x="289050" y="39646"/>
                  <a:pt x="283989" y="39646"/>
                </a:cubicBezTo>
                <a:cubicBezTo>
                  <a:pt x="277147" y="39646"/>
                  <a:pt x="271899" y="41942"/>
                  <a:pt x="268243" y="46534"/>
                </a:cubicBezTo>
                <a:cubicBezTo>
                  <a:pt x="264400" y="51126"/>
                  <a:pt x="261401" y="59046"/>
                  <a:pt x="259246" y="70295"/>
                </a:cubicBezTo>
                <a:cubicBezTo>
                  <a:pt x="258122" y="76198"/>
                  <a:pt x="257560" y="81212"/>
                  <a:pt x="257560" y="85337"/>
                </a:cubicBezTo>
                <a:cubicBezTo>
                  <a:pt x="257560" y="88992"/>
                  <a:pt x="257981" y="91851"/>
                  <a:pt x="258823" y="93913"/>
                </a:cubicBezTo>
                <a:cubicBezTo>
                  <a:pt x="260605" y="98693"/>
                  <a:pt x="264683" y="101083"/>
                  <a:pt x="271055" y="101083"/>
                </a:cubicBezTo>
                <a:cubicBezTo>
                  <a:pt x="275835" y="101083"/>
                  <a:pt x="280052" y="99630"/>
                  <a:pt x="283708" y="96724"/>
                </a:cubicBezTo>
                <a:cubicBezTo>
                  <a:pt x="287363" y="93537"/>
                  <a:pt x="289988" y="89320"/>
                  <a:pt x="291581" y="84071"/>
                </a:cubicBezTo>
                <a:lnTo>
                  <a:pt x="302970" y="84071"/>
                </a:lnTo>
                <a:cubicBezTo>
                  <a:pt x="299502" y="92600"/>
                  <a:pt x="294721" y="98787"/>
                  <a:pt x="288629" y="102629"/>
                </a:cubicBezTo>
                <a:cubicBezTo>
                  <a:pt x="282537" y="106754"/>
                  <a:pt x="274851" y="108816"/>
                  <a:pt x="265572" y="108816"/>
                </a:cubicBezTo>
                <a:cubicBezTo>
                  <a:pt x="252545" y="108816"/>
                  <a:pt x="243125" y="105442"/>
                  <a:pt x="237313" y="98693"/>
                </a:cubicBezTo>
                <a:cubicBezTo>
                  <a:pt x="233190" y="93819"/>
                  <a:pt x="231129" y="87680"/>
                  <a:pt x="231129" y="80276"/>
                </a:cubicBezTo>
                <a:cubicBezTo>
                  <a:pt x="231129" y="76901"/>
                  <a:pt x="231457" y="73574"/>
                  <a:pt x="232113" y="70295"/>
                </a:cubicBezTo>
                <a:cubicBezTo>
                  <a:pt x="234550" y="58203"/>
                  <a:pt x="239939" y="48783"/>
                  <a:pt x="248280" y="42036"/>
                </a:cubicBezTo>
                <a:cubicBezTo>
                  <a:pt x="256527" y="35287"/>
                  <a:pt x="266931" y="31912"/>
                  <a:pt x="279490" y="31912"/>
                </a:cubicBezTo>
                <a:cubicBezTo>
                  <a:pt x="284833" y="31912"/>
                  <a:pt x="289895" y="32381"/>
                  <a:pt x="294674" y="33320"/>
                </a:cubicBezTo>
                <a:cubicBezTo>
                  <a:pt x="300017" y="34351"/>
                  <a:pt x="304985" y="35803"/>
                  <a:pt x="309577" y="37676"/>
                </a:cubicBezTo>
                <a:close/>
                <a:moveTo>
                  <a:pt x="388541" y="33882"/>
                </a:moveTo>
                <a:lnTo>
                  <a:pt x="386994" y="42175"/>
                </a:lnTo>
                <a:lnTo>
                  <a:pt x="366750" y="42175"/>
                </a:lnTo>
                <a:lnTo>
                  <a:pt x="358034" y="86883"/>
                </a:lnTo>
                <a:cubicBezTo>
                  <a:pt x="357283" y="91007"/>
                  <a:pt x="356861" y="94099"/>
                  <a:pt x="356768" y="96162"/>
                </a:cubicBezTo>
                <a:cubicBezTo>
                  <a:pt x="356768" y="97474"/>
                  <a:pt x="356908" y="98318"/>
                  <a:pt x="357189" y="98693"/>
                </a:cubicBezTo>
                <a:cubicBezTo>
                  <a:pt x="357940" y="100286"/>
                  <a:pt x="359627" y="101083"/>
                  <a:pt x="362252" y="101083"/>
                </a:cubicBezTo>
                <a:cubicBezTo>
                  <a:pt x="365063" y="101083"/>
                  <a:pt x="367453" y="100099"/>
                  <a:pt x="369421" y="98131"/>
                </a:cubicBezTo>
                <a:cubicBezTo>
                  <a:pt x="371201" y="96069"/>
                  <a:pt x="372514" y="93022"/>
                  <a:pt x="373357" y="88992"/>
                </a:cubicBezTo>
                <a:lnTo>
                  <a:pt x="383620" y="88992"/>
                </a:lnTo>
                <a:cubicBezTo>
                  <a:pt x="381839" y="96303"/>
                  <a:pt x="378840" y="101458"/>
                  <a:pt x="374623" y="104457"/>
                </a:cubicBezTo>
                <a:cubicBezTo>
                  <a:pt x="370593" y="107363"/>
                  <a:pt x="364126" y="108816"/>
                  <a:pt x="355222" y="108816"/>
                </a:cubicBezTo>
                <a:cubicBezTo>
                  <a:pt x="345099" y="108816"/>
                  <a:pt x="338585" y="107269"/>
                  <a:pt x="335679" y="104176"/>
                </a:cubicBezTo>
                <a:cubicBezTo>
                  <a:pt x="333805" y="102019"/>
                  <a:pt x="332868" y="98880"/>
                  <a:pt x="332868" y="94756"/>
                </a:cubicBezTo>
                <a:cubicBezTo>
                  <a:pt x="332868" y="92507"/>
                  <a:pt x="333149" y="89882"/>
                  <a:pt x="333712" y="86883"/>
                </a:cubicBezTo>
                <a:lnTo>
                  <a:pt x="342428" y="42175"/>
                </a:lnTo>
                <a:lnTo>
                  <a:pt x="331884" y="42175"/>
                </a:lnTo>
                <a:lnTo>
                  <a:pt x="333431" y="33882"/>
                </a:lnTo>
                <a:lnTo>
                  <a:pt x="343974" y="33882"/>
                </a:lnTo>
                <a:lnTo>
                  <a:pt x="348473" y="11247"/>
                </a:lnTo>
                <a:lnTo>
                  <a:pt x="372654" y="11247"/>
                </a:lnTo>
                <a:lnTo>
                  <a:pt x="368297" y="33882"/>
                </a:lnTo>
                <a:lnTo>
                  <a:pt x="388541" y="33882"/>
                </a:lnTo>
                <a:close/>
                <a:moveTo>
                  <a:pt x="453424" y="10402"/>
                </a:moveTo>
                <a:cubicBezTo>
                  <a:pt x="453424" y="10966"/>
                  <a:pt x="453330" y="11903"/>
                  <a:pt x="453143" y="13215"/>
                </a:cubicBezTo>
                <a:cubicBezTo>
                  <a:pt x="452392" y="16870"/>
                  <a:pt x="450564" y="19963"/>
                  <a:pt x="447660" y="22493"/>
                </a:cubicBezTo>
                <a:cubicBezTo>
                  <a:pt x="444754" y="25024"/>
                  <a:pt x="441426" y="26290"/>
                  <a:pt x="437676" y="26290"/>
                </a:cubicBezTo>
                <a:cubicBezTo>
                  <a:pt x="433927" y="26290"/>
                  <a:pt x="431022" y="25024"/>
                  <a:pt x="428960" y="22493"/>
                </a:cubicBezTo>
                <a:cubicBezTo>
                  <a:pt x="427554" y="20806"/>
                  <a:pt x="426757" y="18604"/>
                  <a:pt x="426570" y="15885"/>
                </a:cubicBezTo>
                <a:cubicBezTo>
                  <a:pt x="426570" y="15418"/>
                  <a:pt x="426664" y="14527"/>
                  <a:pt x="426851" y="13215"/>
                </a:cubicBezTo>
                <a:cubicBezTo>
                  <a:pt x="427507" y="9559"/>
                  <a:pt x="429429" y="6419"/>
                  <a:pt x="432615" y="3795"/>
                </a:cubicBezTo>
                <a:cubicBezTo>
                  <a:pt x="435616" y="1265"/>
                  <a:pt x="438990" y="0"/>
                  <a:pt x="442739" y="0"/>
                </a:cubicBezTo>
                <a:cubicBezTo>
                  <a:pt x="446394" y="0"/>
                  <a:pt x="449206" y="1265"/>
                  <a:pt x="451174" y="3795"/>
                </a:cubicBezTo>
                <a:cubicBezTo>
                  <a:pt x="452674" y="5575"/>
                  <a:pt x="453424" y="7778"/>
                  <a:pt x="453424" y="10402"/>
                </a:cubicBezTo>
                <a:moveTo>
                  <a:pt x="449487" y="33882"/>
                </a:moveTo>
                <a:lnTo>
                  <a:pt x="436835" y="98551"/>
                </a:lnTo>
                <a:lnTo>
                  <a:pt x="447379" y="98551"/>
                </a:lnTo>
                <a:lnTo>
                  <a:pt x="445690" y="106847"/>
                </a:lnTo>
                <a:lnTo>
                  <a:pt x="410966" y="106847"/>
                </a:lnTo>
                <a:lnTo>
                  <a:pt x="423479" y="42175"/>
                </a:lnTo>
                <a:lnTo>
                  <a:pt x="413214" y="42175"/>
                </a:lnTo>
                <a:lnTo>
                  <a:pt x="414761" y="33882"/>
                </a:lnTo>
                <a:lnTo>
                  <a:pt x="449487" y="33882"/>
                </a:lnTo>
                <a:close/>
                <a:moveTo>
                  <a:pt x="534331" y="52017"/>
                </a:moveTo>
                <a:cubicBezTo>
                  <a:pt x="534331" y="49393"/>
                  <a:pt x="534144" y="47472"/>
                  <a:pt x="533769" y="46253"/>
                </a:cubicBezTo>
                <a:cubicBezTo>
                  <a:pt x="532458" y="41848"/>
                  <a:pt x="529224" y="39646"/>
                  <a:pt x="524068" y="39646"/>
                </a:cubicBezTo>
                <a:cubicBezTo>
                  <a:pt x="518820" y="39646"/>
                  <a:pt x="514790" y="41848"/>
                  <a:pt x="511978" y="46253"/>
                </a:cubicBezTo>
                <a:cubicBezTo>
                  <a:pt x="508979" y="50471"/>
                  <a:pt x="506355" y="58484"/>
                  <a:pt x="504105" y="70295"/>
                </a:cubicBezTo>
                <a:cubicBezTo>
                  <a:pt x="502606" y="77511"/>
                  <a:pt x="501857" y="83509"/>
                  <a:pt x="501857" y="88289"/>
                </a:cubicBezTo>
                <a:cubicBezTo>
                  <a:pt x="501857" y="90538"/>
                  <a:pt x="502091" y="92600"/>
                  <a:pt x="502558" y="94475"/>
                </a:cubicBezTo>
                <a:cubicBezTo>
                  <a:pt x="503871" y="98880"/>
                  <a:pt x="507105" y="101083"/>
                  <a:pt x="512259" y="101083"/>
                </a:cubicBezTo>
                <a:cubicBezTo>
                  <a:pt x="517320" y="101083"/>
                  <a:pt x="521350" y="98880"/>
                  <a:pt x="524349" y="94475"/>
                </a:cubicBezTo>
                <a:cubicBezTo>
                  <a:pt x="527255" y="90258"/>
                  <a:pt x="529833" y="82198"/>
                  <a:pt x="532083" y="70295"/>
                </a:cubicBezTo>
                <a:cubicBezTo>
                  <a:pt x="533582" y="62796"/>
                  <a:pt x="534331" y="56704"/>
                  <a:pt x="534331" y="52017"/>
                </a:cubicBezTo>
                <a:moveTo>
                  <a:pt x="560340" y="60733"/>
                </a:moveTo>
                <a:cubicBezTo>
                  <a:pt x="560340" y="63920"/>
                  <a:pt x="560012" y="67107"/>
                  <a:pt x="559357" y="70295"/>
                </a:cubicBezTo>
                <a:cubicBezTo>
                  <a:pt x="557013" y="82291"/>
                  <a:pt x="551530" y="91709"/>
                  <a:pt x="542908" y="98551"/>
                </a:cubicBezTo>
                <a:cubicBezTo>
                  <a:pt x="534378" y="105395"/>
                  <a:pt x="523646" y="108816"/>
                  <a:pt x="510712" y="108816"/>
                </a:cubicBezTo>
                <a:cubicBezTo>
                  <a:pt x="497872" y="108816"/>
                  <a:pt x="488453" y="105395"/>
                  <a:pt x="482455" y="98551"/>
                </a:cubicBezTo>
                <a:cubicBezTo>
                  <a:pt x="478143" y="93679"/>
                  <a:pt x="475988" y="87446"/>
                  <a:pt x="475988" y="79854"/>
                </a:cubicBezTo>
                <a:cubicBezTo>
                  <a:pt x="475988" y="76667"/>
                  <a:pt x="476316" y="73481"/>
                  <a:pt x="476972" y="70295"/>
                </a:cubicBezTo>
                <a:cubicBezTo>
                  <a:pt x="479409" y="58297"/>
                  <a:pt x="484892" y="48924"/>
                  <a:pt x="493420" y="42175"/>
                </a:cubicBezTo>
                <a:cubicBezTo>
                  <a:pt x="501949" y="35333"/>
                  <a:pt x="512681" y="31912"/>
                  <a:pt x="525615" y="31912"/>
                </a:cubicBezTo>
                <a:cubicBezTo>
                  <a:pt x="538549" y="31912"/>
                  <a:pt x="547969" y="35287"/>
                  <a:pt x="553874" y="42036"/>
                </a:cubicBezTo>
                <a:cubicBezTo>
                  <a:pt x="558184" y="46909"/>
                  <a:pt x="560340" y="53142"/>
                  <a:pt x="560340" y="60733"/>
                </a:cubicBezTo>
                <a:close/>
                <a:moveTo>
                  <a:pt x="668079" y="98551"/>
                </a:moveTo>
                <a:lnTo>
                  <a:pt x="666390" y="106847"/>
                </a:lnTo>
                <a:lnTo>
                  <a:pt x="631666" y="106847"/>
                </a:lnTo>
                <a:lnTo>
                  <a:pt x="640804" y="59749"/>
                </a:lnTo>
                <a:cubicBezTo>
                  <a:pt x="641461" y="56750"/>
                  <a:pt x="641789" y="54032"/>
                  <a:pt x="641789" y="51595"/>
                </a:cubicBezTo>
                <a:cubicBezTo>
                  <a:pt x="641789" y="49534"/>
                  <a:pt x="641507" y="47941"/>
                  <a:pt x="640944" y="46815"/>
                </a:cubicBezTo>
                <a:cubicBezTo>
                  <a:pt x="639820" y="44285"/>
                  <a:pt x="637336" y="43114"/>
                  <a:pt x="633493" y="43301"/>
                </a:cubicBezTo>
                <a:cubicBezTo>
                  <a:pt x="628619" y="43301"/>
                  <a:pt x="624683" y="45082"/>
                  <a:pt x="621684" y="48643"/>
                </a:cubicBezTo>
                <a:cubicBezTo>
                  <a:pt x="618778" y="52111"/>
                  <a:pt x="616528" y="57828"/>
                  <a:pt x="614935" y="65794"/>
                </a:cubicBezTo>
                <a:lnTo>
                  <a:pt x="606923" y="106847"/>
                </a:lnTo>
                <a:lnTo>
                  <a:pt x="582600" y="106847"/>
                </a:lnTo>
                <a:lnTo>
                  <a:pt x="595113" y="42175"/>
                </a:lnTo>
                <a:lnTo>
                  <a:pt x="584848" y="42175"/>
                </a:lnTo>
                <a:lnTo>
                  <a:pt x="586395" y="33882"/>
                </a:lnTo>
                <a:lnTo>
                  <a:pt x="621122" y="33882"/>
                </a:lnTo>
                <a:lnTo>
                  <a:pt x="619153" y="44144"/>
                </a:lnTo>
                <a:cubicBezTo>
                  <a:pt x="622902" y="39832"/>
                  <a:pt x="626839" y="36693"/>
                  <a:pt x="630962" y="34725"/>
                </a:cubicBezTo>
                <a:cubicBezTo>
                  <a:pt x="635087" y="32757"/>
                  <a:pt x="640008" y="31819"/>
                  <a:pt x="645725" y="31912"/>
                </a:cubicBezTo>
                <a:cubicBezTo>
                  <a:pt x="653879" y="31912"/>
                  <a:pt x="659596" y="34303"/>
                  <a:pt x="662876" y="39084"/>
                </a:cubicBezTo>
                <a:cubicBezTo>
                  <a:pt x="664939" y="42083"/>
                  <a:pt x="665970" y="46113"/>
                  <a:pt x="665970" y="51174"/>
                </a:cubicBezTo>
                <a:cubicBezTo>
                  <a:pt x="665970" y="54173"/>
                  <a:pt x="665642" y="57266"/>
                  <a:pt x="664985" y="60452"/>
                </a:cubicBezTo>
                <a:lnTo>
                  <a:pt x="657674" y="98551"/>
                </a:lnTo>
                <a:lnTo>
                  <a:pt x="668079" y="98551"/>
                </a:lnTo>
                <a:close/>
              </a:path>
            </a:pathLst>
          </a:custGeom>
          <a:solidFill xmlns:a="http://schemas.openxmlformats.org/drawingml/2006/main">
            <a:srgbClr val="3B5F2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5" name="Text �+�">
            <a:extLst xmlns:a="http://schemas.openxmlformats.org/drawingml/2006/main">
              <a:ext uri="{FF2B5EF4-FFF2-40B4-BE49-F238E27FC236}">
                <a16:creationId xmlns:a16="http://schemas.microsoft.com/office/drawing/2014/main" id="{DCBEB455-8E60-43C6-A987-B3D731C73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256" y="4018707"/>
            <a:ext cx="203021" cy="79567"/>
          </a:xfrm>
          <a:custGeom xmlns:a="http://schemas.openxmlformats.org/drawingml/2006/main">
            <a:pathLst>
              <a:path w="203021" h="79567">
                <a:moveTo>
                  <a:pt x="61144" y="69807"/>
                </a:moveTo>
                <a:lnTo>
                  <a:pt x="59950" y="75683"/>
                </a:lnTo>
                <a:lnTo>
                  <a:pt x="40929" y="75683"/>
                </a:lnTo>
                <a:lnTo>
                  <a:pt x="26788" y="51384"/>
                </a:lnTo>
                <a:lnTo>
                  <a:pt x="21112" y="55666"/>
                </a:lnTo>
                <a:lnTo>
                  <a:pt x="17228" y="75683"/>
                </a:lnTo>
                <a:lnTo>
                  <a:pt x="0" y="75683"/>
                </a:lnTo>
                <a:lnTo>
                  <a:pt x="13544" y="5875"/>
                </a:lnTo>
                <a:lnTo>
                  <a:pt x="6274" y="5875"/>
                </a:lnTo>
                <a:lnTo>
                  <a:pt x="7370" y="0"/>
                </a:lnTo>
                <a:lnTo>
                  <a:pt x="31966" y="0"/>
                </a:lnTo>
                <a:lnTo>
                  <a:pt x="22506" y="48596"/>
                </a:lnTo>
                <a:lnTo>
                  <a:pt x="47004" y="29874"/>
                </a:lnTo>
                <a:lnTo>
                  <a:pt x="40830" y="29874"/>
                </a:lnTo>
                <a:lnTo>
                  <a:pt x="41925" y="23999"/>
                </a:lnTo>
                <a:lnTo>
                  <a:pt x="55966" y="23999"/>
                </a:lnTo>
                <a:lnTo>
                  <a:pt x="54771" y="29874"/>
                </a:lnTo>
                <a:lnTo>
                  <a:pt x="39137" y="41825"/>
                </a:lnTo>
                <a:lnTo>
                  <a:pt x="55467" y="69807"/>
                </a:lnTo>
                <a:lnTo>
                  <a:pt x="61144" y="69807"/>
                </a:lnTo>
                <a:close/>
                <a:moveTo>
                  <a:pt x="139861" y="52281"/>
                </a:moveTo>
                <a:lnTo>
                  <a:pt x="112577" y="52281"/>
                </a:lnTo>
                <a:lnTo>
                  <a:pt x="112577" y="79567"/>
                </a:lnTo>
                <a:lnTo>
                  <a:pt x="104610" y="79567"/>
                </a:lnTo>
                <a:lnTo>
                  <a:pt x="104610" y="52281"/>
                </a:lnTo>
                <a:lnTo>
                  <a:pt x="77324" y="52281"/>
                </a:lnTo>
                <a:lnTo>
                  <a:pt x="77324" y="44314"/>
                </a:lnTo>
                <a:lnTo>
                  <a:pt x="104610" y="44314"/>
                </a:lnTo>
                <a:lnTo>
                  <a:pt x="104610" y="17028"/>
                </a:lnTo>
                <a:lnTo>
                  <a:pt x="112577" y="17028"/>
                </a:lnTo>
                <a:lnTo>
                  <a:pt x="112577" y="44314"/>
                </a:lnTo>
                <a:lnTo>
                  <a:pt x="139861" y="44314"/>
                </a:lnTo>
                <a:lnTo>
                  <a:pt x="139861" y="52281"/>
                </a:lnTo>
                <a:close/>
                <a:moveTo>
                  <a:pt x="203021" y="75683"/>
                </a:moveTo>
                <a:lnTo>
                  <a:pt x="157312" y="75683"/>
                </a:lnTo>
                <a:lnTo>
                  <a:pt x="157312" y="69807"/>
                </a:lnTo>
                <a:lnTo>
                  <a:pt x="170955" y="69807"/>
                </a:lnTo>
                <a:lnTo>
                  <a:pt x="170955" y="11053"/>
                </a:lnTo>
                <a:lnTo>
                  <a:pt x="155819" y="20015"/>
                </a:lnTo>
                <a:lnTo>
                  <a:pt x="155819" y="12746"/>
                </a:lnTo>
                <a:lnTo>
                  <a:pt x="174042" y="1792"/>
                </a:lnTo>
                <a:lnTo>
                  <a:pt x="189379" y="1792"/>
                </a:lnTo>
                <a:lnTo>
                  <a:pt x="189379" y="69807"/>
                </a:lnTo>
                <a:lnTo>
                  <a:pt x="203021" y="69807"/>
                </a:lnTo>
                <a:lnTo>
                  <a:pt x="203021" y="75683"/>
                </a:lnTo>
                <a:close/>
              </a:path>
            </a:pathLst>
          </a:custGeom>
          <a:solidFill xmlns:a="http://schemas.openxmlformats.org/drawingml/2006/main">
            <a:srgbClr val="3B5F2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6" name="Text &gt;">
            <a:extLst xmlns:a="http://schemas.openxmlformats.org/drawingml/2006/main">
              <a:ext uri="{FF2B5EF4-FFF2-40B4-BE49-F238E27FC236}">
                <a16:creationId xmlns:a16="http://schemas.microsoft.com/office/drawing/2014/main" id="{5594BCC3-7B63-4468-B9BE-E69DA2C31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0334" y="3982523"/>
            <a:ext cx="66656" cy="68235"/>
          </a:xfrm>
          <a:custGeom xmlns:a="http://schemas.openxmlformats.org/drawingml/2006/main">
            <a:pathLst>
              <a:path w="66656" h="68235">
                <a:moveTo>
                  <a:pt x="66656" y="39678"/>
                </a:moveTo>
                <a:lnTo>
                  <a:pt x="0" y="68235"/>
                </a:lnTo>
                <a:lnTo>
                  <a:pt x="0" y="55879"/>
                </a:lnTo>
                <a:lnTo>
                  <a:pt x="52790" y="33980"/>
                </a:lnTo>
                <a:lnTo>
                  <a:pt x="0" y="12356"/>
                </a:lnTo>
                <a:lnTo>
                  <a:pt x="0" y="0"/>
                </a:lnTo>
                <a:lnTo>
                  <a:pt x="66656" y="28145"/>
                </a:lnTo>
                <a:lnTo>
                  <a:pt x="66656" y="39678"/>
                </a:lnTo>
                <a:close/>
              </a:path>
            </a:pathLst>
          </a:custGeom>
          <a:solidFill xmlns:a="http://schemas.openxmlformats.org/drawingml/2006/main">
            <a:srgbClr val="3B5F2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7" name="Text &gt;">
            <a:extLst xmlns:a="http://schemas.openxmlformats.org/drawingml/2006/main">
              <a:ext uri="{FF2B5EF4-FFF2-40B4-BE49-F238E27FC236}">
                <a16:creationId xmlns:a16="http://schemas.microsoft.com/office/drawing/2014/main" id="{020513D3-CEF5-4A54-A262-EE8B6B927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0334" y="3982523"/>
            <a:ext cx="66656" cy="68235"/>
          </a:xfrm>
          <a:custGeom xmlns:a="http://schemas.openxmlformats.org/drawingml/2006/main">
            <a:pathLst>
              <a:path w="66656" h="68235" fill="none">
                <a:moveTo>
                  <a:pt x="66656" y="39678"/>
                </a:moveTo>
                <a:lnTo>
                  <a:pt x="0" y="68235"/>
                </a:lnTo>
                <a:lnTo>
                  <a:pt x="0" y="55879"/>
                </a:lnTo>
                <a:lnTo>
                  <a:pt x="52790" y="33980"/>
                </a:lnTo>
                <a:lnTo>
                  <a:pt x="0" y="12356"/>
                </a:lnTo>
                <a:lnTo>
                  <a:pt x="0" y="0"/>
                </a:lnTo>
                <a:lnTo>
                  <a:pt x="66656" y="28145"/>
                </a:lnTo>
                <a:lnTo>
                  <a:pt x="66656" y="3967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993" cap="flat">
            <a:solidFill>
              <a:srgbClr val="3B5F21"/>
            </a:solidFill>
            <a:miter/>
          </a:ln>
        </p:spPr>
      </p:sp>
      <p:sp>
        <p:nvSpPr>
          <p:cNvPr id="78" name="Text Prompt:">
            <a:extLst xmlns:a="http://schemas.openxmlformats.org/drawingml/2006/main">
              <a:ext uri="{FF2B5EF4-FFF2-40B4-BE49-F238E27FC236}">
                <a16:creationId xmlns:a16="http://schemas.microsoft.com/office/drawing/2014/main" id="{AF48501D-8077-46CF-ABB1-B3358C553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8123" y="4136686"/>
            <a:ext cx="468740" cy="128644"/>
          </a:xfrm>
          <a:custGeom xmlns:a="http://schemas.openxmlformats.org/drawingml/2006/main">
            <a:pathLst>
              <a:path w="468740" h="128644">
                <a:moveTo>
                  <a:pt x="0" y="100636"/>
                </a:moveTo>
                <a:lnTo>
                  <a:pt x="0" y="0"/>
                </a:lnTo>
                <a:lnTo>
                  <a:pt x="37962" y="0"/>
                </a:lnTo>
                <a:cubicBezTo>
                  <a:pt x="44643" y="0"/>
                  <a:pt x="49746" y="320"/>
                  <a:pt x="53270" y="961"/>
                </a:cubicBezTo>
                <a:cubicBezTo>
                  <a:pt x="58213" y="1785"/>
                  <a:pt x="62354" y="3352"/>
                  <a:pt x="65695" y="5663"/>
                </a:cubicBezTo>
                <a:cubicBezTo>
                  <a:pt x="69036" y="7974"/>
                  <a:pt x="71725" y="11212"/>
                  <a:pt x="73761" y="15377"/>
                </a:cubicBezTo>
                <a:cubicBezTo>
                  <a:pt x="75798" y="19541"/>
                  <a:pt x="76816" y="24118"/>
                  <a:pt x="76816" y="29106"/>
                </a:cubicBezTo>
                <a:cubicBezTo>
                  <a:pt x="76816" y="37664"/>
                  <a:pt x="74093" y="44907"/>
                  <a:pt x="68647" y="50833"/>
                </a:cubicBezTo>
                <a:cubicBezTo>
                  <a:pt x="63201" y="56760"/>
                  <a:pt x="53362" y="59723"/>
                  <a:pt x="39129" y="59723"/>
                </a:cubicBezTo>
                <a:lnTo>
                  <a:pt x="13318" y="59723"/>
                </a:lnTo>
                <a:lnTo>
                  <a:pt x="13318" y="100636"/>
                </a:lnTo>
                <a:lnTo>
                  <a:pt x="0" y="100636"/>
                </a:lnTo>
                <a:moveTo>
                  <a:pt x="13318" y="47778"/>
                </a:moveTo>
                <a:lnTo>
                  <a:pt x="39335" y="47778"/>
                </a:lnTo>
                <a:cubicBezTo>
                  <a:pt x="47938" y="47778"/>
                  <a:pt x="54048" y="46183"/>
                  <a:pt x="57663" y="42992"/>
                </a:cubicBezTo>
                <a:cubicBezTo>
                  <a:pt x="61279" y="39800"/>
                  <a:pt x="63087" y="35310"/>
                  <a:pt x="63087" y="29520"/>
                </a:cubicBezTo>
                <a:cubicBezTo>
                  <a:pt x="63087" y="25326"/>
                  <a:pt x="62023" y="21735"/>
                  <a:pt x="59894" y="18749"/>
                </a:cubicBezTo>
                <a:cubicBezTo>
                  <a:pt x="57766" y="15763"/>
                  <a:pt x="54963" y="13791"/>
                  <a:pt x="51485" y="12833"/>
                </a:cubicBezTo>
                <a:cubicBezTo>
                  <a:pt x="49243" y="12241"/>
                  <a:pt x="45101" y="11945"/>
                  <a:pt x="39060" y="11945"/>
                </a:cubicBezTo>
                <a:lnTo>
                  <a:pt x="13318" y="11945"/>
                </a:lnTo>
                <a:lnTo>
                  <a:pt x="13318" y="47778"/>
                </a:lnTo>
                <a:close/>
                <a:moveTo>
                  <a:pt x="92010" y="100636"/>
                </a:moveTo>
                <a:lnTo>
                  <a:pt x="92010" y="27733"/>
                </a:lnTo>
                <a:lnTo>
                  <a:pt x="103131" y="27733"/>
                </a:lnTo>
                <a:lnTo>
                  <a:pt x="103131" y="38786"/>
                </a:lnTo>
                <a:cubicBezTo>
                  <a:pt x="105968" y="33614"/>
                  <a:pt x="108588" y="30205"/>
                  <a:pt x="110991" y="28557"/>
                </a:cubicBezTo>
                <a:cubicBezTo>
                  <a:pt x="113393" y="26910"/>
                  <a:pt x="116036" y="26086"/>
                  <a:pt x="118919" y="26086"/>
                </a:cubicBezTo>
                <a:cubicBezTo>
                  <a:pt x="123084" y="26086"/>
                  <a:pt x="127317" y="27413"/>
                  <a:pt x="131619" y="30067"/>
                </a:cubicBezTo>
                <a:lnTo>
                  <a:pt x="127363" y="41523"/>
                </a:lnTo>
                <a:cubicBezTo>
                  <a:pt x="124343" y="39744"/>
                  <a:pt x="121322" y="38854"/>
                  <a:pt x="118302" y="38854"/>
                </a:cubicBezTo>
                <a:cubicBezTo>
                  <a:pt x="115602" y="38854"/>
                  <a:pt x="113176" y="39667"/>
                  <a:pt x="111025" y="41291"/>
                </a:cubicBezTo>
                <a:cubicBezTo>
                  <a:pt x="108874" y="42916"/>
                  <a:pt x="107341" y="45170"/>
                  <a:pt x="106426" y="48053"/>
                </a:cubicBezTo>
                <a:cubicBezTo>
                  <a:pt x="105053" y="52446"/>
                  <a:pt x="104366" y="57252"/>
                  <a:pt x="104366" y="62469"/>
                </a:cubicBezTo>
                <a:lnTo>
                  <a:pt x="104366" y="100636"/>
                </a:lnTo>
                <a:lnTo>
                  <a:pt x="92010" y="100636"/>
                </a:lnTo>
                <a:close/>
                <a:moveTo>
                  <a:pt x="134411" y="64185"/>
                </a:moveTo>
                <a:cubicBezTo>
                  <a:pt x="134411" y="50684"/>
                  <a:pt x="138163" y="40685"/>
                  <a:pt x="145669" y="34186"/>
                </a:cubicBezTo>
                <a:cubicBezTo>
                  <a:pt x="151939" y="28786"/>
                  <a:pt x="159581" y="26086"/>
                  <a:pt x="168597" y="26086"/>
                </a:cubicBezTo>
                <a:cubicBezTo>
                  <a:pt x="178619" y="26086"/>
                  <a:pt x="186811" y="29369"/>
                  <a:pt x="193173" y="35937"/>
                </a:cubicBezTo>
                <a:cubicBezTo>
                  <a:pt x="199534" y="42504"/>
                  <a:pt x="202715" y="51577"/>
                  <a:pt x="202715" y="63155"/>
                </a:cubicBezTo>
                <a:cubicBezTo>
                  <a:pt x="202715" y="72537"/>
                  <a:pt x="201307" y="79917"/>
                  <a:pt x="198493" y="85294"/>
                </a:cubicBezTo>
                <a:cubicBezTo>
                  <a:pt x="195678" y="90671"/>
                  <a:pt x="191582" y="94847"/>
                  <a:pt x="186205" y="97822"/>
                </a:cubicBezTo>
                <a:cubicBezTo>
                  <a:pt x="180828" y="100797"/>
                  <a:pt x="174958" y="102284"/>
                  <a:pt x="168597" y="102284"/>
                </a:cubicBezTo>
                <a:cubicBezTo>
                  <a:pt x="158391" y="102284"/>
                  <a:pt x="150142" y="99012"/>
                  <a:pt x="143850" y="92467"/>
                </a:cubicBezTo>
                <a:cubicBezTo>
                  <a:pt x="137557" y="85923"/>
                  <a:pt x="134411" y="76496"/>
                  <a:pt x="134411" y="64185"/>
                </a:cubicBezTo>
                <a:moveTo>
                  <a:pt x="147110" y="64219"/>
                </a:moveTo>
                <a:cubicBezTo>
                  <a:pt x="147110" y="73544"/>
                  <a:pt x="149147" y="80526"/>
                  <a:pt x="153220" y="85165"/>
                </a:cubicBezTo>
                <a:cubicBezTo>
                  <a:pt x="157293" y="89805"/>
                  <a:pt x="162419" y="92124"/>
                  <a:pt x="168597" y="92124"/>
                </a:cubicBezTo>
                <a:cubicBezTo>
                  <a:pt x="174729" y="92124"/>
                  <a:pt x="179832" y="89793"/>
                  <a:pt x="183905" y="85131"/>
                </a:cubicBezTo>
                <a:cubicBezTo>
                  <a:pt x="187978" y="80469"/>
                  <a:pt x="190015" y="73361"/>
                  <a:pt x="190015" y="63807"/>
                </a:cubicBezTo>
                <a:cubicBezTo>
                  <a:pt x="190015" y="54803"/>
                  <a:pt x="187967" y="47981"/>
                  <a:pt x="183871" y="43342"/>
                </a:cubicBezTo>
                <a:cubicBezTo>
                  <a:pt x="179775" y="38703"/>
                  <a:pt x="174684" y="36383"/>
                  <a:pt x="168597" y="36383"/>
                </a:cubicBezTo>
                <a:cubicBezTo>
                  <a:pt x="162419" y="36383"/>
                  <a:pt x="157293" y="38691"/>
                  <a:pt x="153220" y="43308"/>
                </a:cubicBezTo>
                <a:cubicBezTo>
                  <a:pt x="149147" y="47924"/>
                  <a:pt x="147110" y="54895"/>
                  <a:pt x="147110" y="64219"/>
                </a:cubicBezTo>
                <a:close/>
                <a:moveTo>
                  <a:pt x="216920" y="100636"/>
                </a:moveTo>
                <a:lnTo>
                  <a:pt x="216920" y="27733"/>
                </a:lnTo>
                <a:lnTo>
                  <a:pt x="227972" y="27733"/>
                </a:lnTo>
                <a:lnTo>
                  <a:pt x="227972" y="37962"/>
                </a:lnTo>
                <a:cubicBezTo>
                  <a:pt x="230260" y="34392"/>
                  <a:pt x="233304" y="31520"/>
                  <a:pt x="237102" y="29347"/>
                </a:cubicBezTo>
                <a:cubicBezTo>
                  <a:pt x="240901" y="27173"/>
                  <a:pt x="245225" y="26086"/>
                  <a:pt x="250076" y="26086"/>
                </a:cubicBezTo>
                <a:cubicBezTo>
                  <a:pt x="255477" y="26086"/>
                  <a:pt x="259904" y="27207"/>
                  <a:pt x="263360" y="29450"/>
                </a:cubicBezTo>
                <a:cubicBezTo>
                  <a:pt x="266815" y="31692"/>
                  <a:pt x="269252" y="34827"/>
                  <a:pt x="270670" y="38854"/>
                </a:cubicBezTo>
                <a:cubicBezTo>
                  <a:pt x="276437" y="30342"/>
                  <a:pt x="283942" y="26086"/>
                  <a:pt x="293187" y="26086"/>
                </a:cubicBezTo>
                <a:cubicBezTo>
                  <a:pt x="300417" y="26086"/>
                  <a:pt x="305978" y="28088"/>
                  <a:pt x="309868" y="32092"/>
                </a:cubicBezTo>
                <a:cubicBezTo>
                  <a:pt x="313758" y="36097"/>
                  <a:pt x="315703" y="42264"/>
                  <a:pt x="315703" y="50593"/>
                </a:cubicBezTo>
                <a:lnTo>
                  <a:pt x="315703" y="100636"/>
                </a:lnTo>
                <a:lnTo>
                  <a:pt x="303415" y="100636"/>
                </a:lnTo>
                <a:lnTo>
                  <a:pt x="303415" y="54712"/>
                </a:lnTo>
                <a:cubicBezTo>
                  <a:pt x="303415" y="49769"/>
                  <a:pt x="303015" y="46211"/>
                  <a:pt x="302214" y="44037"/>
                </a:cubicBezTo>
                <a:cubicBezTo>
                  <a:pt x="301413" y="41863"/>
                  <a:pt x="299960" y="40113"/>
                  <a:pt x="297855" y="38786"/>
                </a:cubicBezTo>
                <a:cubicBezTo>
                  <a:pt x="295749" y="37458"/>
                  <a:pt x="293278" y="36795"/>
                  <a:pt x="290441" y="36795"/>
                </a:cubicBezTo>
                <a:cubicBezTo>
                  <a:pt x="285315" y="36795"/>
                  <a:pt x="281059" y="38500"/>
                  <a:pt x="277672" y="41909"/>
                </a:cubicBezTo>
                <a:cubicBezTo>
                  <a:pt x="274286" y="45318"/>
                  <a:pt x="272593" y="50776"/>
                  <a:pt x="272593" y="58281"/>
                </a:cubicBezTo>
                <a:lnTo>
                  <a:pt x="272593" y="100636"/>
                </a:lnTo>
                <a:lnTo>
                  <a:pt x="260236" y="100636"/>
                </a:lnTo>
                <a:lnTo>
                  <a:pt x="260236" y="53270"/>
                </a:lnTo>
                <a:cubicBezTo>
                  <a:pt x="260236" y="47778"/>
                  <a:pt x="259229" y="43659"/>
                  <a:pt x="257216" y="40914"/>
                </a:cubicBezTo>
                <a:cubicBezTo>
                  <a:pt x="255202" y="38168"/>
                  <a:pt x="251907" y="36795"/>
                  <a:pt x="247330" y="36795"/>
                </a:cubicBezTo>
                <a:cubicBezTo>
                  <a:pt x="243852" y="36795"/>
                  <a:pt x="240637" y="37710"/>
                  <a:pt x="237686" y="39541"/>
                </a:cubicBezTo>
                <a:cubicBezTo>
                  <a:pt x="234734" y="41371"/>
                  <a:pt x="232594" y="44048"/>
                  <a:pt x="231267" y="47572"/>
                </a:cubicBezTo>
                <a:cubicBezTo>
                  <a:pt x="229940" y="51096"/>
                  <a:pt x="229276" y="56176"/>
                  <a:pt x="229276" y="62812"/>
                </a:cubicBezTo>
                <a:lnTo>
                  <a:pt x="229276" y="100636"/>
                </a:lnTo>
                <a:lnTo>
                  <a:pt x="216920" y="100636"/>
                </a:lnTo>
                <a:close/>
                <a:moveTo>
                  <a:pt x="334078" y="128644"/>
                </a:moveTo>
                <a:lnTo>
                  <a:pt x="334078" y="27733"/>
                </a:lnTo>
                <a:lnTo>
                  <a:pt x="345336" y="27733"/>
                </a:lnTo>
                <a:lnTo>
                  <a:pt x="345336" y="37273"/>
                </a:lnTo>
                <a:cubicBezTo>
                  <a:pt x="347990" y="33543"/>
                  <a:pt x="350988" y="30747"/>
                  <a:pt x="354328" y="28883"/>
                </a:cubicBezTo>
                <a:cubicBezTo>
                  <a:pt x="357669" y="27018"/>
                  <a:pt x="361719" y="26086"/>
                  <a:pt x="366479" y="26086"/>
                </a:cubicBezTo>
                <a:cubicBezTo>
                  <a:pt x="372703" y="26086"/>
                  <a:pt x="378195" y="27688"/>
                  <a:pt x="382954" y="30891"/>
                </a:cubicBezTo>
                <a:cubicBezTo>
                  <a:pt x="387714" y="34095"/>
                  <a:pt x="391306" y="38614"/>
                  <a:pt x="393732" y="44449"/>
                </a:cubicBezTo>
                <a:cubicBezTo>
                  <a:pt x="396157" y="50284"/>
                  <a:pt x="397370" y="56680"/>
                  <a:pt x="397370" y="63636"/>
                </a:cubicBezTo>
                <a:cubicBezTo>
                  <a:pt x="397370" y="71095"/>
                  <a:pt x="396032" y="77811"/>
                  <a:pt x="393354" y="83784"/>
                </a:cubicBezTo>
                <a:cubicBezTo>
                  <a:pt x="390677" y="89756"/>
                  <a:pt x="386787" y="94332"/>
                  <a:pt x="381684" y="97513"/>
                </a:cubicBezTo>
                <a:cubicBezTo>
                  <a:pt x="376582" y="100694"/>
                  <a:pt x="371216" y="102284"/>
                  <a:pt x="365587" y="102284"/>
                </a:cubicBezTo>
                <a:cubicBezTo>
                  <a:pt x="361468" y="102284"/>
                  <a:pt x="357772" y="101414"/>
                  <a:pt x="354500" y="99675"/>
                </a:cubicBezTo>
                <a:cubicBezTo>
                  <a:pt x="351228" y="97936"/>
                  <a:pt x="348539" y="95740"/>
                  <a:pt x="346434" y="93085"/>
                </a:cubicBezTo>
                <a:lnTo>
                  <a:pt x="346434" y="128644"/>
                </a:lnTo>
                <a:lnTo>
                  <a:pt x="334078" y="128644"/>
                </a:lnTo>
                <a:moveTo>
                  <a:pt x="345267" y="64631"/>
                </a:moveTo>
                <a:cubicBezTo>
                  <a:pt x="345267" y="74001"/>
                  <a:pt x="347166" y="80926"/>
                  <a:pt x="350965" y="85405"/>
                </a:cubicBezTo>
                <a:cubicBezTo>
                  <a:pt x="354763" y="89885"/>
                  <a:pt x="359363" y="92124"/>
                  <a:pt x="364763" y="92124"/>
                </a:cubicBezTo>
                <a:cubicBezTo>
                  <a:pt x="370255" y="92124"/>
                  <a:pt x="374957" y="89805"/>
                  <a:pt x="378870" y="85165"/>
                </a:cubicBezTo>
                <a:cubicBezTo>
                  <a:pt x="382783" y="80526"/>
                  <a:pt x="384739" y="73338"/>
                  <a:pt x="384739" y="63601"/>
                </a:cubicBezTo>
                <a:cubicBezTo>
                  <a:pt x="384739" y="54323"/>
                  <a:pt x="382828" y="47375"/>
                  <a:pt x="379007" y="42758"/>
                </a:cubicBezTo>
                <a:cubicBezTo>
                  <a:pt x="375186" y="38142"/>
                  <a:pt x="370621" y="35834"/>
                  <a:pt x="365312" y="35834"/>
                </a:cubicBezTo>
                <a:cubicBezTo>
                  <a:pt x="360049" y="35834"/>
                  <a:pt x="355393" y="38291"/>
                  <a:pt x="351342" y="43205"/>
                </a:cubicBezTo>
                <a:cubicBezTo>
                  <a:pt x="347292" y="48119"/>
                  <a:pt x="345267" y="55261"/>
                  <a:pt x="345267" y="64631"/>
                </a:cubicBezTo>
                <a:close/>
                <a:moveTo>
                  <a:pt x="438966" y="89584"/>
                </a:moveTo>
                <a:lnTo>
                  <a:pt x="440750" y="100499"/>
                </a:lnTo>
                <a:cubicBezTo>
                  <a:pt x="437272" y="101231"/>
                  <a:pt x="434160" y="101598"/>
                  <a:pt x="431414" y="101598"/>
                </a:cubicBezTo>
                <a:cubicBezTo>
                  <a:pt x="426930" y="101598"/>
                  <a:pt x="423451" y="100888"/>
                  <a:pt x="420980" y="99469"/>
                </a:cubicBezTo>
                <a:cubicBezTo>
                  <a:pt x="418509" y="98051"/>
                  <a:pt x="416770" y="96186"/>
                  <a:pt x="415763" y="93875"/>
                </a:cubicBezTo>
                <a:cubicBezTo>
                  <a:pt x="414756" y="91564"/>
                  <a:pt x="414253" y="86701"/>
                  <a:pt x="414253" y="79287"/>
                </a:cubicBezTo>
                <a:lnTo>
                  <a:pt x="414253" y="37344"/>
                </a:lnTo>
                <a:lnTo>
                  <a:pt x="405191" y="37344"/>
                </a:lnTo>
                <a:lnTo>
                  <a:pt x="405191" y="27733"/>
                </a:lnTo>
                <a:lnTo>
                  <a:pt x="414253" y="27733"/>
                </a:lnTo>
                <a:lnTo>
                  <a:pt x="414253" y="9679"/>
                </a:lnTo>
                <a:lnTo>
                  <a:pt x="426541" y="2265"/>
                </a:lnTo>
                <a:lnTo>
                  <a:pt x="426541" y="27733"/>
                </a:lnTo>
                <a:lnTo>
                  <a:pt x="438966" y="27733"/>
                </a:lnTo>
                <a:lnTo>
                  <a:pt x="438966" y="37344"/>
                </a:lnTo>
                <a:lnTo>
                  <a:pt x="426541" y="37344"/>
                </a:lnTo>
                <a:lnTo>
                  <a:pt x="426541" y="79974"/>
                </a:lnTo>
                <a:cubicBezTo>
                  <a:pt x="426541" y="83498"/>
                  <a:pt x="426758" y="85763"/>
                  <a:pt x="427193" y="86770"/>
                </a:cubicBezTo>
                <a:cubicBezTo>
                  <a:pt x="427627" y="87777"/>
                  <a:pt x="428337" y="88577"/>
                  <a:pt x="429321" y="89172"/>
                </a:cubicBezTo>
                <a:cubicBezTo>
                  <a:pt x="430305" y="89767"/>
                  <a:pt x="431712" y="90065"/>
                  <a:pt x="433543" y="90065"/>
                </a:cubicBezTo>
                <a:cubicBezTo>
                  <a:pt x="434915" y="90065"/>
                  <a:pt x="436723" y="89905"/>
                  <a:pt x="438966" y="89584"/>
                </a:cubicBezTo>
                <a:close/>
                <a:moveTo>
                  <a:pt x="454667" y="41875"/>
                </a:moveTo>
                <a:lnTo>
                  <a:pt x="454667" y="27733"/>
                </a:lnTo>
                <a:lnTo>
                  <a:pt x="468740" y="27733"/>
                </a:lnTo>
                <a:lnTo>
                  <a:pt x="468740" y="41875"/>
                </a:lnTo>
                <a:lnTo>
                  <a:pt x="454667" y="41875"/>
                </a:lnTo>
                <a:moveTo>
                  <a:pt x="454667" y="100636"/>
                </a:moveTo>
                <a:lnTo>
                  <a:pt x="454667" y="86495"/>
                </a:lnTo>
                <a:lnTo>
                  <a:pt x="468740" y="86495"/>
                </a:lnTo>
                <a:lnTo>
                  <a:pt x="468740" y="100636"/>
                </a:lnTo>
                <a:lnTo>
                  <a:pt x="454667" y="10063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9" name="Text &lt;푂푏푠�푟������">
            <a:extLst xmlns:a="http://schemas.openxmlformats.org/drawingml/2006/main">
              <a:ext uri="{FF2B5EF4-FFF2-40B4-BE49-F238E27FC236}">
                <a16:creationId xmlns:a16="http://schemas.microsoft.com/office/drawing/2014/main" id="{1A177C79-057F-404F-9EB2-910D87A4E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1007" y="4130476"/>
            <a:ext cx="1053854" cy="108816"/>
          </a:xfrm>
          <a:custGeom xmlns:a="http://schemas.openxmlformats.org/drawingml/2006/main">
            <a:pathLst>
              <a:path w="1053854" h="108816">
                <a:moveTo>
                  <a:pt x="0" y="62776"/>
                </a:moveTo>
                <a:lnTo>
                  <a:pt x="0" y="51243"/>
                </a:lnTo>
                <a:lnTo>
                  <a:pt x="66656" y="23098"/>
                </a:lnTo>
                <a:lnTo>
                  <a:pt x="66656" y="35454"/>
                </a:lnTo>
                <a:lnTo>
                  <a:pt x="13798" y="57078"/>
                </a:lnTo>
                <a:lnTo>
                  <a:pt x="66656" y="78976"/>
                </a:lnTo>
                <a:lnTo>
                  <a:pt x="66656" y="91333"/>
                </a:lnTo>
                <a:lnTo>
                  <a:pt x="0" y="62776"/>
                </a:lnTo>
                <a:close/>
                <a:moveTo>
                  <a:pt x="170627" y="55673"/>
                </a:moveTo>
                <a:cubicBezTo>
                  <a:pt x="173533" y="40583"/>
                  <a:pt x="172877" y="29149"/>
                  <a:pt x="168660" y="21369"/>
                </a:cubicBezTo>
                <a:cubicBezTo>
                  <a:pt x="164442" y="13683"/>
                  <a:pt x="156757" y="9840"/>
                  <a:pt x="145603" y="9840"/>
                </a:cubicBezTo>
                <a:cubicBezTo>
                  <a:pt x="134449" y="9840"/>
                  <a:pt x="125170" y="13683"/>
                  <a:pt x="117767" y="21369"/>
                </a:cubicBezTo>
                <a:cubicBezTo>
                  <a:pt x="110549" y="29241"/>
                  <a:pt x="105487" y="40676"/>
                  <a:pt x="102583" y="55673"/>
                </a:cubicBezTo>
                <a:cubicBezTo>
                  <a:pt x="99677" y="70575"/>
                  <a:pt x="100332" y="82010"/>
                  <a:pt x="104550" y="89977"/>
                </a:cubicBezTo>
                <a:cubicBezTo>
                  <a:pt x="108862" y="97662"/>
                  <a:pt x="116595" y="101505"/>
                  <a:pt x="127748" y="101505"/>
                </a:cubicBezTo>
                <a:cubicBezTo>
                  <a:pt x="138808" y="101505"/>
                  <a:pt x="148039" y="97662"/>
                  <a:pt x="155443" y="89977"/>
                </a:cubicBezTo>
                <a:cubicBezTo>
                  <a:pt x="162661" y="81917"/>
                  <a:pt x="167722" y="70482"/>
                  <a:pt x="170627" y="55673"/>
                </a:cubicBezTo>
                <a:moveTo>
                  <a:pt x="186373" y="55673"/>
                </a:moveTo>
                <a:cubicBezTo>
                  <a:pt x="184874" y="63451"/>
                  <a:pt x="182156" y="70856"/>
                  <a:pt x="178219" y="77886"/>
                </a:cubicBezTo>
                <a:cubicBezTo>
                  <a:pt x="174563" y="84354"/>
                  <a:pt x="169643" y="90164"/>
                  <a:pt x="163458" y="95318"/>
                </a:cubicBezTo>
                <a:cubicBezTo>
                  <a:pt x="158115" y="99818"/>
                  <a:pt x="152350" y="103192"/>
                  <a:pt x="146165" y="105442"/>
                </a:cubicBezTo>
                <a:cubicBezTo>
                  <a:pt x="139980" y="107691"/>
                  <a:pt x="133372" y="108816"/>
                  <a:pt x="126341" y="108816"/>
                </a:cubicBezTo>
                <a:cubicBezTo>
                  <a:pt x="119406" y="108816"/>
                  <a:pt x="113221" y="107691"/>
                  <a:pt x="107785" y="105442"/>
                </a:cubicBezTo>
                <a:cubicBezTo>
                  <a:pt x="102347" y="103005"/>
                  <a:pt x="97848" y="99630"/>
                  <a:pt x="94287" y="95318"/>
                </a:cubicBezTo>
                <a:cubicBezTo>
                  <a:pt x="90164" y="90070"/>
                  <a:pt x="87493" y="84259"/>
                  <a:pt x="86275" y="77886"/>
                </a:cubicBezTo>
                <a:cubicBezTo>
                  <a:pt x="85056" y="71700"/>
                  <a:pt x="85244" y="64295"/>
                  <a:pt x="86837" y="55673"/>
                </a:cubicBezTo>
                <a:cubicBezTo>
                  <a:pt x="88336" y="47425"/>
                  <a:pt x="91054" y="40020"/>
                  <a:pt x="94991" y="33459"/>
                </a:cubicBezTo>
                <a:cubicBezTo>
                  <a:pt x="98459" y="27274"/>
                  <a:pt x="103379" y="21463"/>
                  <a:pt x="109752" y="16027"/>
                </a:cubicBezTo>
                <a:cubicBezTo>
                  <a:pt x="115095" y="11528"/>
                  <a:pt x="120859" y="8153"/>
                  <a:pt x="127045" y="5904"/>
                </a:cubicBezTo>
                <a:cubicBezTo>
                  <a:pt x="133230" y="3654"/>
                  <a:pt x="139885" y="2529"/>
                  <a:pt x="147008" y="2529"/>
                </a:cubicBezTo>
                <a:cubicBezTo>
                  <a:pt x="161910" y="2529"/>
                  <a:pt x="172969" y="7403"/>
                  <a:pt x="180186" y="17151"/>
                </a:cubicBezTo>
                <a:cubicBezTo>
                  <a:pt x="187404" y="26899"/>
                  <a:pt x="189466" y="39739"/>
                  <a:pt x="186373" y="55673"/>
                </a:cubicBezTo>
                <a:close/>
                <a:moveTo>
                  <a:pt x="285279" y="59328"/>
                </a:moveTo>
                <a:cubicBezTo>
                  <a:pt x="285279" y="62422"/>
                  <a:pt x="284904" y="66077"/>
                  <a:pt x="284153" y="70295"/>
                </a:cubicBezTo>
                <a:cubicBezTo>
                  <a:pt x="281903" y="81729"/>
                  <a:pt x="277264" y="91007"/>
                  <a:pt x="270235" y="98131"/>
                </a:cubicBezTo>
                <a:cubicBezTo>
                  <a:pt x="263206" y="105254"/>
                  <a:pt x="255192" y="108816"/>
                  <a:pt x="246195" y="108816"/>
                </a:cubicBezTo>
                <a:cubicBezTo>
                  <a:pt x="240665" y="108816"/>
                  <a:pt x="236166" y="107738"/>
                  <a:pt x="232698" y="105581"/>
                </a:cubicBezTo>
                <a:cubicBezTo>
                  <a:pt x="229230" y="103426"/>
                  <a:pt x="226699" y="100052"/>
                  <a:pt x="225106" y="95460"/>
                </a:cubicBezTo>
                <a:lnTo>
                  <a:pt x="222997" y="106847"/>
                </a:lnTo>
                <a:lnTo>
                  <a:pt x="210344" y="106847"/>
                </a:lnTo>
                <a:lnTo>
                  <a:pt x="229604" y="7311"/>
                </a:lnTo>
                <a:lnTo>
                  <a:pt x="217514" y="7311"/>
                </a:lnTo>
                <a:lnTo>
                  <a:pt x="218921" y="0"/>
                </a:lnTo>
                <a:lnTo>
                  <a:pt x="243664" y="0"/>
                </a:lnTo>
                <a:lnTo>
                  <a:pt x="234948" y="45268"/>
                </a:lnTo>
                <a:cubicBezTo>
                  <a:pt x="238322" y="40582"/>
                  <a:pt x="242117" y="37208"/>
                  <a:pt x="246335" y="35147"/>
                </a:cubicBezTo>
                <a:cubicBezTo>
                  <a:pt x="250647" y="32991"/>
                  <a:pt x="255567" y="31912"/>
                  <a:pt x="261096" y="31912"/>
                </a:cubicBezTo>
                <a:cubicBezTo>
                  <a:pt x="270000" y="31912"/>
                  <a:pt x="276655" y="35428"/>
                  <a:pt x="281059" y="42458"/>
                </a:cubicBezTo>
                <a:cubicBezTo>
                  <a:pt x="283873" y="47143"/>
                  <a:pt x="285279" y="52767"/>
                  <a:pt x="285279" y="59328"/>
                </a:cubicBezTo>
                <a:moveTo>
                  <a:pt x="270797" y="57921"/>
                </a:moveTo>
                <a:cubicBezTo>
                  <a:pt x="270797" y="53798"/>
                  <a:pt x="270141" y="50330"/>
                  <a:pt x="268830" y="47519"/>
                </a:cubicBezTo>
                <a:cubicBezTo>
                  <a:pt x="266486" y="42363"/>
                  <a:pt x="262080" y="39785"/>
                  <a:pt x="255613" y="39785"/>
                </a:cubicBezTo>
                <a:cubicBezTo>
                  <a:pt x="249335" y="39785"/>
                  <a:pt x="244039" y="42082"/>
                  <a:pt x="239728" y="46676"/>
                </a:cubicBezTo>
                <a:cubicBezTo>
                  <a:pt x="235416" y="51455"/>
                  <a:pt x="232417" y="58156"/>
                  <a:pt x="230730" y="66778"/>
                </a:cubicBezTo>
                <a:lnTo>
                  <a:pt x="229323" y="73950"/>
                </a:lnTo>
                <a:cubicBezTo>
                  <a:pt x="228667" y="77229"/>
                  <a:pt x="228339" y="80463"/>
                  <a:pt x="228339" y="83651"/>
                </a:cubicBezTo>
                <a:cubicBezTo>
                  <a:pt x="228339" y="87868"/>
                  <a:pt x="229042" y="91336"/>
                  <a:pt x="230449" y="94053"/>
                </a:cubicBezTo>
                <a:cubicBezTo>
                  <a:pt x="232792" y="98645"/>
                  <a:pt x="237243" y="100941"/>
                  <a:pt x="243803" y="100941"/>
                </a:cubicBezTo>
                <a:cubicBezTo>
                  <a:pt x="250271" y="100941"/>
                  <a:pt x="255660" y="98364"/>
                  <a:pt x="259972" y="93210"/>
                </a:cubicBezTo>
                <a:cubicBezTo>
                  <a:pt x="264284" y="88055"/>
                  <a:pt x="267424" y="80417"/>
                  <a:pt x="269392" y="70295"/>
                </a:cubicBezTo>
                <a:cubicBezTo>
                  <a:pt x="270328" y="65888"/>
                  <a:pt x="270797" y="61764"/>
                  <a:pt x="270797" y="57921"/>
                </a:cubicBezTo>
                <a:close/>
                <a:moveTo>
                  <a:pt x="373381" y="37818"/>
                </a:moveTo>
                <a:lnTo>
                  <a:pt x="370287" y="53703"/>
                </a:lnTo>
                <a:lnTo>
                  <a:pt x="362976" y="53703"/>
                </a:lnTo>
                <a:cubicBezTo>
                  <a:pt x="363164" y="52392"/>
                  <a:pt x="363257" y="51408"/>
                  <a:pt x="363257" y="50752"/>
                </a:cubicBezTo>
                <a:cubicBezTo>
                  <a:pt x="363257" y="47378"/>
                  <a:pt x="362086" y="44519"/>
                  <a:pt x="359743" y="42175"/>
                </a:cubicBezTo>
                <a:cubicBezTo>
                  <a:pt x="357494" y="39832"/>
                  <a:pt x="353698" y="38661"/>
                  <a:pt x="348354" y="38661"/>
                </a:cubicBezTo>
                <a:cubicBezTo>
                  <a:pt x="337670" y="38661"/>
                  <a:pt x="331531" y="42410"/>
                  <a:pt x="329938" y="49908"/>
                </a:cubicBezTo>
                <a:cubicBezTo>
                  <a:pt x="329750" y="50845"/>
                  <a:pt x="329657" y="51923"/>
                  <a:pt x="329657" y="53141"/>
                </a:cubicBezTo>
                <a:cubicBezTo>
                  <a:pt x="329657" y="54642"/>
                  <a:pt x="330407" y="56141"/>
                  <a:pt x="331907" y="57640"/>
                </a:cubicBezTo>
                <a:cubicBezTo>
                  <a:pt x="333500" y="59234"/>
                  <a:pt x="337155" y="61016"/>
                  <a:pt x="342871" y="62984"/>
                </a:cubicBezTo>
                <a:lnTo>
                  <a:pt x="352291" y="66077"/>
                </a:lnTo>
                <a:cubicBezTo>
                  <a:pt x="358758" y="68138"/>
                  <a:pt x="363210" y="70856"/>
                  <a:pt x="365647" y="74231"/>
                </a:cubicBezTo>
                <a:cubicBezTo>
                  <a:pt x="367335" y="76481"/>
                  <a:pt x="368178" y="78729"/>
                  <a:pt x="368178" y="80978"/>
                </a:cubicBezTo>
                <a:cubicBezTo>
                  <a:pt x="368178" y="90726"/>
                  <a:pt x="364336" y="98036"/>
                  <a:pt x="356650" y="102910"/>
                </a:cubicBezTo>
                <a:cubicBezTo>
                  <a:pt x="350558" y="106848"/>
                  <a:pt x="342919" y="108816"/>
                  <a:pt x="333735" y="108816"/>
                </a:cubicBezTo>
                <a:cubicBezTo>
                  <a:pt x="324362" y="108816"/>
                  <a:pt x="315645" y="106800"/>
                  <a:pt x="307585" y="102769"/>
                </a:cubicBezTo>
                <a:lnTo>
                  <a:pt x="310959" y="85759"/>
                </a:lnTo>
                <a:lnTo>
                  <a:pt x="318128" y="85759"/>
                </a:lnTo>
                <a:cubicBezTo>
                  <a:pt x="317941" y="87446"/>
                  <a:pt x="317847" y="88710"/>
                  <a:pt x="317847" y="89554"/>
                </a:cubicBezTo>
                <a:cubicBezTo>
                  <a:pt x="317847" y="97896"/>
                  <a:pt x="323518" y="102067"/>
                  <a:pt x="334859" y="102067"/>
                </a:cubicBezTo>
                <a:cubicBezTo>
                  <a:pt x="346200" y="102067"/>
                  <a:pt x="352714" y="97896"/>
                  <a:pt x="354400" y="89554"/>
                </a:cubicBezTo>
                <a:cubicBezTo>
                  <a:pt x="354494" y="88992"/>
                  <a:pt x="354541" y="87867"/>
                  <a:pt x="354541" y="86180"/>
                </a:cubicBezTo>
                <a:cubicBezTo>
                  <a:pt x="354541" y="84681"/>
                  <a:pt x="353745" y="83135"/>
                  <a:pt x="352152" y="81542"/>
                </a:cubicBezTo>
                <a:cubicBezTo>
                  <a:pt x="350651" y="79760"/>
                  <a:pt x="346621" y="77744"/>
                  <a:pt x="340061" y="75495"/>
                </a:cubicBezTo>
                <a:lnTo>
                  <a:pt x="331485" y="72403"/>
                </a:lnTo>
                <a:cubicBezTo>
                  <a:pt x="325579" y="70434"/>
                  <a:pt x="321690" y="68137"/>
                  <a:pt x="319817" y="65513"/>
                </a:cubicBezTo>
                <a:cubicBezTo>
                  <a:pt x="317942" y="62796"/>
                  <a:pt x="317004" y="59984"/>
                  <a:pt x="317004" y="57078"/>
                </a:cubicBezTo>
                <a:cubicBezTo>
                  <a:pt x="317004" y="55766"/>
                  <a:pt x="317144" y="54501"/>
                  <a:pt x="317425" y="53283"/>
                </a:cubicBezTo>
                <a:cubicBezTo>
                  <a:pt x="318738" y="46534"/>
                  <a:pt x="322206" y="41332"/>
                  <a:pt x="327829" y="37676"/>
                </a:cubicBezTo>
                <a:cubicBezTo>
                  <a:pt x="333359" y="33834"/>
                  <a:pt x="340248" y="31912"/>
                  <a:pt x="348496" y="31912"/>
                </a:cubicBezTo>
                <a:cubicBezTo>
                  <a:pt x="356462" y="31912"/>
                  <a:pt x="364757" y="33881"/>
                  <a:pt x="373381" y="37818"/>
                </a:cubicBezTo>
                <a:close/>
                <a:moveTo>
                  <a:pt x="467037" y="50893"/>
                </a:moveTo>
                <a:cubicBezTo>
                  <a:pt x="467037" y="60172"/>
                  <a:pt x="462350" y="67107"/>
                  <a:pt x="452977" y="71700"/>
                </a:cubicBezTo>
                <a:cubicBezTo>
                  <a:pt x="443229" y="76386"/>
                  <a:pt x="429124" y="78776"/>
                  <a:pt x="410661" y="78869"/>
                </a:cubicBezTo>
                <a:cubicBezTo>
                  <a:pt x="410473" y="81213"/>
                  <a:pt x="410426" y="82853"/>
                  <a:pt x="410519" y="83790"/>
                </a:cubicBezTo>
                <a:cubicBezTo>
                  <a:pt x="410519" y="88195"/>
                  <a:pt x="411269" y="91757"/>
                  <a:pt x="412769" y="94475"/>
                </a:cubicBezTo>
                <a:cubicBezTo>
                  <a:pt x="415487" y="99537"/>
                  <a:pt x="420454" y="102067"/>
                  <a:pt x="427670" y="102067"/>
                </a:cubicBezTo>
                <a:cubicBezTo>
                  <a:pt x="432919" y="102067"/>
                  <a:pt x="436902" y="101271"/>
                  <a:pt x="439621" y="99678"/>
                </a:cubicBezTo>
                <a:cubicBezTo>
                  <a:pt x="444401" y="96679"/>
                  <a:pt x="447259" y="93351"/>
                  <a:pt x="448198" y="89696"/>
                </a:cubicBezTo>
                <a:lnTo>
                  <a:pt x="457476" y="89696"/>
                </a:lnTo>
                <a:cubicBezTo>
                  <a:pt x="455601" y="95507"/>
                  <a:pt x="451290" y="100473"/>
                  <a:pt x="444542" y="104597"/>
                </a:cubicBezTo>
                <a:cubicBezTo>
                  <a:pt x="439761" y="107410"/>
                  <a:pt x="432685" y="108816"/>
                  <a:pt x="423313" y="108816"/>
                </a:cubicBezTo>
                <a:cubicBezTo>
                  <a:pt x="413847" y="108816"/>
                  <a:pt x="406583" y="105301"/>
                  <a:pt x="401522" y="98270"/>
                </a:cubicBezTo>
                <a:cubicBezTo>
                  <a:pt x="397960" y="93303"/>
                  <a:pt x="396132" y="87352"/>
                  <a:pt x="396039" y="80416"/>
                </a:cubicBezTo>
                <a:cubicBezTo>
                  <a:pt x="396039" y="77511"/>
                  <a:pt x="396414" y="74184"/>
                  <a:pt x="397163" y="70434"/>
                </a:cubicBezTo>
                <a:cubicBezTo>
                  <a:pt x="399413" y="58906"/>
                  <a:pt x="404380" y="49580"/>
                  <a:pt x="412066" y="42458"/>
                </a:cubicBezTo>
                <a:cubicBezTo>
                  <a:pt x="419939" y="35428"/>
                  <a:pt x="429311" y="31912"/>
                  <a:pt x="440183" y="31912"/>
                </a:cubicBezTo>
                <a:cubicBezTo>
                  <a:pt x="458086" y="31912"/>
                  <a:pt x="467037" y="38239"/>
                  <a:pt x="467037" y="50893"/>
                </a:cubicBezTo>
                <a:moveTo>
                  <a:pt x="453681" y="50471"/>
                </a:moveTo>
                <a:cubicBezTo>
                  <a:pt x="453681" y="42692"/>
                  <a:pt x="448479" y="38756"/>
                  <a:pt x="438074" y="38661"/>
                </a:cubicBezTo>
                <a:cubicBezTo>
                  <a:pt x="432076" y="38661"/>
                  <a:pt x="426875" y="41004"/>
                  <a:pt x="422470" y="45691"/>
                </a:cubicBezTo>
                <a:cubicBezTo>
                  <a:pt x="418346" y="50190"/>
                  <a:pt x="414925" y="58813"/>
                  <a:pt x="412207" y="71558"/>
                </a:cubicBezTo>
                <a:cubicBezTo>
                  <a:pt x="426828" y="70903"/>
                  <a:pt x="438074" y="68185"/>
                  <a:pt x="445947" y="63404"/>
                </a:cubicBezTo>
                <a:cubicBezTo>
                  <a:pt x="451103" y="60499"/>
                  <a:pt x="453681" y="56188"/>
                  <a:pt x="453681" y="50471"/>
                </a:cubicBezTo>
                <a:close/>
                <a:moveTo>
                  <a:pt x="554014" y="33740"/>
                </a:moveTo>
                <a:lnTo>
                  <a:pt x="550498" y="52017"/>
                </a:lnTo>
                <a:lnTo>
                  <a:pt x="543189" y="52017"/>
                </a:lnTo>
                <a:cubicBezTo>
                  <a:pt x="543189" y="51736"/>
                  <a:pt x="543212" y="51314"/>
                  <a:pt x="543258" y="50752"/>
                </a:cubicBezTo>
                <a:cubicBezTo>
                  <a:pt x="543305" y="50190"/>
                  <a:pt x="543376" y="49768"/>
                  <a:pt x="543470" y="49486"/>
                </a:cubicBezTo>
                <a:cubicBezTo>
                  <a:pt x="543470" y="47143"/>
                  <a:pt x="542908" y="45269"/>
                  <a:pt x="541782" y="43863"/>
                </a:cubicBezTo>
                <a:cubicBezTo>
                  <a:pt x="540376" y="42083"/>
                  <a:pt x="537939" y="41192"/>
                  <a:pt x="534471" y="41192"/>
                </a:cubicBezTo>
                <a:cubicBezTo>
                  <a:pt x="528286" y="41192"/>
                  <a:pt x="523084" y="43348"/>
                  <a:pt x="518867" y="47658"/>
                </a:cubicBezTo>
                <a:cubicBezTo>
                  <a:pt x="514649" y="52157"/>
                  <a:pt x="511790" y="58343"/>
                  <a:pt x="510290" y="66216"/>
                </a:cubicBezTo>
                <a:lnTo>
                  <a:pt x="502417" y="106847"/>
                </a:lnTo>
                <a:lnTo>
                  <a:pt x="489765" y="106847"/>
                </a:lnTo>
                <a:lnTo>
                  <a:pt x="502559" y="41051"/>
                </a:lnTo>
                <a:lnTo>
                  <a:pt x="490468" y="41051"/>
                </a:lnTo>
                <a:lnTo>
                  <a:pt x="491874" y="33882"/>
                </a:lnTo>
                <a:lnTo>
                  <a:pt x="516617" y="33882"/>
                </a:lnTo>
                <a:lnTo>
                  <a:pt x="514087" y="46815"/>
                </a:lnTo>
                <a:cubicBezTo>
                  <a:pt x="517648" y="41661"/>
                  <a:pt x="521585" y="37912"/>
                  <a:pt x="525897" y="35568"/>
                </a:cubicBezTo>
                <a:cubicBezTo>
                  <a:pt x="530302" y="33131"/>
                  <a:pt x="535268" y="31912"/>
                  <a:pt x="540797" y="31912"/>
                </a:cubicBezTo>
                <a:cubicBezTo>
                  <a:pt x="542954" y="31912"/>
                  <a:pt x="545064" y="32053"/>
                  <a:pt x="547126" y="32335"/>
                </a:cubicBezTo>
                <a:cubicBezTo>
                  <a:pt x="551156" y="33179"/>
                  <a:pt x="553452" y="33647"/>
                  <a:pt x="554014" y="33740"/>
                </a:cubicBezTo>
                <a:close/>
                <a:moveTo>
                  <a:pt x="649004" y="33882"/>
                </a:moveTo>
                <a:cubicBezTo>
                  <a:pt x="644037" y="52814"/>
                  <a:pt x="638414" y="67529"/>
                  <a:pt x="632134" y="78026"/>
                </a:cubicBezTo>
                <a:cubicBezTo>
                  <a:pt x="626886" y="86743"/>
                  <a:pt x="622621" y="92881"/>
                  <a:pt x="619340" y="96443"/>
                </a:cubicBezTo>
                <a:cubicBezTo>
                  <a:pt x="612873" y="103379"/>
                  <a:pt x="606031" y="106847"/>
                  <a:pt x="598815" y="106847"/>
                </a:cubicBezTo>
                <a:cubicBezTo>
                  <a:pt x="591317" y="106847"/>
                  <a:pt x="586466" y="101481"/>
                  <a:pt x="584264" y="90749"/>
                </a:cubicBezTo>
                <a:cubicBezTo>
                  <a:pt x="582061" y="80017"/>
                  <a:pt x="582226" y="63498"/>
                  <a:pt x="584757" y="41192"/>
                </a:cubicBezTo>
                <a:lnTo>
                  <a:pt x="576462" y="41192"/>
                </a:lnTo>
                <a:lnTo>
                  <a:pt x="577727" y="33882"/>
                </a:lnTo>
                <a:lnTo>
                  <a:pt x="596706" y="33882"/>
                </a:lnTo>
                <a:cubicBezTo>
                  <a:pt x="595300" y="48315"/>
                  <a:pt x="594597" y="59913"/>
                  <a:pt x="594597" y="68677"/>
                </a:cubicBezTo>
                <a:cubicBezTo>
                  <a:pt x="594597" y="77441"/>
                  <a:pt x="595207" y="83651"/>
                  <a:pt x="596425" y="87306"/>
                </a:cubicBezTo>
                <a:cubicBezTo>
                  <a:pt x="597644" y="90960"/>
                  <a:pt x="599518" y="92787"/>
                  <a:pt x="602048" y="92787"/>
                </a:cubicBezTo>
                <a:cubicBezTo>
                  <a:pt x="605516" y="92787"/>
                  <a:pt x="609124" y="90937"/>
                  <a:pt x="612872" y="87235"/>
                </a:cubicBezTo>
                <a:cubicBezTo>
                  <a:pt x="616622" y="83533"/>
                  <a:pt x="619716" y="79713"/>
                  <a:pt x="622153" y="75778"/>
                </a:cubicBezTo>
                <a:cubicBezTo>
                  <a:pt x="629369" y="63780"/>
                  <a:pt x="634337" y="52252"/>
                  <a:pt x="637055" y="41192"/>
                </a:cubicBezTo>
                <a:lnTo>
                  <a:pt x="628760" y="41192"/>
                </a:lnTo>
                <a:lnTo>
                  <a:pt x="630167" y="33882"/>
                </a:lnTo>
                <a:lnTo>
                  <a:pt x="649004" y="33882"/>
                </a:lnTo>
                <a:close/>
                <a:moveTo>
                  <a:pt x="740950" y="33882"/>
                </a:moveTo>
                <a:lnTo>
                  <a:pt x="728297" y="99536"/>
                </a:lnTo>
                <a:lnTo>
                  <a:pt x="739122" y="99536"/>
                </a:lnTo>
                <a:lnTo>
                  <a:pt x="737717" y="106847"/>
                </a:lnTo>
                <a:lnTo>
                  <a:pt x="715503" y="106847"/>
                </a:lnTo>
                <a:lnTo>
                  <a:pt x="717612" y="95460"/>
                </a:lnTo>
                <a:cubicBezTo>
                  <a:pt x="711519" y="104364"/>
                  <a:pt x="703600" y="108816"/>
                  <a:pt x="693853" y="108816"/>
                </a:cubicBezTo>
                <a:cubicBezTo>
                  <a:pt x="685699" y="108816"/>
                  <a:pt x="679606" y="106097"/>
                  <a:pt x="675576" y="100660"/>
                </a:cubicBezTo>
                <a:cubicBezTo>
                  <a:pt x="672577" y="96817"/>
                  <a:pt x="671171" y="92131"/>
                  <a:pt x="671359" y="86602"/>
                </a:cubicBezTo>
                <a:cubicBezTo>
                  <a:pt x="671359" y="84540"/>
                  <a:pt x="671593" y="82103"/>
                  <a:pt x="672062" y="79292"/>
                </a:cubicBezTo>
                <a:cubicBezTo>
                  <a:pt x="675342" y="62984"/>
                  <a:pt x="682512" y="50706"/>
                  <a:pt x="693572" y="42458"/>
                </a:cubicBezTo>
                <a:cubicBezTo>
                  <a:pt x="703131" y="35335"/>
                  <a:pt x="713722" y="31819"/>
                  <a:pt x="725345" y="31912"/>
                </a:cubicBezTo>
                <a:cubicBezTo>
                  <a:pt x="732936" y="31912"/>
                  <a:pt x="738138" y="32569"/>
                  <a:pt x="740950" y="33882"/>
                </a:cubicBezTo>
                <a:moveTo>
                  <a:pt x="728297" y="40911"/>
                </a:moveTo>
                <a:cubicBezTo>
                  <a:pt x="728297" y="39599"/>
                  <a:pt x="726423" y="38942"/>
                  <a:pt x="722674" y="38942"/>
                </a:cubicBezTo>
                <a:cubicBezTo>
                  <a:pt x="713863" y="38942"/>
                  <a:pt x="706084" y="42363"/>
                  <a:pt x="699337" y="49205"/>
                </a:cubicBezTo>
                <a:cubicBezTo>
                  <a:pt x="692493" y="56141"/>
                  <a:pt x="687900" y="65842"/>
                  <a:pt x="685558" y="78307"/>
                </a:cubicBezTo>
                <a:cubicBezTo>
                  <a:pt x="684996" y="81213"/>
                  <a:pt x="684715" y="83884"/>
                  <a:pt x="684715" y="86321"/>
                </a:cubicBezTo>
                <a:cubicBezTo>
                  <a:pt x="684715" y="96068"/>
                  <a:pt x="689448" y="100941"/>
                  <a:pt x="698914" y="100941"/>
                </a:cubicBezTo>
                <a:cubicBezTo>
                  <a:pt x="704725" y="100941"/>
                  <a:pt x="709599" y="98645"/>
                  <a:pt x="713536" y="94053"/>
                </a:cubicBezTo>
                <a:cubicBezTo>
                  <a:pt x="717379" y="89273"/>
                  <a:pt x="720143" y="82572"/>
                  <a:pt x="721829" y="73950"/>
                </a:cubicBezTo>
                <a:lnTo>
                  <a:pt x="728297" y="40911"/>
                </a:lnTo>
                <a:close/>
                <a:moveTo>
                  <a:pt x="812251" y="33882"/>
                </a:moveTo>
                <a:lnTo>
                  <a:pt x="810846" y="41192"/>
                </a:lnTo>
                <a:lnTo>
                  <a:pt x="787085" y="41192"/>
                </a:lnTo>
                <a:lnTo>
                  <a:pt x="778088" y="87587"/>
                </a:lnTo>
                <a:cubicBezTo>
                  <a:pt x="777432" y="90961"/>
                  <a:pt x="777104" y="93819"/>
                  <a:pt x="777104" y="96162"/>
                </a:cubicBezTo>
                <a:cubicBezTo>
                  <a:pt x="777104" y="97662"/>
                  <a:pt x="777244" y="98740"/>
                  <a:pt x="777526" y="99397"/>
                </a:cubicBezTo>
                <a:cubicBezTo>
                  <a:pt x="778370" y="101177"/>
                  <a:pt x="780432" y="102067"/>
                  <a:pt x="783711" y="102067"/>
                </a:cubicBezTo>
                <a:cubicBezTo>
                  <a:pt x="786992" y="102067"/>
                  <a:pt x="789569" y="101083"/>
                  <a:pt x="791444" y="99116"/>
                </a:cubicBezTo>
                <a:cubicBezTo>
                  <a:pt x="793319" y="97146"/>
                  <a:pt x="794725" y="94006"/>
                  <a:pt x="795662" y="89696"/>
                </a:cubicBezTo>
                <a:lnTo>
                  <a:pt x="805223" y="89696"/>
                </a:lnTo>
                <a:cubicBezTo>
                  <a:pt x="803536" y="96350"/>
                  <a:pt x="800770" y="101177"/>
                  <a:pt x="796928" y="104176"/>
                </a:cubicBezTo>
                <a:cubicBezTo>
                  <a:pt x="793085" y="107269"/>
                  <a:pt x="787883" y="108816"/>
                  <a:pt x="781321" y="108816"/>
                </a:cubicBezTo>
                <a:cubicBezTo>
                  <a:pt x="773917" y="108816"/>
                  <a:pt x="769044" y="107222"/>
                  <a:pt x="766701" y="104034"/>
                </a:cubicBezTo>
                <a:cubicBezTo>
                  <a:pt x="765201" y="102067"/>
                  <a:pt x="764498" y="99208"/>
                  <a:pt x="764593" y="95460"/>
                </a:cubicBezTo>
                <a:cubicBezTo>
                  <a:pt x="764593" y="93210"/>
                  <a:pt x="764874" y="90586"/>
                  <a:pt x="765436" y="87587"/>
                </a:cubicBezTo>
                <a:lnTo>
                  <a:pt x="774433" y="41192"/>
                </a:lnTo>
                <a:lnTo>
                  <a:pt x="763327" y="41192"/>
                </a:lnTo>
                <a:lnTo>
                  <a:pt x="764732" y="33882"/>
                </a:lnTo>
                <a:lnTo>
                  <a:pt x="775840" y="33882"/>
                </a:lnTo>
                <a:lnTo>
                  <a:pt x="780197" y="11247"/>
                </a:lnTo>
                <a:lnTo>
                  <a:pt x="792991" y="11247"/>
                </a:lnTo>
                <a:lnTo>
                  <a:pt x="788493" y="33882"/>
                </a:lnTo>
                <a:lnTo>
                  <a:pt x="812251" y="33882"/>
                </a:lnTo>
                <a:close/>
                <a:moveTo>
                  <a:pt x="865581" y="9701"/>
                </a:moveTo>
                <a:cubicBezTo>
                  <a:pt x="865581" y="10356"/>
                  <a:pt x="865534" y="10871"/>
                  <a:pt x="865442" y="11247"/>
                </a:cubicBezTo>
                <a:cubicBezTo>
                  <a:pt x="864972" y="13496"/>
                  <a:pt x="863894" y="15323"/>
                  <a:pt x="862207" y="16728"/>
                </a:cubicBezTo>
                <a:cubicBezTo>
                  <a:pt x="860333" y="18229"/>
                  <a:pt x="858318" y="18979"/>
                  <a:pt x="856161" y="18979"/>
                </a:cubicBezTo>
                <a:cubicBezTo>
                  <a:pt x="854006" y="18979"/>
                  <a:pt x="852319" y="18229"/>
                  <a:pt x="851101" y="16728"/>
                </a:cubicBezTo>
                <a:cubicBezTo>
                  <a:pt x="850164" y="15699"/>
                  <a:pt x="849696" y="14387"/>
                  <a:pt x="849696" y="12792"/>
                </a:cubicBezTo>
                <a:cubicBezTo>
                  <a:pt x="849696" y="12137"/>
                  <a:pt x="849742" y="11622"/>
                  <a:pt x="849835" y="11247"/>
                </a:cubicBezTo>
                <a:cubicBezTo>
                  <a:pt x="850304" y="8998"/>
                  <a:pt x="851429" y="7170"/>
                  <a:pt x="853210" y="5764"/>
                </a:cubicBezTo>
                <a:cubicBezTo>
                  <a:pt x="854990" y="4171"/>
                  <a:pt x="856959" y="3374"/>
                  <a:pt x="859115" y="3374"/>
                </a:cubicBezTo>
                <a:cubicBezTo>
                  <a:pt x="861176" y="3374"/>
                  <a:pt x="862863" y="4171"/>
                  <a:pt x="864176" y="5764"/>
                </a:cubicBezTo>
                <a:cubicBezTo>
                  <a:pt x="865113" y="6795"/>
                  <a:pt x="865581" y="8107"/>
                  <a:pt x="865581" y="9701"/>
                </a:cubicBezTo>
                <a:moveTo>
                  <a:pt x="861505" y="33882"/>
                </a:moveTo>
                <a:lnTo>
                  <a:pt x="848711" y="99536"/>
                </a:lnTo>
                <a:lnTo>
                  <a:pt x="860662" y="99536"/>
                </a:lnTo>
                <a:lnTo>
                  <a:pt x="859255" y="106847"/>
                </a:lnTo>
                <a:lnTo>
                  <a:pt x="834793" y="106847"/>
                </a:lnTo>
                <a:lnTo>
                  <a:pt x="847445" y="41192"/>
                </a:lnTo>
                <a:lnTo>
                  <a:pt x="835355" y="41192"/>
                </a:lnTo>
                <a:lnTo>
                  <a:pt x="836902" y="33882"/>
                </a:lnTo>
                <a:lnTo>
                  <a:pt x="861505" y="33882"/>
                </a:lnTo>
                <a:close/>
                <a:moveTo>
                  <a:pt x="946443" y="57640"/>
                </a:moveTo>
                <a:cubicBezTo>
                  <a:pt x="946443" y="53422"/>
                  <a:pt x="945787" y="49768"/>
                  <a:pt x="944476" y="46676"/>
                </a:cubicBezTo>
                <a:cubicBezTo>
                  <a:pt x="942132" y="41333"/>
                  <a:pt x="937492" y="38661"/>
                  <a:pt x="930558" y="38661"/>
                </a:cubicBezTo>
                <a:cubicBezTo>
                  <a:pt x="923809" y="38661"/>
                  <a:pt x="918185" y="41333"/>
                  <a:pt x="913685" y="46676"/>
                </a:cubicBezTo>
                <a:cubicBezTo>
                  <a:pt x="909188" y="52017"/>
                  <a:pt x="905954" y="59890"/>
                  <a:pt x="903985" y="70295"/>
                </a:cubicBezTo>
                <a:cubicBezTo>
                  <a:pt x="903048" y="74887"/>
                  <a:pt x="902580" y="79104"/>
                  <a:pt x="902580" y="82947"/>
                </a:cubicBezTo>
                <a:cubicBezTo>
                  <a:pt x="902580" y="87259"/>
                  <a:pt x="903236" y="90961"/>
                  <a:pt x="904549" y="94053"/>
                </a:cubicBezTo>
                <a:cubicBezTo>
                  <a:pt x="906892" y="99396"/>
                  <a:pt x="911484" y="102067"/>
                  <a:pt x="918326" y="102067"/>
                </a:cubicBezTo>
                <a:cubicBezTo>
                  <a:pt x="925074" y="102067"/>
                  <a:pt x="930698" y="99396"/>
                  <a:pt x="935196" y="94053"/>
                </a:cubicBezTo>
                <a:cubicBezTo>
                  <a:pt x="939602" y="88804"/>
                  <a:pt x="942883" y="80885"/>
                  <a:pt x="945038" y="70295"/>
                </a:cubicBezTo>
                <a:cubicBezTo>
                  <a:pt x="945975" y="65701"/>
                  <a:pt x="946443" y="61483"/>
                  <a:pt x="946443" y="57640"/>
                </a:cubicBezTo>
                <a:moveTo>
                  <a:pt x="960784" y="60171"/>
                </a:moveTo>
                <a:cubicBezTo>
                  <a:pt x="960784" y="63639"/>
                  <a:pt x="960456" y="67014"/>
                  <a:pt x="959799" y="70295"/>
                </a:cubicBezTo>
                <a:cubicBezTo>
                  <a:pt x="957549" y="81823"/>
                  <a:pt x="952535" y="91148"/>
                  <a:pt x="944757" y="98270"/>
                </a:cubicBezTo>
                <a:cubicBezTo>
                  <a:pt x="936977" y="105301"/>
                  <a:pt x="927745" y="108816"/>
                  <a:pt x="917060" y="108816"/>
                </a:cubicBezTo>
                <a:cubicBezTo>
                  <a:pt x="906563" y="108816"/>
                  <a:pt x="898690" y="105301"/>
                  <a:pt x="893441" y="98270"/>
                </a:cubicBezTo>
                <a:cubicBezTo>
                  <a:pt x="889880" y="93303"/>
                  <a:pt x="888099" y="87352"/>
                  <a:pt x="888099" y="80416"/>
                </a:cubicBezTo>
                <a:cubicBezTo>
                  <a:pt x="888099" y="77417"/>
                  <a:pt x="888474" y="74043"/>
                  <a:pt x="889224" y="70295"/>
                </a:cubicBezTo>
                <a:cubicBezTo>
                  <a:pt x="891473" y="58672"/>
                  <a:pt x="896488" y="49393"/>
                  <a:pt x="904268" y="42458"/>
                </a:cubicBezTo>
                <a:cubicBezTo>
                  <a:pt x="912047" y="35428"/>
                  <a:pt x="921278" y="31912"/>
                  <a:pt x="931963" y="31912"/>
                </a:cubicBezTo>
                <a:cubicBezTo>
                  <a:pt x="942647" y="31912"/>
                  <a:pt x="950520" y="35428"/>
                  <a:pt x="955582" y="42458"/>
                </a:cubicBezTo>
                <a:cubicBezTo>
                  <a:pt x="959050" y="47331"/>
                  <a:pt x="960784" y="53235"/>
                  <a:pt x="960784" y="60171"/>
                </a:cubicBezTo>
                <a:close/>
                <a:moveTo>
                  <a:pt x="1053854" y="99536"/>
                </a:moveTo>
                <a:lnTo>
                  <a:pt x="1052448" y="106847"/>
                </a:lnTo>
                <a:lnTo>
                  <a:pt x="1028549" y="106847"/>
                </a:lnTo>
                <a:lnTo>
                  <a:pt x="1036842" y="64389"/>
                </a:lnTo>
                <a:cubicBezTo>
                  <a:pt x="1037873" y="59702"/>
                  <a:pt x="1038295" y="55766"/>
                  <a:pt x="1038108" y="52579"/>
                </a:cubicBezTo>
                <a:cubicBezTo>
                  <a:pt x="1038108" y="49673"/>
                  <a:pt x="1037779" y="47517"/>
                  <a:pt x="1037123" y="46111"/>
                </a:cubicBezTo>
                <a:cubicBezTo>
                  <a:pt x="1035624" y="42925"/>
                  <a:pt x="1032063" y="41238"/>
                  <a:pt x="1026440" y="41051"/>
                </a:cubicBezTo>
                <a:cubicBezTo>
                  <a:pt x="1020628" y="41051"/>
                  <a:pt x="1015754" y="43207"/>
                  <a:pt x="1011818" y="47519"/>
                </a:cubicBezTo>
                <a:cubicBezTo>
                  <a:pt x="1007788" y="51924"/>
                  <a:pt x="1005023" y="58156"/>
                  <a:pt x="1003522" y="66216"/>
                </a:cubicBezTo>
                <a:lnTo>
                  <a:pt x="995650" y="106847"/>
                </a:lnTo>
                <a:lnTo>
                  <a:pt x="982997" y="106847"/>
                </a:lnTo>
                <a:lnTo>
                  <a:pt x="995791" y="41192"/>
                </a:lnTo>
                <a:lnTo>
                  <a:pt x="983701" y="41192"/>
                </a:lnTo>
                <a:lnTo>
                  <a:pt x="985106" y="33882"/>
                </a:lnTo>
                <a:lnTo>
                  <a:pt x="1009849" y="33882"/>
                </a:lnTo>
                <a:lnTo>
                  <a:pt x="1007320" y="46815"/>
                </a:lnTo>
                <a:cubicBezTo>
                  <a:pt x="1010599" y="41754"/>
                  <a:pt x="1014347" y="38052"/>
                  <a:pt x="1018565" y="35709"/>
                </a:cubicBezTo>
                <a:cubicBezTo>
                  <a:pt x="1022784" y="33178"/>
                  <a:pt x="1027377" y="31912"/>
                  <a:pt x="1032343" y="31912"/>
                </a:cubicBezTo>
                <a:cubicBezTo>
                  <a:pt x="1040404" y="31912"/>
                  <a:pt x="1045887" y="34209"/>
                  <a:pt x="1048793" y="38803"/>
                </a:cubicBezTo>
                <a:cubicBezTo>
                  <a:pt x="1050574" y="41520"/>
                  <a:pt x="1051464" y="45268"/>
                  <a:pt x="1051464" y="50048"/>
                </a:cubicBezTo>
                <a:cubicBezTo>
                  <a:pt x="1051464" y="53236"/>
                  <a:pt x="1051042" y="56704"/>
                  <a:pt x="1050198" y="60452"/>
                </a:cubicBezTo>
                <a:lnTo>
                  <a:pt x="1042606" y="99536"/>
                </a:lnTo>
                <a:lnTo>
                  <a:pt x="1053854" y="9953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0" name="Text �+1">
            <a:extLst xmlns:a="http://schemas.openxmlformats.org/drawingml/2006/main">
              <a:ext uri="{FF2B5EF4-FFF2-40B4-BE49-F238E27FC236}">
                <a16:creationId xmlns:a16="http://schemas.microsoft.com/office/drawing/2014/main" id="{CEEBFE54-3BBF-4AA8-8775-8509026F7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3865" y="4189757"/>
            <a:ext cx="186503" cy="79567"/>
          </a:xfrm>
          <a:custGeom xmlns:a="http://schemas.openxmlformats.org/drawingml/2006/main">
            <a:pathLst>
              <a:path w="186503" h="79567">
                <a:moveTo>
                  <a:pt x="50588" y="70505"/>
                </a:moveTo>
                <a:lnTo>
                  <a:pt x="49593" y="75683"/>
                </a:lnTo>
                <a:lnTo>
                  <a:pt x="35253" y="75683"/>
                </a:lnTo>
                <a:lnTo>
                  <a:pt x="21211" y="49294"/>
                </a:lnTo>
                <a:lnTo>
                  <a:pt x="12846" y="55865"/>
                </a:lnTo>
                <a:lnTo>
                  <a:pt x="8962" y="75683"/>
                </a:lnTo>
                <a:lnTo>
                  <a:pt x="0" y="75683"/>
                </a:lnTo>
                <a:lnTo>
                  <a:pt x="13743" y="5179"/>
                </a:lnTo>
                <a:lnTo>
                  <a:pt x="5179" y="5179"/>
                </a:lnTo>
                <a:lnTo>
                  <a:pt x="6174" y="0"/>
                </a:lnTo>
                <a:lnTo>
                  <a:pt x="23700" y="0"/>
                </a:lnTo>
                <a:lnTo>
                  <a:pt x="14141" y="49294"/>
                </a:lnTo>
                <a:lnTo>
                  <a:pt x="39833" y="29178"/>
                </a:lnTo>
                <a:lnTo>
                  <a:pt x="32364" y="29178"/>
                </a:lnTo>
                <a:lnTo>
                  <a:pt x="33360" y="23999"/>
                </a:lnTo>
                <a:lnTo>
                  <a:pt x="47900" y="23999"/>
                </a:lnTo>
                <a:lnTo>
                  <a:pt x="46903" y="29178"/>
                </a:lnTo>
                <a:lnTo>
                  <a:pt x="28780" y="43418"/>
                </a:lnTo>
                <a:lnTo>
                  <a:pt x="43120" y="70505"/>
                </a:lnTo>
                <a:lnTo>
                  <a:pt x="50588" y="70505"/>
                </a:lnTo>
                <a:close/>
                <a:moveTo>
                  <a:pt x="129317" y="52281"/>
                </a:moveTo>
                <a:lnTo>
                  <a:pt x="102032" y="52281"/>
                </a:lnTo>
                <a:lnTo>
                  <a:pt x="102032" y="79567"/>
                </a:lnTo>
                <a:lnTo>
                  <a:pt x="94065" y="79567"/>
                </a:lnTo>
                <a:lnTo>
                  <a:pt x="94065" y="52281"/>
                </a:lnTo>
                <a:lnTo>
                  <a:pt x="66779" y="52281"/>
                </a:lnTo>
                <a:lnTo>
                  <a:pt x="66779" y="44314"/>
                </a:lnTo>
                <a:lnTo>
                  <a:pt x="94065" y="44314"/>
                </a:lnTo>
                <a:lnTo>
                  <a:pt x="94065" y="17028"/>
                </a:lnTo>
                <a:lnTo>
                  <a:pt x="102032" y="17028"/>
                </a:lnTo>
                <a:lnTo>
                  <a:pt x="102032" y="44314"/>
                </a:lnTo>
                <a:lnTo>
                  <a:pt x="129317" y="44314"/>
                </a:lnTo>
                <a:lnTo>
                  <a:pt x="129317" y="52281"/>
                </a:lnTo>
                <a:close/>
                <a:moveTo>
                  <a:pt x="186503" y="75683"/>
                </a:moveTo>
                <a:lnTo>
                  <a:pt x="151449" y="75683"/>
                </a:lnTo>
                <a:lnTo>
                  <a:pt x="151449" y="70505"/>
                </a:lnTo>
                <a:lnTo>
                  <a:pt x="164096" y="70505"/>
                </a:lnTo>
                <a:lnTo>
                  <a:pt x="164096" y="10157"/>
                </a:lnTo>
                <a:lnTo>
                  <a:pt x="149456" y="19617"/>
                </a:lnTo>
                <a:lnTo>
                  <a:pt x="149456" y="13244"/>
                </a:lnTo>
                <a:lnTo>
                  <a:pt x="167183" y="1792"/>
                </a:lnTo>
                <a:lnTo>
                  <a:pt x="173856" y="1792"/>
                </a:lnTo>
                <a:lnTo>
                  <a:pt x="173856" y="70505"/>
                </a:lnTo>
                <a:lnTo>
                  <a:pt x="186503" y="70505"/>
                </a:lnTo>
                <a:lnTo>
                  <a:pt x="186503" y="7568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1" name="Text &gt;">
            <a:extLst xmlns:a="http://schemas.openxmlformats.org/drawingml/2006/main">
              <a:ext uri="{FF2B5EF4-FFF2-40B4-BE49-F238E27FC236}">
                <a16:creationId xmlns:a16="http://schemas.microsoft.com/office/drawing/2014/main" id="{8200D23C-3C54-4697-BEA1-0AD728758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7399" y="4153573"/>
            <a:ext cx="66656" cy="68235"/>
          </a:xfrm>
          <a:custGeom xmlns:a="http://schemas.openxmlformats.org/drawingml/2006/main">
            <a:pathLst>
              <a:path w="66656" h="68235">
                <a:moveTo>
                  <a:pt x="66656" y="39678"/>
                </a:moveTo>
                <a:lnTo>
                  <a:pt x="0" y="68235"/>
                </a:lnTo>
                <a:lnTo>
                  <a:pt x="0" y="55879"/>
                </a:lnTo>
                <a:lnTo>
                  <a:pt x="52790" y="33980"/>
                </a:lnTo>
                <a:lnTo>
                  <a:pt x="0" y="12356"/>
                </a:lnTo>
                <a:lnTo>
                  <a:pt x="0" y="0"/>
                </a:lnTo>
                <a:lnTo>
                  <a:pt x="66656" y="28145"/>
                </a:lnTo>
                <a:lnTo>
                  <a:pt x="66656" y="3967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2" name="Text ......">
            <a:extLst xmlns:a="http://schemas.openxmlformats.org/drawingml/2006/main">
              <a:ext uri="{FF2B5EF4-FFF2-40B4-BE49-F238E27FC236}">
                <a16:creationId xmlns:a16="http://schemas.microsoft.com/office/drawing/2014/main" id="{F7BF11F9-4593-4DBE-A603-5750738A8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0046" y="4393645"/>
            <a:ext cx="210312" cy="14141"/>
          </a:xfrm>
          <a:custGeom xmlns:a="http://schemas.openxmlformats.org/drawingml/2006/main">
            <a:pathLst>
              <a:path w="210312" h="14141">
                <a:moveTo>
                  <a:pt x="0" y="14141"/>
                </a:moveTo>
                <a:lnTo>
                  <a:pt x="0" y="0"/>
                </a:lnTo>
                <a:lnTo>
                  <a:pt x="14073" y="0"/>
                </a:lnTo>
                <a:lnTo>
                  <a:pt x="14073" y="14141"/>
                </a:lnTo>
                <a:lnTo>
                  <a:pt x="0" y="14141"/>
                </a:lnTo>
                <a:close/>
                <a:moveTo>
                  <a:pt x="39248" y="14141"/>
                </a:moveTo>
                <a:lnTo>
                  <a:pt x="39248" y="0"/>
                </a:lnTo>
                <a:lnTo>
                  <a:pt x="53321" y="0"/>
                </a:lnTo>
                <a:lnTo>
                  <a:pt x="53321" y="14141"/>
                </a:lnTo>
                <a:lnTo>
                  <a:pt x="39248" y="14141"/>
                </a:lnTo>
                <a:close/>
                <a:moveTo>
                  <a:pt x="78496" y="14141"/>
                </a:moveTo>
                <a:lnTo>
                  <a:pt x="78496" y="0"/>
                </a:lnTo>
                <a:lnTo>
                  <a:pt x="92568" y="0"/>
                </a:lnTo>
                <a:lnTo>
                  <a:pt x="92568" y="14141"/>
                </a:lnTo>
                <a:lnTo>
                  <a:pt x="78496" y="14141"/>
                </a:lnTo>
                <a:close/>
                <a:moveTo>
                  <a:pt x="117744" y="14141"/>
                </a:moveTo>
                <a:lnTo>
                  <a:pt x="117744" y="0"/>
                </a:lnTo>
                <a:lnTo>
                  <a:pt x="131816" y="0"/>
                </a:lnTo>
                <a:lnTo>
                  <a:pt x="131816" y="14141"/>
                </a:lnTo>
                <a:lnTo>
                  <a:pt x="117744" y="14141"/>
                </a:lnTo>
                <a:close/>
                <a:moveTo>
                  <a:pt x="156992" y="14141"/>
                </a:moveTo>
                <a:lnTo>
                  <a:pt x="156992" y="0"/>
                </a:lnTo>
                <a:lnTo>
                  <a:pt x="171064" y="0"/>
                </a:lnTo>
                <a:lnTo>
                  <a:pt x="171064" y="14141"/>
                </a:lnTo>
                <a:lnTo>
                  <a:pt x="156992" y="14141"/>
                </a:lnTo>
                <a:close/>
                <a:moveTo>
                  <a:pt x="196240" y="14141"/>
                </a:moveTo>
                <a:lnTo>
                  <a:pt x="196240" y="0"/>
                </a:lnTo>
                <a:lnTo>
                  <a:pt x="210312" y="0"/>
                </a:lnTo>
                <a:lnTo>
                  <a:pt x="210312" y="14141"/>
                </a:lnTo>
                <a:lnTo>
                  <a:pt x="196240" y="14141"/>
                </a:lnTo>
                <a:close/>
              </a:path>
            </a:pathLst>
          </a:custGeom>
          <a:solidFill xmlns:a="http://schemas.openxmlformats.org/drawingml/2006/main">
            <a:srgbClr val="3B5F2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3" name="Text ......">
            <a:extLst xmlns:a="http://schemas.openxmlformats.org/drawingml/2006/main">
              <a:ext uri="{FF2B5EF4-FFF2-40B4-BE49-F238E27FC236}">
                <a16:creationId xmlns:a16="http://schemas.microsoft.com/office/drawing/2014/main" id="{EC22122B-4BC9-4740-9FAB-7C43A3A92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0046" y="4393645"/>
            <a:ext cx="210312" cy="14141"/>
          </a:xfrm>
          <a:custGeom xmlns:a="http://schemas.openxmlformats.org/drawingml/2006/main">
            <a:pathLst>
              <a:path w="210312" h="14141" fill="none">
                <a:moveTo>
                  <a:pt x="0" y="14141"/>
                </a:moveTo>
                <a:lnTo>
                  <a:pt x="0" y="0"/>
                </a:lnTo>
                <a:lnTo>
                  <a:pt x="14073" y="0"/>
                </a:lnTo>
                <a:lnTo>
                  <a:pt x="14073" y="14141"/>
                </a:lnTo>
                <a:lnTo>
                  <a:pt x="0" y="14141"/>
                </a:lnTo>
                <a:close/>
                <a:moveTo>
                  <a:pt x="39248" y="14141"/>
                </a:moveTo>
                <a:lnTo>
                  <a:pt x="39248" y="0"/>
                </a:lnTo>
                <a:lnTo>
                  <a:pt x="53321" y="0"/>
                </a:lnTo>
                <a:lnTo>
                  <a:pt x="53321" y="14141"/>
                </a:lnTo>
                <a:lnTo>
                  <a:pt x="39248" y="14141"/>
                </a:lnTo>
                <a:close/>
                <a:moveTo>
                  <a:pt x="78496" y="14141"/>
                </a:moveTo>
                <a:lnTo>
                  <a:pt x="78496" y="0"/>
                </a:lnTo>
                <a:lnTo>
                  <a:pt x="92568" y="0"/>
                </a:lnTo>
                <a:lnTo>
                  <a:pt x="92568" y="14141"/>
                </a:lnTo>
                <a:lnTo>
                  <a:pt x="78496" y="14141"/>
                </a:lnTo>
                <a:close/>
                <a:moveTo>
                  <a:pt x="117744" y="14141"/>
                </a:moveTo>
                <a:lnTo>
                  <a:pt x="117744" y="0"/>
                </a:lnTo>
                <a:lnTo>
                  <a:pt x="131816" y="0"/>
                </a:lnTo>
                <a:lnTo>
                  <a:pt x="131816" y="14141"/>
                </a:lnTo>
                <a:lnTo>
                  <a:pt x="117744" y="14141"/>
                </a:lnTo>
                <a:close/>
                <a:moveTo>
                  <a:pt x="156992" y="14141"/>
                </a:moveTo>
                <a:lnTo>
                  <a:pt x="156992" y="0"/>
                </a:lnTo>
                <a:lnTo>
                  <a:pt x="171064" y="0"/>
                </a:lnTo>
                <a:lnTo>
                  <a:pt x="171064" y="14141"/>
                </a:lnTo>
                <a:lnTo>
                  <a:pt x="156992" y="14141"/>
                </a:lnTo>
                <a:close/>
                <a:moveTo>
                  <a:pt x="196240" y="14141"/>
                </a:moveTo>
                <a:lnTo>
                  <a:pt x="196240" y="0"/>
                </a:lnTo>
                <a:lnTo>
                  <a:pt x="210312" y="0"/>
                </a:lnTo>
                <a:lnTo>
                  <a:pt x="210312" y="14141"/>
                </a:lnTo>
                <a:lnTo>
                  <a:pt x="196240" y="1414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993" cap="flat">
            <a:solidFill>
              <a:srgbClr val="3B5F21"/>
            </a:solidFill>
            <a:miter/>
          </a:ln>
        </p:spPr>
      </p:sp>
      <p:sp>
        <p:nvSpPr>
          <p:cNvPr id="84" name="Text Prompt:">
            <a:extLst xmlns:a="http://schemas.openxmlformats.org/drawingml/2006/main">
              <a:ext uri="{FF2B5EF4-FFF2-40B4-BE49-F238E27FC236}">
                <a16:creationId xmlns:a16="http://schemas.microsoft.com/office/drawing/2014/main" id="{FF953257-A3B3-412F-82B6-428270502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8123" y="4476443"/>
            <a:ext cx="468740" cy="128644"/>
          </a:xfrm>
          <a:custGeom xmlns:a="http://schemas.openxmlformats.org/drawingml/2006/main">
            <a:pathLst>
              <a:path w="468740" h="128644">
                <a:moveTo>
                  <a:pt x="0" y="100636"/>
                </a:moveTo>
                <a:lnTo>
                  <a:pt x="0" y="0"/>
                </a:lnTo>
                <a:lnTo>
                  <a:pt x="37962" y="0"/>
                </a:lnTo>
                <a:cubicBezTo>
                  <a:pt x="44643" y="0"/>
                  <a:pt x="49746" y="320"/>
                  <a:pt x="53270" y="961"/>
                </a:cubicBezTo>
                <a:cubicBezTo>
                  <a:pt x="58213" y="1785"/>
                  <a:pt x="62354" y="3352"/>
                  <a:pt x="65695" y="5663"/>
                </a:cubicBezTo>
                <a:cubicBezTo>
                  <a:pt x="69036" y="7974"/>
                  <a:pt x="71725" y="11212"/>
                  <a:pt x="73761" y="15377"/>
                </a:cubicBezTo>
                <a:cubicBezTo>
                  <a:pt x="75798" y="19541"/>
                  <a:pt x="76816" y="24118"/>
                  <a:pt x="76816" y="29106"/>
                </a:cubicBezTo>
                <a:cubicBezTo>
                  <a:pt x="76816" y="37664"/>
                  <a:pt x="74093" y="44907"/>
                  <a:pt x="68647" y="50833"/>
                </a:cubicBezTo>
                <a:cubicBezTo>
                  <a:pt x="63201" y="56760"/>
                  <a:pt x="53362" y="59723"/>
                  <a:pt x="39129" y="59723"/>
                </a:cubicBezTo>
                <a:lnTo>
                  <a:pt x="13318" y="59723"/>
                </a:lnTo>
                <a:lnTo>
                  <a:pt x="13318" y="100636"/>
                </a:lnTo>
                <a:lnTo>
                  <a:pt x="0" y="100636"/>
                </a:lnTo>
                <a:moveTo>
                  <a:pt x="13318" y="47778"/>
                </a:moveTo>
                <a:lnTo>
                  <a:pt x="39335" y="47778"/>
                </a:lnTo>
                <a:cubicBezTo>
                  <a:pt x="47938" y="47778"/>
                  <a:pt x="54048" y="46183"/>
                  <a:pt x="57663" y="42992"/>
                </a:cubicBezTo>
                <a:cubicBezTo>
                  <a:pt x="61279" y="39800"/>
                  <a:pt x="63087" y="35310"/>
                  <a:pt x="63087" y="29520"/>
                </a:cubicBezTo>
                <a:cubicBezTo>
                  <a:pt x="63087" y="25326"/>
                  <a:pt x="62023" y="21735"/>
                  <a:pt x="59894" y="18749"/>
                </a:cubicBezTo>
                <a:cubicBezTo>
                  <a:pt x="57766" y="15763"/>
                  <a:pt x="54963" y="13791"/>
                  <a:pt x="51485" y="12833"/>
                </a:cubicBezTo>
                <a:cubicBezTo>
                  <a:pt x="49243" y="12241"/>
                  <a:pt x="45101" y="11945"/>
                  <a:pt x="39060" y="11945"/>
                </a:cubicBezTo>
                <a:lnTo>
                  <a:pt x="13318" y="11945"/>
                </a:lnTo>
                <a:lnTo>
                  <a:pt x="13318" y="47778"/>
                </a:lnTo>
                <a:close/>
                <a:moveTo>
                  <a:pt x="92010" y="100636"/>
                </a:moveTo>
                <a:lnTo>
                  <a:pt x="92010" y="27733"/>
                </a:lnTo>
                <a:lnTo>
                  <a:pt x="103131" y="27733"/>
                </a:lnTo>
                <a:lnTo>
                  <a:pt x="103131" y="38786"/>
                </a:lnTo>
                <a:cubicBezTo>
                  <a:pt x="105968" y="33614"/>
                  <a:pt x="108588" y="30205"/>
                  <a:pt x="110991" y="28557"/>
                </a:cubicBezTo>
                <a:cubicBezTo>
                  <a:pt x="113393" y="26910"/>
                  <a:pt x="116036" y="26086"/>
                  <a:pt x="118919" y="26086"/>
                </a:cubicBezTo>
                <a:cubicBezTo>
                  <a:pt x="123084" y="26086"/>
                  <a:pt x="127317" y="27413"/>
                  <a:pt x="131619" y="30067"/>
                </a:cubicBezTo>
                <a:lnTo>
                  <a:pt x="127363" y="41523"/>
                </a:lnTo>
                <a:cubicBezTo>
                  <a:pt x="124343" y="39744"/>
                  <a:pt x="121322" y="38854"/>
                  <a:pt x="118302" y="38854"/>
                </a:cubicBezTo>
                <a:cubicBezTo>
                  <a:pt x="115602" y="38854"/>
                  <a:pt x="113176" y="39667"/>
                  <a:pt x="111025" y="41291"/>
                </a:cubicBezTo>
                <a:cubicBezTo>
                  <a:pt x="108874" y="42916"/>
                  <a:pt x="107341" y="45170"/>
                  <a:pt x="106426" y="48053"/>
                </a:cubicBezTo>
                <a:cubicBezTo>
                  <a:pt x="105053" y="52446"/>
                  <a:pt x="104366" y="57252"/>
                  <a:pt x="104366" y="62469"/>
                </a:cubicBezTo>
                <a:lnTo>
                  <a:pt x="104366" y="100636"/>
                </a:lnTo>
                <a:lnTo>
                  <a:pt x="92010" y="100636"/>
                </a:lnTo>
                <a:close/>
                <a:moveTo>
                  <a:pt x="134411" y="64185"/>
                </a:moveTo>
                <a:cubicBezTo>
                  <a:pt x="134411" y="50684"/>
                  <a:pt x="138163" y="40685"/>
                  <a:pt x="145669" y="34186"/>
                </a:cubicBezTo>
                <a:cubicBezTo>
                  <a:pt x="151939" y="28786"/>
                  <a:pt x="159581" y="26086"/>
                  <a:pt x="168597" y="26086"/>
                </a:cubicBezTo>
                <a:cubicBezTo>
                  <a:pt x="178619" y="26086"/>
                  <a:pt x="186811" y="29369"/>
                  <a:pt x="193173" y="35937"/>
                </a:cubicBezTo>
                <a:cubicBezTo>
                  <a:pt x="199534" y="42504"/>
                  <a:pt x="202715" y="51577"/>
                  <a:pt x="202715" y="63155"/>
                </a:cubicBezTo>
                <a:cubicBezTo>
                  <a:pt x="202715" y="72537"/>
                  <a:pt x="201307" y="79917"/>
                  <a:pt x="198493" y="85294"/>
                </a:cubicBezTo>
                <a:cubicBezTo>
                  <a:pt x="195678" y="90671"/>
                  <a:pt x="191582" y="94847"/>
                  <a:pt x="186205" y="97822"/>
                </a:cubicBezTo>
                <a:cubicBezTo>
                  <a:pt x="180828" y="100797"/>
                  <a:pt x="174958" y="102284"/>
                  <a:pt x="168597" y="102284"/>
                </a:cubicBezTo>
                <a:cubicBezTo>
                  <a:pt x="158391" y="102284"/>
                  <a:pt x="150142" y="99012"/>
                  <a:pt x="143850" y="92467"/>
                </a:cubicBezTo>
                <a:cubicBezTo>
                  <a:pt x="137557" y="85923"/>
                  <a:pt x="134411" y="76496"/>
                  <a:pt x="134411" y="64185"/>
                </a:cubicBezTo>
                <a:moveTo>
                  <a:pt x="147110" y="64219"/>
                </a:moveTo>
                <a:cubicBezTo>
                  <a:pt x="147110" y="73544"/>
                  <a:pt x="149147" y="80526"/>
                  <a:pt x="153220" y="85165"/>
                </a:cubicBezTo>
                <a:cubicBezTo>
                  <a:pt x="157293" y="89805"/>
                  <a:pt x="162419" y="92124"/>
                  <a:pt x="168597" y="92124"/>
                </a:cubicBezTo>
                <a:cubicBezTo>
                  <a:pt x="174729" y="92124"/>
                  <a:pt x="179832" y="89793"/>
                  <a:pt x="183905" y="85131"/>
                </a:cubicBezTo>
                <a:cubicBezTo>
                  <a:pt x="187978" y="80469"/>
                  <a:pt x="190015" y="73361"/>
                  <a:pt x="190015" y="63807"/>
                </a:cubicBezTo>
                <a:cubicBezTo>
                  <a:pt x="190015" y="54803"/>
                  <a:pt x="187967" y="47981"/>
                  <a:pt x="183871" y="43342"/>
                </a:cubicBezTo>
                <a:cubicBezTo>
                  <a:pt x="179775" y="38703"/>
                  <a:pt x="174684" y="36383"/>
                  <a:pt x="168597" y="36383"/>
                </a:cubicBezTo>
                <a:cubicBezTo>
                  <a:pt x="162419" y="36383"/>
                  <a:pt x="157293" y="38691"/>
                  <a:pt x="153220" y="43308"/>
                </a:cubicBezTo>
                <a:cubicBezTo>
                  <a:pt x="149147" y="47924"/>
                  <a:pt x="147110" y="54895"/>
                  <a:pt x="147110" y="64219"/>
                </a:cubicBezTo>
                <a:close/>
                <a:moveTo>
                  <a:pt x="216920" y="100636"/>
                </a:moveTo>
                <a:lnTo>
                  <a:pt x="216920" y="27733"/>
                </a:lnTo>
                <a:lnTo>
                  <a:pt x="227972" y="27733"/>
                </a:lnTo>
                <a:lnTo>
                  <a:pt x="227972" y="37962"/>
                </a:lnTo>
                <a:cubicBezTo>
                  <a:pt x="230260" y="34392"/>
                  <a:pt x="233304" y="31520"/>
                  <a:pt x="237102" y="29347"/>
                </a:cubicBezTo>
                <a:cubicBezTo>
                  <a:pt x="240901" y="27173"/>
                  <a:pt x="245225" y="26086"/>
                  <a:pt x="250076" y="26086"/>
                </a:cubicBezTo>
                <a:cubicBezTo>
                  <a:pt x="255477" y="26086"/>
                  <a:pt x="259904" y="27207"/>
                  <a:pt x="263360" y="29450"/>
                </a:cubicBezTo>
                <a:cubicBezTo>
                  <a:pt x="266815" y="31692"/>
                  <a:pt x="269252" y="34827"/>
                  <a:pt x="270670" y="38854"/>
                </a:cubicBezTo>
                <a:cubicBezTo>
                  <a:pt x="276437" y="30342"/>
                  <a:pt x="283942" y="26086"/>
                  <a:pt x="293187" y="26086"/>
                </a:cubicBezTo>
                <a:cubicBezTo>
                  <a:pt x="300417" y="26086"/>
                  <a:pt x="305978" y="28088"/>
                  <a:pt x="309868" y="32092"/>
                </a:cubicBezTo>
                <a:cubicBezTo>
                  <a:pt x="313758" y="36097"/>
                  <a:pt x="315703" y="42264"/>
                  <a:pt x="315703" y="50593"/>
                </a:cubicBezTo>
                <a:lnTo>
                  <a:pt x="315703" y="100636"/>
                </a:lnTo>
                <a:lnTo>
                  <a:pt x="303415" y="100636"/>
                </a:lnTo>
                <a:lnTo>
                  <a:pt x="303415" y="54712"/>
                </a:lnTo>
                <a:cubicBezTo>
                  <a:pt x="303415" y="49769"/>
                  <a:pt x="303015" y="46211"/>
                  <a:pt x="302214" y="44037"/>
                </a:cubicBezTo>
                <a:cubicBezTo>
                  <a:pt x="301413" y="41863"/>
                  <a:pt x="299960" y="40113"/>
                  <a:pt x="297855" y="38786"/>
                </a:cubicBezTo>
                <a:cubicBezTo>
                  <a:pt x="295749" y="37458"/>
                  <a:pt x="293278" y="36795"/>
                  <a:pt x="290441" y="36795"/>
                </a:cubicBezTo>
                <a:cubicBezTo>
                  <a:pt x="285315" y="36795"/>
                  <a:pt x="281059" y="38500"/>
                  <a:pt x="277672" y="41909"/>
                </a:cubicBezTo>
                <a:cubicBezTo>
                  <a:pt x="274286" y="45318"/>
                  <a:pt x="272593" y="50776"/>
                  <a:pt x="272593" y="58281"/>
                </a:cubicBezTo>
                <a:lnTo>
                  <a:pt x="272593" y="100636"/>
                </a:lnTo>
                <a:lnTo>
                  <a:pt x="260236" y="100636"/>
                </a:lnTo>
                <a:lnTo>
                  <a:pt x="260236" y="53270"/>
                </a:lnTo>
                <a:cubicBezTo>
                  <a:pt x="260236" y="47778"/>
                  <a:pt x="259229" y="43659"/>
                  <a:pt x="257216" y="40914"/>
                </a:cubicBezTo>
                <a:cubicBezTo>
                  <a:pt x="255202" y="38168"/>
                  <a:pt x="251907" y="36795"/>
                  <a:pt x="247330" y="36795"/>
                </a:cubicBezTo>
                <a:cubicBezTo>
                  <a:pt x="243852" y="36795"/>
                  <a:pt x="240637" y="37710"/>
                  <a:pt x="237686" y="39541"/>
                </a:cubicBezTo>
                <a:cubicBezTo>
                  <a:pt x="234734" y="41371"/>
                  <a:pt x="232594" y="44048"/>
                  <a:pt x="231267" y="47572"/>
                </a:cubicBezTo>
                <a:cubicBezTo>
                  <a:pt x="229940" y="51096"/>
                  <a:pt x="229276" y="56176"/>
                  <a:pt x="229276" y="62812"/>
                </a:cubicBezTo>
                <a:lnTo>
                  <a:pt x="229276" y="100636"/>
                </a:lnTo>
                <a:lnTo>
                  <a:pt x="216920" y="100636"/>
                </a:lnTo>
                <a:close/>
                <a:moveTo>
                  <a:pt x="334078" y="128644"/>
                </a:moveTo>
                <a:lnTo>
                  <a:pt x="334078" y="27733"/>
                </a:lnTo>
                <a:lnTo>
                  <a:pt x="345336" y="27733"/>
                </a:lnTo>
                <a:lnTo>
                  <a:pt x="345336" y="37273"/>
                </a:lnTo>
                <a:cubicBezTo>
                  <a:pt x="347990" y="33543"/>
                  <a:pt x="350988" y="30747"/>
                  <a:pt x="354328" y="28883"/>
                </a:cubicBezTo>
                <a:cubicBezTo>
                  <a:pt x="357669" y="27018"/>
                  <a:pt x="361719" y="26086"/>
                  <a:pt x="366479" y="26086"/>
                </a:cubicBezTo>
                <a:cubicBezTo>
                  <a:pt x="372703" y="26086"/>
                  <a:pt x="378195" y="27688"/>
                  <a:pt x="382954" y="30891"/>
                </a:cubicBezTo>
                <a:cubicBezTo>
                  <a:pt x="387714" y="34095"/>
                  <a:pt x="391306" y="38614"/>
                  <a:pt x="393732" y="44449"/>
                </a:cubicBezTo>
                <a:cubicBezTo>
                  <a:pt x="396157" y="50284"/>
                  <a:pt x="397370" y="56680"/>
                  <a:pt x="397370" y="63636"/>
                </a:cubicBezTo>
                <a:cubicBezTo>
                  <a:pt x="397370" y="71095"/>
                  <a:pt x="396032" y="77811"/>
                  <a:pt x="393354" y="83784"/>
                </a:cubicBezTo>
                <a:cubicBezTo>
                  <a:pt x="390677" y="89756"/>
                  <a:pt x="386787" y="94332"/>
                  <a:pt x="381684" y="97513"/>
                </a:cubicBezTo>
                <a:cubicBezTo>
                  <a:pt x="376582" y="100694"/>
                  <a:pt x="371216" y="102284"/>
                  <a:pt x="365587" y="102284"/>
                </a:cubicBezTo>
                <a:cubicBezTo>
                  <a:pt x="361468" y="102284"/>
                  <a:pt x="357772" y="101414"/>
                  <a:pt x="354500" y="99675"/>
                </a:cubicBezTo>
                <a:cubicBezTo>
                  <a:pt x="351228" y="97936"/>
                  <a:pt x="348539" y="95740"/>
                  <a:pt x="346434" y="93085"/>
                </a:cubicBezTo>
                <a:lnTo>
                  <a:pt x="346434" y="128644"/>
                </a:lnTo>
                <a:lnTo>
                  <a:pt x="334078" y="128644"/>
                </a:lnTo>
                <a:moveTo>
                  <a:pt x="345267" y="64631"/>
                </a:moveTo>
                <a:cubicBezTo>
                  <a:pt x="345267" y="74001"/>
                  <a:pt x="347166" y="80926"/>
                  <a:pt x="350965" y="85405"/>
                </a:cubicBezTo>
                <a:cubicBezTo>
                  <a:pt x="354763" y="89885"/>
                  <a:pt x="359363" y="92124"/>
                  <a:pt x="364763" y="92124"/>
                </a:cubicBezTo>
                <a:cubicBezTo>
                  <a:pt x="370255" y="92124"/>
                  <a:pt x="374957" y="89805"/>
                  <a:pt x="378870" y="85165"/>
                </a:cubicBezTo>
                <a:cubicBezTo>
                  <a:pt x="382783" y="80526"/>
                  <a:pt x="384739" y="73338"/>
                  <a:pt x="384739" y="63601"/>
                </a:cubicBezTo>
                <a:cubicBezTo>
                  <a:pt x="384739" y="54323"/>
                  <a:pt x="382828" y="47375"/>
                  <a:pt x="379007" y="42758"/>
                </a:cubicBezTo>
                <a:cubicBezTo>
                  <a:pt x="375186" y="38142"/>
                  <a:pt x="370621" y="35834"/>
                  <a:pt x="365312" y="35834"/>
                </a:cubicBezTo>
                <a:cubicBezTo>
                  <a:pt x="360049" y="35834"/>
                  <a:pt x="355393" y="38291"/>
                  <a:pt x="351342" y="43205"/>
                </a:cubicBezTo>
                <a:cubicBezTo>
                  <a:pt x="347292" y="48119"/>
                  <a:pt x="345267" y="55261"/>
                  <a:pt x="345267" y="64631"/>
                </a:cubicBezTo>
                <a:close/>
                <a:moveTo>
                  <a:pt x="438966" y="89584"/>
                </a:moveTo>
                <a:lnTo>
                  <a:pt x="440750" y="100499"/>
                </a:lnTo>
                <a:cubicBezTo>
                  <a:pt x="437272" y="101231"/>
                  <a:pt x="434160" y="101598"/>
                  <a:pt x="431414" y="101598"/>
                </a:cubicBezTo>
                <a:cubicBezTo>
                  <a:pt x="426930" y="101598"/>
                  <a:pt x="423451" y="100888"/>
                  <a:pt x="420980" y="99469"/>
                </a:cubicBezTo>
                <a:cubicBezTo>
                  <a:pt x="418509" y="98051"/>
                  <a:pt x="416770" y="96186"/>
                  <a:pt x="415763" y="93875"/>
                </a:cubicBezTo>
                <a:cubicBezTo>
                  <a:pt x="414756" y="91564"/>
                  <a:pt x="414253" y="86701"/>
                  <a:pt x="414253" y="79287"/>
                </a:cubicBezTo>
                <a:lnTo>
                  <a:pt x="414253" y="37344"/>
                </a:lnTo>
                <a:lnTo>
                  <a:pt x="405191" y="37344"/>
                </a:lnTo>
                <a:lnTo>
                  <a:pt x="405191" y="27733"/>
                </a:lnTo>
                <a:lnTo>
                  <a:pt x="414253" y="27733"/>
                </a:lnTo>
                <a:lnTo>
                  <a:pt x="414253" y="9679"/>
                </a:lnTo>
                <a:lnTo>
                  <a:pt x="426541" y="2265"/>
                </a:lnTo>
                <a:lnTo>
                  <a:pt x="426541" y="27733"/>
                </a:lnTo>
                <a:lnTo>
                  <a:pt x="438966" y="27733"/>
                </a:lnTo>
                <a:lnTo>
                  <a:pt x="438966" y="37344"/>
                </a:lnTo>
                <a:lnTo>
                  <a:pt x="426541" y="37344"/>
                </a:lnTo>
                <a:lnTo>
                  <a:pt x="426541" y="79974"/>
                </a:lnTo>
                <a:cubicBezTo>
                  <a:pt x="426541" y="83498"/>
                  <a:pt x="426758" y="85763"/>
                  <a:pt x="427193" y="86770"/>
                </a:cubicBezTo>
                <a:cubicBezTo>
                  <a:pt x="427627" y="87777"/>
                  <a:pt x="428337" y="88577"/>
                  <a:pt x="429321" y="89172"/>
                </a:cubicBezTo>
                <a:cubicBezTo>
                  <a:pt x="430305" y="89767"/>
                  <a:pt x="431712" y="90065"/>
                  <a:pt x="433543" y="90065"/>
                </a:cubicBezTo>
                <a:cubicBezTo>
                  <a:pt x="434915" y="90065"/>
                  <a:pt x="436723" y="89905"/>
                  <a:pt x="438966" y="89584"/>
                </a:cubicBezTo>
                <a:close/>
                <a:moveTo>
                  <a:pt x="454667" y="41875"/>
                </a:moveTo>
                <a:lnTo>
                  <a:pt x="454667" y="27733"/>
                </a:lnTo>
                <a:lnTo>
                  <a:pt x="468740" y="27733"/>
                </a:lnTo>
                <a:lnTo>
                  <a:pt x="468740" y="41875"/>
                </a:lnTo>
                <a:lnTo>
                  <a:pt x="454667" y="41875"/>
                </a:lnTo>
                <a:moveTo>
                  <a:pt x="454667" y="100636"/>
                </a:moveTo>
                <a:lnTo>
                  <a:pt x="454667" y="86495"/>
                </a:lnTo>
                <a:lnTo>
                  <a:pt x="468740" y="86495"/>
                </a:lnTo>
                <a:lnTo>
                  <a:pt x="468740" y="100636"/>
                </a:lnTo>
                <a:lnTo>
                  <a:pt x="454667" y="10063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5" name="Text &lt;푂푏푠�푟������">
            <a:extLst xmlns:a="http://schemas.openxmlformats.org/drawingml/2006/main">
              <a:ext uri="{FF2B5EF4-FFF2-40B4-BE49-F238E27FC236}">
                <a16:creationId xmlns:a16="http://schemas.microsoft.com/office/drawing/2014/main" id="{A418B4DA-222C-4926-BD44-6D7500381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1007" y="4470232"/>
            <a:ext cx="1053854" cy="108816"/>
          </a:xfrm>
          <a:custGeom xmlns:a="http://schemas.openxmlformats.org/drawingml/2006/main">
            <a:pathLst>
              <a:path w="1053854" h="108816">
                <a:moveTo>
                  <a:pt x="0" y="62776"/>
                </a:moveTo>
                <a:lnTo>
                  <a:pt x="0" y="51243"/>
                </a:lnTo>
                <a:lnTo>
                  <a:pt x="66656" y="23098"/>
                </a:lnTo>
                <a:lnTo>
                  <a:pt x="66656" y="35454"/>
                </a:lnTo>
                <a:lnTo>
                  <a:pt x="13798" y="57078"/>
                </a:lnTo>
                <a:lnTo>
                  <a:pt x="66656" y="78976"/>
                </a:lnTo>
                <a:lnTo>
                  <a:pt x="66656" y="91333"/>
                </a:lnTo>
                <a:lnTo>
                  <a:pt x="0" y="62776"/>
                </a:lnTo>
                <a:close/>
                <a:moveTo>
                  <a:pt x="170627" y="55673"/>
                </a:moveTo>
                <a:cubicBezTo>
                  <a:pt x="173533" y="40583"/>
                  <a:pt x="172877" y="29149"/>
                  <a:pt x="168660" y="21369"/>
                </a:cubicBezTo>
                <a:cubicBezTo>
                  <a:pt x="164442" y="13683"/>
                  <a:pt x="156757" y="9840"/>
                  <a:pt x="145603" y="9840"/>
                </a:cubicBezTo>
                <a:cubicBezTo>
                  <a:pt x="134449" y="9840"/>
                  <a:pt x="125170" y="13683"/>
                  <a:pt x="117767" y="21369"/>
                </a:cubicBezTo>
                <a:cubicBezTo>
                  <a:pt x="110549" y="29241"/>
                  <a:pt x="105487" y="40676"/>
                  <a:pt x="102583" y="55673"/>
                </a:cubicBezTo>
                <a:cubicBezTo>
                  <a:pt x="99677" y="70575"/>
                  <a:pt x="100332" y="82010"/>
                  <a:pt x="104550" y="89977"/>
                </a:cubicBezTo>
                <a:cubicBezTo>
                  <a:pt x="108862" y="97662"/>
                  <a:pt x="116595" y="101505"/>
                  <a:pt x="127748" y="101505"/>
                </a:cubicBezTo>
                <a:cubicBezTo>
                  <a:pt x="138808" y="101505"/>
                  <a:pt x="148039" y="97662"/>
                  <a:pt x="155443" y="89977"/>
                </a:cubicBezTo>
                <a:cubicBezTo>
                  <a:pt x="162661" y="81917"/>
                  <a:pt x="167722" y="70482"/>
                  <a:pt x="170627" y="55673"/>
                </a:cubicBezTo>
                <a:moveTo>
                  <a:pt x="186373" y="55673"/>
                </a:moveTo>
                <a:cubicBezTo>
                  <a:pt x="184874" y="63451"/>
                  <a:pt x="182156" y="70856"/>
                  <a:pt x="178219" y="77886"/>
                </a:cubicBezTo>
                <a:cubicBezTo>
                  <a:pt x="174563" y="84354"/>
                  <a:pt x="169643" y="90164"/>
                  <a:pt x="163458" y="95318"/>
                </a:cubicBezTo>
                <a:cubicBezTo>
                  <a:pt x="158115" y="99818"/>
                  <a:pt x="152350" y="103192"/>
                  <a:pt x="146165" y="105442"/>
                </a:cubicBezTo>
                <a:cubicBezTo>
                  <a:pt x="139980" y="107691"/>
                  <a:pt x="133372" y="108816"/>
                  <a:pt x="126341" y="108816"/>
                </a:cubicBezTo>
                <a:cubicBezTo>
                  <a:pt x="119406" y="108816"/>
                  <a:pt x="113221" y="107691"/>
                  <a:pt x="107785" y="105442"/>
                </a:cubicBezTo>
                <a:cubicBezTo>
                  <a:pt x="102347" y="103005"/>
                  <a:pt x="97848" y="99630"/>
                  <a:pt x="94287" y="95318"/>
                </a:cubicBezTo>
                <a:cubicBezTo>
                  <a:pt x="90164" y="90070"/>
                  <a:pt x="87493" y="84259"/>
                  <a:pt x="86275" y="77886"/>
                </a:cubicBezTo>
                <a:cubicBezTo>
                  <a:pt x="85056" y="71700"/>
                  <a:pt x="85244" y="64295"/>
                  <a:pt x="86837" y="55673"/>
                </a:cubicBezTo>
                <a:cubicBezTo>
                  <a:pt x="88336" y="47425"/>
                  <a:pt x="91054" y="40020"/>
                  <a:pt x="94991" y="33459"/>
                </a:cubicBezTo>
                <a:cubicBezTo>
                  <a:pt x="98459" y="27274"/>
                  <a:pt x="103379" y="21463"/>
                  <a:pt x="109752" y="16027"/>
                </a:cubicBezTo>
                <a:cubicBezTo>
                  <a:pt x="115095" y="11528"/>
                  <a:pt x="120859" y="8153"/>
                  <a:pt x="127045" y="5904"/>
                </a:cubicBezTo>
                <a:cubicBezTo>
                  <a:pt x="133230" y="3654"/>
                  <a:pt x="139885" y="2529"/>
                  <a:pt x="147008" y="2529"/>
                </a:cubicBezTo>
                <a:cubicBezTo>
                  <a:pt x="161910" y="2529"/>
                  <a:pt x="172969" y="7403"/>
                  <a:pt x="180186" y="17151"/>
                </a:cubicBezTo>
                <a:cubicBezTo>
                  <a:pt x="187404" y="26899"/>
                  <a:pt x="189466" y="39739"/>
                  <a:pt x="186373" y="55673"/>
                </a:cubicBezTo>
                <a:close/>
                <a:moveTo>
                  <a:pt x="285279" y="59328"/>
                </a:moveTo>
                <a:cubicBezTo>
                  <a:pt x="285279" y="62422"/>
                  <a:pt x="284904" y="66077"/>
                  <a:pt x="284153" y="70295"/>
                </a:cubicBezTo>
                <a:cubicBezTo>
                  <a:pt x="281903" y="81729"/>
                  <a:pt x="277264" y="91007"/>
                  <a:pt x="270235" y="98131"/>
                </a:cubicBezTo>
                <a:cubicBezTo>
                  <a:pt x="263206" y="105254"/>
                  <a:pt x="255192" y="108816"/>
                  <a:pt x="246195" y="108816"/>
                </a:cubicBezTo>
                <a:cubicBezTo>
                  <a:pt x="240665" y="108816"/>
                  <a:pt x="236166" y="107738"/>
                  <a:pt x="232698" y="105581"/>
                </a:cubicBezTo>
                <a:cubicBezTo>
                  <a:pt x="229230" y="103426"/>
                  <a:pt x="226699" y="100052"/>
                  <a:pt x="225106" y="95460"/>
                </a:cubicBezTo>
                <a:lnTo>
                  <a:pt x="222997" y="106847"/>
                </a:lnTo>
                <a:lnTo>
                  <a:pt x="210344" y="106847"/>
                </a:lnTo>
                <a:lnTo>
                  <a:pt x="229604" y="7311"/>
                </a:lnTo>
                <a:lnTo>
                  <a:pt x="217514" y="7311"/>
                </a:lnTo>
                <a:lnTo>
                  <a:pt x="218921" y="0"/>
                </a:lnTo>
                <a:lnTo>
                  <a:pt x="243664" y="0"/>
                </a:lnTo>
                <a:lnTo>
                  <a:pt x="234948" y="45268"/>
                </a:lnTo>
                <a:cubicBezTo>
                  <a:pt x="238322" y="40582"/>
                  <a:pt x="242117" y="37208"/>
                  <a:pt x="246335" y="35147"/>
                </a:cubicBezTo>
                <a:cubicBezTo>
                  <a:pt x="250647" y="32991"/>
                  <a:pt x="255567" y="31912"/>
                  <a:pt x="261096" y="31912"/>
                </a:cubicBezTo>
                <a:cubicBezTo>
                  <a:pt x="270000" y="31912"/>
                  <a:pt x="276655" y="35428"/>
                  <a:pt x="281059" y="42458"/>
                </a:cubicBezTo>
                <a:cubicBezTo>
                  <a:pt x="283873" y="47143"/>
                  <a:pt x="285279" y="52767"/>
                  <a:pt x="285279" y="59328"/>
                </a:cubicBezTo>
                <a:moveTo>
                  <a:pt x="270797" y="57921"/>
                </a:moveTo>
                <a:cubicBezTo>
                  <a:pt x="270797" y="53798"/>
                  <a:pt x="270141" y="50330"/>
                  <a:pt x="268830" y="47519"/>
                </a:cubicBezTo>
                <a:cubicBezTo>
                  <a:pt x="266486" y="42363"/>
                  <a:pt x="262080" y="39785"/>
                  <a:pt x="255613" y="39785"/>
                </a:cubicBezTo>
                <a:cubicBezTo>
                  <a:pt x="249335" y="39785"/>
                  <a:pt x="244039" y="42082"/>
                  <a:pt x="239728" y="46676"/>
                </a:cubicBezTo>
                <a:cubicBezTo>
                  <a:pt x="235416" y="51455"/>
                  <a:pt x="232417" y="58156"/>
                  <a:pt x="230730" y="66778"/>
                </a:cubicBezTo>
                <a:lnTo>
                  <a:pt x="229323" y="73950"/>
                </a:lnTo>
                <a:cubicBezTo>
                  <a:pt x="228667" y="77229"/>
                  <a:pt x="228339" y="80463"/>
                  <a:pt x="228339" y="83651"/>
                </a:cubicBezTo>
                <a:cubicBezTo>
                  <a:pt x="228339" y="87868"/>
                  <a:pt x="229042" y="91336"/>
                  <a:pt x="230449" y="94053"/>
                </a:cubicBezTo>
                <a:cubicBezTo>
                  <a:pt x="232792" y="98645"/>
                  <a:pt x="237243" y="100941"/>
                  <a:pt x="243803" y="100941"/>
                </a:cubicBezTo>
                <a:cubicBezTo>
                  <a:pt x="250271" y="100941"/>
                  <a:pt x="255660" y="98364"/>
                  <a:pt x="259972" y="93210"/>
                </a:cubicBezTo>
                <a:cubicBezTo>
                  <a:pt x="264284" y="88055"/>
                  <a:pt x="267424" y="80417"/>
                  <a:pt x="269392" y="70295"/>
                </a:cubicBezTo>
                <a:cubicBezTo>
                  <a:pt x="270328" y="65888"/>
                  <a:pt x="270797" y="61764"/>
                  <a:pt x="270797" y="57921"/>
                </a:cubicBezTo>
                <a:close/>
                <a:moveTo>
                  <a:pt x="373381" y="37818"/>
                </a:moveTo>
                <a:lnTo>
                  <a:pt x="370287" y="53703"/>
                </a:lnTo>
                <a:lnTo>
                  <a:pt x="362976" y="53703"/>
                </a:lnTo>
                <a:cubicBezTo>
                  <a:pt x="363164" y="52392"/>
                  <a:pt x="363257" y="51408"/>
                  <a:pt x="363257" y="50752"/>
                </a:cubicBezTo>
                <a:cubicBezTo>
                  <a:pt x="363257" y="47378"/>
                  <a:pt x="362086" y="44519"/>
                  <a:pt x="359743" y="42175"/>
                </a:cubicBezTo>
                <a:cubicBezTo>
                  <a:pt x="357494" y="39832"/>
                  <a:pt x="353698" y="38661"/>
                  <a:pt x="348354" y="38661"/>
                </a:cubicBezTo>
                <a:cubicBezTo>
                  <a:pt x="337670" y="38661"/>
                  <a:pt x="331531" y="42410"/>
                  <a:pt x="329938" y="49908"/>
                </a:cubicBezTo>
                <a:cubicBezTo>
                  <a:pt x="329750" y="50845"/>
                  <a:pt x="329657" y="51923"/>
                  <a:pt x="329657" y="53141"/>
                </a:cubicBezTo>
                <a:cubicBezTo>
                  <a:pt x="329657" y="54642"/>
                  <a:pt x="330407" y="56141"/>
                  <a:pt x="331907" y="57640"/>
                </a:cubicBezTo>
                <a:cubicBezTo>
                  <a:pt x="333500" y="59234"/>
                  <a:pt x="337155" y="61016"/>
                  <a:pt x="342871" y="62984"/>
                </a:cubicBezTo>
                <a:lnTo>
                  <a:pt x="352291" y="66077"/>
                </a:lnTo>
                <a:cubicBezTo>
                  <a:pt x="358758" y="68138"/>
                  <a:pt x="363210" y="70856"/>
                  <a:pt x="365647" y="74231"/>
                </a:cubicBezTo>
                <a:cubicBezTo>
                  <a:pt x="367335" y="76481"/>
                  <a:pt x="368178" y="78729"/>
                  <a:pt x="368178" y="80978"/>
                </a:cubicBezTo>
                <a:cubicBezTo>
                  <a:pt x="368178" y="90726"/>
                  <a:pt x="364336" y="98036"/>
                  <a:pt x="356650" y="102910"/>
                </a:cubicBezTo>
                <a:cubicBezTo>
                  <a:pt x="350558" y="106848"/>
                  <a:pt x="342919" y="108816"/>
                  <a:pt x="333735" y="108816"/>
                </a:cubicBezTo>
                <a:cubicBezTo>
                  <a:pt x="324362" y="108816"/>
                  <a:pt x="315645" y="106800"/>
                  <a:pt x="307585" y="102769"/>
                </a:cubicBezTo>
                <a:lnTo>
                  <a:pt x="310959" y="85759"/>
                </a:lnTo>
                <a:lnTo>
                  <a:pt x="318128" y="85759"/>
                </a:lnTo>
                <a:cubicBezTo>
                  <a:pt x="317941" y="87446"/>
                  <a:pt x="317847" y="88710"/>
                  <a:pt x="317847" y="89554"/>
                </a:cubicBezTo>
                <a:cubicBezTo>
                  <a:pt x="317847" y="97896"/>
                  <a:pt x="323518" y="102067"/>
                  <a:pt x="334859" y="102067"/>
                </a:cubicBezTo>
                <a:cubicBezTo>
                  <a:pt x="346200" y="102067"/>
                  <a:pt x="352714" y="97896"/>
                  <a:pt x="354400" y="89554"/>
                </a:cubicBezTo>
                <a:cubicBezTo>
                  <a:pt x="354494" y="88992"/>
                  <a:pt x="354541" y="87867"/>
                  <a:pt x="354541" y="86180"/>
                </a:cubicBezTo>
                <a:cubicBezTo>
                  <a:pt x="354541" y="84681"/>
                  <a:pt x="353745" y="83135"/>
                  <a:pt x="352152" y="81542"/>
                </a:cubicBezTo>
                <a:cubicBezTo>
                  <a:pt x="350651" y="79760"/>
                  <a:pt x="346621" y="77744"/>
                  <a:pt x="340061" y="75495"/>
                </a:cubicBezTo>
                <a:lnTo>
                  <a:pt x="331485" y="72403"/>
                </a:lnTo>
                <a:cubicBezTo>
                  <a:pt x="325579" y="70434"/>
                  <a:pt x="321690" y="68137"/>
                  <a:pt x="319817" y="65513"/>
                </a:cubicBezTo>
                <a:cubicBezTo>
                  <a:pt x="317942" y="62796"/>
                  <a:pt x="317004" y="59984"/>
                  <a:pt x="317004" y="57078"/>
                </a:cubicBezTo>
                <a:cubicBezTo>
                  <a:pt x="317004" y="55766"/>
                  <a:pt x="317144" y="54501"/>
                  <a:pt x="317425" y="53283"/>
                </a:cubicBezTo>
                <a:cubicBezTo>
                  <a:pt x="318738" y="46534"/>
                  <a:pt x="322206" y="41332"/>
                  <a:pt x="327829" y="37676"/>
                </a:cubicBezTo>
                <a:cubicBezTo>
                  <a:pt x="333359" y="33834"/>
                  <a:pt x="340248" y="31912"/>
                  <a:pt x="348496" y="31912"/>
                </a:cubicBezTo>
                <a:cubicBezTo>
                  <a:pt x="356462" y="31912"/>
                  <a:pt x="364757" y="33881"/>
                  <a:pt x="373381" y="37818"/>
                </a:cubicBezTo>
                <a:close/>
                <a:moveTo>
                  <a:pt x="467037" y="50893"/>
                </a:moveTo>
                <a:cubicBezTo>
                  <a:pt x="467037" y="60172"/>
                  <a:pt x="462350" y="67107"/>
                  <a:pt x="452977" y="71700"/>
                </a:cubicBezTo>
                <a:cubicBezTo>
                  <a:pt x="443229" y="76386"/>
                  <a:pt x="429124" y="78776"/>
                  <a:pt x="410661" y="78869"/>
                </a:cubicBezTo>
                <a:cubicBezTo>
                  <a:pt x="410473" y="81213"/>
                  <a:pt x="410426" y="82853"/>
                  <a:pt x="410519" y="83790"/>
                </a:cubicBezTo>
                <a:cubicBezTo>
                  <a:pt x="410519" y="88195"/>
                  <a:pt x="411269" y="91757"/>
                  <a:pt x="412769" y="94475"/>
                </a:cubicBezTo>
                <a:cubicBezTo>
                  <a:pt x="415487" y="99537"/>
                  <a:pt x="420454" y="102067"/>
                  <a:pt x="427670" y="102067"/>
                </a:cubicBezTo>
                <a:cubicBezTo>
                  <a:pt x="432919" y="102067"/>
                  <a:pt x="436902" y="101271"/>
                  <a:pt x="439621" y="99678"/>
                </a:cubicBezTo>
                <a:cubicBezTo>
                  <a:pt x="444401" y="96679"/>
                  <a:pt x="447259" y="93351"/>
                  <a:pt x="448198" y="89696"/>
                </a:cubicBezTo>
                <a:lnTo>
                  <a:pt x="457476" y="89696"/>
                </a:lnTo>
                <a:cubicBezTo>
                  <a:pt x="455601" y="95507"/>
                  <a:pt x="451290" y="100473"/>
                  <a:pt x="444542" y="104597"/>
                </a:cubicBezTo>
                <a:cubicBezTo>
                  <a:pt x="439761" y="107410"/>
                  <a:pt x="432685" y="108816"/>
                  <a:pt x="423313" y="108816"/>
                </a:cubicBezTo>
                <a:cubicBezTo>
                  <a:pt x="413847" y="108816"/>
                  <a:pt x="406583" y="105301"/>
                  <a:pt x="401522" y="98270"/>
                </a:cubicBezTo>
                <a:cubicBezTo>
                  <a:pt x="397960" y="93303"/>
                  <a:pt x="396132" y="87352"/>
                  <a:pt x="396039" y="80416"/>
                </a:cubicBezTo>
                <a:cubicBezTo>
                  <a:pt x="396039" y="77511"/>
                  <a:pt x="396414" y="74184"/>
                  <a:pt x="397163" y="70434"/>
                </a:cubicBezTo>
                <a:cubicBezTo>
                  <a:pt x="399413" y="58906"/>
                  <a:pt x="404380" y="49580"/>
                  <a:pt x="412066" y="42458"/>
                </a:cubicBezTo>
                <a:cubicBezTo>
                  <a:pt x="419939" y="35428"/>
                  <a:pt x="429311" y="31912"/>
                  <a:pt x="440183" y="31912"/>
                </a:cubicBezTo>
                <a:cubicBezTo>
                  <a:pt x="458086" y="31912"/>
                  <a:pt x="467037" y="38239"/>
                  <a:pt x="467037" y="50893"/>
                </a:cubicBezTo>
                <a:moveTo>
                  <a:pt x="453681" y="50471"/>
                </a:moveTo>
                <a:cubicBezTo>
                  <a:pt x="453681" y="42692"/>
                  <a:pt x="448479" y="38756"/>
                  <a:pt x="438074" y="38661"/>
                </a:cubicBezTo>
                <a:cubicBezTo>
                  <a:pt x="432076" y="38661"/>
                  <a:pt x="426875" y="41004"/>
                  <a:pt x="422470" y="45691"/>
                </a:cubicBezTo>
                <a:cubicBezTo>
                  <a:pt x="418346" y="50190"/>
                  <a:pt x="414925" y="58813"/>
                  <a:pt x="412207" y="71558"/>
                </a:cubicBezTo>
                <a:cubicBezTo>
                  <a:pt x="426828" y="70903"/>
                  <a:pt x="438074" y="68185"/>
                  <a:pt x="445947" y="63404"/>
                </a:cubicBezTo>
                <a:cubicBezTo>
                  <a:pt x="451103" y="60499"/>
                  <a:pt x="453681" y="56188"/>
                  <a:pt x="453681" y="50471"/>
                </a:cubicBezTo>
                <a:close/>
                <a:moveTo>
                  <a:pt x="554014" y="33740"/>
                </a:moveTo>
                <a:lnTo>
                  <a:pt x="550498" y="52017"/>
                </a:lnTo>
                <a:lnTo>
                  <a:pt x="543189" y="52017"/>
                </a:lnTo>
                <a:cubicBezTo>
                  <a:pt x="543189" y="51736"/>
                  <a:pt x="543212" y="51314"/>
                  <a:pt x="543258" y="50752"/>
                </a:cubicBezTo>
                <a:cubicBezTo>
                  <a:pt x="543305" y="50190"/>
                  <a:pt x="543376" y="49768"/>
                  <a:pt x="543470" y="49486"/>
                </a:cubicBezTo>
                <a:cubicBezTo>
                  <a:pt x="543470" y="47143"/>
                  <a:pt x="542908" y="45269"/>
                  <a:pt x="541782" y="43863"/>
                </a:cubicBezTo>
                <a:cubicBezTo>
                  <a:pt x="540376" y="42083"/>
                  <a:pt x="537939" y="41192"/>
                  <a:pt x="534471" y="41192"/>
                </a:cubicBezTo>
                <a:cubicBezTo>
                  <a:pt x="528286" y="41192"/>
                  <a:pt x="523084" y="43348"/>
                  <a:pt x="518867" y="47658"/>
                </a:cubicBezTo>
                <a:cubicBezTo>
                  <a:pt x="514649" y="52157"/>
                  <a:pt x="511790" y="58343"/>
                  <a:pt x="510290" y="66216"/>
                </a:cubicBezTo>
                <a:lnTo>
                  <a:pt x="502417" y="106847"/>
                </a:lnTo>
                <a:lnTo>
                  <a:pt x="489765" y="106847"/>
                </a:lnTo>
                <a:lnTo>
                  <a:pt x="502559" y="41051"/>
                </a:lnTo>
                <a:lnTo>
                  <a:pt x="490468" y="41051"/>
                </a:lnTo>
                <a:lnTo>
                  <a:pt x="491874" y="33882"/>
                </a:lnTo>
                <a:lnTo>
                  <a:pt x="516617" y="33882"/>
                </a:lnTo>
                <a:lnTo>
                  <a:pt x="514087" y="46815"/>
                </a:lnTo>
                <a:cubicBezTo>
                  <a:pt x="517648" y="41661"/>
                  <a:pt x="521585" y="37912"/>
                  <a:pt x="525897" y="35568"/>
                </a:cubicBezTo>
                <a:cubicBezTo>
                  <a:pt x="530302" y="33131"/>
                  <a:pt x="535268" y="31912"/>
                  <a:pt x="540797" y="31912"/>
                </a:cubicBezTo>
                <a:cubicBezTo>
                  <a:pt x="542954" y="31912"/>
                  <a:pt x="545064" y="32053"/>
                  <a:pt x="547126" y="32335"/>
                </a:cubicBezTo>
                <a:cubicBezTo>
                  <a:pt x="551156" y="33179"/>
                  <a:pt x="553452" y="33647"/>
                  <a:pt x="554014" y="33740"/>
                </a:cubicBezTo>
                <a:close/>
                <a:moveTo>
                  <a:pt x="649004" y="33882"/>
                </a:moveTo>
                <a:cubicBezTo>
                  <a:pt x="644037" y="52814"/>
                  <a:pt x="638414" y="67529"/>
                  <a:pt x="632134" y="78026"/>
                </a:cubicBezTo>
                <a:cubicBezTo>
                  <a:pt x="626886" y="86743"/>
                  <a:pt x="622621" y="92881"/>
                  <a:pt x="619340" y="96443"/>
                </a:cubicBezTo>
                <a:cubicBezTo>
                  <a:pt x="612873" y="103379"/>
                  <a:pt x="606031" y="106847"/>
                  <a:pt x="598815" y="106847"/>
                </a:cubicBezTo>
                <a:cubicBezTo>
                  <a:pt x="591317" y="106847"/>
                  <a:pt x="586466" y="101481"/>
                  <a:pt x="584264" y="90749"/>
                </a:cubicBezTo>
                <a:cubicBezTo>
                  <a:pt x="582061" y="80017"/>
                  <a:pt x="582226" y="63498"/>
                  <a:pt x="584757" y="41192"/>
                </a:cubicBezTo>
                <a:lnTo>
                  <a:pt x="576462" y="41192"/>
                </a:lnTo>
                <a:lnTo>
                  <a:pt x="577727" y="33882"/>
                </a:lnTo>
                <a:lnTo>
                  <a:pt x="596706" y="33882"/>
                </a:lnTo>
                <a:cubicBezTo>
                  <a:pt x="595300" y="48315"/>
                  <a:pt x="594597" y="59913"/>
                  <a:pt x="594597" y="68677"/>
                </a:cubicBezTo>
                <a:cubicBezTo>
                  <a:pt x="594597" y="77441"/>
                  <a:pt x="595207" y="83651"/>
                  <a:pt x="596425" y="87306"/>
                </a:cubicBezTo>
                <a:cubicBezTo>
                  <a:pt x="597644" y="90960"/>
                  <a:pt x="599518" y="92787"/>
                  <a:pt x="602048" y="92787"/>
                </a:cubicBezTo>
                <a:cubicBezTo>
                  <a:pt x="605516" y="92787"/>
                  <a:pt x="609124" y="90937"/>
                  <a:pt x="612872" y="87235"/>
                </a:cubicBezTo>
                <a:cubicBezTo>
                  <a:pt x="616622" y="83533"/>
                  <a:pt x="619716" y="79713"/>
                  <a:pt x="622153" y="75778"/>
                </a:cubicBezTo>
                <a:cubicBezTo>
                  <a:pt x="629369" y="63780"/>
                  <a:pt x="634337" y="52252"/>
                  <a:pt x="637055" y="41192"/>
                </a:cubicBezTo>
                <a:lnTo>
                  <a:pt x="628760" y="41192"/>
                </a:lnTo>
                <a:lnTo>
                  <a:pt x="630167" y="33882"/>
                </a:lnTo>
                <a:lnTo>
                  <a:pt x="649004" y="33882"/>
                </a:lnTo>
                <a:close/>
                <a:moveTo>
                  <a:pt x="740950" y="33882"/>
                </a:moveTo>
                <a:lnTo>
                  <a:pt x="728297" y="99536"/>
                </a:lnTo>
                <a:lnTo>
                  <a:pt x="739122" y="99536"/>
                </a:lnTo>
                <a:lnTo>
                  <a:pt x="737717" y="106847"/>
                </a:lnTo>
                <a:lnTo>
                  <a:pt x="715503" y="106847"/>
                </a:lnTo>
                <a:lnTo>
                  <a:pt x="717612" y="95460"/>
                </a:lnTo>
                <a:cubicBezTo>
                  <a:pt x="711519" y="104364"/>
                  <a:pt x="703600" y="108816"/>
                  <a:pt x="693853" y="108816"/>
                </a:cubicBezTo>
                <a:cubicBezTo>
                  <a:pt x="685699" y="108816"/>
                  <a:pt x="679606" y="106097"/>
                  <a:pt x="675576" y="100660"/>
                </a:cubicBezTo>
                <a:cubicBezTo>
                  <a:pt x="672577" y="96817"/>
                  <a:pt x="671171" y="92131"/>
                  <a:pt x="671359" y="86602"/>
                </a:cubicBezTo>
                <a:cubicBezTo>
                  <a:pt x="671359" y="84540"/>
                  <a:pt x="671593" y="82103"/>
                  <a:pt x="672062" y="79292"/>
                </a:cubicBezTo>
                <a:cubicBezTo>
                  <a:pt x="675342" y="62984"/>
                  <a:pt x="682512" y="50706"/>
                  <a:pt x="693572" y="42458"/>
                </a:cubicBezTo>
                <a:cubicBezTo>
                  <a:pt x="703131" y="35335"/>
                  <a:pt x="713722" y="31819"/>
                  <a:pt x="725345" y="31912"/>
                </a:cubicBezTo>
                <a:cubicBezTo>
                  <a:pt x="732936" y="31912"/>
                  <a:pt x="738138" y="32569"/>
                  <a:pt x="740950" y="33882"/>
                </a:cubicBezTo>
                <a:moveTo>
                  <a:pt x="728297" y="40911"/>
                </a:moveTo>
                <a:cubicBezTo>
                  <a:pt x="728297" y="39599"/>
                  <a:pt x="726423" y="38942"/>
                  <a:pt x="722674" y="38942"/>
                </a:cubicBezTo>
                <a:cubicBezTo>
                  <a:pt x="713863" y="38942"/>
                  <a:pt x="706084" y="42363"/>
                  <a:pt x="699337" y="49205"/>
                </a:cubicBezTo>
                <a:cubicBezTo>
                  <a:pt x="692493" y="56141"/>
                  <a:pt x="687900" y="65842"/>
                  <a:pt x="685558" y="78307"/>
                </a:cubicBezTo>
                <a:cubicBezTo>
                  <a:pt x="684996" y="81213"/>
                  <a:pt x="684715" y="83884"/>
                  <a:pt x="684715" y="86321"/>
                </a:cubicBezTo>
                <a:cubicBezTo>
                  <a:pt x="684715" y="96068"/>
                  <a:pt x="689448" y="100941"/>
                  <a:pt x="698914" y="100941"/>
                </a:cubicBezTo>
                <a:cubicBezTo>
                  <a:pt x="704725" y="100941"/>
                  <a:pt x="709599" y="98645"/>
                  <a:pt x="713536" y="94053"/>
                </a:cubicBezTo>
                <a:cubicBezTo>
                  <a:pt x="717379" y="89273"/>
                  <a:pt x="720143" y="82572"/>
                  <a:pt x="721829" y="73950"/>
                </a:cubicBezTo>
                <a:lnTo>
                  <a:pt x="728297" y="40911"/>
                </a:lnTo>
                <a:close/>
                <a:moveTo>
                  <a:pt x="812251" y="33882"/>
                </a:moveTo>
                <a:lnTo>
                  <a:pt x="810846" y="41192"/>
                </a:lnTo>
                <a:lnTo>
                  <a:pt x="787085" y="41192"/>
                </a:lnTo>
                <a:lnTo>
                  <a:pt x="778088" y="87587"/>
                </a:lnTo>
                <a:cubicBezTo>
                  <a:pt x="777432" y="90961"/>
                  <a:pt x="777104" y="93819"/>
                  <a:pt x="777104" y="96162"/>
                </a:cubicBezTo>
                <a:cubicBezTo>
                  <a:pt x="777104" y="97662"/>
                  <a:pt x="777244" y="98740"/>
                  <a:pt x="777526" y="99397"/>
                </a:cubicBezTo>
                <a:cubicBezTo>
                  <a:pt x="778370" y="101177"/>
                  <a:pt x="780432" y="102067"/>
                  <a:pt x="783711" y="102067"/>
                </a:cubicBezTo>
                <a:cubicBezTo>
                  <a:pt x="786992" y="102067"/>
                  <a:pt x="789569" y="101083"/>
                  <a:pt x="791444" y="99116"/>
                </a:cubicBezTo>
                <a:cubicBezTo>
                  <a:pt x="793319" y="97146"/>
                  <a:pt x="794725" y="94006"/>
                  <a:pt x="795662" y="89696"/>
                </a:cubicBezTo>
                <a:lnTo>
                  <a:pt x="805223" y="89696"/>
                </a:lnTo>
                <a:cubicBezTo>
                  <a:pt x="803536" y="96350"/>
                  <a:pt x="800770" y="101177"/>
                  <a:pt x="796928" y="104176"/>
                </a:cubicBezTo>
                <a:cubicBezTo>
                  <a:pt x="793085" y="107269"/>
                  <a:pt x="787883" y="108816"/>
                  <a:pt x="781321" y="108816"/>
                </a:cubicBezTo>
                <a:cubicBezTo>
                  <a:pt x="773917" y="108816"/>
                  <a:pt x="769044" y="107222"/>
                  <a:pt x="766701" y="104034"/>
                </a:cubicBezTo>
                <a:cubicBezTo>
                  <a:pt x="765201" y="102067"/>
                  <a:pt x="764498" y="99208"/>
                  <a:pt x="764593" y="95460"/>
                </a:cubicBezTo>
                <a:cubicBezTo>
                  <a:pt x="764593" y="93210"/>
                  <a:pt x="764874" y="90586"/>
                  <a:pt x="765436" y="87587"/>
                </a:cubicBezTo>
                <a:lnTo>
                  <a:pt x="774433" y="41192"/>
                </a:lnTo>
                <a:lnTo>
                  <a:pt x="763327" y="41192"/>
                </a:lnTo>
                <a:lnTo>
                  <a:pt x="764732" y="33882"/>
                </a:lnTo>
                <a:lnTo>
                  <a:pt x="775840" y="33882"/>
                </a:lnTo>
                <a:lnTo>
                  <a:pt x="780197" y="11247"/>
                </a:lnTo>
                <a:lnTo>
                  <a:pt x="792991" y="11247"/>
                </a:lnTo>
                <a:lnTo>
                  <a:pt x="788493" y="33882"/>
                </a:lnTo>
                <a:lnTo>
                  <a:pt x="812251" y="33882"/>
                </a:lnTo>
                <a:close/>
                <a:moveTo>
                  <a:pt x="865581" y="9701"/>
                </a:moveTo>
                <a:cubicBezTo>
                  <a:pt x="865581" y="10356"/>
                  <a:pt x="865534" y="10871"/>
                  <a:pt x="865442" y="11247"/>
                </a:cubicBezTo>
                <a:cubicBezTo>
                  <a:pt x="864972" y="13496"/>
                  <a:pt x="863894" y="15323"/>
                  <a:pt x="862207" y="16728"/>
                </a:cubicBezTo>
                <a:cubicBezTo>
                  <a:pt x="860333" y="18229"/>
                  <a:pt x="858318" y="18979"/>
                  <a:pt x="856161" y="18979"/>
                </a:cubicBezTo>
                <a:cubicBezTo>
                  <a:pt x="854006" y="18979"/>
                  <a:pt x="852319" y="18229"/>
                  <a:pt x="851101" y="16728"/>
                </a:cubicBezTo>
                <a:cubicBezTo>
                  <a:pt x="850164" y="15699"/>
                  <a:pt x="849696" y="14387"/>
                  <a:pt x="849696" y="12792"/>
                </a:cubicBezTo>
                <a:cubicBezTo>
                  <a:pt x="849696" y="12137"/>
                  <a:pt x="849742" y="11622"/>
                  <a:pt x="849835" y="11247"/>
                </a:cubicBezTo>
                <a:cubicBezTo>
                  <a:pt x="850304" y="8998"/>
                  <a:pt x="851429" y="7170"/>
                  <a:pt x="853210" y="5764"/>
                </a:cubicBezTo>
                <a:cubicBezTo>
                  <a:pt x="854990" y="4171"/>
                  <a:pt x="856959" y="3374"/>
                  <a:pt x="859115" y="3374"/>
                </a:cubicBezTo>
                <a:cubicBezTo>
                  <a:pt x="861176" y="3374"/>
                  <a:pt x="862863" y="4171"/>
                  <a:pt x="864176" y="5764"/>
                </a:cubicBezTo>
                <a:cubicBezTo>
                  <a:pt x="865113" y="6795"/>
                  <a:pt x="865581" y="8107"/>
                  <a:pt x="865581" y="9701"/>
                </a:cubicBezTo>
                <a:moveTo>
                  <a:pt x="861505" y="33882"/>
                </a:moveTo>
                <a:lnTo>
                  <a:pt x="848711" y="99536"/>
                </a:lnTo>
                <a:lnTo>
                  <a:pt x="860662" y="99536"/>
                </a:lnTo>
                <a:lnTo>
                  <a:pt x="859255" y="106847"/>
                </a:lnTo>
                <a:lnTo>
                  <a:pt x="834793" y="106847"/>
                </a:lnTo>
                <a:lnTo>
                  <a:pt x="847445" y="41192"/>
                </a:lnTo>
                <a:lnTo>
                  <a:pt x="835355" y="41192"/>
                </a:lnTo>
                <a:lnTo>
                  <a:pt x="836902" y="33882"/>
                </a:lnTo>
                <a:lnTo>
                  <a:pt x="861505" y="33882"/>
                </a:lnTo>
                <a:close/>
                <a:moveTo>
                  <a:pt x="946443" y="57640"/>
                </a:moveTo>
                <a:cubicBezTo>
                  <a:pt x="946443" y="53422"/>
                  <a:pt x="945787" y="49768"/>
                  <a:pt x="944476" y="46676"/>
                </a:cubicBezTo>
                <a:cubicBezTo>
                  <a:pt x="942132" y="41333"/>
                  <a:pt x="937492" y="38661"/>
                  <a:pt x="930558" y="38661"/>
                </a:cubicBezTo>
                <a:cubicBezTo>
                  <a:pt x="923809" y="38661"/>
                  <a:pt x="918185" y="41333"/>
                  <a:pt x="913685" y="46676"/>
                </a:cubicBezTo>
                <a:cubicBezTo>
                  <a:pt x="909188" y="52017"/>
                  <a:pt x="905954" y="59890"/>
                  <a:pt x="903985" y="70295"/>
                </a:cubicBezTo>
                <a:cubicBezTo>
                  <a:pt x="903048" y="74887"/>
                  <a:pt x="902580" y="79104"/>
                  <a:pt x="902580" y="82947"/>
                </a:cubicBezTo>
                <a:cubicBezTo>
                  <a:pt x="902580" y="87259"/>
                  <a:pt x="903236" y="90961"/>
                  <a:pt x="904549" y="94053"/>
                </a:cubicBezTo>
                <a:cubicBezTo>
                  <a:pt x="906892" y="99396"/>
                  <a:pt x="911484" y="102067"/>
                  <a:pt x="918326" y="102067"/>
                </a:cubicBezTo>
                <a:cubicBezTo>
                  <a:pt x="925074" y="102067"/>
                  <a:pt x="930698" y="99396"/>
                  <a:pt x="935196" y="94053"/>
                </a:cubicBezTo>
                <a:cubicBezTo>
                  <a:pt x="939602" y="88804"/>
                  <a:pt x="942883" y="80885"/>
                  <a:pt x="945038" y="70295"/>
                </a:cubicBezTo>
                <a:cubicBezTo>
                  <a:pt x="945975" y="65701"/>
                  <a:pt x="946443" y="61483"/>
                  <a:pt x="946443" y="57640"/>
                </a:cubicBezTo>
                <a:moveTo>
                  <a:pt x="960784" y="60171"/>
                </a:moveTo>
                <a:cubicBezTo>
                  <a:pt x="960784" y="63639"/>
                  <a:pt x="960456" y="67014"/>
                  <a:pt x="959799" y="70295"/>
                </a:cubicBezTo>
                <a:cubicBezTo>
                  <a:pt x="957549" y="81823"/>
                  <a:pt x="952535" y="91148"/>
                  <a:pt x="944757" y="98270"/>
                </a:cubicBezTo>
                <a:cubicBezTo>
                  <a:pt x="936977" y="105301"/>
                  <a:pt x="927745" y="108816"/>
                  <a:pt x="917060" y="108816"/>
                </a:cubicBezTo>
                <a:cubicBezTo>
                  <a:pt x="906563" y="108816"/>
                  <a:pt x="898690" y="105301"/>
                  <a:pt x="893441" y="98270"/>
                </a:cubicBezTo>
                <a:cubicBezTo>
                  <a:pt x="889880" y="93303"/>
                  <a:pt x="888099" y="87352"/>
                  <a:pt x="888099" y="80416"/>
                </a:cubicBezTo>
                <a:cubicBezTo>
                  <a:pt x="888099" y="77417"/>
                  <a:pt x="888474" y="74043"/>
                  <a:pt x="889224" y="70295"/>
                </a:cubicBezTo>
                <a:cubicBezTo>
                  <a:pt x="891473" y="58672"/>
                  <a:pt x="896488" y="49393"/>
                  <a:pt x="904268" y="42458"/>
                </a:cubicBezTo>
                <a:cubicBezTo>
                  <a:pt x="912047" y="35428"/>
                  <a:pt x="921278" y="31912"/>
                  <a:pt x="931963" y="31912"/>
                </a:cubicBezTo>
                <a:cubicBezTo>
                  <a:pt x="942647" y="31912"/>
                  <a:pt x="950520" y="35428"/>
                  <a:pt x="955582" y="42458"/>
                </a:cubicBezTo>
                <a:cubicBezTo>
                  <a:pt x="959050" y="47331"/>
                  <a:pt x="960784" y="53235"/>
                  <a:pt x="960784" y="60171"/>
                </a:cubicBezTo>
                <a:close/>
                <a:moveTo>
                  <a:pt x="1053854" y="99536"/>
                </a:moveTo>
                <a:lnTo>
                  <a:pt x="1052448" y="106847"/>
                </a:lnTo>
                <a:lnTo>
                  <a:pt x="1028549" y="106847"/>
                </a:lnTo>
                <a:lnTo>
                  <a:pt x="1036842" y="64389"/>
                </a:lnTo>
                <a:cubicBezTo>
                  <a:pt x="1037873" y="59702"/>
                  <a:pt x="1038295" y="55766"/>
                  <a:pt x="1038108" y="52579"/>
                </a:cubicBezTo>
                <a:cubicBezTo>
                  <a:pt x="1038108" y="49673"/>
                  <a:pt x="1037779" y="47517"/>
                  <a:pt x="1037123" y="46111"/>
                </a:cubicBezTo>
                <a:cubicBezTo>
                  <a:pt x="1035624" y="42925"/>
                  <a:pt x="1032063" y="41238"/>
                  <a:pt x="1026440" y="41051"/>
                </a:cubicBezTo>
                <a:cubicBezTo>
                  <a:pt x="1020628" y="41051"/>
                  <a:pt x="1015754" y="43207"/>
                  <a:pt x="1011818" y="47519"/>
                </a:cubicBezTo>
                <a:cubicBezTo>
                  <a:pt x="1007788" y="51924"/>
                  <a:pt x="1005023" y="58156"/>
                  <a:pt x="1003522" y="66216"/>
                </a:cubicBezTo>
                <a:lnTo>
                  <a:pt x="995650" y="106847"/>
                </a:lnTo>
                <a:lnTo>
                  <a:pt x="982997" y="106847"/>
                </a:lnTo>
                <a:lnTo>
                  <a:pt x="995791" y="41192"/>
                </a:lnTo>
                <a:lnTo>
                  <a:pt x="983701" y="41192"/>
                </a:lnTo>
                <a:lnTo>
                  <a:pt x="985106" y="33882"/>
                </a:lnTo>
                <a:lnTo>
                  <a:pt x="1009849" y="33882"/>
                </a:lnTo>
                <a:lnTo>
                  <a:pt x="1007320" y="46815"/>
                </a:lnTo>
                <a:cubicBezTo>
                  <a:pt x="1010599" y="41754"/>
                  <a:pt x="1014347" y="38052"/>
                  <a:pt x="1018565" y="35709"/>
                </a:cubicBezTo>
                <a:cubicBezTo>
                  <a:pt x="1022784" y="33178"/>
                  <a:pt x="1027377" y="31912"/>
                  <a:pt x="1032343" y="31912"/>
                </a:cubicBezTo>
                <a:cubicBezTo>
                  <a:pt x="1040404" y="31912"/>
                  <a:pt x="1045887" y="34209"/>
                  <a:pt x="1048793" y="38803"/>
                </a:cubicBezTo>
                <a:cubicBezTo>
                  <a:pt x="1050574" y="41520"/>
                  <a:pt x="1051464" y="45268"/>
                  <a:pt x="1051464" y="50048"/>
                </a:cubicBezTo>
                <a:cubicBezTo>
                  <a:pt x="1051464" y="53236"/>
                  <a:pt x="1051042" y="56704"/>
                  <a:pt x="1050198" y="60452"/>
                </a:cubicBezTo>
                <a:lnTo>
                  <a:pt x="1042606" y="99536"/>
                </a:lnTo>
                <a:lnTo>
                  <a:pt x="1053854" y="9953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6" name="Text �+�−1">
            <a:extLst xmlns:a="http://schemas.openxmlformats.org/drawingml/2006/main">
              <a:ext uri="{FF2B5EF4-FFF2-40B4-BE49-F238E27FC236}">
                <a16:creationId xmlns:a16="http://schemas.microsoft.com/office/drawing/2014/main" id="{8124973C-E018-4A6A-A900-351EE5454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3865" y="4529514"/>
            <a:ext cx="331192" cy="79567"/>
          </a:xfrm>
          <a:custGeom xmlns:a="http://schemas.openxmlformats.org/drawingml/2006/main">
            <a:pathLst>
              <a:path w="331192" h="79567">
                <a:moveTo>
                  <a:pt x="50588" y="70505"/>
                </a:moveTo>
                <a:lnTo>
                  <a:pt x="49593" y="75683"/>
                </a:lnTo>
                <a:lnTo>
                  <a:pt x="35253" y="75683"/>
                </a:lnTo>
                <a:lnTo>
                  <a:pt x="21211" y="49294"/>
                </a:lnTo>
                <a:lnTo>
                  <a:pt x="12846" y="55865"/>
                </a:lnTo>
                <a:lnTo>
                  <a:pt x="8962" y="75683"/>
                </a:lnTo>
                <a:lnTo>
                  <a:pt x="0" y="75683"/>
                </a:lnTo>
                <a:lnTo>
                  <a:pt x="13743" y="5179"/>
                </a:lnTo>
                <a:lnTo>
                  <a:pt x="5179" y="5179"/>
                </a:lnTo>
                <a:lnTo>
                  <a:pt x="6174" y="0"/>
                </a:lnTo>
                <a:lnTo>
                  <a:pt x="23700" y="0"/>
                </a:lnTo>
                <a:lnTo>
                  <a:pt x="14141" y="49294"/>
                </a:lnTo>
                <a:lnTo>
                  <a:pt x="39833" y="29178"/>
                </a:lnTo>
                <a:lnTo>
                  <a:pt x="32364" y="29178"/>
                </a:lnTo>
                <a:lnTo>
                  <a:pt x="33360" y="23999"/>
                </a:lnTo>
                <a:lnTo>
                  <a:pt x="47900" y="23999"/>
                </a:lnTo>
                <a:lnTo>
                  <a:pt x="46903" y="29178"/>
                </a:lnTo>
                <a:lnTo>
                  <a:pt x="28780" y="43418"/>
                </a:lnTo>
                <a:lnTo>
                  <a:pt x="43120" y="70505"/>
                </a:lnTo>
                <a:lnTo>
                  <a:pt x="50588" y="70505"/>
                </a:lnTo>
                <a:close/>
                <a:moveTo>
                  <a:pt x="129317" y="52281"/>
                </a:moveTo>
                <a:lnTo>
                  <a:pt x="102032" y="52281"/>
                </a:lnTo>
                <a:lnTo>
                  <a:pt x="102032" y="79567"/>
                </a:lnTo>
                <a:lnTo>
                  <a:pt x="94065" y="79567"/>
                </a:lnTo>
                <a:lnTo>
                  <a:pt x="94065" y="52281"/>
                </a:lnTo>
                <a:lnTo>
                  <a:pt x="66779" y="52281"/>
                </a:lnTo>
                <a:lnTo>
                  <a:pt x="66779" y="44314"/>
                </a:lnTo>
                <a:lnTo>
                  <a:pt x="94065" y="44314"/>
                </a:lnTo>
                <a:lnTo>
                  <a:pt x="94065" y="17028"/>
                </a:lnTo>
                <a:lnTo>
                  <a:pt x="102032" y="17028"/>
                </a:lnTo>
                <a:lnTo>
                  <a:pt x="102032" y="44314"/>
                </a:lnTo>
                <a:lnTo>
                  <a:pt x="129317" y="44314"/>
                </a:lnTo>
                <a:lnTo>
                  <a:pt x="129317" y="52281"/>
                </a:lnTo>
                <a:close/>
                <a:moveTo>
                  <a:pt x="195465" y="70505"/>
                </a:moveTo>
                <a:lnTo>
                  <a:pt x="194469" y="75683"/>
                </a:lnTo>
                <a:lnTo>
                  <a:pt x="177540" y="75683"/>
                </a:lnTo>
                <a:lnTo>
                  <a:pt x="183415" y="45609"/>
                </a:lnTo>
                <a:cubicBezTo>
                  <a:pt x="184145" y="42289"/>
                  <a:pt x="184444" y="39501"/>
                  <a:pt x="184311" y="37244"/>
                </a:cubicBezTo>
                <a:cubicBezTo>
                  <a:pt x="184311" y="35185"/>
                  <a:pt x="184079" y="33658"/>
                  <a:pt x="183614" y="32662"/>
                </a:cubicBezTo>
                <a:cubicBezTo>
                  <a:pt x="182552" y="30405"/>
                  <a:pt x="180030" y="29210"/>
                  <a:pt x="176047" y="29078"/>
                </a:cubicBezTo>
                <a:cubicBezTo>
                  <a:pt x="171930" y="29078"/>
                  <a:pt x="168477" y="30605"/>
                  <a:pt x="165690" y="33659"/>
                </a:cubicBezTo>
                <a:cubicBezTo>
                  <a:pt x="162835" y="36779"/>
                  <a:pt x="160876" y="41194"/>
                  <a:pt x="159814" y="46903"/>
                </a:cubicBezTo>
                <a:lnTo>
                  <a:pt x="154237" y="75683"/>
                </a:lnTo>
                <a:lnTo>
                  <a:pt x="145275" y="75683"/>
                </a:lnTo>
                <a:lnTo>
                  <a:pt x="154337" y="29178"/>
                </a:lnTo>
                <a:lnTo>
                  <a:pt x="145773" y="29178"/>
                </a:lnTo>
                <a:lnTo>
                  <a:pt x="146768" y="23999"/>
                </a:lnTo>
                <a:lnTo>
                  <a:pt x="164295" y="23999"/>
                </a:lnTo>
                <a:lnTo>
                  <a:pt x="162503" y="33161"/>
                </a:lnTo>
                <a:cubicBezTo>
                  <a:pt x="164826" y="29576"/>
                  <a:pt x="167481" y="26953"/>
                  <a:pt x="170469" y="25294"/>
                </a:cubicBezTo>
                <a:cubicBezTo>
                  <a:pt x="173457" y="23501"/>
                  <a:pt x="176710" y="22605"/>
                  <a:pt x="180228" y="22605"/>
                </a:cubicBezTo>
                <a:cubicBezTo>
                  <a:pt x="185938" y="22605"/>
                  <a:pt x="189822" y="24231"/>
                  <a:pt x="191880" y="27485"/>
                </a:cubicBezTo>
                <a:cubicBezTo>
                  <a:pt x="193141" y="29410"/>
                  <a:pt x="193772" y="32065"/>
                  <a:pt x="193772" y="35451"/>
                </a:cubicBezTo>
                <a:cubicBezTo>
                  <a:pt x="193772" y="37709"/>
                  <a:pt x="193473" y="40165"/>
                  <a:pt x="192876" y="42820"/>
                </a:cubicBezTo>
                <a:lnTo>
                  <a:pt x="187498" y="70505"/>
                </a:lnTo>
                <a:lnTo>
                  <a:pt x="195465" y="70505"/>
                </a:lnTo>
                <a:close/>
                <a:moveTo>
                  <a:pt x="274006" y="52281"/>
                </a:moveTo>
                <a:lnTo>
                  <a:pt x="211469" y="52281"/>
                </a:lnTo>
                <a:lnTo>
                  <a:pt x="211469" y="44314"/>
                </a:lnTo>
                <a:lnTo>
                  <a:pt x="274006" y="44314"/>
                </a:lnTo>
                <a:lnTo>
                  <a:pt x="274006" y="52281"/>
                </a:lnTo>
                <a:close/>
                <a:moveTo>
                  <a:pt x="331192" y="75683"/>
                </a:moveTo>
                <a:lnTo>
                  <a:pt x="296138" y="75683"/>
                </a:lnTo>
                <a:lnTo>
                  <a:pt x="296138" y="70505"/>
                </a:lnTo>
                <a:lnTo>
                  <a:pt x="308785" y="70505"/>
                </a:lnTo>
                <a:lnTo>
                  <a:pt x="308785" y="10157"/>
                </a:lnTo>
                <a:lnTo>
                  <a:pt x="294146" y="19617"/>
                </a:lnTo>
                <a:lnTo>
                  <a:pt x="294146" y="13244"/>
                </a:lnTo>
                <a:lnTo>
                  <a:pt x="311873" y="1792"/>
                </a:lnTo>
                <a:lnTo>
                  <a:pt x="318545" y="1792"/>
                </a:lnTo>
                <a:lnTo>
                  <a:pt x="318545" y="70505"/>
                </a:lnTo>
                <a:lnTo>
                  <a:pt x="331192" y="70505"/>
                </a:lnTo>
                <a:lnTo>
                  <a:pt x="331192" y="7568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7" name="Text &gt;">
            <a:extLst xmlns:a="http://schemas.openxmlformats.org/drawingml/2006/main">
              <a:ext uri="{FF2B5EF4-FFF2-40B4-BE49-F238E27FC236}">
                <a16:creationId xmlns:a16="http://schemas.microsoft.com/office/drawing/2014/main" id="{D237D917-B5B2-480D-AAEA-3DC224413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088" y="4493330"/>
            <a:ext cx="66656" cy="68235"/>
          </a:xfrm>
          <a:custGeom xmlns:a="http://schemas.openxmlformats.org/drawingml/2006/main">
            <a:pathLst>
              <a:path w="66656" h="68235">
                <a:moveTo>
                  <a:pt x="66656" y="39678"/>
                </a:moveTo>
                <a:lnTo>
                  <a:pt x="0" y="68235"/>
                </a:lnTo>
                <a:lnTo>
                  <a:pt x="0" y="55879"/>
                </a:lnTo>
                <a:lnTo>
                  <a:pt x="52790" y="33980"/>
                </a:lnTo>
                <a:lnTo>
                  <a:pt x="0" y="12356"/>
                </a:lnTo>
                <a:lnTo>
                  <a:pt x="0" y="0"/>
                </a:lnTo>
                <a:lnTo>
                  <a:pt x="66656" y="28145"/>
                </a:lnTo>
                <a:lnTo>
                  <a:pt x="66656" y="3967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8" name="Text Response:&lt;">
            <a:extLst xmlns:a="http://schemas.openxmlformats.org/drawingml/2006/main">
              <a:ext uri="{FF2B5EF4-FFF2-40B4-BE49-F238E27FC236}">
                <a16:creationId xmlns:a16="http://schemas.microsoft.com/office/drawing/2014/main" id="{6819E52B-4D37-4E69-A3D7-904206A9C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8329" y="4647492"/>
            <a:ext cx="859963" cy="128644"/>
          </a:xfrm>
          <a:custGeom xmlns:a="http://schemas.openxmlformats.org/drawingml/2006/main">
            <a:pathLst>
              <a:path w="859963" h="128644">
                <a:moveTo>
                  <a:pt x="0" y="100636"/>
                </a:moveTo>
                <a:lnTo>
                  <a:pt x="0" y="0"/>
                </a:lnTo>
                <a:lnTo>
                  <a:pt x="44621" y="0"/>
                </a:lnTo>
                <a:cubicBezTo>
                  <a:pt x="53590" y="0"/>
                  <a:pt x="60409" y="903"/>
                  <a:pt x="65077" y="2709"/>
                </a:cubicBezTo>
                <a:cubicBezTo>
                  <a:pt x="69745" y="4514"/>
                  <a:pt x="73475" y="7702"/>
                  <a:pt x="76267" y="12273"/>
                </a:cubicBezTo>
                <a:cubicBezTo>
                  <a:pt x="79058" y="16844"/>
                  <a:pt x="80454" y="21894"/>
                  <a:pt x="80454" y="27424"/>
                </a:cubicBezTo>
                <a:cubicBezTo>
                  <a:pt x="80454" y="34555"/>
                  <a:pt x="78143" y="40566"/>
                  <a:pt x="73521" y="45457"/>
                </a:cubicBezTo>
                <a:cubicBezTo>
                  <a:pt x="68899" y="50347"/>
                  <a:pt x="61759" y="53455"/>
                  <a:pt x="52103" y="54780"/>
                </a:cubicBezTo>
                <a:cubicBezTo>
                  <a:pt x="55627" y="56476"/>
                  <a:pt x="58304" y="58150"/>
                  <a:pt x="60135" y="59800"/>
                </a:cubicBezTo>
                <a:cubicBezTo>
                  <a:pt x="64025" y="63377"/>
                  <a:pt x="67709" y="67845"/>
                  <a:pt x="71187" y="73206"/>
                </a:cubicBezTo>
                <a:lnTo>
                  <a:pt x="88692" y="100636"/>
                </a:lnTo>
                <a:lnTo>
                  <a:pt x="71942" y="100636"/>
                </a:lnTo>
                <a:lnTo>
                  <a:pt x="58625" y="79667"/>
                </a:lnTo>
                <a:cubicBezTo>
                  <a:pt x="54735" y="73617"/>
                  <a:pt x="51531" y="68989"/>
                  <a:pt x="49014" y="65781"/>
                </a:cubicBezTo>
                <a:cubicBezTo>
                  <a:pt x="46497" y="62572"/>
                  <a:pt x="44243" y="60326"/>
                  <a:pt x="42252" y="59043"/>
                </a:cubicBezTo>
                <a:cubicBezTo>
                  <a:pt x="40261" y="57759"/>
                  <a:pt x="38236" y="56864"/>
                  <a:pt x="36177" y="56359"/>
                </a:cubicBezTo>
                <a:cubicBezTo>
                  <a:pt x="34667" y="56039"/>
                  <a:pt x="32195" y="55879"/>
                  <a:pt x="28763" y="55879"/>
                </a:cubicBezTo>
                <a:lnTo>
                  <a:pt x="13318" y="55879"/>
                </a:lnTo>
                <a:lnTo>
                  <a:pt x="13318" y="100636"/>
                </a:lnTo>
                <a:lnTo>
                  <a:pt x="0" y="100636"/>
                </a:lnTo>
                <a:moveTo>
                  <a:pt x="13318" y="44346"/>
                </a:moveTo>
                <a:lnTo>
                  <a:pt x="41943" y="44346"/>
                </a:lnTo>
                <a:cubicBezTo>
                  <a:pt x="48030" y="44346"/>
                  <a:pt x="52790" y="43718"/>
                  <a:pt x="56222" y="42462"/>
                </a:cubicBezTo>
                <a:cubicBezTo>
                  <a:pt x="59654" y="41207"/>
                  <a:pt x="62263" y="39197"/>
                  <a:pt x="64048" y="36434"/>
                </a:cubicBezTo>
                <a:cubicBezTo>
                  <a:pt x="65832" y="33671"/>
                  <a:pt x="66725" y="30668"/>
                  <a:pt x="66725" y="27424"/>
                </a:cubicBezTo>
                <a:cubicBezTo>
                  <a:pt x="66725" y="22675"/>
                  <a:pt x="64997" y="18771"/>
                  <a:pt x="61542" y="15712"/>
                </a:cubicBezTo>
                <a:cubicBezTo>
                  <a:pt x="58087" y="12651"/>
                  <a:pt x="52629" y="11121"/>
                  <a:pt x="45170" y="11121"/>
                </a:cubicBezTo>
                <a:lnTo>
                  <a:pt x="13318" y="11121"/>
                </a:lnTo>
                <a:lnTo>
                  <a:pt x="13318" y="44346"/>
                </a:lnTo>
                <a:close/>
                <a:moveTo>
                  <a:pt x="149463" y="77022"/>
                </a:moveTo>
                <a:lnTo>
                  <a:pt x="162231" y="78669"/>
                </a:lnTo>
                <a:cubicBezTo>
                  <a:pt x="160218" y="86151"/>
                  <a:pt x="156488" y="91957"/>
                  <a:pt x="151042" y="96089"/>
                </a:cubicBezTo>
                <a:cubicBezTo>
                  <a:pt x="145596" y="100219"/>
                  <a:pt x="138640" y="102284"/>
                  <a:pt x="130173" y="102284"/>
                </a:cubicBezTo>
                <a:cubicBezTo>
                  <a:pt x="119510" y="102284"/>
                  <a:pt x="111055" y="99000"/>
                  <a:pt x="104808" y="92433"/>
                </a:cubicBezTo>
                <a:cubicBezTo>
                  <a:pt x="98561" y="85866"/>
                  <a:pt x="95438" y="76656"/>
                  <a:pt x="95438" y="64803"/>
                </a:cubicBezTo>
                <a:cubicBezTo>
                  <a:pt x="95438" y="52538"/>
                  <a:pt x="98596" y="43019"/>
                  <a:pt x="104911" y="36246"/>
                </a:cubicBezTo>
                <a:cubicBezTo>
                  <a:pt x="111227" y="29472"/>
                  <a:pt x="119419" y="26086"/>
                  <a:pt x="129487" y="26086"/>
                </a:cubicBezTo>
                <a:cubicBezTo>
                  <a:pt x="139235" y="26086"/>
                  <a:pt x="147198" y="29399"/>
                  <a:pt x="153376" y="36025"/>
                </a:cubicBezTo>
                <a:cubicBezTo>
                  <a:pt x="159554" y="42649"/>
                  <a:pt x="162643" y="51969"/>
                  <a:pt x="162643" y="63985"/>
                </a:cubicBezTo>
                <a:cubicBezTo>
                  <a:pt x="162643" y="64716"/>
                  <a:pt x="162620" y="65812"/>
                  <a:pt x="162575" y="67274"/>
                </a:cubicBezTo>
                <a:lnTo>
                  <a:pt x="108206" y="67274"/>
                </a:lnTo>
                <a:cubicBezTo>
                  <a:pt x="108664" y="75306"/>
                  <a:pt x="110929" y="81455"/>
                  <a:pt x="115002" y="85723"/>
                </a:cubicBezTo>
                <a:cubicBezTo>
                  <a:pt x="119075" y="89990"/>
                  <a:pt x="124155" y="92124"/>
                  <a:pt x="130242" y="92124"/>
                </a:cubicBezTo>
                <a:cubicBezTo>
                  <a:pt x="134773" y="92124"/>
                  <a:pt x="138640" y="90924"/>
                  <a:pt x="141843" y="88522"/>
                </a:cubicBezTo>
                <a:cubicBezTo>
                  <a:pt x="145047" y="86120"/>
                  <a:pt x="147587" y="82286"/>
                  <a:pt x="149463" y="77022"/>
                </a:cubicBezTo>
                <a:moveTo>
                  <a:pt x="108893" y="57114"/>
                </a:moveTo>
                <a:lnTo>
                  <a:pt x="149600" y="57114"/>
                </a:lnTo>
                <a:cubicBezTo>
                  <a:pt x="149051" y="51002"/>
                  <a:pt x="147495" y="46418"/>
                  <a:pt x="144932" y="43361"/>
                </a:cubicBezTo>
                <a:cubicBezTo>
                  <a:pt x="140997" y="38617"/>
                  <a:pt x="135894" y="36246"/>
                  <a:pt x="129624" y="36246"/>
                </a:cubicBezTo>
                <a:cubicBezTo>
                  <a:pt x="123949" y="36246"/>
                  <a:pt x="119178" y="38139"/>
                  <a:pt x="115311" y="41926"/>
                </a:cubicBezTo>
                <a:cubicBezTo>
                  <a:pt x="111444" y="45712"/>
                  <a:pt x="109305" y="50774"/>
                  <a:pt x="108893" y="57114"/>
                </a:cubicBezTo>
                <a:close/>
                <a:moveTo>
                  <a:pt x="172524" y="78807"/>
                </a:moveTo>
                <a:lnTo>
                  <a:pt x="184743" y="76885"/>
                </a:lnTo>
                <a:cubicBezTo>
                  <a:pt x="185429" y="81803"/>
                  <a:pt x="187340" y="85573"/>
                  <a:pt x="190475" y="88194"/>
                </a:cubicBezTo>
                <a:cubicBezTo>
                  <a:pt x="193610" y="90814"/>
                  <a:pt x="197992" y="92124"/>
                  <a:pt x="203621" y="92124"/>
                </a:cubicBezTo>
                <a:cubicBezTo>
                  <a:pt x="209295" y="92124"/>
                  <a:pt x="213506" y="90969"/>
                  <a:pt x="216252" y="88658"/>
                </a:cubicBezTo>
                <a:cubicBezTo>
                  <a:pt x="218998" y="86346"/>
                  <a:pt x="220371" y="83635"/>
                  <a:pt x="220371" y="80523"/>
                </a:cubicBezTo>
                <a:cubicBezTo>
                  <a:pt x="220371" y="77731"/>
                  <a:pt x="219158" y="75535"/>
                  <a:pt x="216732" y="73933"/>
                </a:cubicBezTo>
                <a:cubicBezTo>
                  <a:pt x="215039" y="72834"/>
                  <a:pt x="210829" y="71439"/>
                  <a:pt x="204101" y="69745"/>
                </a:cubicBezTo>
                <a:cubicBezTo>
                  <a:pt x="195040" y="67457"/>
                  <a:pt x="188759" y="65478"/>
                  <a:pt x="185258" y="63807"/>
                </a:cubicBezTo>
                <a:cubicBezTo>
                  <a:pt x="181757" y="62137"/>
                  <a:pt x="179102" y="59826"/>
                  <a:pt x="177295" y="56874"/>
                </a:cubicBezTo>
                <a:cubicBezTo>
                  <a:pt x="175487" y="53922"/>
                  <a:pt x="174583" y="50661"/>
                  <a:pt x="174583" y="47092"/>
                </a:cubicBezTo>
                <a:cubicBezTo>
                  <a:pt x="174583" y="43843"/>
                  <a:pt x="175327" y="40834"/>
                  <a:pt x="176814" y="38065"/>
                </a:cubicBezTo>
                <a:cubicBezTo>
                  <a:pt x="178301" y="35296"/>
                  <a:pt x="180326" y="32996"/>
                  <a:pt x="182889" y="31166"/>
                </a:cubicBezTo>
                <a:cubicBezTo>
                  <a:pt x="184811" y="29747"/>
                  <a:pt x="187431" y="28546"/>
                  <a:pt x="190749" y="27562"/>
                </a:cubicBezTo>
                <a:cubicBezTo>
                  <a:pt x="194067" y="26578"/>
                  <a:pt x="197625" y="26086"/>
                  <a:pt x="201424" y="26086"/>
                </a:cubicBezTo>
                <a:cubicBezTo>
                  <a:pt x="207145" y="26086"/>
                  <a:pt x="212167" y="26910"/>
                  <a:pt x="216492" y="28557"/>
                </a:cubicBezTo>
                <a:cubicBezTo>
                  <a:pt x="220817" y="30205"/>
                  <a:pt x="224009" y="32436"/>
                  <a:pt x="226068" y="35250"/>
                </a:cubicBezTo>
                <a:cubicBezTo>
                  <a:pt x="228128" y="38065"/>
                  <a:pt x="229546" y="41829"/>
                  <a:pt x="230324" y="46543"/>
                </a:cubicBezTo>
                <a:lnTo>
                  <a:pt x="218242" y="48190"/>
                </a:lnTo>
                <a:cubicBezTo>
                  <a:pt x="217693" y="44437"/>
                  <a:pt x="216103" y="41509"/>
                  <a:pt x="213471" y="39403"/>
                </a:cubicBezTo>
                <a:cubicBezTo>
                  <a:pt x="210840" y="37298"/>
                  <a:pt x="207122" y="36246"/>
                  <a:pt x="202316" y="36246"/>
                </a:cubicBezTo>
                <a:cubicBezTo>
                  <a:pt x="196642" y="36246"/>
                  <a:pt x="192591" y="37184"/>
                  <a:pt x="190166" y="39060"/>
                </a:cubicBezTo>
                <a:cubicBezTo>
                  <a:pt x="187740" y="40936"/>
                  <a:pt x="186528" y="43133"/>
                  <a:pt x="186528" y="45650"/>
                </a:cubicBezTo>
                <a:cubicBezTo>
                  <a:pt x="186528" y="47252"/>
                  <a:pt x="187031" y="48694"/>
                  <a:pt x="188038" y="49975"/>
                </a:cubicBezTo>
                <a:cubicBezTo>
                  <a:pt x="189045" y="51302"/>
                  <a:pt x="190623" y="52401"/>
                  <a:pt x="192774" y="53270"/>
                </a:cubicBezTo>
                <a:cubicBezTo>
                  <a:pt x="194010" y="53728"/>
                  <a:pt x="197648" y="54780"/>
                  <a:pt x="203689" y="56428"/>
                </a:cubicBezTo>
                <a:cubicBezTo>
                  <a:pt x="212430" y="58762"/>
                  <a:pt x="218528" y="60672"/>
                  <a:pt x="221984" y="62160"/>
                </a:cubicBezTo>
                <a:cubicBezTo>
                  <a:pt x="225439" y="63647"/>
                  <a:pt x="228151" y="65810"/>
                  <a:pt x="230118" y="68647"/>
                </a:cubicBezTo>
                <a:cubicBezTo>
                  <a:pt x="232086" y="71484"/>
                  <a:pt x="233070" y="75008"/>
                  <a:pt x="233070" y="79219"/>
                </a:cubicBezTo>
                <a:cubicBezTo>
                  <a:pt x="233070" y="83337"/>
                  <a:pt x="231869" y="87216"/>
                  <a:pt x="229466" y="90854"/>
                </a:cubicBezTo>
                <a:cubicBezTo>
                  <a:pt x="227064" y="94493"/>
                  <a:pt x="223597" y="97307"/>
                  <a:pt x="219066" y="99298"/>
                </a:cubicBezTo>
                <a:cubicBezTo>
                  <a:pt x="214536" y="101289"/>
                  <a:pt x="209410" y="102284"/>
                  <a:pt x="203689" y="102284"/>
                </a:cubicBezTo>
                <a:cubicBezTo>
                  <a:pt x="194216" y="102284"/>
                  <a:pt x="186997" y="100310"/>
                  <a:pt x="182031" y="96363"/>
                </a:cubicBezTo>
                <a:cubicBezTo>
                  <a:pt x="177066" y="92416"/>
                  <a:pt x="173897" y="86564"/>
                  <a:pt x="172524" y="78807"/>
                </a:cubicBezTo>
                <a:close/>
                <a:moveTo>
                  <a:pt x="255376" y="128644"/>
                </a:moveTo>
                <a:lnTo>
                  <a:pt x="255376" y="27733"/>
                </a:lnTo>
                <a:lnTo>
                  <a:pt x="266634" y="27733"/>
                </a:lnTo>
                <a:lnTo>
                  <a:pt x="266634" y="37273"/>
                </a:lnTo>
                <a:cubicBezTo>
                  <a:pt x="269288" y="33543"/>
                  <a:pt x="272286" y="30747"/>
                  <a:pt x="275627" y="28883"/>
                </a:cubicBezTo>
                <a:cubicBezTo>
                  <a:pt x="278968" y="27018"/>
                  <a:pt x="283018" y="26086"/>
                  <a:pt x="287777" y="26086"/>
                </a:cubicBezTo>
                <a:cubicBezTo>
                  <a:pt x="294001" y="26086"/>
                  <a:pt x="299493" y="27688"/>
                  <a:pt x="304253" y="30891"/>
                </a:cubicBezTo>
                <a:cubicBezTo>
                  <a:pt x="309012" y="34095"/>
                  <a:pt x="312605" y="38614"/>
                  <a:pt x="315030" y="44449"/>
                </a:cubicBezTo>
                <a:cubicBezTo>
                  <a:pt x="317456" y="50284"/>
                  <a:pt x="318668" y="56680"/>
                  <a:pt x="318668" y="63636"/>
                </a:cubicBezTo>
                <a:cubicBezTo>
                  <a:pt x="318668" y="71095"/>
                  <a:pt x="317330" y="77811"/>
                  <a:pt x="314653" y="83784"/>
                </a:cubicBezTo>
                <a:cubicBezTo>
                  <a:pt x="311975" y="89756"/>
                  <a:pt x="308085" y="94332"/>
                  <a:pt x="302983" y="97513"/>
                </a:cubicBezTo>
                <a:cubicBezTo>
                  <a:pt x="297880" y="100694"/>
                  <a:pt x="292514" y="102284"/>
                  <a:pt x="286885" y="102284"/>
                </a:cubicBezTo>
                <a:cubicBezTo>
                  <a:pt x="282766" y="102284"/>
                  <a:pt x="279071" y="101414"/>
                  <a:pt x="275798" y="99675"/>
                </a:cubicBezTo>
                <a:cubicBezTo>
                  <a:pt x="272526" y="97936"/>
                  <a:pt x="269838" y="95740"/>
                  <a:pt x="267732" y="93085"/>
                </a:cubicBezTo>
                <a:lnTo>
                  <a:pt x="267732" y="128644"/>
                </a:lnTo>
                <a:lnTo>
                  <a:pt x="255376" y="128644"/>
                </a:lnTo>
                <a:moveTo>
                  <a:pt x="266565" y="64631"/>
                </a:moveTo>
                <a:cubicBezTo>
                  <a:pt x="266565" y="74001"/>
                  <a:pt x="268465" y="80926"/>
                  <a:pt x="272263" y="85405"/>
                </a:cubicBezTo>
                <a:cubicBezTo>
                  <a:pt x="276062" y="89885"/>
                  <a:pt x="280661" y="92124"/>
                  <a:pt x="286061" y="92124"/>
                </a:cubicBezTo>
                <a:cubicBezTo>
                  <a:pt x="291553" y="92124"/>
                  <a:pt x="296255" y="89805"/>
                  <a:pt x="300168" y="85165"/>
                </a:cubicBezTo>
                <a:cubicBezTo>
                  <a:pt x="304081" y="80526"/>
                  <a:pt x="306037" y="73338"/>
                  <a:pt x="306037" y="63601"/>
                </a:cubicBezTo>
                <a:cubicBezTo>
                  <a:pt x="306037" y="54323"/>
                  <a:pt x="304127" y="47375"/>
                  <a:pt x="300305" y="42758"/>
                </a:cubicBezTo>
                <a:cubicBezTo>
                  <a:pt x="296484" y="38142"/>
                  <a:pt x="291919" y="35834"/>
                  <a:pt x="286610" y="35834"/>
                </a:cubicBezTo>
                <a:cubicBezTo>
                  <a:pt x="281347" y="35834"/>
                  <a:pt x="276691" y="38291"/>
                  <a:pt x="272641" y="43205"/>
                </a:cubicBezTo>
                <a:cubicBezTo>
                  <a:pt x="268590" y="48119"/>
                  <a:pt x="266565" y="55261"/>
                  <a:pt x="266565" y="64631"/>
                </a:cubicBezTo>
                <a:close/>
                <a:moveTo>
                  <a:pt x="336887" y="64185"/>
                </a:moveTo>
                <a:cubicBezTo>
                  <a:pt x="336887" y="50684"/>
                  <a:pt x="340640" y="40685"/>
                  <a:pt x="348145" y="34186"/>
                </a:cubicBezTo>
                <a:cubicBezTo>
                  <a:pt x="354415" y="28786"/>
                  <a:pt x="362058" y="26086"/>
                  <a:pt x="371074" y="26086"/>
                </a:cubicBezTo>
                <a:cubicBezTo>
                  <a:pt x="381096" y="26086"/>
                  <a:pt x="389288" y="29369"/>
                  <a:pt x="395649" y="35937"/>
                </a:cubicBezTo>
                <a:cubicBezTo>
                  <a:pt x="402010" y="42504"/>
                  <a:pt x="405191" y="51577"/>
                  <a:pt x="405191" y="63155"/>
                </a:cubicBezTo>
                <a:cubicBezTo>
                  <a:pt x="405191" y="72537"/>
                  <a:pt x="403784" y="79917"/>
                  <a:pt x="400969" y="85294"/>
                </a:cubicBezTo>
                <a:cubicBezTo>
                  <a:pt x="398155" y="90671"/>
                  <a:pt x="394059" y="94847"/>
                  <a:pt x="388681" y="97822"/>
                </a:cubicBezTo>
                <a:cubicBezTo>
                  <a:pt x="383304" y="100797"/>
                  <a:pt x="377435" y="102284"/>
                  <a:pt x="371074" y="102284"/>
                </a:cubicBezTo>
                <a:cubicBezTo>
                  <a:pt x="360868" y="102284"/>
                  <a:pt x="352619" y="99012"/>
                  <a:pt x="346326" y="92467"/>
                </a:cubicBezTo>
                <a:cubicBezTo>
                  <a:pt x="340034" y="85923"/>
                  <a:pt x="336887" y="76496"/>
                  <a:pt x="336887" y="64185"/>
                </a:cubicBezTo>
                <a:moveTo>
                  <a:pt x="349587" y="64219"/>
                </a:moveTo>
                <a:cubicBezTo>
                  <a:pt x="349587" y="73544"/>
                  <a:pt x="351624" y="80526"/>
                  <a:pt x="355697" y="85165"/>
                </a:cubicBezTo>
                <a:cubicBezTo>
                  <a:pt x="359770" y="89805"/>
                  <a:pt x="364895" y="92124"/>
                  <a:pt x="371074" y="92124"/>
                </a:cubicBezTo>
                <a:cubicBezTo>
                  <a:pt x="377206" y="92124"/>
                  <a:pt x="382309" y="89793"/>
                  <a:pt x="386382" y="85131"/>
                </a:cubicBezTo>
                <a:cubicBezTo>
                  <a:pt x="390455" y="80469"/>
                  <a:pt x="392491" y="73361"/>
                  <a:pt x="392491" y="63807"/>
                </a:cubicBezTo>
                <a:cubicBezTo>
                  <a:pt x="392491" y="54803"/>
                  <a:pt x="390443" y="47981"/>
                  <a:pt x="386347" y="43342"/>
                </a:cubicBezTo>
                <a:cubicBezTo>
                  <a:pt x="382252" y="38703"/>
                  <a:pt x="377160" y="36383"/>
                  <a:pt x="371074" y="36383"/>
                </a:cubicBezTo>
                <a:cubicBezTo>
                  <a:pt x="364895" y="36383"/>
                  <a:pt x="359770" y="38691"/>
                  <a:pt x="355697" y="43308"/>
                </a:cubicBezTo>
                <a:cubicBezTo>
                  <a:pt x="351624" y="47924"/>
                  <a:pt x="349587" y="54895"/>
                  <a:pt x="349587" y="64219"/>
                </a:cubicBezTo>
                <a:close/>
                <a:moveTo>
                  <a:pt x="427598" y="100636"/>
                </a:moveTo>
                <a:lnTo>
                  <a:pt x="427598" y="27733"/>
                </a:lnTo>
                <a:lnTo>
                  <a:pt x="438719" y="27733"/>
                </a:lnTo>
                <a:lnTo>
                  <a:pt x="438719" y="38099"/>
                </a:lnTo>
                <a:cubicBezTo>
                  <a:pt x="444073" y="30090"/>
                  <a:pt x="451807" y="26086"/>
                  <a:pt x="461921" y="26086"/>
                </a:cubicBezTo>
                <a:cubicBezTo>
                  <a:pt x="466315" y="26086"/>
                  <a:pt x="470353" y="26875"/>
                  <a:pt x="474037" y="28454"/>
                </a:cubicBezTo>
                <a:cubicBezTo>
                  <a:pt x="477721" y="30033"/>
                  <a:pt x="480479" y="32104"/>
                  <a:pt x="482309" y="34667"/>
                </a:cubicBezTo>
                <a:cubicBezTo>
                  <a:pt x="484140" y="37230"/>
                  <a:pt x="485421" y="40273"/>
                  <a:pt x="486154" y="43797"/>
                </a:cubicBezTo>
                <a:cubicBezTo>
                  <a:pt x="486611" y="46085"/>
                  <a:pt x="486840" y="50089"/>
                  <a:pt x="486840" y="55810"/>
                </a:cubicBezTo>
                <a:lnTo>
                  <a:pt x="486840" y="100636"/>
                </a:lnTo>
                <a:lnTo>
                  <a:pt x="474484" y="100636"/>
                </a:lnTo>
                <a:lnTo>
                  <a:pt x="474484" y="56291"/>
                </a:lnTo>
                <a:cubicBezTo>
                  <a:pt x="474484" y="51256"/>
                  <a:pt x="474003" y="47492"/>
                  <a:pt x="473042" y="44998"/>
                </a:cubicBezTo>
                <a:cubicBezTo>
                  <a:pt x="472081" y="42504"/>
                  <a:pt x="470376" y="40513"/>
                  <a:pt x="467928" y="39026"/>
                </a:cubicBezTo>
                <a:cubicBezTo>
                  <a:pt x="465479" y="37538"/>
                  <a:pt x="462608" y="36795"/>
                  <a:pt x="459313" y="36795"/>
                </a:cubicBezTo>
                <a:cubicBezTo>
                  <a:pt x="454050" y="36795"/>
                  <a:pt x="449508" y="38465"/>
                  <a:pt x="445686" y="41806"/>
                </a:cubicBezTo>
                <a:cubicBezTo>
                  <a:pt x="441865" y="45147"/>
                  <a:pt x="439954" y="51485"/>
                  <a:pt x="439954" y="60821"/>
                </a:cubicBezTo>
                <a:lnTo>
                  <a:pt x="439954" y="100636"/>
                </a:lnTo>
                <a:lnTo>
                  <a:pt x="427598" y="100636"/>
                </a:lnTo>
                <a:close/>
                <a:moveTo>
                  <a:pt x="508766" y="78807"/>
                </a:moveTo>
                <a:lnTo>
                  <a:pt x="520985" y="76885"/>
                </a:lnTo>
                <a:cubicBezTo>
                  <a:pt x="521671" y="81803"/>
                  <a:pt x="523582" y="85573"/>
                  <a:pt x="526717" y="88194"/>
                </a:cubicBezTo>
                <a:cubicBezTo>
                  <a:pt x="529852" y="90814"/>
                  <a:pt x="534234" y="92124"/>
                  <a:pt x="539863" y="92124"/>
                </a:cubicBezTo>
                <a:cubicBezTo>
                  <a:pt x="545537" y="92124"/>
                  <a:pt x="549748" y="90969"/>
                  <a:pt x="552494" y="88658"/>
                </a:cubicBezTo>
                <a:cubicBezTo>
                  <a:pt x="555240" y="86346"/>
                  <a:pt x="556613" y="83635"/>
                  <a:pt x="556613" y="80523"/>
                </a:cubicBezTo>
                <a:cubicBezTo>
                  <a:pt x="556613" y="77731"/>
                  <a:pt x="555400" y="75535"/>
                  <a:pt x="552974" y="73933"/>
                </a:cubicBezTo>
                <a:cubicBezTo>
                  <a:pt x="551281" y="72834"/>
                  <a:pt x="547071" y="71439"/>
                  <a:pt x="540343" y="69745"/>
                </a:cubicBezTo>
                <a:cubicBezTo>
                  <a:pt x="531282" y="67457"/>
                  <a:pt x="525001" y="65478"/>
                  <a:pt x="521500" y="63807"/>
                </a:cubicBezTo>
                <a:cubicBezTo>
                  <a:pt x="517999" y="62137"/>
                  <a:pt x="515344" y="59826"/>
                  <a:pt x="513537" y="56874"/>
                </a:cubicBezTo>
                <a:cubicBezTo>
                  <a:pt x="511729" y="53922"/>
                  <a:pt x="510825" y="50661"/>
                  <a:pt x="510825" y="47092"/>
                </a:cubicBezTo>
                <a:cubicBezTo>
                  <a:pt x="510825" y="43843"/>
                  <a:pt x="511569" y="40834"/>
                  <a:pt x="513056" y="38065"/>
                </a:cubicBezTo>
                <a:cubicBezTo>
                  <a:pt x="514543" y="35296"/>
                  <a:pt x="516568" y="32996"/>
                  <a:pt x="519131" y="31166"/>
                </a:cubicBezTo>
                <a:cubicBezTo>
                  <a:pt x="521053" y="29747"/>
                  <a:pt x="523673" y="28546"/>
                  <a:pt x="526991" y="27562"/>
                </a:cubicBezTo>
                <a:cubicBezTo>
                  <a:pt x="530309" y="26578"/>
                  <a:pt x="533868" y="26086"/>
                  <a:pt x="537666" y="26086"/>
                </a:cubicBezTo>
                <a:cubicBezTo>
                  <a:pt x="543387" y="26086"/>
                  <a:pt x="548409" y="26910"/>
                  <a:pt x="552734" y="28557"/>
                </a:cubicBezTo>
                <a:cubicBezTo>
                  <a:pt x="557059" y="30205"/>
                  <a:pt x="560251" y="32436"/>
                  <a:pt x="562310" y="35250"/>
                </a:cubicBezTo>
                <a:cubicBezTo>
                  <a:pt x="564370" y="38065"/>
                  <a:pt x="565788" y="41829"/>
                  <a:pt x="566566" y="46543"/>
                </a:cubicBezTo>
                <a:lnTo>
                  <a:pt x="554484" y="48190"/>
                </a:lnTo>
                <a:cubicBezTo>
                  <a:pt x="553935" y="44437"/>
                  <a:pt x="552345" y="41509"/>
                  <a:pt x="549714" y="39403"/>
                </a:cubicBezTo>
                <a:cubicBezTo>
                  <a:pt x="547082" y="37298"/>
                  <a:pt x="543364" y="36246"/>
                  <a:pt x="538558" y="36246"/>
                </a:cubicBezTo>
                <a:cubicBezTo>
                  <a:pt x="532884" y="36246"/>
                  <a:pt x="528833" y="37184"/>
                  <a:pt x="526408" y="39060"/>
                </a:cubicBezTo>
                <a:cubicBezTo>
                  <a:pt x="523982" y="40936"/>
                  <a:pt x="522770" y="43133"/>
                  <a:pt x="522770" y="45650"/>
                </a:cubicBezTo>
                <a:cubicBezTo>
                  <a:pt x="522770" y="47252"/>
                  <a:pt x="523273" y="48694"/>
                  <a:pt x="524280" y="49975"/>
                </a:cubicBezTo>
                <a:cubicBezTo>
                  <a:pt x="525287" y="51302"/>
                  <a:pt x="526866" y="52401"/>
                  <a:pt x="529016" y="53270"/>
                </a:cubicBezTo>
                <a:cubicBezTo>
                  <a:pt x="530252" y="53728"/>
                  <a:pt x="533890" y="54780"/>
                  <a:pt x="539931" y="56428"/>
                </a:cubicBezTo>
                <a:cubicBezTo>
                  <a:pt x="548672" y="58762"/>
                  <a:pt x="554771" y="60672"/>
                  <a:pt x="558226" y="62160"/>
                </a:cubicBezTo>
                <a:cubicBezTo>
                  <a:pt x="561681" y="63647"/>
                  <a:pt x="564393" y="65810"/>
                  <a:pt x="566360" y="68647"/>
                </a:cubicBezTo>
                <a:cubicBezTo>
                  <a:pt x="568328" y="71484"/>
                  <a:pt x="569312" y="75008"/>
                  <a:pt x="569312" y="79219"/>
                </a:cubicBezTo>
                <a:cubicBezTo>
                  <a:pt x="569312" y="83337"/>
                  <a:pt x="568111" y="87216"/>
                  <a:pt x="565708" y="90854"/>
                </a:cubicBezTo>
                <a:cubicBezTo>
                  <a:pt x="563306" y="94493"/>
                  <a:pt x="559839" y="97307"/>
                  <a:pt x="555308" y="99298"/>
                </a:cubicBezTo>
                <a:cubicBezTo>
                  <a:pt x="550778" y="101289"/>
                  <a:pt x="545652" y="102284"/>
                  <a:pt x="539931" y="102284"/>
                </a:cubicBezTo>
                <a:cubicBezTo>
                  <a:pt x="530458" y="102284"/>
                  <a:pt x="523239" y="100310"/>
                  <a:pt x="518273" y="96363"/>
                </a:cubicBezTo>
                <a:cubicBezTo>
                  <a:pt x="513308" y="92416"/>
                  <a:pt x="510139" y="86564"/>
                  <a:pt x="508766" y="78807"/>
                </a:cubicBezTo>
                <a:close/>
                <a:moveTo>
                  <a:pt x="641525" y="77022"/>
                </a:moveTo>
                <a:lnTo>
                  <a:pt x="654293" y="78669"/>
                </a:lnTo>
                <a:cubicBezTo>
                  <a:pt x="652279" y="86151"/>
                  <a:pt x="648549" y="91957"/>
                  <a:pt x="643103" y="96089"/>
                </a:cubicBezTo>
                <a:cubicBezTo>
                  <a:pt x="637657" y="100219"/>
                  <a:pt x="630701" y="102284"/>
                  <a:pt x="622235" y="102284"/>
                </a:cubicBezTo>
                <a:cubicBezTo>
                  <a:pt x="611572" y="102284"/>
                  <a:pt x="603117" y="99000"/>
                  <a:pt x="596870" y="92433"/>
                </a:cubicBezTo>
                <a:cubicBezTo>
                  <a:pt x="590623" y="85866"/>
                  <a:pt x="587499" y="76656"/>
                  <a:pt x="587499" y="64803"/>
                </a:cubicBezTo>
                <a:cubicBezTo>
                  <a:pt x="587499" y="52538"/>
                  <a:pt x="590657" y="43019"/>
                  <a:pt x="596973" y="36246"/>
                </a:cubicBezTo>
                <a:cubicBezTo>
                  <a:pt x="603288" y="29472"/>
                  <a:pt x="611480" y="26086"/>
                  <a:pt x="621548" y="26086"/>
                </a:cubicBezTo>
                <a:cubicBezTo>
                  <a:pt x="631296" y="26086"/>
                  <a:pt x="639259" y="29399"/>
                  <a:pt x="645437" y="36025"/>
                </a:cubicBezTo>
                <a:cubicBezTo>
                  <a:pt x="651616" y="42649"/>
                  <a:pt x="654705" y="51969"/>
                  <a:pt x="654705" y="63985"/>
                </a:cubicBezTo>
                <a:cubicBezTo>
                  <a:pt x="654705" y="64716"/>
                  <a:pt x="654682" y="65812"/>
                  <a:pt x="654636" y="67274"/>
                </a:cubicBezTo>
                <a:lnTo>
                  <a:pt x="600268" y="67274"/>
                </a:lnTo>
                <a:cubicBezTo>
                  <a:pt x="600725" y="75306"/>
                  <a:pt x="602991" y="81455"/>
                  <a:pt x="607064" y="85723"/>
                </a:cubicBezTo>
                <a:cubicBezTo>
                  <a:pt x="611137" y="89990"/>
                  <a:pt x="616217" y="92124"/>
                  <a:pt x="622303" y="92124"/>
                </a:cubicBezTo>
                <a:cubicBezTo>
                  <a:pt x="626834" y="92124"/>
                  <a:pt x="630701" y="90924"/>
                  <a:pt x="633905" y="88522"/>
                </a:cubicBezTo>
                <a:cubicBezTo>
                  <a:pt x="637108" y="86120"/>
                  <a:pt x="639648" y="82286"/>
                  <a:pt x="641525" y="77022"/>
                </a:cubicBezTo>
                <a:moveTo>
                  <a:pt x="600954" y="57114"/>
                </a:moveTo>
                <a:lnTo>
                  <a:pt x="641662" y="57114"/>
                </a:lnTo>
                <a:cubicBezTo>
                  <a:pt x="641113" y="51002"/>
                  <a:pt x="639557" y="46418"/>
                  <a:pt x="636994" y="43361"/>
                </a:cubicBezTo>
                <a:cubicBezTo>
                  <a:pt x="633058" y="38617"/>
                  <a:pt x="627955" y="36246"/>
                  <a:pt x="621686" y="36246"/>
                </a:cubicBezTo>
                <a:cubicBezTo>
                  <a:pt x="616011" y="36246"/>
                  <a:pt x="611240" y="38139"/>
                  <a:pt x="607373" y="41926"/>
                </a:cubicBezTo>
                <a:cubicBezTo>
                  <a:pt x="603506" y="45712"/>
                  <a:pt x="601366" y="50774"/>
                  <a:pt x="600954" y="57114"/>
                </a:cubicBezTo>
                <a:close/>
                <a:moveTo>
                  <a:pt x="672961" y="41875"/>
                </a:moveTo>
                <a:lnTo>
                  <a:pt x="672961" y="27733"/>
                </a:lnTo>
                <a:lnTo>
                  <a:pt x="687033" y="27733"/>
                </a:lnTo>
                <a:lnTo>
                  <a:pt x="687033" y="41875"/>
                </a:lnTo>
                <a:lnTo>
                  <a:pt x="672961" y="41875"/>
                </a:lnTo>
                <a:moveTo>
                  <a:pt x="672961" y="100636"/>
                </a:moveTo>
                <a:lnTo>
                  <a:pt x="672961" y="86495"/>
                </a:lnTo>
                <a:lnTo>
                  <a:pt x="687033" y="86495"/>
                </a:lnTo>
                <a:lnTo>
                  <a:pt x="687033" y="100636"/>
                </a:lnTo>
                <a:lnTo>
                  <a:pt x="672961" y="100636"/>
                </a:lnTo>
                <a:close/>
                <a:moveTo>
                  <a:pt x="793307" y="56565"/>
                </a:moveTo>
                <a:lnTo>
                  <a:pt x="793307" y="45032"/>
                </a:lnTo>
                <a:lnTo>
                  <a:pt x="859963" y="16887"/>
                </a:lnTo>
                <a:lnTo>
                  <a:pt x="859963" y="29244"/>
                </a:lnTo>
                <a:lnTo>
                  <a:pt x="807105" y="50867"/>
                </a:lnTo>
                <a:lnTo>
                  <a:pt x="859963" y="72766"/>
                </a:lnTo>
                <a:lnTo>
                  <a:pt x="859963" y="85122"/>
                </a:lnTo>
                <a:lnTo>
                  <a:pt x="793307" y="56565"/>
                </a:lnTo>
                <a:close/>
              </a:path>
            </a:pathLst>
          </a:custGeom>
          <a:solidFill xmlns:a="http://schemas.openxmlformats.org/drawingml/2006/main">
            <a:srgbClr val="3B5F2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9" name="Text Response:&lt;">
            <a:extLst xmlns:a="http://schemas.openxmlformats.org/drawingml/2006/main">
              <a:ext uri="{FF2B5EF4-FFF2-40B4-BE49-F238E27FC236}">
                <a16:creationId xmlns:a16="http://schemas.microsoft.com/office/drawing/2014/main" id="{9DE453EB-94C4-4FE5-9A5A-9FDA8FF07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8329" y="4647492"/>
            <a:ext cx="859963" cy="128644"/>
          </a:xfrm>
          <a:custGeom xmlns:a="http://schemas.openxmlformats.org/drawingml/2006/main">
            <a:pathLst>
              <a:path w="859963" h="128644" fill="none">
                <a:moveTo>
                  <a:pt x="0" y="100636"/>
                </a:moveTo>
                <a:lnTo>
                  <a:pt x="0" y="0"/>
                </a:lnTo>
                <a:lnTo>
                  <a:pt x="44621" y="0"/>
                </a:lnTo>
                <a:cubicBezTo>
                  <a:pt x="53590" y="0"/>
                  <a:pt x="60409" y="903"/>
                  <a:pt x="65077" y="2709"/>
                </a:cubicBezTo>
                <a:cubicBezTo>
                  <a:pt x="69745" y="4514"/>
                  <a:pt x="73475" y="7702"/>
                  <a:pt x="76267" y="12273"/>
                </a:cubicBezTo>
                <a:cubicBezTo>
                  <a:pt x="79058" y="16844"/>
                  <a:pt x="80454" y="21894"/>
                  <a:pt x="80454" y="27424"/>
                </a:cubicBezTo>
                <a:cubicBezTo>
                  <a:pt x="80454" y="34555"/>
                  <a:pt x="78143" y="40566"/>
                  <a:pt x="73521" y="45457"/>
                </a:cubicBezTo>
                <a:cubicBezTo>
                  <a:pt x="68899" y="50347"/>
                  <a:pt x="61759" y="53455"/>
                  <a:pt x="52103" y="54780"/>
                </a:cubicBezTo>
                <a:cubicBezTo>
                  <a:pt x="55627" y="56476"/>
                  <a:pt x="58304" y="58150"/>
                  <a:pt x="60135" y="59800"/>
                </a:cubicBezTo>
                <a:cubicBezTo>
                  <a:pt x="64025" y="63377"/>
                  <a:pt x="67709" y="67845"/>
                  <a:pt x="71187" y="73206"/>
                </a:cubicBezTo>
                <a:lnTo>
                  <a:pt x="88692" y="100636"/>
                </a:lnTo>
                <a:lnTo>
                  <a:pt x="71942" y="100636"/>
                </a:lnTo>
                <a:lnTo>
                  <a:pt x="58625" y="79667"/>
                </a:lnTo>
                <a:cubicBezTo>
                  <a:pt x="54735" y="73617"/>
                  <a:pt x="51531" y="68989"/>
                  <a:pt x="49014" y="65781"/>
                </a:cubicBezTo>
                <a:cubicBezTo>
                  <a:pt x="46497" y="62572"/>
                  <a:pt x="44243" y="60326"/>
                  <a:pt x="42252" y="59043"/>
                </a:cubicBezTo>
                <a:cubicBezTo>
                  <a:pt x="40261" y="57759"/>
                  <a:pt x="38236" y="56864"/>
                  <a:pt x="36177" y="56359"/>
                </a:cubicBezTo>
                <a:cubicBezTo>
                  <a:pt x="34667" y="56039"/>
                  <a:pt x="32195" y="55879"/>
                  <a:pt x="28763" y="55879"/>
                </a:cubicBezTo>
                <a:lnTo>
                  <a:pt x="13318" y="55879"/>
                </a:lnTo>
                <a:lnTo>
                  <a:pt x="13318" y="100636"/>
                </a:lnTo>
                <a:lnTo>
                  <a:pt x="0" y="100636"/>
                </a:lnTo>
                <a:moveTo>
                  <a:pt x="13318" y="44346"/>
                </a:moveTo>
                <a:lnTo>
                  <a:pt x="41943" y="44346"/>
                </a:lnTo>
                <a:cubicBezTo>
                  <a:pt x="48030" y="44346"/>
                  <a:pt x="52790" y="43718"/>
                  <a:pt x="56222" y="42462"/>
                </a:cubicBezTo>
                <a:cubicBezTo>
                  <a:pt x="59654" y="41207"/>
                  <a:pt x="62263" y="39197"/>
                  <a:pt x="64048" y="36434"/>
                </a:cubicBezTo>
                <a:cubicBezTo>
                  <a:pt x="65832" y="33671"/>
                  <a:pt x="66725" y="30668"/>
                  <a:pt x="66725" y="27424"/>
                </a:cubicBezTo>
                <a:cubicBezTo>
                  <a:pt x="66725" y="22675"/>
                  <a:pt x="64997" y="18771"/>
                  <a:pt x="61542" y="15712"/>
                </a:cubicBezTo>
                <a:cubicBezTo>
                  <a:pt x="58087" y="12651"/>
                  <a:pt x="52629" y="11121"/>
                  <a:pt x="45170" y="11121"/>
                </a:cubicBezTo>
                <a:lnTo>
                  <a:pt x="13318" y="11121"/>
                </a:lnTo>
                <a:lnTo>
                  <a:pt x="13318" y="44346"/>
                </a:lnTo>
                <a:close/>
                <a:moveTo>
                  <a:pt x="149463" y="77022"/>
                </a:moveTo>
                <a:lnTo>
                  <a:pt x="162231" y="78669"/>
                </a:lnTo>
                <a:cubicBezTo>
                  <a:pt x="160218" y="86151"/>
                  <a:pt x="156488" y="91957"/>
                  <a:pt x="151042" y="96089"/>
                </a:cubicBezTo>
                <a:cubicBezTo>
                  <a:pt x="145596" y="100219"/>
                  <a:pt x="138640" y="102284"/>
                  <a:pt x="130173" y="102284"/>
                </a:cubicBezTo>
                <a:cubicBezTo>
                  <a:pt x="119510" y="102284"/>
                  <a:pt x="111055" y="99000"/>
                  <a:pt x="104808" y="92433"/>
                </a:cubicBezTo>
                <a:cubicBezTo>
                  <a:pt x="98561" y="85866"/>
                  <a:pt x="95438" y="76656"/>
                  <a:pt x="95438" y="64803"/>
                </a:cubicBezTo>
                <a:cubicBezTo>
                  <a:pt x="95438" y="52538"/>
                  <a:pt x="98596" y="43019"/>
                  <a:pt x="104911" y="36246"/>
                </a:cubicBezTo>
                <a:cubicBezTo>
                  <a:pt x="111227" y="29472"/>
                  <a:pt x="119419" y="26086"/>
                  <a:pt x="129487" y="26086"/>
                </a:cubicBezTo>
                <a:cubicBezTo>
                  <a:pt x="139235" y="26086"/>
                  <a:pt x="147198" y="29399"/>
                  <a:pt x="153376" y="36025"/>
                </a:cubicBezTo>
                <a:cubicBezTo>
                  <a:pt x="159554" y="42649"/>
                  <a:pt x="162643" y="51969"/>
                  <a:pt x="162643" y="63985"/>
                </a:cubicBezTo>
                <a:cubicBezTo>
                  <a:pt x="162643" y="64716"/>
                  <a:pt x="162620" y="65812"/>
                  <a:pt x="162575" y="67274"/>
                </a:cubicBezTo>
                <a:lnTo>
                  <a:pt x="108206" y="67274"/>
                </a:lnTo>
                <a:cubicBezTo>
                  <a:pt x="108664" y="75306"/>
                  <a:pt x="110929" y="81455"/>
                  <a:pt x="115002" y="85723"/>
                </a:cubicBezTo>
                <a:cubicBezTo>
                  <a:pt x="119075" y="89990"/>
                  <a:pt x="124155" y="92124"/>
                  <a:pt x="130242" y="92124"/>
                </a:cubicBezTo>
                <a:cubicBezTo>
                  <a:pt x="134773" y="92124"/>
                  <a:pt x="138640" y="90924"/>
                  <a:pt x="141843" y="88522"/>
                </a:cubicBezTo>
                <a:cubicBezTo>
                  <a:pt x="145047" y="86120"/>
                  <a:pt x="147587" y="82286"/>
                  <a:pt x="149463" y="77022"/>
                </a:cubicBezTo>
                <a:moveTo>
                  <a:pt x="108893" y="57114"/>
                </a:moveTo>
                <a:lnTo>
                  <a:pt x="149600" y="57114"/>
                </a:lnTo>
                <a:cubicBezTo>
                  <a:pt x="149051" y="51002"/>
                  <a:pt x="147495" y="46418"/>
                  <a:pt x="144932" y="43361"/>
                </a:cubicBezTo>
                <a:cubicBezTo>
                  <a:pt x="140997" y="38617"/>
                  <a:pt x="135894" y="36246"/>
                  <a:pt x="129624" y="36246"/>
                </a:cubicBezTo>
                <a:cubicBezTo>
                  <a:pt x="123949" y="36246"/>
                  <a:pt x="119178" y="38139"/>
                  <a:pt x="115311" y="41926"/>
                </a:cubicBezTo>
                <a:cubicBezTo>
                  <a:pt x="111444" y="45712"/>
                  <a:pt x="109305" y="50774"/>
                  <a:pt x="108893" y="57114"/>
                </a:cubicBezTo>
                <a:close/>
                <a:moveTo>
                  <a:pt x="172524" y="78807"/>
                </a:moveTo>
                <a:lnTo>
                  <a:pt x="184743" y="76885"/>
                </a:lnTo>
                <a:cubicBezTo>
                  <a:pt x="185429" y="81803"/>
                  <a:pt x="187340" y="85573"/>
                  <a:pt x="190475" y="88194"/>
                </a:cubicBezTo>
                <a:cubicBezTo>
                  <a:pt x="193610" y="90814"/>
                  <a:pt x="197992" y="92124"/>
                  <a:pt x="203621" y="92124"/>
                </a:cubicBezTo>
                <a:cubicBezTo>
                  <a:pt x="209295" y="92124"/>
                  <a:pt x="213506" y="90969"/>
                  <a:pt x="216252" y="88658"/>
                </a:cubicBezTo>
                <a:cubicBezTo>
                  <a:pt x="218998" y="86346"/>
                  <a:pt x="220371" y="83635"/>
                  <a:pt x="220371" y="80523"/>
                </a:cubicBezTo>
                <a:cubicBezTo>
                  <a:pt x="220371" y="77731"/>
                  <a:pt x="219158" y="75535"/>
                  <a:pt x="216732" y="73933"/>
                </a:cubicBezTo>
                <a:cubicBezTo>
                  <a:pt x="215039" y="72834"/>
                  <a:pt x="210829" y="71439"/>
                  <a:pt x="204101" y="69745"/>
                </a:cubicBezTo>
                <a:cubicBezTo>
                  <a:pt x="195040" y="67457"/>
                  <a:pt x="188759" y="65478"/>
                  <a:pt x="185258" y="63807"/>
                </a:cubicBezTo>
                <a:cubicBezTo>
                  <a:pt x="181757" y="62137"/>
                  <a:pt x="179102" y="59826"/>
                  <a:pt x="177295" y="56874"/>
                </a:cubicBezTo>
                <a:cubicBezTo>
                  <a:pt x="175487" y="53922"/>
                  <a:pt x="174583" y="50661"/>
                  <a:pt x="174583" y="47092"/>
                </a:cubicBezTo>
                <a:cubicBezTo>
                  <a:pt x="174583" y="43843"/>
                  <a:pt x="175327" y="40834"/>
                  <a:pt x="176814" y="38065"/>
                </a:cubicBezTo>
                <a:cubicBezTo>
                  <a:pt x="178301" y="35296"/>
                  <a:pt x="180326" y="32996"/>
                  <a:pt x="182889" y="31166"/>
                </a:cubicBezTo>
                <a:cubicBezTo>
                  <a:pt x="184811" y="29747"/>
                  <a:pt x="187431" y="28546"/>
                  <a:pt x="190749" y="27562"/>
                </a:cubicBezTo>
                <a:cubicBezTo>
                  <a:pt x="194067" y="26578"/>
                  <a:pt x="197625" y="26086"/>
                  <a:pt x="201424" y="26086"/>
                </a:cubicBezTo>
                <a:cubicBezTo>
                  <a:pt x="207145" y="26086"/>
                  <a:pt x="212167" y="26910"/>
                  <a:pt x="216492" y="28557"/>
                </a:cubicBezTo>
                <a:cubicBezTo>
                  <a:pt x="220817" y="30205"/>
                  <a:pt x="224009" y="32436"/>
                  <a:pt x="226068" y="35250"/>
                </a:cubicBezTo>
                <a:cubicBezTo>
                  <a:pt x="228128" y="38065"/>
                  <a:pt x="229546" y="41829"/>
                  <a:pt x="230324" y="46543"/>
                </a:cubicBezTo>
                <a:lnTo>
                  <a:pt x="218242" y="48190"/>
                </a:lnTo>
                <a:cubicBezTo>
                  <a:pt x="217693" y="44437"/>
                  <a:pt x="216103" y="41509"/>
                  <a:pt x="213471" y="39403"/>
                </a:cubicBezTo>
                <a:cubicBezTo>
                  <a:pt x="210840" y="37298"/>
                  <a:pt x="207122" y="36246"/>
                  <a:pt x="202316" y="36246"/>
                </a:cubicBezTo>
                <a:cubicBezTo>
                  <a:pt x="196642" y="36246"/>
                  <a:pt x="192591" y="37184"/>
                  <a:pt x="190166" y="39060"/>
                </a:cubicBezTo>
                <a:cubicBezTo>
                  <a:pt x="187740" y="40936"/>
                  <a:pt x="186528" y="43133"/>
                  <a:pt x="186528" y="45650"/>
                </a:cubicBezTo>
                <a:cubicBezTo>
                  <a:pt x="186528" y="47252"/>
                  <a:pt x="187031" y="48694"/>
                  <a:pt x="188038" y="49975"/>
                </a:cubicBezTo>
                <a:cubicBezTo>
                  <a:pt x="189045" y="51302"/>
                  <a:pt x="190623" y="52401"/>
                  <a:pt x="192774" y="53270"/>
                </a:cubicBezTo>
                <a:cubicBezTo>
                  <a:pt x="194010" y="53728"/>
                  <a:pt x="197648" y="54780"/>
                  <a:pt x="203689" y="56428"/>
                </a:cubicBezTo>
                <a:cubicBezTo>
                  <a:pt x="212430" y="58762"/>
                  <a:pt x="218528" y="60672"/>
                  <a:pt x="221984" y="62160"/>
                </a:cubicBezTo>
                <a:cubicBezTo>
                  <a:pt x="225439" y="63647"/>
                  <a:pt x="228151" y="65810"/>
                  <a:pt x="230118" y="68647"/>
                </a:cubicBezTo>
                <a:cubicBezTo>
                  <a:pt x="232086" y="71484"/>
                  <a:pt x="233070" y="75008"/>
                  <a:pt x="233070" y="79219"/>
                </a:cubicBezTo>
                <a:cubicBezTo>
                  <a:pt x="233070" y="83337"/>
                  <a:pt x="231869" y="87216"/>
                  <a:pt x="229466" y="90854"/>
                </a:cubicBezTo>
                <a:cubicBezTo>
                  <a:pt x="227064" y="94493"/>
                  <a:pt x="223597" y="97307"/>
                  <a:pt x="219066" y="99298"/>
                </a:cubicBezTo>
                <a:cubicBezTo>
                  <a:pt x="214536" y="101289"/>
                  <a:pt x="209410" y="102284"/>
                  <a:pt x="203689" y="102284"/>
                </a:cubicBezTo>
                <a:cubicBezTo>
                  <a:pt x="194216" y="102284"/>
                  <a:pt x="186997" y="100310"/>
                  <a:pt x="182031" y="96363"/>
                </a:cubicBezTo>
                <a:cubicBezTo>
                  <a:pt x="177066" y="92416"/>
                  <a:pt x="173897" y="86564"/>
                  <a:pt x="172524" y="78807"/>
                </a:cubicBezTo>
                <a:close/>
                <a:moveTo>
                  <a:pt x="255376" y="128644"/>
                </a:moveTo>
                <a:lnTo>
                  <a:pt x="255376" y="27733"/>
                </a:lnTo>
                <a:lnTo>
                  <a:pt x="266634" y="27733"/>
                </a:lnTo>
                <a:lnTo>
                  <a:pt x="266634" y="37273"/>
                </a:lnTo>
                <a:cubicBezTo>
                  <a:pt x="269288" y="33543"/>
                  <a:pt x="272286" y="30747"/>
                  <a:pt x="275627" y="28883"/>
                </a:cubicBezTo>
                <a:cubicBezTo>
                  <a:pt x="278968" y="27018"/>
                  <a:pt x="283018" y="26086"/>
                  <a:pt x="287777" y="26086"/>
                </a:cubicBezTo>
                <a:cubicBezTo>
                  <a:pt x="294001" y="26086"/>
                  <a:pt x="299493" y="27688"/>
                  <a:pt x="304253" y="30891"/>
                </a:cubicBezTo>
                <a:cubicBezTo>
                  <a:pt x="309012" y="34095"/>
                  <a:pt x="312605" y="38614"/>
                  <a:pt x="315030" y="44449"/>
                </a:cubicBezTo>
                <a:cubicBezTo>
                  <a:pt x="317456" y="50284"/>
                  <a:pt x="318668" y="56680"/>
                  <a:pt x="318668" y="63636"/>
                </a:cubicBezTo>
                <a:cubicBezTo>
                  <a:pt x="318668" y="71095"/>
                  <a:pt x="317330" y="77811"/>
                  <a:pt x="314653" y="83784"/>
                </a:cubicBezTo>
                <a:cubicBezTo>
                  <a:pt x="311975" y="89756"/>
                  <a:pt x="308085" y="94332"/>
                  <a:pt x="302983" y="97513"/>
                </a:cubicBezTo>
                <a:cubicBezTo>
                  <a:pt x="297880" y="100694"/>
                  <a:pt x="292514" y="102284"/>
                  <a:pt x="286885" y="102284"/>
                </a:cubicBezTo>
                <a:cubicBezTo>
                  <a:pt x="282766" y="102284"/>
                  <a:pt x="279071" y="101414"/>
                  <a:pt x="275798" y="99675"/>
                </a:cubicBezTo>
                <a:cubicBezTo>
                  <a:pt x="272526" y="97936"/>
                  <a:pt x="269838" y="95740"/>
                  <a:pt x="267732" y="93085"/>
                </a:cubicBezTo>
                <a:lnTo>
                  <a:pt x="267732" y="128644"/>
                </a:lnTo>
                <a:lnTo>
                  <a:pt x="255376" y="128644"/>
                </a:lnTo>
                <a:moveTo>
                  <a:pt x="266565" y="64631"/>
                </a:moveTo>
                <a:cubicBezTo>
                  <a:pt x="266565" y="74001"/>
                  <a:pt x="268465" y="80926"/>
                  <a:pt x="272263" y="85405"/>
                </a:cubicBezTo>
                <a:cubicBezTo>
                  <a:pt x="276062" y="89885"/>
                  <a:pt x="280661" y="92124"/>
                  <a:pt x="286061" y="92124"/>
                </a:cubicBezTo>
                <a:cubicBezTo>
                  <a:pt x="291553" y="92124"/>
                  <a:pt x="296255" y="89805"/>
                  <a:pt x="300168" y="85165"/>
                </a:cubicBezTo>
                <a:cubicBezTo>
                  <a:pt x="304081" y="80526"/>
                  <a:pt x="306037" y="73338"/>
                  <a:pt x="306037" y="63601"/>
                </a:cubicBezTo>
                <a:cubicBezTo>
                  <a:pt x="306037" y="54323"/>
                  <a:pt x="304127" y="47375"/>
                  <a:pt x="300305" y="42758"/>
                </a:cubicBezTo>
                <a:cubicBezTo>
                  <a:pt x="296484" y="38142"/>
                  <a:pt x="291919" y="35834"/>
                  <a:pt x="286610" y="35834"/>
                </a:cubicBezTo>
                <a:cubicBezTo>
                  <a:pt x="281347" y="35834"/>
                  <a:pt x="276691" y="38291"/>
                  <a:pt x="272641" y="43205"/>
                </a:cubicBezTo>
                <a:cubicBezTo>
                  <a:pt x="268590" y="48119"/>
                  <a:pt x="266565" y="55261"/>
                  <a:pt x="266565" y="64631"/>
                </a:cubicBezTo>
                <a:close/>
                <a:moveTo>
                  <a:pt x="336887" y="64185"/>
                </a:moveTo>
                <a:cubicBezTo>
                  <a:pt x="336887" y="50684"/>
                  <a:pt x="340640" y="40685"/>
                  <a:pt x="348145" y="34186"/>
                </a:cubicBezTo>
                <a:cubicBezTo>
                  <a:pt x="354415" y="28786"/>
                  <a:pt x="362058" y="26086"/>
                  <a:pt x="371074" y="26086"/>
                </a:cubicBezTo>
                <a:cubicBezTo>
                  <a:pt x="381096" y="26086"/>
                  <a:pt x="389288" y="29369"/>
                  <a:pt x="395649" y="35937"/>
                </a:cubicBezTo>
                <a:cubicBezTo>
                  <a:pt x="402010" y="42504"/>
                  <a:pt x="405191" y="51577"/>
                  <a:pt x="405191" y="63155"/>
                </a:cubicBezTo>
                <a:cubicBezTo>
                  <a:pt x="405191" y="72537"/>
                  <a:pt x="403784" y="79917"/>
                  <a:pt x="400969" y="85294"/>
                </a:cubicBezTo>
                <a:cubicBezTo>
                  <a:pt x="398155" y="90671"/>
                  <a:pt x="394059" y="94847"/>
                  <a:pt x="388681" y="97822"/>
                </a:cubicBezTo>
                <a:cubicBezTo>
                  <a:pt x="383304" y="100797"/>
                  <a:pt x="377435" y="102284"/>
                  <a:pt x="371074" y="102284"/>
                </a:cubicBezTo>
                <a:cubicBezTo>
                  <a:pt x="360868" y="102284"/>
                  <a:pt x="352619" y="99012"/>
                  <a:pt x="346326" y="92467"/>
                </a:cubicBezTo>
                <a:cubicBezTo>
                  <a:pt x="340034" y="85923"/>
                  <a:pt x="336887" y="76496"/>
                  <a:pt x="336887" y="64185"/>
                </a:cubicBezTo>
                <a:moveTo>
                  <a:pt x="349587" y="64219"/>
                </a:moveTo>
                <a:cubicBezTo>
                  <a:pt x="349587" y="73544"/>
                  <a:pt x="351624" y="80526"/>
                  <a:pt x="355697" y="85165"/>
                </a:cubicBezTo>
                <a:cubicBezTo>
                  <a:pt x="359770" y="89805"/>
                  <a:pt x="364895" y="92124"/>
                  <a:pt x="371074" y="92124"/>
                </a:cubicBezTo>
                <a:cubicBezTo>
                  <a:pt x="377206" y="92124"/>
                  <a:pt x="382309" y="89793"/>
                  <a:pt x="386382" y="85131"/>
                </a:cubicBezTo>
                <a:cubicBezTo>
                  <a:pt x="390455" y="80469"/>
                  <a:pt x="392491" y="73361"/>
                  <a:pt x="392491" y="63807"/>
                </a:cubicBezTo>
                <a:cubicBezTo>
                  <a:pt x="392491" y="54803"/>
                  <a:pt x="390443" y="47981"/>
                  <a:pt x="386347" y="43342"/>
                </a:cubicBezTo>
                <a:cubicBezTo>
                  <a:pt x="382252" y="38703"/>
                  <a:pt x="377160" y="36383"/>
                  <a:pt x="371074" y="36383"/>
                </a:cubicBezTo>
                <a:cubicBezTo>
                  <a:pt x="364895" y="36383"/>
                  <a:pt x="359770" y="38691"/>
                  <a:pt x="355697" y="43308"/>
                </a:cubicBezTo>
                <a:cubicBezTo>
                  <a:pt x="351624" y="47924"/>
                  <a:pt x="349587" y="54895"/>
                  <a:pt x="349587" y="64219"/>
                </a:cubicBezTo>
                <a:close/>
                <a:moveTo>
                  <a:pt x="427598" y="100636"/>
                </a:moveTo>
                <a:lnTo>
                  <a:pt x="427598" y="27733"/>
                </a:lnTo>
                <a:lnTo>
                  <a:pt x="438719" y="27733"/>
                </a:lnTo>
                <a:lnTo>
                  <a:pt x="438719" y="38099"/>
                </a:lnTo>
                <a:cubicBezTo>
                  <a:pt x="444073" y="30090"/>
                  <a:pt x="451807" y="26086"/>
                  <a:pt x="461921" y="26086"/>
                </a:cubicBezTo>
                <a:cubicBezTo>
                  <a:pt x="466315" y="26086"/>
                  <a:pt x="470353" y="26875"/>
                  <a:pt x="474037" y="28454"/>
                </a:cubicBezTo>
                <a:cubicBezTo>
                  <a:pt x="477721" y="30033"/>
                  <a:pt x="480479" y="32104"/>
                  <a:pt x="482309" y="34667"/>
                </a:cubicBezTo>
                <a:cubicBezTo>
                  <a:pt x="484140" y="37230"/>
                  <a:pt x="485421" y="40273"/>
                  <a:pt x="486154" y="43797"/>
                </a:cubicBezTo>
                <a:cubicBezTo>
                  <a:pt x="486611" y="46085"/>
                  <a:pt x="486840" y="50089"/>
                  <a:pt x="486840" y="55810"/>
                </a:cubicBezTo>
                <a:lnTo>
                  <a:pt x="486840" y="100636"/>
                </a:lnTo>
                <a:lnTo>
                  <a:pt x="474484" y="100636"/>
                </a:lnTo>
                <a:lnTo>
                  <a:pt x="474484" y="56291"/>
                </a:lnTo>
                <a:cubicBezTo>
                  <a:pt x="474484" y="51256"/>
                  <a:pt x="474003" y="47492"/>
                  <a:pt x="473042" y="44998"/>
                </a:cubicBezTo>
                <a:cubicBezTo>
                  <a:pt x="472081" y="42504"/>
                  <a:pt x="470376" y="40513"/>
                  <a:pt x="467928" y="39026"/>
                </a:cubicBezTo>
                <a:cubicBezTo>
                  <a:pt x="465479" y="37538"/>
                  <a:pt x="462608" y="36795"/>
                  <a:pt x="459313" y="36795"/>
                </a:cubicBezTo>
                <a:cubicBezTo>
                  <a:pt x="454050" y="36795"/>
                  <a:pt x="449508" y="38465"/>
                  <a:pt x="445686" y="41806"/>
                </a:cubicBezTo>
                <a:cubicBezTo>
                  <a:pt x="441865" y="45147"/>
                  <a:pt x="439954" y="51485"/>
                  <a:pt x="439954" y="60821"/>
                </a:cubicBezTo>
                <a:lnTo>
                  <a:pt x="439954" y="100636"/>
                </a:lnTo>
                <a:lnTo>
                  <a:pt x="427598" y="100636"/>
                </a:lnTo>
                <a:close/>
                <a:moveTo>
                  <a:pt x="508766" y="78807"/>
                </a:moveTo>
                <a:lnTo>
                  <a:pt x="520985" y="76885"/>
                </a:lnTo>
                <a:cubicBezTo>
                  <a:pt x="521671" y="81803"/>
                  <a:pt x="523582" y="85573"/>
                  <a:pt x="526717" y="88194"/>
                </a:cubicBezTo>
                <a:cubicBezTo>
                  <a:pt x="529852" y="90814"/>
                  <a:pt x="534234" y="92124"/>
                  <a:pt x="539863" y="92124"/>
                </a:cubicBezTo>
                <a:cubicBezTo>
                  <a:pt x="545537" y="92124"/>
                  <a:pt x="549748" y="90969"/>
                  <a:pt x="552494" y="88658"/>
                </a:cubicBezTo>
                <a:cubicBezTo>
                  <a:pt x="555240" y="86346"/>
                  <a:pt x="556613" y="83635"/>
                  <a:pt x="556613" y="80523"/>
                </a:cubicBezTo>
                <a:cubicBezTo>
                  <a:pt x="556613" y="77731"/>
                  <a:pt x="555400" y="75535"/>
                  <a:pt x="552974" y="73933"/>
                </a:cubicBezTo>
                <a:cubicBezTo>
                  <a:pt x="551281" y="72834"/>
                  <a:pt x="547071" y="71439"/>
                  <a:pt x="540343" y="69745"/>
                </a:cubicBezTo>
                <a:cubicBezTo>
                  <a:pt x="531282" y="67457"/>
                  <a:pt x="525001" y="65478"/>
                  <a:pt x="521500" y="63807"/>
                </a:cubicBezTo>
                <a:cubicBezTo>
                  <a:pt x="517999" y="62137"/>
                  <a:pt x="515344" y="59826"/>
                  <a:pt x="513537" y="56874"/>
                </a:cubicBezTo>
                <a:cubicBezTo>
                  <a:pt x="511729" y="53922"/>
                  <a:pt x="510825" y="50661"/>
                  <a:pt x="510825" y="47092"/>
                </a:cubicBezTo>
                <a:cubicBezTo>
                  <a:pt x="510825" y="43843"/>
                  <a:pt x="511569" y="40834"/>
                  <a:pt x="513056" y="38065"/>
                </a:cubicBezTo>
                <a:cubicBezTo>
                  <a:pt x="514543" y="35296"/>
                  <a:pt x="516568" y="32996"/>
                  <a:pt x="519131" y="31166"/>
                </a:cubicBezTo>
                <a:cubicBezTo>
                  <a:pt x="521053" y="29747"/>
                  <a:pt x="523673" y="28546"/>
                  <a:pt x="526991" y="27562"/>
                </a:cubicBezTo>
                <a:cubicBezTo>
                  <a:pt x="530309" y="26578"/>
                  <a:pt x="533868" y="26086"/>
                  <a:pt x="537666" y="26086"/>
                </a:cubicBezTo>
                <a:cubicBezTo>
                  <a:pt x="543387" y="26086"/>
                  <a:pt x="548409" y="26910"/>
                  <a:pt x="552734" y="28557"/>
                </a:cubicBezTo>
                <a:cubicBezTo>
                  <a:pt x="557059" y="30205"/>
                  <a:pt x="560251" y="32436"/>
                  <a:pt x="562310" y="35250"/>
                </a:cubicBezTo>
                <a:cubicBezTo>
                  <a:pt x="564370" y="38065"/>
                  <a:pt x="565788" y="41829"/>
                  <a:pt x="566566" y="46543"/>
                </a:cubicBezTo>
                <a:lnTo>
                  <a:pt x="554484" y="48190"/>
                </a:lnTo>
                <a:cubicBezTo>
                  <a:pt x="553935" y="44437"/>
                  <a:pt x="552345" y="41509"/>
                  <a:pt x="549714" y="39403"/>
                </a:cubicBezTo>
                <a:cubicBezTo>
                  <a:pt x="547082" y="37298"/>
                  <a:pt x="543364" y="36246"/>
                  <a:pt x="538558" y="36246"/>
                </a:cubicBezTo>
                <a:cubicBezTo>
                  <a:pt x="532884" y="36246"/>
                  <a:pt x="528833" y="37184"/>
                  <a:pt x="526408" y="39060"/>
                </a:cubicBezTo>
                <a:cubicBezTo>
                  <a:pt x="523982" y="40936"/>
                  <a:pt x="522770" y="43133"/>
                  <a:pt x="522770" y="45650"/>
                </a:cubicBezTo>
                <a:cubicBezTo>
                  <a:pt x="522770" y="47252"/>
                  <a:pt x="523273" y="48694"/>
                  <a:pt x="524280" y="49975"/>
                </a:cubicBezTo>
                <a:cubicBezTo>
                  <a:pt x="525287" y="51302"/>
                  <a:pt x="526866" y="52401"/>
                  <a:pt x="529016" y="53270"/>
                </a:cubicBezTo>
                <a:cubicBezTo>
                  <a:pt x="530252" y="53728"/>
                  <a:pt x="533890" y="54780"/>
                  <a:pt x="539931" y="56428"/>
                </a:cubicBezTo>
                <a:cubicBezTo>
                  <a:pt x="548672" y="58762"/>
                  <a:pt x="554771" y="60672"/>
                  <a:pt x="558226" y="62160"/>
                </a:cubicBezTo>
                <a:cubicBezTo>
                  <a:pt x="561681" y="63647"/>
                  <a:pt x="564393" y="65810"/>
                  <a:pt x="566360" y="68647"/>
                </a:cubicBezTo>
                <a:cubicBezTo>
                  <a:pt x="568328" y="71484"/>
                  <a:pt x="569312" y="75008"/>
                  <a:pt x="569312" y="79219"/>
                </a:cubicBezTo>
                <a:cubicBezTo>
                  <a:pt x="569312" y="83337"/>
                  <a:pt x="568111" y="87216"/>
                  <a:pt x="565708" y="90854"/>
                </a:cubicBezTo>
                <a:cubicBezTo>
                  <a:pt x="563306" y="94493"/>
                  <a:pt x="559839" y="97307"/>
                  <a:pt x="555308" y="99298"/>
                </a:cubicBezTo>
                <a:cubicBezTo>
                  <a:pt x="550778" y="101289"/>
                  <a:pt x="545652" y="102284"/>
                  <a:pt x="539931" y="102284"/>
                </a:cubicBezTo>
                <a:cubicBezTo>
                  <a:pt x="530458" y="102284"/>
                  <a:pt x="523239" y="100310"/>
                  <a:pt x="518273" y="96363"/>
                </a:cubicBezTo>
                <a:cubicBezTo>
                  <a:pt x="513308" y="92416"/>
                  <a:pt x="510139" y="86564"/>
                  <a:pt x="508766" y="78807"/>
                </a:cubicBezTo>
                <a:close/>
                <a:moveTo>
                  <a:pt x="641525" y="77022"/>
                </a:moveTo>
                <a:lnTo>
                  <a:pt x="654293" y="78669"/>
                </a:lnTo>
                <a:cubicBezTo>
                  <a:pt x="652279" y="86151"/>
                  <a:pt x="648549" y="91957"/>
                  <a:pt x="643103" y="96089"/>
                </a:cubicBezTo>
                <a:cubicBezTo>
                  <a:pt x="637657" y="100219"/>
                  <a:pt x="630701" y="102284"/>
                  <a:pt x="622235" y="102284"/>
                </a:cubicBezTo>
                <a:cubicBezTo>
                  <a:pt x="611572" y="102284"/>
                  <a:pt x="603117" y="99000"/>
                  <a:pt x="596870" y="92433"/>
                </a:cubicBezTo>
                <a:cubicBezTo>
                  <a:pt x="590623" y="85866"/>
                  <a:pt x="587499" y="76656"/>
                  <a:pt x="587499" y="64803"/>
                </a:cubicBezTo>
                <a:cubicBezTo>
                  <a:pt x="587499" y="52538"/>
                  <a:pt x="590657" y="43019"/>
                  <a:pt x="596973" y="36246"/>
                </a:cubicBezTo>
                <a:cubicBezTo>
                  <a:pt x="603288" y="29472"/>
                  <a:pt x="611480" y="26086"/>
                  <a:pt x="621548" y="26086"/>
                </a:cubicBezTo>
                <a:cubicBezTo>
                  <a:pt x="631296" y="26086"/>
                  <a:pt x="639259" y="29399"/>
                  <a:pt x="645437" y="36025"/>
                </a:cubicBezTo>
                <a:cubicBezTo>
                  <a:pt x="651616" y="42649"/>
                  <a:pt x="654705" y="51969"/>
                  <a:pt x="654705" y="63985"/>
                </a:cubicBezTo>
                <a:cubicBezTo>
                  <a:pt x="654705" y="64716"/>
                  <a:pt x="654682" y="65812"/>
                  <a:pt x="654636" y="67274"/>
                </a:cubicBezTo>
                <a:lnTo>
                  <a:pt x="600268" y="67274"/>
                </a:lnTo>
                <a:cubicBezTo>
                  <a:pt x="600725" y="75306"/>
                  <a:pt x="602991" y="81455"/>
                  <a:pt x="607064" y="85723"/>
                </a:cubicBezTo>
                <a:cubicBezTo>
                  <a:pt x="611137" y="89990"/>
                  <a:pt x="616217" y="92124"/>
                  <a:pt x="622303" y="92124"/>
                </a:cubicBezTo>
                <a:cubicBezTo>
                  <a:pt x="626834" y="92124"/>
                  <a:pt x="630701" y="90924"/>
                  <a:pt x="633905" y="88522"/>
                </a:cubicBezTo>
                <a:cubicBezTo>
                  <a:pt x="637108" y="86120"/>
                  <a:pt x="639648" y="82286"/>
                  <a:pt x="641525" y="77022"/>
                </a:cubicBezTo>
                <a:moveTo>
                  <a:pt x="600954" y="57114"/>
                </a:moveTo>
                <a:lnTo>
                  <a:pt x="641662" y="57114"/>
                </a:lnTo>
                <a:cubicBezTo>
                  <a:pt x="641113" y="51002"/>
                  <a:pt x="639557" y="46418"/>
                  <a:pt x="636994" y="43361"/>
                </a:cubicBezTo>
                <a:cubicBezTo>
                  <a:pt x="633058" y="38617"/>
                  <a:pt x="627955" y="36246"/>
                  <a:pt x="621686" y="36246"/>
                </a:cubicBezTo>
                <a:cubicBezTo>
                  <a:pt x="616011" y="36246"/>
                  <a:pt x="611240" y="38139"/>
                  <a:pt x="607373" y="41926"/>
                </a:cubicBezTo>
                <a:cubicBezTo>
                  <a:pt x="603506" y="45712"/>
                  <a:pt x="601366" y="50774"/>
                  <a:pt x="600954" y="57114"/>
                </a:cubicBezTo>
                <a:close/>
                <a:moveTo>
                  <a:pt x="672961" y="41875"/>
                </a:moveTo>
                <a:lnTo>
                  <a:pt x="672961" y="27733"/>
                </a:lnTo>
                <a:lnTo>
                  <a:pt x="687033" y="27733"/>
                </a:lnTo>
                <a:lnTo>
                  <a:pt x="687033" y="41875"/>
                </a:lnTo>
                <a:lnTo>
                  <a:pt x="672961" y="41875"/>
                </a:lnTo>
                <a:moveTo>
                  <a:pt x="672961" y="100636"/>
                </a:moveTo>
                <a:lnTo>
                  <a:pt x="672961" y="86495"/>
                </a:lnTo>
                <a:lnTo>
                  <a:pt x="687033" y="86495"/>
                </a:lnTo>
                <a:lnTo>
                  <a:pt x="687033" y="100636"/>
                </a:lnTo>
                <a:lnTo>
                  <a:pt x="672961" y="100636"/>
                </a:lnTo>
                <a:close/>
                <a:moveTo>
                  <a:pt x="793307" y="56565"/>
                </a:moveTo>
                <a:lnTo>
                  <a:pt x="793307" y="45032"/>
                </a:lnTo>
                <a:lnTo>
                  <a:pt x="859963" y="16887"/>
                </a:lnTo>
                <a:lnTo>
                  <a:pt x="859963" y="29244"/>
                </a:lnTo>
                <a:lnTo>
                  <a:pt x="807105" y="50867"/>
                </a:lnTo>
                <a:lnTo>
                  <a:pt x="859963" y="72766"/>
                </a:lnTo>
                <a:lnTo>
                  <a:pt x="859963" y="85122"/>
                </a:lnTo>
                <a:lnTo>
                  <a:pt x="793307" y="5656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993" cap="flat">
            <a:solidFill>
              <a:srgbClr val="3B5F21"/>
            </a:solidFill>
            <a:miter/>
          </a:ln>
        </p:spPr>
      </p:sp>
      <p:sp>
        <p:nvSpPr>
          <p:cNvPr id="90" name="Text 푪��">
            <a:extLst xmlns:a="http://schemas.openxmlformats.org/drawingml/2006/main">
              <a:ext uri="{FF2B5EF4-FFF2-40B4-BE49-F238E27FC236}">
                <a16:creationId xmlns:a16="http://schemas.microsoft.com/office/drawing/2014/main" id="{24A76CB8-863B-445B-8700-7741CC3B0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5284" y="4643811"/>
            <a:ext cx="343388" cy="106287"/>
          </a:xfrm>
          <a:custGeom xmlns:a="http://schemas.openxmlformats.org/drawingml/2006/main">
            <a:pathLst>
              <a:path w="343388" h="106287">
                <a:moveTo>
                  <a:pt x="107784" y="8858"/>
                </a:moveTo>
                <a:lnTo>
                  <a:pt x="103005" y="34023"/>
                </a:lnTo>
                <a:lnTo>
                  <a:pt x="94289" y="34023"/>
                </a:lnTo>
                <a:cubicBezTo>
                  <a:pt x="94101" y="25401"/>
                  <a:pt x="92086" y="18934"/>
                  <a:pt x="88244" y="14622"/>
                </a:cubicBezTo>
                <a:cubicBezTo>
                  <a:pt x="84306" y="10404"/>
                  <a:pt x="78496" y="8296"/>
                  <a:pt x="70811" y="8296"/>
                </a:cubicBezTo>
                <a:cubicBezTo>
                  <a:pt x="60876" y="8296"/>
                  <a:pt x="52769" y="11997"/>
                  <a:pt x="46489" y="19401"/>
                </a:cubicBezTo>
                <a:cubicBezTo>
                  <a:pt x="40209" y="26712"/>
                  <a:pt x="35570" y="37960"/>
                  <a:pt x="32571" y="53143"/>
                </a:cubicBezTo>
                <a:cubicBezTo>
                  <a:pt x="29572" y="68608"/>
                  <a:pt x="29806" y="79902"/>
                  <a:pt x="33272" y="87025"/>
                </a:cubicBezTo>
                <a:cubicBezTo>
                  <a:pt x="36647" y="94336"/>
                  <a:pt x="43396" y="97991"/>
                  <a:pt x="53519" y="97991"/>
                </a:cubicBezTo>
                <a:cubicBezTo>
                  <a:pt x="60454" y="97991"/>
                  <a:pt x="66405" y="96070"/>
                  <a:pt x="71374" y="92227"/>
                </a:cubicBezTo>
                <a:cubicBezTo>
                  <a:pt x="76435" y="88477"/>
                  <a:pt x="80699" y="82760"/>
                  <a:pt x="84165" y="75076"/>
                </a:cubicBezTo>
                <a:lnTo>
                  <a:pt x="97803" y="75076"/>
                </a:lnTo>
                <a:cubicBezTo>
                  <a:pt x="93023" y="85666"/>
                  <a:pt x="86603" y="93539"/>
                  <a:pt x="78543" y="98695"/>
                </a:cubicBezTo>
                <a:cubicBezTo>
                  <a:pt x="70670" y="103756"/>
                  <a:pt x="60782" y="106287"/>
                  <a:pt x="48879" y="106287"/>
                </a:cubicBezTo>
                <a:cubicBezTo>
                  <a:pt x="31540" y="106287"/>
                  <a:pt x="18793" y="101507"/>
                  <a:pt x="10638" y="91946"/>
                </a:cubicBezTo>
                <a:cubicBezTo>
                  <a:pt x="2483" y="82480"/>
                  <a:pt x="0" y="69546"/>
                  <a:pt x="3188" y="53143"/>
                </a:cubicBezTo>
                <a:cubicBezTo>
                  <a:pt x="6467" y="36648"/>
                  <a:pt x="14012" y="23714"/>
                  <a:pt x="25822" y="14341"/>
                </a:cubicBezTo>
                <a:cubicBezTo>
                  <a:pt x="37819" y="4780"/>
                  <a:pt x="52394" y="0"/>
                  <a:pt x="69546" y="0"/>
                </a:cubicBezTo>
                <a:cubicBezTo>
                  <a:pt x="75919" y="0"/>
                  <a:pt x="82104" y="750"/>
                  <a:pt x="88102" y="2250"/>
                </a:cubicBezTo>
                <a:cubicBezTo>
                  <a:pt x="94194" y="3562"/>
                  <a:pt x="100755" y="5764"/>
                  <a:pt x="107784" y="8858"/>
                </a:cubicBezTo>
                <a:close/>
                <a:moveTo>
                  <a:pt x="188553" y="49488"/>
                </a:moveTo>
                <a:cubicBezTo>
                  <a:pt x="188553" y="46864"/>
                  <a:pt x="188366" y="44942"/>
                  <a:pt x="187991" y="43724"/>
                </a:cubicBezTo>
                <a:cubicBezTo>
                  <a:pt x="186680" y="39319"/>
                  <a:pt x="183446" y="37117"/>
                  <a:pt x="178291" y="37117"/>
                </a:cubicBezTo>
                <a:cubicBezTo>
                  <a:pt x="173042" y="37117"/>
                  <a:pt x="169012" y="39319"/>
                  <a:pt x="166200" y="43724"/>
                </a:cubicBezTo>
                <a:cubicBezTo>
                  <a:pt x="163201" y="47941"/>
                  <a:pt x="160577" y="55955"/>
                  <a:pt x="158327" y="67765"/>
                </a:cubicBezTo>
                <a:cubicBezTo>
                  <a:pt x="156828" y="74982"/>
                  <a:pt x="156079" y="80980"/>
                  <a:pt x="156079" y="85759"/>
                </a:cubicBezTo>
                <a:cubicBezTo>
                  <a:pt x="156079" y="88009"/>
                  <a:pt x="156313" y="90071"/>
                  <a:pt x="156781" y="91946"/>
                </a:cubicBezTo>
                <a:cubicBezTo>
                  <a:pt x="158093" y="96351"/>
                  <a:pt x="161327" y="98553"/>
                  <a:pt x="166481" y="98553"/>
                </a:cubicBezTo>
                <a:cubicBezTo>
                  <a:pt x="171542" y="98553"/>
                  <a:pt x="175573" y="96351"/>
                  <a:pt x="178572" y="91946"/>
                </a:cubicBezTo>
                <a:cubicBezTo>
                  <a:pt x="181478" y="87729"/>
                  <a:pt x="184056" y="79668"/>
                  <a:pt x="186305" y="67765"/>
                </a:cubicBezTo>
                <a:cubicBezTo>
                  <a:pt x="187804" y="60267"/>
                  <a:pt x="188553" y="54175"/>
                  <a:pt x="188553" y="49488"/>
                </a:cubicBezTo>
                <a:moveTo>
                  <a:pt x="214562" y="58204"/>
                </a:moveTo>
                <a:cubicBezTo>
                  <a:pt x="214562" y="61390"/>
                  <a:pt x="214234" y="64577"/>
                  <a:pt x="213579" y="67765"/>
                </a:cubicBezTo>
                <a:cubicBezTo>
                  <a:pt x="211235" y="79761"/>
                  <a:pt x="205752" y="89180"/>
                  <a:pt x="197130" y="96022"/>
                </a:cubicBezTo>
                <a:cubicBezTo>
                  <a:pt x="188601" y="102865"/>
                  <a:pt x="177869" y="106287"/>
                  <a:pt x="164935" y="106287"/>
                </a:cubicBezTo>
                <a:cubicBezTo>
                  <a:pt x="152095" y="106287"/>
                  <a:pt x="142676" y="102865"/>
                  <a:pt x="136678" y="96022"/>
                </a:cubicBezTo>
                <a:cubicBezTo>
                  <a:pt x="132366" y="91150"/>
                  <a:pt x="130210" y="84917"/>
                  <a:pt x="130210" y="77324"/>
                </a:cubicBezTo>
                <a:cubicBezTo>
                  <a:pt x="130210" y="74138"/>
                  <a:pt x="130538" y="70952"/>
                  <a:pt x="131195" y="67765"/>
                </a:cubicBezTo>
                <a:cubicBezTo>
                  <a:pt x="133631" y="55768"/>
                  <a:pt x="139114" y="46395"/>
                  <a:pt x="147642" y="39646"/>
                </a:cubicBezTo>
                <a:cubicBezTo>
                  <a:pt x="156171" y="32804"/>
                  <a:pt x="166903" y="29383"/>
                  <a:pt x="179837" y="29383"/>
                </a:cubicBezTo>
                <a:cubicBezTo>
                  <a:pt x="192772" y="29383"/>
                  <a:pt x="202191" y="32757"/>
                  <a:pt x="208096" y="39506"/>
                </a:cubicBezTo>
                <a:cubicBezTo>
                  <a:pt x="212407" y="44380"/>
                  <a:pt x="214562" y="50613"/>
                  <a:pt x="214562" y="58204"/>
                </a:cubicBezTo>
                <a:close/>
                <a:moveTo>
                  <a:pt x="343388" y="1828"/>
                </a:moveTo>
                <a:lnTo>
                  <a:pt x="338328" y="27416"/>
                </a:lnTo>
                <a:lnTo>
                  <a:pt x="329048" y="27416"/>
                </a:lnTo>
                <a:lnTo>
                  <a:pt x="332283" y="11247"/>
                </a:lnTo>
                <a:lnTo>
                  <a:pt x="304024" y="11247"/>
                </a:lnTo>
                <a:lnTo>
                  <a:pt x="287435" y="96022"/>
                </a:lnTo>
                <a:lnTo>
                  <a:pt x="301211" y="96022"/>
                </a:lnTo>
                <a:lnTo>
                  <a:pt x="299525" y="104318"/>
                </a:lnTo>
                <a:lnTo>
                  <a:pt x="245680" y="104318"/>
                </a:lnTo>
                <a:lnTo>
                  <a:pt x="247366" y="96022"/>
                </a:lnTo>
                <a:lnTo>
                  <a:pt x="260864" y="96022"/>
                </a:lnTo>
                <a:lnTo>
                  <a:pt x="277453" y="11247"/>
                </a:lnTo>
                <a:lnTo>
                  <a:pt x="249336" y="11247"/>
                </a:lnTo>
                <a:lnTo>
                  <a:pt x="246242" y="27416"/>
                </a:lnTo>
                <a:lnTo>
                  <a:pt x="236823" y="27416"/>
                </a:lnTo>
                <a:lnTo>
                  <a:pt x="241744" y="1828"/>
                </a:lnTo>
                <a:lnTo>
                  <a:pt x="343388" y="1828"/>
                </a:lnTo>
                <a:close/>
              </a:path>
            </a:pathLst>
          </a:custGeom>
          <a:solidFill xmlns:a="http://schemas.openxmlformats.org/drawingml/2006/main">
            <a:srgbClr val="3B5F2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1" name="Text �+�">
            <a:extLst xmlns:a="http://schemas.openxmlformats.org/drawingml/2006/main">
              <a:ext uri="{FF2B5EF4-FFF2-40B4-BE49-F238E27FC236}">
                <a16:creationId xmlns:a16="http://schemas.microsoft.com/office/drawing/2014/main" id="{0329FA59-7896-4638-ABDE-753DE5B2B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7699" y="4700564"/>
            <a:ext cx="216367" cy="79567"/>
          </a:xfrm>
          <a:custGeom xmlns:a="http://schemas.openxmlformats.org/drawingml/2006/main">
            <a:pathLst>
              <a:path w="216367" h="79567">
                <a:moveTo>
                  <a:pt x="61144" y="69807"/>
                </a:moveTo>
                <a:lnTo>
                  <a:pt x="59950" y="75683"/>
                </a:lnTo>
                <a:lnTo>
                  <a:pt x="40929" y="75683"/>
                </a:lnTo>
                <a:lnTo>
                  <a:pt x="26788" y="51384"/>
                </a:lnTo>
                <a:lnTo>
                  <a:pt x="21112" y="55666"/>
                </a:lnTo>
                <a:lnTo>
                  <a:pt x="17228" y="75683"/>
                </a:lnTo>
                <a:lnTo>
                  <a:pt x="0" y="75683"/>
                </a:lnTo>
                <a:lnTo>
                  <a:pt x="13544" y="5875"/>
                </a:lnTo>
                <a:lnTo>
                  <a:pt x="6274" y="5875"/>
                </a:lnTo>
                <a:lnTo>
                  <a:pt x="7370" y="0"/>
                </a:lnTo>
                <a:lnTo>
                  <a:pt x="31966" y="0"/>
                </a:lnTo>
                <a:lnTo>
                  <a:pt x="22506" y="48596"/>
                </a:lnTo>
                <a:lnTo>
                  <a:pt x="47004" y="29874"/>
                </a:lnTo>
                <a:lnTo>
                  <a:pt x="40830" y="29874"/>
                </a:lnTo>
                <a:lnTo>
                  <a:pt x="41925" y="23999"/>
                </a:lnTo>
                <a:lnTo>
                  <a:pt x="55966" y="23999"/>
                </a:lnTo>
                <a:lnTo>
                  <a:pt x="54771" y="29874"/>
                </a:lnTo>
                <a:lnTo>
                  <a:pt x="39137" y="41825"/>
                </a:lnTo>
                <a:lnTo>
                  <a:pt x="55467" y="69807"/>
                </a:lnTo>
                <a:lnTo>
                  <a:pt x="61144" y="69807"/>
                </a:lnTo>
                <a:close/>
                <a:moveTo>
                  <a:pt x="139862" y="52281"/>
                </a:moveTo>
                <a:lnTo>
                  <a:pt x="112578" y="52281"/>
                </a:lnTo>
                <a:lnTo>
                  <a:pt x="112578" y="79567"/>
                </a:lnTo>
                <a:lnTo>
                  <a:pt x="104611" y="79567"/>
                </a:lnTo>
                <a:lnTo>
                  <a:pt x="104611" y="52281"/>
                </a:lnTo>
                <a:lnTo>
                  <a:pt x="77325" y="52281"/>
                </a:lnTo>
                <a:lnTo>
                  <a:pt x="77325" y="44314"/>
                </a:lnTo>
                <a:lnTo>
                  <a:pt x="104611" y="44314"/>
                </a:lnTo>
                <a:lnTo>
                  <a:pt x="104611" y="17028"/>
                </a:lnTo>
                <a:lnTo>
                  <a:pt x="112578" y="17028"/>
                </a:lnTo>
                <a:lnTo>
                  <a:pt x="112578" y="44314"/>
                </a:lnTo>
                <a:lnTo>
                  <a:pt x="139862" y="44314"/>
                </a:lnTo>
                <a:lnTo>
                  <a:pt x="139862" y="52281"/>
                </a:lnTo>
                <a:close/>
                <a:moveTo>
                  <a:pt x="216367" y="69807"/>
                </a:moveTo>
                <a:lnTo>
                  <a:pt x="215171" y="75683"/>
                </a:lnTo>
                <a:lnTo>
                  <a:pt x="190575" y="75683"/>
                </a:lnTo>
                <a:lnTo>
                  <a:pt x="197048" y="42322"/>
                </a:lnTo>
                <a:cubicBezTo>
                  <a:pt x="197513" y="40198"/>
                  <a:pt x="197745" y="38272"/>
                  <a:pt x="197745" y="36546"/>
                </a:cubicBezTo>
                <a:cubicBezTo>
                  <a:pt x="197745" y="35086"/>
                  <a:pt x="197546" y="33958"/>
                  <a:pt x="197147" y="33161"/>
                </a:cubicBezTo>
                <a:cubicBezTo>
                  <a:pt x="196350" y="31369"/>
                  <a:pt x="194591" y="30539"/>
                  <a:pt x="191869" y="30672"/>
                </a:cubicBezTo>
                <a:cubicBezTo>
                  <a:pt x="188417" y="30672"/>
                  <a:pt x="185629" y="31933"/>
                  <a:pt x="183504" y="34455"/>
                </a:cubicBezTo>
                <a:cubicBezTo>
                  <a:pt x="181446" y="36912"/>
                  <a:pt x="179852" y="40961"/>
                  <a:pt x="178724" y="46604"/>
                </a:cubicBezTo>
                <a:lnTo>
                  <a:pt x="173048" y="75683"/>
                </a:lnTo>
                <a:lnTo>
                  <a:pt x="155820" y="75683"/>
                </a:lnTo>
                <a:lnTo>
                  <a:pt x="164683" y="29874"/>
                </a:lnTo>
                <a:lnTo>
                  <a:pt x="157413" y="29874"/>
                </a:lnTo>
                <a:lnTo>
                  <a:pt x="158508" y="23999"/>
                </a:lnTo>
                <a:lnTo>
                  <a:pt x="183106" y="23999"/>
                </a:lnTo>
                <a:lnTo>
                  <a:pt x="181711" y="31269"/>
                </a:lnTo>
                <a:cubicBezTo>
                  <a:pt x="184367" y="28215"/>
                  <a:pt x="187156" y="25991"/>
                  <a:pt x="190076" y="24597"/>
                </a:cubicBezTo>
                <a:cubicBezTo>
                  <a:pt x="192998" y="23203"/>
                  <a:pt x="196484" y="22539"/>
                  <a:pt x="200534" y="22605"/>
                </a:cubicBezTo>
                <a:cubicBezTo>
                  <a:pt x="206309" y="22605"/>
                  <a:pt x="210358" y="24298"/>
                  <a:pt x="212682" y="27684"/>
                </a:cubicBezTo>
                <a:cubicBezTo>
                  <a:pt x="214143" y="29809"/>
                  <a:pt x="214874" y="32663"/>
                  <a:pt x="214874" y="36248"/>
                </a:cubicBezTo>
                <a:cubicBezTo>
                  <a:pt x="214874" y="38373"/>
                  <a:pt x="214641" y="40563"/>
                  <a:pt x="214176" y="42820"/>
                </a:cubicBezTo>
                <a:lnTo>
                  <a:pt x="208997" y="69807"/>
                </a:lnTo>
                <a:lnTo>
                  <a:pt x="216367" y="69807"/>
                </a:lnTo>
                <a:close/>
              </a:path>
            </a:pathLst>
          </a:custGeom>
          <a:solidFill xmlns:a="http://schemas.openxmlformats.org/drawingml/2006/main">
            <a:srgbClr val="3B5F2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2" name="Text ,푨풄풕���">
            <a:extLst xmlns:a="http://schemas.openxmlformats.org/drawingml/2006/main">
              <a:ext uri="{FF2B5EF4-FFF2-40B4-BE49-F238E27FC236}">
                <a16:creationId xmlns:a16="http://schemas.microsoft.com/office/drawing/2014/main" id="{D720C69D-E8F9-497F-B2DF-CB2370723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2623" y="4641282"/>
            <a:ext cx="668078" cy="125967"/>
          </a:xfrm>
          <a:custGeom xmlns:a="http://schemas.openxmlformats.org/drawingml/2006/main">
            <a:pathLst>
              <a:path w="668078" h="125967">
                <a:moveTo>
                  <a:pt x="26009" y="91243"/>
                </a:moveTo>
                <a:cubicBezTo>
                  <a:pt x="25541" y="99021"/>
                  <a:pt x="23714" y="105722"/>
                  <a:pt x="20528" y="111345"/>
                </a:cubicBezTo>
                <a:cubicBezTo>
                  <a:pt x="17152" y="116969"/>
                  <a:pt x="12138" y="121843"/>
                  <a:pt x="5483" y="125967"/>
                </a:cubicBezTo>
                <a:lnTo>
                  <a:pt x="0" y="120484"/>
                </a:lnTo>
                <a:cubicBezTo>
                  <a:pt x="4217" y="117298"/>
                  <a:pt x="7405" y="113596"/>
                  <a:pt x="9561" y="109378"/>
                </a:cubicBezTo>
                <a:cubicBezTo>
                  <a:pt x="11529" y="105066"/>
                  <a:pt x="12513" y="99864"/>
                  <a:pt x="12513" y="93772"/>
                </a:cubicBezTo>
                <a:lnTo>
                  <a:pt x="12513" y="91243"/>
                </a:lnTo>
                <a:lnTo>
                  <a:pt x="26009" y="91243"/>
                </a:lnTo>
                <a:close/>
                <a:moveTo>
                  <a:pt x="208680" y="98551"/>
                </a:moveTo>
                <a:lnTo>
                  <a:pt x="206994" y="106847"/>
                </a:lnTo>
                <a:lnTo>
                  <a:pt x="159053" y="106847"/>
                </a:lnTo>
                <a:lnTo>
                  <a:pt x="160599" y="98551"/>
                </a:lnTo>
                <a:lnTo>
                  <a:pt x="170723" y="98551"/>
                </a:lnTo>
                <a:lnTo>
                  <a:pt x="166364" y="77605"/>
                </a:lnTo>
                <a:lnTo>
                  <a:pt x="127842" y="77605"/>
                </a:lnTo>
                <a:lnTo>
                  <a:pt x="115189" y="98551"/>
                </a:lnTo>
                <a:lnTo>
                  <a:pt x="127421" y="98551"/>
                </a:lnTo>
                <a:lnTo>
                  <a:pt x="125733" y="106847"/>
                </a:lnTo>
                <a:lnTo>
                  <a:pt x="95226" y="106847"/>
                </a:lnTo>
                <a:lnTo>
                  <a:pt x="96912" y="98551"/>
                </a:lnTo>
                <a:lnTo>
                  <a:pt x="105208" y="98551"/>
                </a:lnTo>
                <a:lnTo>
                  <a:pt x="162146" y="4357"/>
                </a:lnTo>
                <a:lnTo>
                  <a:pt x="178596" y="4357"/>
                </a:lnTo>
                <a:lnTo>
                  <a:pt x="198840" y="98551"/>
                </a:lnTo>
                <a:lnTo>
                  <a:pt x="208680" y="98551"/>
                </a:lnTo>
                <a:moveTo>
                  <a:pt x="164536" y="69310"/>
                </a:moveTo>
                <a:lnTo>
                  <a:pt x="156382" y="30085"/>
                </a:lnTo>
                <a:lnTo>
                  <a:pt x="132763" y="69310"/>
                </a:lnTo>
                <a:lnTo>
                  <a:pt x="164536" y="69310"/>
                </a:lnTo>
                <a:close/>
                <a:moveTo>
                  <a:pt x="309577" y="37676"/>
                </a:moveTo>
                <a:lnTo>
                  <a:pt x="305641" y="57921"/>
                </a:lnTo>
                <a:lnTo>
                  <a:pt x="297907" y="57921"/>
                </a:lnTo>
                <a:cubicBezTo>
                  <a:pt x="298002" y="57266"/>
                  <a:pt x="298049" y="56282"/>
                  <a:pt x="298049" y="54969"/>
                </a:cubicBezTo>
                <a:cubicBezTo>
                  <a:pt x="298049" y="50377"/>
                  <a:pt x="297111" y="46769"/>
                  <a:pt x="295236" y="44144"/>
                </a:cubicBezTo>
                <a:cubicBezTo>
                  <a:pt x="292799" y="41145"/>
                  <a:pt x="289050" y="39646"/>
                  <a:pt x="283989" y="39646"/>
                </a:cubicBezTo>
                <a:cubicBezTo>
                  <a:pt x="277147" y="39646"/>
                  <a:pt x="271899" y="41942"/>
                  <a:pt x="268243" y="46534"/>
                </a:cubicBezTo>
                <a:cubicBezTo>
                  <a:pt x="264400" y="51126"/>
                  <a:pt x="261401" y="59046"/>
                  <a:pt x="259246" y="70295"/>
                </a:cubicBezTo>
                <a:cubicBezTo>
                  <a:pt x="258122" y="76198"/>
                  <a:pt x="257560" y="81212"/>
                  <a:pt x="257560" y="85337"/>
                </a:cubicBezTo>
                <a:cubicBezTo>
                  <a:pt x="257560" y="88992"/>
                  <a:pt x="257981" y="91851"/>
                  <a:pt x="258823" y="93913"/>
                </a:cubicBezTo>
                <a:cubicBezTo>
                  <a:pt x="260605" y="98693"/>
                  <a:pt x="264683" y="101083"/>
                  <a:pt x="271055" y="101083"/>
                </a:cubicBezTo>
                <a:cubicBezTo>
                  <a:pt x="275835" y="101083"/>
                  <a:pt x="280052" y="99630"/>
                  <a:pt x="283708" y="96724"/>
                </a:cubicBezTo>
                <a:cubicBezTo>
                  <a:pt x="287363" y="93537"/>
                  <a:pt x="289988" y="89320"/>
                  <a:pt x="291581" y="84071"/>
                </a:cubicBezTo>
                <a:lnTo>
                  <a:pt x="302970" y="84071"/>
                </a:lnTo>
                <a:cubicBezTo>
                  <a:pt x="299502" y="92600"/>
                  <a:pt x="294721" y="98787"/>
                  <a:pt x="288629" y="102629"/>
                </a:cubicBezTo>
                <a:cubicBezTo>
                  <a:pt x="282537" y="106754"/>
                  <a:pt x="274851" y="108816"/>
                  <a:pt x="265572" y="108816"/>
                </a:cubicBezTo>
                <a:cubicBezTo>
                  <a:pt x="252545" y="108816"/>
                  <a:pt x="243125" y="105442"/>
                  <a:pt x="237313" y="98693"/>
                </a:cubicBezTo>
                <a:cubicBezTo>
                  <a:pt x="233190" y="93819"/>
                  <a:pt x="231129" y="87680"/>
                  <a:pt x="231129" y="80276"/>
                </a:cubicBezTo>
                <a:cubicBezTo>
                  <a:pt x="231129" y="76901"/>
                  <a:pt x="231457" y="73574"/>
                  <a:pt x="232113" y="70295"/>
                </a:cubicBezTo>
                <a:cubicBezTo>
                  <a:pt x="234550" y="58203"/>
                  <a:pt x="239939" y="48783"/>
                  <a:pt x="248280" y="42036"/>
                </a:cubicBezTo>
                <a:cubicBezTo>
                  <a:pt x="256527" y="35287"/>
                  <a:pt x="266931" y="31912"/>
                  <a:pt x="279490" y="31912"/>
                </a:cubicBezTo>
                <a:cubicBezTo>
                  <a:pt x="284833" y="31912"/>
                  <a:pt x="289895" y="32381"/>
                  <a:pt x="294674" y="33320"/>
                </a:cubicBezTo>
                <a:cubicBezTo>
                  <a:pt x="300017" y="34351"/>
                  <a:pt x="304985" y="35803"/>
                  <a:pt x="309577" y="37676"/>
                </a:cubicBezTo>
                <a:close/>
                <a:moveTo>
                  <a:pt x="388541" y="33882"/>
                </a:moveTo>
                <a:lnTo>
                  <a:pt x="386995" y="42175"/>
                </a:lnTo>
                <a:lnTo>
                  <a:pt x="366750" y="42175"/>
                </a:lnTo>
                <a:lnTo>
                  <a:pt x="358034" y="86883"/>
                </a:lnTo>
                <a:cubicBezTo>
                  <a:pt x="357283" y="91007"/>
                  <a:pt x="356862" y="94099"/>
                  <a:pt x="356769" y="96162"/>
                </a:cubicBezTo>
                <a:cubicBezTo>
                  <a:pt x="356769" y="97474"/>
                  <a:pt x="356909" y="98318"/>
                  <a:pt x="357189" y="98693"/>
                </a:cubicBezTo>
                <a:cubicBezTo>
                  <a:pt x="357940" y="100286"/>
                  <a:pt x="359627" y="101083"/>
                  <a:pt x="362252" y="101083"/>
                </a:cubicBezTo>
                <a:cubicBezTo>
                  <a:pt x="365063" y="101083"/>
                  <a:pt x="367453" y="100099"/>
                  <a:pt x="369421" y="98131"/>
                </a:cubicBezTo>
                <a:cubicBezTo>
                  <a:pt x="371202" y="96069"/>
                  <a:pt x="372514" y="93022"/>
                  <a:pt x="373358" y="88992"/>
                </a:cubicBezTo>
                <a:lnTo>
                  <a:pt x="383620" y="88992"/>
                </a:lnTo>
                <a:cubicBezTo>
                  <a:pt x="381840" y="96303"/>
                  <a:pt x="378841" y="101458"/>
                  <a:pt x="374623" y="104457"/>
                </a:cubicBezTo>
                <a:cubicBezTo>
                  <a:pt x="370593" y="107363"/>
                  <a:pt x="364126" y="108816"/>
                  <a:pt x="355222" y="108816"/>
                </a:cubicBezTo>
                <a:cubicBezTo>
                  <a:pt x="345099" y="108816"/>
                  <a:pt x="338585" y="107269"/>
                  <a:pt x="335679" y="104176"/>
                </a:cubicBezTo>
                <a:cubicBezTo>
                  <a:pt x="333805" y="102019"/>
                  <a:pt x="332869" y="98880"/>
                  <a:pt x="332869" y="94756"/>
                </a:cubicBezTo>
                <a:cubicBezTo>
                  <a:pt x="332869" y="92507"/>
                  <a:pt x="333150" y="89882"/>
                  <a:pt x="333712" y="86883"/>
                </a:cubicBezTo>
                <a:lnTo>
                  <a:pt x="342428" y="42175"/>
                </a:lnTo>
                <a:lnTo>
                  <a:pt x="331884" y="42175"/>
                </a:lnTo>
                <a:lnTo>
                  <a:pt x="333431" y="33882"/>
                </a:lnTo>
                <a:lnTo>
                  <a:pt x="343975" y="33882"/>
                </a:lnTo>
                <a:lnTo>
                  <a:pt x="348473" y="11247"/>
                </a:lnTo>
                <a:lnTo>
                  <a:pt x="372654" y="11247"/>
                </a:lnTo>
                <a:lnTo>
                  <a:pt x="368297" y="33882"/>
                </a:lnTo>
                <a:lnTo>
                  <a:pt x="388541" y="33882"/>
                </a:lnTo>
                <a:close/>
                <a:moveTo>
                  <a:pt x="453423" y="10402"/>
                </a:moveTo>
                <a:cubicBezTo>
                  <a:pt x="453423" y="10966"/>
                  <a:pt x="453329" y="11903"/>
                  <a:pt x="453142" y="13215"/>
                </a:cubicBezTo>
                <a:cubicBezTo>
                  <a:pt x="452391" y="16870"/>
                  <a:pt x="450563" y="19963"/>
                  <a:pt x="447659" y="22493"/>
                </a:cubicBezTo>
                <a:cubicBezTo>
                  <a:pt x="444753" y="25024"/>
                  <a:pt x="441425" y="26290"/>
                  <a:pt x="437675" y="26290"/>
                </a:cubicBezTo>
                <a:cubicBezTo>
                  <a:pt x="433927" y="26290"/>
                  <a:pt x="431021" y="25024"/>
                  <a:pt x="428959" y="22493"/>
                </a:cubicBezTo>
                <a:cubicBezTo>
                  <a:pt x="427553" y="20806"/>
                  <a:pt x="426756" y="18604"/>
                  <a:pt x="426569" y="15885"/>
                </a:cubicBezTo>
                <a:cubicBezTo>
                  <a:pt x="426569" y="15418"/>
                  <a:pt x="426663" y="14527"/>
                  <a:pt x="426850" y="13215"/>
                </a:cubicBezTo>
                <a:cubicBezTo>
                  <a:pt x="427507" y="9559"/>
                  <a:pt x="429428" y="6419"/>
                  <a:pt x="432614" y="3795"/>
                </a:cubicBezTo>
                <a:cubicBezTo>
                  <a:pt x="435615" y="1265"/>
                  <a:pt x="438989" y="0"/>
                  <a:pt x="442738" y="0"/>
                </a:cubicBezTo>
                <a:cubicBezTo>
                  <a:pt x="446393" y="0"/>
                  <a:pt x="449205" y="1265"/>
                  <a:pt x="451173" y="3795"/>
                </a:cubicBezTo>
                <a:cubicBezTo>
                  <a:pt x="452673" y="5575"/>
                  <a:pt x="453423" y="7778"/>
                  <a:pt x="453423" y="10402"/>
                </a:cubicBezTo>
                <a:moveTo>
                  <a:pt x="449487" y="33882"/>
                </a:moveTo>
                <a:lnTo>
                  <a:pt x="436834" y="98551"/>
                </a:lnTo>
                <a:lnTo>
                  <a:pt x="447378" y="98551"/>
                </a:lnTo>
                <a:lnTo>
                  <a:pt x="445689" y="106847"/>
                </a:lnTo>
                <a:lnTo>
                  <a:pt x="410965" y="106847"/>
                </a:lnTo>
                <a:lnTo>
                  <a:pt x="423478" y="42175"/>
                </a:lnTo>
                <a:lnTo>
                  <a:pt x="413213" y="42175"/>
                </a:lnTo>
                <a:lnTo>
                  <a:pt x="414760" y="33882"/>
                </a:lnTo>
                <a:lnTo>
                  <a:pt x="449487" y="33882"/>
                </a:lnTo>
                <a:close/>
                <a:moveTo>
                  <a:pt x="534330" y="52017"/>
                </a:moveTo>
                <a:cubicBezTo>
                  <a:pt x="534330" y="49393"/>
                  <a:pt x="534143" y="47472"/>
                  <a:pt x="533768" y="46253"/>
                </a:cubicBezTo>
                <a:cubicBezTo>
                  <a:pt x="532457" y="41848"/>
                  <a:pt x="529223" y="39646"/>
                  <a:pt x="524067" y="39646"/>
                </a:cubicBezTo>
                <a:cubicBezTo>
                  <a:pt x="518819" y="39646"/>
                  <a:pt x="514789" y="41848"/>
                  <a:pt x="511977" y="46253"/>
                </a:cubicBezTo>
                <a:cubicBezTo>
                  <a:pt x="508978" y="50471"/>
                  <a:pt x="506354" y="58484"/>
                  <a:pt x="504104" y="70295"/>
                </a:cubicBezTo>
                <a:cubicBezTo>
                  <a:pt x="502605" y="77511"/>
                  <a:pt x="501856" y="83509"/>
                  <a:pt x="501856" y="88289"/>
                </a:cubicBezTo>
                <a:cubicBezTo>
                  <a:pt x="501856" y="90538"/>
                  <a:pt x="502090" y="92600"/>
                  <a:pt x="502557" y="94475"/>
                </a:cubicBezTo>
                <a:cubicBezTo>
                  <a:pt x="503870" y="98880"/>
                  <a:pt x="507104" y="101083"/>
                  <a:pt x="512258" y="101083"/>
                </a:cubicBezTo>
                <a:cubicBezTo>
                  <a:pt x="517319" y="101083"/>
                  <a:pt x="521349" y="98880"/>
                  <a:pt x="524348" y="94475"/>
                </a:cubicBezTo>
                <a:cubicBezTo>
                  <a:pt x="527255" y="90258"/>
                  <a:pt x="529832" y="82198"/>
                  <a:pt x="532082" y="70295"/>
                </a:cubicBezTo>
                <a:cubicBezTo>
                  <a:pt x="533581" y="62796"/>
                  <a:pt x="534330" y="56704"/>
                  <a:pt x="534330" y="52017"/>
                </a:cubicBezTo>
                <a:moveTo>
                  <a:pt x="560339" y="60733"/>
                </a:moveTo>
                <a:cubicBezTo>
                  <a:pt x="560339" y="63920"/>
                  <a:pt x="560011" y="67107"/>
                  <a:pt x="559356" y="70295"/>
                </a:cubicBezTo>
                <a:cubicBezTo>
                  <a:pt x="557012" y="82291"/>
                  <a:pt x="551529" y="91709"/>
                  <a:pt x="542907" y="98551"/>
                </a:cubicBezTo>
                <a:cubicBezTo>
                  <a:pt x="534377" y="105395"/>
                  <a:pt x="523646" y="108816"/>
                  <a:pt x="510711" y="108816"/>
                </a:cubicBezTo>
                <a:cubicBezTo>
                  <a:pt x="497871" y="108816"/>
                  <a:pt x="488453" y="105395"/>
                  <a:pt x="482455" y="98551"/>
                </a:cubicBezTo>
                <a:cubicBezTo>
                  <a:pt x="478143" y="93679"/>
                  <a:pt x="475987" y="87446"/>
                  <a:pt x="475987" y="79854"/>
                </a:cubicBezTo>
                <a:cubicBezTo>
                  <a:pt x="475987" y="76667"/>
                  <a:pt x="476315" y="73481"/>
                  <a:pt x="476971" y="70295"/>
                </a:cubicBezTo>
                <a:cubicBezTo>
                  <a:pt x="479408" y="58297"/>
                  <a:pt x="484891" y="48924"/>
                  <a:pt x="493419" y="42175"/>
                </a:cubicBezTo>
                <a:cubicBezTo>
                  <a:pt x="501948" y="35333"/>
                  <a:pt x="512680" y="31912"/>
                  <a:pt x="525614" y="31912"/>
                </a:cubicBezTo>
                <a:cubicBezTo>
                  <a:pt x="538548" y="31912"/>
                  <a:pt x="547968" y="35287"/>
                  <a:pt x="553873" y="42036"/>
                </a:cubicBezTo>
                <a:cubicBezTo>
                  <a:pt x="558184" y="46909"/>
                  <a:pt x="560339" y="53142"/>
                  <a:pt x="560339" y="60733"/>
                </a:cubicBezTo>
                <a:close/>
                <a:moveTo>
                  <a:pt x="668078" y="98551"/>
                </a:moveTo>
                <a:lnTo>
                  <a:pt x="666390" y="106847"/>
                </a:lnTo>
                <a:lnTo>
                  <a:pt x="631665" y="106847"/>
                </a:lnTo>
                <a:lnTo>
                  <a:pt x="640804" y="59749"/>
                </a:lnTo>
                <a:cubicBezTo>
                  <a:pt x="641460" y="56750"/>
                  <a:pt x="641788" y="54032"/>
                  <a:pt x="641788" y="51595"/>
                </a:cubicBezTo>
                <a:cubicBezTo>
                  <a:pt x="641788" y="49534"/>
                  <a:pt x="641507" y="47941"/>
                  <a:pt x="640943" y="46815"/>
                </a:cubicBezTo>
                <a:cubicBezTo>
                  <a:pt x="639819" y="44285"/>
                  <a:pt x="637336" y="43114"/>
                  <a:pt x="633493" y="43301"/>
                </a:cubicBezTo>
                <a:cubicBezTo>
                  <a:pt x="628619" y="43301"/>
                  <a:pt x="624682" y="45082"/>
                  <a:pt x="621683" y="48643"/>
                </a:cubicBezTo>
                <a:cubicBezTo>
                  <a:pt x="618777" y="52111"/>
                  <a:pt x="616528" y="57828"/>
                  <a:pt x="614935" y="65794"/>
                </a:cubicBezTo>
                <a:lnTo>
                  <a:pt x="606922" y="106847"/>
                </a:lnTo>
                <a:lnTo>
                  <a:pt x="582600" y="106847"/>
                </a:lnTo>
                <a:lnTo>
                  <a:pt x="595113" y="42175"/>
                </a:lnTo>
                <a:lnTo>
                  <a:pt x="584848" y="42175"/>
                </a:lnTo>
                <a:lnTo>
                  <a:pt x="586395" y="33882"/>
                </a:lnTo>
                <a:lnTo>
                  <a:pt x="621121" y="33882"/>
                </a:lnTo>
                <a:lnTo>
                  <a:pt x="619152" y="44144"/>
                </a:lnTo>
                <a:cubicBezTo>
                  <a:pt x="622902" y="39832"/>
                  <a:pt x="626838" y="36693"/>
                  <a:pt x="630962" y="34725"/>
                </a:cubicBezTo>
                <a:cubicBezTo>
                  <a:pt x="635086" y="32757"/>
                  <a:pt x="640007" y="31819"/>
                  <a:pt x="645725" y="31912"/>
                </a:cubicBezTo>
                <a:cubicBezTo>
                  <a:pt x="653878" y="31912"/>
                  <a:pt x="659595" y="34303"/>
                  <a:pt x="662876" y="39084"/>
                </a:cubicBezTo>
                <a:cubicBezTo>
                  <a:pt x="664938" y="42083"/>
                  <a:pt x="665969" y="46113"/>
                  <a:pt x="665969" y="51174"/>
                </a:cubicBezTo>
                <a:cubicBezTo>
                  <a:pt x="665969" y="54173"/>
                  <a:pt x="665641" y="57266"/>
                  <a:pt x="664985" y="60452"/>
                </a:cubicBezTo>
                <a:lnTo>
                  <a:pt x="657674" y="98551"/>
                </a:lnTo>
                <a:lnTo>
                  <a:pt x="668078" y="98551"/>
                </a:lnTo>
                <a:close/>
              </a:path>
            </a:pathLst>
          </a:custGeom>
          <a:solidFill xmlns:a="http://schemas.openxmlformats.org/drawingml/2006/main">
            <a:srgbClr val="3B5F2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3" name="Text �+�">
            <a:extLst xmlns:a="http://schemas.openxmlformats.org/drawingml/2006/main">
              <a:ext uri="{FF2B5EF4-FFF2-40B4-BE49-F238E27FC236}">
                <a16:creationId xmlns:a16="http://schemas.microsoft.com/office/drawing/2014/main" id="{267C8BAE-743C-4962-92C8-EDC5AA3F3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9729" y="4700564"/>
            <a:ext cx="216367" cy="79567"/>
          </a:xfrm>
          <a:custGeom xmlns:a="http://schemas.openxmlformats.org/drawingml/2006/main">
            <a:pathLst>
              <a:path w="216367" h="79567">
                <a:moveTo>
                  <a:pt x="61144" y="69807"/>
                </a:moveTo>
                <a:lnTo>
                  <a:pt x="59950" y="75683"/>
                </a:lnTo>
                <a:lnTo>
                  <a:pt x="40929" y="75683"/>
                </a:lnTo>
                <a:lnTo>
                  <a:pt x="26788" y="51384"/>
                </a:lnTo>
                <a:lnTo>
                  <a:pt x="21112" y="55666"/>
                </a:lnTo>
                <a:lnTo>
                  <a:pt x="17228" y="75683"/>
                </a:lnTo>
                <a:lnTo>
                  <a:pt x="0" y="75683"/>
                </a:lnTo>
                <a:lnTo>
                  <a:pt x="13544" y="5875"/>
                </a:lnTo>
                <a:lnTo>
                  <a:pt x="6274" y="5875"/>
                </a:lnTo>
                <a:lnTo>
                  <a:pt x="7370" y="0"/>
                </a:lnTo>
                <a:lnTo>
                  <a:pt x="31966" y="0"/>
                </a:lnTo>
                <a:lnTo>
                  <a:pt x="22506" y="48596"/>
                </a:lnTo>
                <a:lnTo>
                  <a:pt x="47004" y="29874"/>
                </a:lnTo>
                <a:lnTo>
                  <a:pt x="40830" y="29874"/>
                </a:lnTo>
                <a:lnTo>
                  <a:pt x="41925" y="23999"/>
                </a:lnTo>
                <a:lnTo>
                  <a:pt x="55966" y="23999"/>
                </a:lnTo>
                <a:lnTo>
                  <a:pt x="54771" y="29874"/>
                </a:lnTo>
                <a:lnTo>
                  <a:pt x="39137" y="41825"/>
                </a:lnTo>
                <a:lnTo>
                  <a:pt x="55467" y="69807"/>
                </a:lnTo>
                <a:lnTo>
                  <a:pt x="61144" y="69807"/>
                </a:lnTo>
                <a:close/>
                <a:moveTo>
                  <a:pt x="139862" y="52281"/>
                </a:moveTo>
                <a:lnTo>
                  <a:pt x="112578" y="52281"/>
                </a:lnTo>
                <a:lnTo>
                  <a:pt x="112578" y="79567"/>
                </a:lnTo>
                <a:lnTo>
                  <a:pt x="104611" y="79567"/>
                </a:lnTo>
                <a:lnTo>
                  <a:pt x="104611" y="52281"/>
                </a:lnTo>
                <a:lnTo>
                  <a:pt x="77325" y="52281"/>
                </a:lnTo>
                <a:lnTo>
                  <a:pt x="77325" y="44314"/>
                </a:lnTo>
                <a:lnTo>
                  <a:pt x="104611" y="44314"/>
                </a:lnTo>
                <a:lnTo>
                  <a:pt x="104611" y="17028"/>
                </a:lnTo>
                <a:lnTo>
                  <a:pt x="112578" y="17028"/>
                </a:lnTo>
                <a:lnTo>
                  <a:pt x="112578" y="44314"/>
                </a:lnTo>
                <a:lnTo>
                  <a:pt x="139862" y="44314"/>
                </a:lnTo>
                <a:lnTo>
                  <a:pt x="139862" y="52281"/>
                </a:lnTo>
                <a:close/>
                <a:moveTo>
                  <a:pt x="216367" y="69807"/>
                </a:moveTo>
                <a:lnTo>
                  <a:pt x="215171" y="75683"/>
                </a:lnTo>
                <a:lnTo>
                  <a:pt x="190574" y="75683"/>
                </a:lnTo>
                <a:lnTo>
                  <a:pt x="197047" y="42322"/>
                </a:lnTo>
                <a:cubicBezTo>
                  <a:pt x="197512" y="40198"/>
                  <a:pt x="197745" y="38272"/>
                  <a:pt x="197745" y="36546"/>
                </a:cubicBezTo>
                <a:cubicBezTo>
                  <a:pt x="197745" y="35086"/>
                  <a:pt x="197545" y="33958"/>
                  <a:pt x="197146" y="33161"/>
                </a:cubicBezTo>
                <a:cubicBezTo>
                  <a:pt x="196350" y="31369"/>
                  <a:pt x="194591" y="30539"/>
                  <a:pt x="191869" y="30672"/>
                </a:cubicBezTo>
                <a:cubicBezTo>
                  <a:pt x="188416" y="30672"/>
                  <a:pt x="185628" y="31933"/>
                  <a:pt x="183504" y="34455"/>
                </a:cubicBezTo>
                <a:cubicBezTo>
                  <a:pt x="181445" y="36912"/>
                  <a:pt x="179852" y="40961"/>
                  <a:pt x="178723" y="46604"/>
                </a:cubicBezTo>
                <a:lnTo>
                  <a:pt x="173048" y="75683"/>
                </a:lnTo>
                <a:lnTo>
                  <a:pt x="155819" y="75683"/>
                </a:lnTo>
                <a:lnTo>
                  <a:pt x="164683" y="29874"/>
                </a:lnTo>
                <a:lnTo>
                  <a:pt x="157412" y="29874"/>
                </a:lnTo>
                <a:lnTo>
                  <a:pt x="158508" y="23999"/>
                </a:lnTo>
                <a:lnTo>
                  <a:pt x="183106" y="23999"/>
                </a:lnTo>
                <a:lnTo>
                  <a:pt x="181711" y="31269"/>
                </a:lnTo>
                <a:cubicBezTo>
                  <a:pt x="184367" y="28215"/>
                  <a:pt x="187155" y="25991"/>
                  <a:pt x="190076" y="24597"/>
                </a:cubicBezTo>
                <a:cubicBezTo>
                  <a:pt x="192997" y="23203"/>
                  <a:pt x="196483" y="22539"/>
                  <a:pt x="200533" y="22605"/>
                </a:cubicBezTo>
                <a:cubicBezTo>
                  <a:pt x="206308" y="22605"/>
                  <a:pt x="210358" y="24298"/>
                  <a:pt x="212682" y="27684"/>
                </a:cubicBezTo>
                <a:cubicBezTo>
                  <a:pt x="214143" y="29809"/>
                  <a:pt x="214873" y="32663"/>
                  <a:pt x="214873" y="36248"/>
                </a:cubicBezTo>
                <a:cubicBezTo>
                  <a:pt x="214873" y="38373"/>
                  <a:pt x="214640" y="40563"/>
                  <a:pt x="214175" y="42820"/>
                </a:cubicBezTo>
                <a:lnTo>
                  <a:pt x="208997" y="69807"/>
                </a:lnTo>
                <a:lnTo>
                  <a:pt x="216367" y="69807"/>
                </a:lnTo>
                <a:close/>
              </a:path>
            </a:pathLst>
          </a:custGeom>
          <a:solidFill xmlns:a="http://schemas.openxmlformats.org/drawingml/2006/main">
            <a:srgbClr val="3B5F2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4" name="Text &gt;">
            <a:extLst xmlns:a="http://schemas.openxmlformats.org/drawingml/2006/main">
              <a:ext uri="{FF2B5EF4-FFF2-40B4-BE49-F238E27FC236}">
                <a16:creationId xmlns:a16="http://schemas.microsoft.com/office/drawing/2014/main" id="{28A5382C-3033-48D7-AC4E-424CF8EAB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7280" y="4664380"/>
            <a:ext cx="66656" cy="68235"/>
          </a:xfrm>
          <a:custGeom xmlns:a="http://schemas.openxmlformats.org/drawingml/2006/main">
            <a:pathLst>
              <a:path w="66656" h="68235">
                <a:moveTo>
                  <a:pt x="66656" y="39678"/>
                </a:moveTo>
                <a:lnTo>
                  <a:pt x="0" y="68235"/>
                </a:lnTo>
                <a:lnTo>
                  <a:pt x="0" y="55879"/>
                </a:lnTo>
                <a:lnTo>
                  <a:pt x="52790" y="33980"/>
                </a:lnTo>
                <a:lnTo>
                  <a:pt x="0" y="12356"/>
                </a:lnTo>
                <a:lnTo>
                  <a:pt x="0" y="0"/>
                </a:lnTo>
                <a:lnTo>
                  <a:pt x="66656" y="28145"/>
                </a:lnTo>
                <a:lnTo>
                  <a:pt x="66656" y="39678"/>
                </a:lnTo>
                <a:close/>
              </a:path>
            </a:pathLst>
          </a:custGeom>
          <a:solidFill xmlns:a="http://schemas.openxmlformats.org/drawingml/2006/main">
            <a:srgbClr val="3B5F2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5" name="Text &gt;">
            <a:extLst xmlns:a="http://schemas.openxmlformats.org/drawingml/2006/main">
              <a:ext uri="{FF2B5EF4-FFF2-40B4-BE49-F238E27FC236}">
                <a16:creationId xmlns:a16="http://schemas.microsoft.com/office/drawing/2014/main" id="{4CD0AD82-1BC8-4B16-B1BD-B92DA4DDF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7280" y="4664380"/>
            <a:ext cx="66656" cy="68235"/>
          </a:xfrm>
          <a:custGeom xmlns:a="http://schemas.openxmlformats.org/drawingml/2006/main">
            <a:pathLst>
              <a:path w="66656" h="68235" fill="none">
                <a:moveTo>
                  <a:pt x="66656" y="39678"/>
                </a:moveTo>
                <a:lnTo>
                  <a:pt x="0" y="68235"/>
                </a:lnTo>
                <a:lnTo>
                  <a:pt x="0" y="55879"/>
                </a:lnTo>
                <a:lnTo>
                  <a:pt x="52790" y="33980"/>
                </a:lnTo>
                <a:lnTo>
                  <a:pt x="0" y="12356"/>
                </a:lnTo>
                <a:lnTo>
                  <a:pt x="0" y="0"/>
                </a:lnTo>
                <a:lnTo>
                  <a:pt x="66656" y="28145"/>
                </a:lnTo>
                <a:lnTo>
                  <a:pt x="66656" y="3967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993" cap="flat">
            <a:solidFill>
              <a:srgbClr val="3B5F21"/>
            </a:solidFill>
            <a:miter/>
          </a:ln>
        </p:spPr>
      </p:sp>
      <p:sp>
        <p:nvSpPr>
          <p:cNvPr id="96" name="Text Correct">
            <a:extLst xmlns:a="http://schemas.openxmlformats.org/drawingml/2006/main">
              <a:ext uri="{FF2B5EF4-FFF2-40B4-BE49-F238E27FC236}">
                <a16:creationId xmlns:a16="http://schemas.microsoft.com/office/drawing/2014/main" id="{659F618A-E4F8-4955-AE6E-B78471CB6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4540" y="5113213"/>
            <a:ext cx="582836" cy="127956"/>
          </a:xfrm>
          <a:custGeom xmlns:a="http://schemas.openxmlformats.org/drawingml/2006/main">
            <a:pathLst>
              <a:path w="582836" h="127956">
                <a:moveTo>
                  <a:pt x="81499" y="32310"/>
                </a:moveTo>
                <a:cubicBezTo>
                  <a:pt x="78070" y="32310"/>
                  <a:pt x="75498" y="30301"/>
                  <a:pt x="73783" y="26282"/>
                </a:cubicBezTo>
                <a:cubicBezTo>
                  <a:pt x="72283" y="22853"/>
                  <a:pt x="70890" y="20763"/>
                  <a:pt x="69604" y="20013"/>
                </a:cubicBezTo>
                <a:cubicBezTo>
                  <a:pt x="68479" y="19424"/>
                  <a:pt x="65692" y="19129"/>
                  <a:pt x="61245" y="19129"/>
                </a:cubicBezTo>
                <a:cubicBezTo>
                  <a:pt x="53476" y="19129"/>
                  <a:pt x="44849" y="25072"/>
                  <a:pt x="35365" y="36957"/>
                </a:cubicBezTo>
                <a:cubicBezTo>
                  <a:pt x="22505" y="52910"/>
                  <a:pt x="16075" y="68033"/>
                  <a:pt x="16075" y="82326"/>
                </a:cubicBezTo>
                <a:cubicBezTo>
                  <a:pt x="16075" y="89231"/>
                  <a:pt x="18299" y="95174"/>
                  <a:pt x="22746" y="100154"/>
                </a:cubicBezTo>
                <a:cubicBezTo>
                  <a:pt x="27300" y="105293"/>
                  <a:pt x="32793" y="107862"/>
                  <a:pt x="39223" y="107862"/>
                </a:cubicBezTo>
                <a:cubicBezTo>
                  <a:pt x="44742" y="107862"/>
                  <a:pt x="50287" y="106435"/>
                  <a:pt x="55860" y="103582"/>
                </a:cubicBezTo>
                <a:cubicBezTo>
                  <a:pt x="58968" y="101968"/>
                  <a:pt x="63737" y="98792"/>
                  <a:pt x="70167" y="94053"/>
                </a:cubicBezTo>
                <a:cubicBezTo>
                  <a:pt x="73221" y="91792"/>
                  <a:pt x="75525" y="90662"/>
                  <a:pt x="77079" y="90662"/>
                </a:cubicBezTo>
                <a:cubicBezTo>
                  <a:pt x="79383" y="90662"/>
                  <a:pt x="81312" y="91537"/>
                  <a:pt x="82866" y="93287"/>
                </a:cubicBezTo>
                <a:cubicBezTo>
                  <a:pt x="84420" y="95037"/>
                  <a:pt x="85197" y="96988"/>
                  <a:pt x="85197" y="99142"/>
                </a:cubicBezTo>
                <a:cubicBezTo>
                  <a:pt x="85197" y="101564"/>
                  <a:pt x="84179" y="103691"/>
                  <a:pt x="82142" y="105521"/>
                </a:cubicBezTo>
                <a:cubicBezTo>
                  <a:pt x="67997" y="118120"/>
                  <a:pt x="53690" y="124419"/>
                  <a:pt x="39223" y="124419"/>
                </a:cubicBezTo>
                <a:cubicBezTo>
                  <a:pt x="28131" y="124419"/>
                  <a:pt x="18754" y="120157"/>
                  <a:pt x="11092" y="111632"/>
                </a:cubicBezTo>
                <a:cubicBezTo>
                  <a:pt x="3697" y="103374"/>
                  <a:pt x="0" y="93615"/>
                  <a:pt x="0" y="82356"/>
                </a:cubicBezTo>
                <a:cubicBezTo>
                  <a:pt x="0" y="64180"/>
                  <a:pt x="7609" y="45547"/>
                  <a:pt x="22826" y="26458"/>
                </a:cubicBezTo>
                <a:cubicBezTo>
                  <a:pt x="35525" y="10534"/>
                  <a:pt x="48332" y="2572"/>
                  <a:pt x="61245" y="2572"/>
                </a:cubicBezTo>
                <a:cubicBezTo>
                  <a:pt x="63871" y="2572"/>
                  <a:pt x="66228" y="2693"/>
                  <a:pt x="68318" y="2934"/>
                </a:cubicBezTo>
                <a:cubicBezTo>
                  <a:pt x="70408" y="3175"/>
                  <a:pt x="72256" y="3563"/>
                  <a:pt x="73864" y="4099"/>
                </a:cubicBezTo>
                <a:cubicBezTo>
                  <a:pt x="75739" y="1366"/>
                  <a:pt x="78177" y="0"/>
                  <a:pt x="81178" y="0"/>
                </a:cubicBezTo>
                <a:cubicBezTo>
                  <a:pt x="84875" y="0"/>
                  <a:pt x="87206" y="2444"/>
                  <a:pt x="88170" y="7332"/>
                </a:cubicBezTo>
                <a:cubicBezTo>
                  <a:pt x="89028" y="11684"/>
                  <a:pt x="89456" y="17028"/>
                  <a:pt x="89456" y="23366"/>
                </a:cubicBezTo>
                <a:cubicBezTo>
                  <a:pt x="89456" y="25568"/>
                  <a:pt x="88867" y="27502"/>
                  <a:pt x="87688" y="29168"/>
                </a:cubicBezTo>
                <a:cubicBezTo>
                  <a:pt x="86241" y="31263"/>
                  <a:pt x="84179" y="32310"/>
                  <a:pt x="81499" y="32310"/>
                </a:cubicBezTo>
                <a:close/>
                <a:moveTo>
                  <a:pt x="133077" y="127313"/>
                </a:moveTo>
                <a:cubicBezTo>
                  <a:pt x="124075" y="127313"/>
                  <a:pt x="116332" y="123985"/>
                  <a:pt x="109849" y="117329"/>
                </a:cubicBezTo>
                <a:cubicBezTo>
                  <a:pt x="102615" y="109921"/>
                  <a:pt x="98811" y="99963"/>
                  <a:pt x="98436" y="87455"/>
                </a:cubicBezTo>
                <a:cubicBezTo>
                  <a:pt x="98114" y="75323"/>
                  <a:pt x="101168" y="64641"/>
                  <a:pt x="107598" y="55408"/>
                </a:cubicBezTo>
                <a:cubicBezTo>
                  <a:pt x="115100" y="44511"/>
                  <a:pt x="125548" y="39062"/>
                  <a:pt x="138944" y="39062"/>
                </a:cubicBezTo>
                <a:cubicBezTo>
                  <a:pt x="149661" y="39062"/>
                  <a:pt x="157778" y="43974"/>
                  <a:pt x="163298" y="53798"/>
                </a:cubicBezTo>
                <a:cubicBezTo>
                  <a:pt x="167691" y="61742"/>
                  <a:pt x="169808" y="71296"/>
                  <a:pt x="169647" y="82461"/>
                </a:cubicBezTo>
                <a:cubicBezTo>
                  <a:pt x="169486" y="94379"/>
                  <a:pt x="166379" y="104552"/>
                  <a:pt x="160324" y="112981"/>
                </a:cubicBezTo>
                <a:cubicBezTo>
                  <a:pt x="153465" y="122535"/>
                  <a:pt x="144383" y="127313"/>
                  <a:pt x="133077" y="127313"/>
                </a:cubicBezTo>
                <a:moveTo>
                  <a:pt x="137899" y="55458"/>
                </a:moveTo>
                <a:cubicBezTo>
                  <a:pt x="130023" y="55405"/>
                  <a:pt x="123887" y="59160"/>
                  <a:pt x="119494" y="66726"/>
                </a:cubicBezTo>
                <a:cubicBezTo>
                  <a:pt x="116011" y="72791"/>
                  <a:pt x="114269" y="79713"/>
                  <a:pt x="114269" y="87492"/>
                </a:cubicBezTo>
                <a:cubicBezTo>
                  <a:pt x="114269" y="95274"/>
                  <a:pt x="116386" y="101338"/>
                  <a:pt x="120619" y="105684"/>
                </a:cubicBezTo>
                <a:cubicBezTo>
                  <a:pt x="124155" y="109280"/>
                  <a:pt x="128308" y="111077"/>
                  <a:pt x="133077" y="111077"/>
                </a:cubicBezTo>
                <a:cubicBezTo>
                  <a:pt x="138649" y="111077"/>
                  <a:pt x="143445" y="109038"/>
                  <a:pt x="147464" y="104959"/>
                </a:cubicBezTo>
                <a:cubicBezTo>
                  <a:pt x="152018" y="100453"/>
                  <a:pt x="154430" y="94363"/>
                  <a:pt x="154697" y="86689"/>
                </a:cubicBezTo>
                <a:cubicBezTo>
                  <a:pt x="155448" y="65922"/>
                  <a:pt x="149848" y="55512"/>
                  <a:pt x="137899" y="55458"/>
                </a:cubicBezTo>
                <a:close/>
                <a:moveTo>
                  <a:pt x="251579" y="62933"/>
                </a:moveTo>
                <a:cubicBezTo>
                  <a:pt x="251204" y="69631"/>
                  <a:pt x="248524" y="72980"/>
                  <a:pt x="243541" y="72980"/>
                </a:cubicBezTo>
                <a:cubicBezTo>
                  <a:pt x="238933" y="72980"/>
                  <a:pt x="236629" y="70338"/>
                  <a:pt x="236629" y="65055"/>
                </a:cubicBezTo>
                <a:cubicBezTo>
                  <a:pt x="236629" y="64041"/>
                  <a:pt x="236549" y="62172"/>
                  <a:pt x="236388" y="59449"/>
                </a:cubicBezTo>
                <a:lnTo>
                  <a:pt x="236147" y="52725"/>
                </a:lnTo>
                <a:cubicBezTo>
                  <a:pt x="227681" y="53745"/>
                  <a:pt x="220902" y="56135"/>
                  <a:pt x="215812" y="59894"/>
                </a:cubicBezTo>
                <a:cubicBezTo>
                  <a:pt x="211043" y="63385"/>
                  <a:pt x="207078" y="68648"/>
                  <a:pt x="203917" y="75682"/>
                </a:cubicBezTo>
                <a:lnTo>
                  <a:pt x="204077" y="119820"/>
                </a:lnTo>
                <a:cubicBezTo>
                  <a:pt x="204077" y="125244"/>
                  <a:pt x="201425" y="127956"/>
                  <a:pt x="196120" y="127956"/>
                </a:cubicBezTo>
                <a:cubicBezTo>
                  <a:pt x="191405" y="127956"/>
                  <a:pt x="189048" y="125245"/>
                  <a:pt x="189048" y="119823"/>
                </a:cubicBezTo>
                <a:lnTo>
                  <a:pt x="189048" y="63297"/>
                </a:lnTo>
                <a:cubicBezTo>
                  <a:pt x="189048" y="61526"/>
                  <a:pt x="189115" y="58869"/>
                  <a:pt x="189248" y="55328"/>
                </a:cubicBezTo>
                <a:cubicBezTo>
                  <a:pt x="189382" y="51784"/>
                  <a:pt x="189449" y="49127"/>
                  <a:pt x="189449" y="47355"/>
                </a:cubicBezTo>
                <a:cubicBezTo>
                  <a:pt x="189449" y="41934"/>
                  <a:pt x="191807" y="39223"/>
                  <a:pt x="196522" y="39223"/>
                </a:cubicBezTo>
                <a:cubicBezTo>
                  <a:pt x="201773" y="39223"/>
                  <a:pt x="204426" y="43670"/>
                  <a:pt x="204479" y="52565"/>
                </a:cubicBezTo>
                <a:cubicBezTo>
                  <a:pt x="214767" y="42598"/>
                  <a:pt x="226180" y="37615"/>
                  <a:pt x="238719" y="37615"/>
                </a:cubicBezTo>
                <a:cubicBezTo>
                  <a:pt x="243059" y="37615"/>
                  <a:pt x="246301" y="39249"/>
                  <a:pt x="248444" y="42518"/>
                </a:cubicBezTo>
                <a:cubicBezTo>
                  <a:pt x="250587" y="45786"/>
                  <a:pt x="251659" y="50716"/>
                  <a:pt x="251659" y="57307"/>
                </a:cubicBezTo>
                <a:cubicBezTo>
                  <a:pt x="251659" y="60093"/>
                  <a:pt x="251632" y="61968"/>
                  <a:pt x="251579" y="62933"/>
                </a:cubicBezTo>
                <a:close/>
                <a:moveTo>
                  <a:pt x="330660" y="62933"/>
                </a:moveTo>
                <a:cubicBezTo>
                  <a:pt x="330285" y="69631"/>
                  <a:pt x="327606" y="72980"/>
                  <a:pt x="322623" y="72980"/>
                </a:cubicBezTo>
                <a:cubicBezTo>
                  <a:pt x="318014" y="72980"/>
                  <a:pt x="315710" y="70338"/>
                  <a:pt x="315710" y="65055"/>
                </a:cubicBezTo>
                <a:cubicBezTo>
                  <a:pt x="315710" y="64041"/>
                  <a:pt x="315630" y="62172"/>
                  <a:pt x="315469" y="59449"/>
                </a:cubicBezTo>
                <a:lnTo>
                  <a:pt x="315228" y="52725"/>
                </a:lnTo>
                <a:cubicBezTo>
                  <a:pt x="306762" y="53745"/>
                  <a:pt x="299984" y="56135"/>
                  <a:pt x="294893" y="59894"/>
                </a:cubicBezTo>
                <a:cubicBezTo>
                  <a:pt x="290125" y="63385"/>
                  <a:pt x="286159" y="68648"/>
                  <a:pt x="282998" y="75682"/>
                </a:cubicBezTo>
                <a:lnTo>
                  <a:pt x="283159" y="119820"/>
                </a:lnTo>
                <a:cubicBezTo>
                  <a:pt x="283159" y="125244"/>
                  <a:pt x="280506" y="127956"/>
                  <a:pt x="275202" y="127956"/>
                </a:cubicBezTo>
                <a:cubicBezTo>
                  <a:pt x="270487" y="127956"/>
                  <a:pt x="268129" y="125245"/>
                  <a:pt x="268129" y="119823"/>
                </a:cubicBezTo>
                <a:lnTo>
                  <a:pt x="268129" y="63297"/>
                </a:lnTo>
                <a:cubicBezTo>
                  <a:pt x="268129" y="61526"/>
                  <a:pt x="268196" y="58869"/>
                  <a:pt x="268330" y="55328"/>
                </a:cubicBezTo>
                <a:cubicBezTo>
                  <a:pt x="268464" y="51784"/>
                  <a:pt x="268531" y="49127"/>
                  <a:pt x="268531" y="47355"/>
                </a:cubicBezTo>
                <a:cubicBezTo>
                  <a:pt x="268531" y="41934"/>
                  <a:pt x="270888" y="39223"/>
                  <a:pt x="275604" y="39223"/>
                </a:cubicBezTo>
                <a:cubicBezTo>
                  <a:pt x="280855" y="39223"/>
                  <a:pt x="283507" y="43670"/>
                  <a:pt x="283561" y="52565"/>
                </a:cubicBezTo>
                <a:cubicBezTo>
                  <a:pt x="293849" y="42598"/>
                  <a:pt x="305262" y="37615"/>
                  <a:pt x="317800" y="37615"/>
                </a:cubicBezTo>
                <a:cubicBezTo>
                  <a:pt x="322140" y="37615"/>
                  <a:pt x="325382" y="39249"/>
                  <a:pt x="327525" y="42518"/>
                </a:cubicBezTo>
                <a:cubicBezTo>
                  <a:pt x="329669" y="45786"/>
                  <a:pt x="330740" y="50716"/>
                  <a:pt x="330740" y="57307"/>
                </a:cubicBezTo>
                <a:cubicBezTo>
                  <a:pt x="330740" y="60093"/>
                  <a:pt x="330714" y="61968"/>
                  <a:pt x="330660" y="62933"/>
                </a:cubicBezTo>
                <a:close/>
                <a:moveTo>
                  <a:pt x="384745" y="126187"/>
                </a:moveTo>
                <a:cubicBezTo>
                  <a:pt x="372635" y="126187"/>
                  <a:pt x="362830" y="123157"/>
                  <a:pt x="355328" y="117098"/>
                </a:cubicBezTo>
                <a:cubicBezTo>
                  <a:pt x="347130" y="110393"/>
                  <a:pt x="343031" y="101007"/>
                  <a:pt x="343031" y="88939"/>
                </a:cubicBezTo>
                <a:cubicBezTo>
                  <a:pt x="343031" y="74996"/>
                  <a:pt x="346406" y="63305"/>
                  <a:pt x="353158" y="53866"/>
                </a:cubicBezTo>
                <a:cubicBezTo>
                  <a:pt x="360499" y="43568"/>
                  <a:pt x="370304" y="38419"/>
                  <a:pt x="382575" y="38419"/>
                </a:cubicBezTo>
                <a:cubicBezTo>
                  <a:pt x="391470" y="38419"/>
                  <a:pt x="398730" y="39919"/>
                  <a:pt x="404356" y="42920"/>
                </a:cubicBezTo>
                <a:cubicBezTo>
                  <a:pt x="411268" y="46617"/>
                  <a:pt x="414724" y="52297"/>
                  <a:pt x="414724" y="59959"/>
                </a:cubicBezTo>
                <a:cubicBezTo>
                  <a:pt x="414724" y="65317"/>
                  <a:pt x="411697" y="70193"/>
                  <a:pt x="405642" y="74587"/>
                </a:cubicBezTo>
                <a:cubicBezTo>
                  <a:pt x="402963" y="76516"/>
                  <a:pt x="397283" y="79517"/>
                  <a:pt x="388603" y="83589"/>
                </a:cubicBezTo>
                <a:lnTo>
                  <a:pt x="357900" y="98137"/>
                </a:lnTo>
                <a:cubicBezTo>
                  <a:pt x="360901" y="102584"/>
                  <a:pt x="364638" y="105933"/>
                  <a:pt x="369112" y="108184"/>
                </a:cubicBezTo>
                <a:cubicBezTo>
                  <a:pt x="373586" y="110434"/>
                  <a:pt x="378797" y="111559"/>
                  <a:pt x="384745" y="111559"/>
                </a:cubicBezTo>
                <a:cubicBezTo>
                  <a:pt x="388442" y="111559"/>
                  <a:pt x="392782" y="110863"/>
                  <a:pt x="397766" y="109470"/>
                </a:cubicBezTo>
                <a:cubicBezTo>
                  <a:pt x="404088" y="107701"/>
                  <a:pt x="408161" y="105384"/>
                  <a:pt x="409982" y="102517"/>
                </a:cubicBezTo>
                <a:cubicBezTo>
                  <a:pt x="411804" y="99651"/>
                  <a:pt x="413760" y="98217"/>
                  <a:pt x="415850" y="98217"/>
                </a:cubicBezTo>
                <a:cubicBezTo>
                  <a:pt x="417725" y="98217"/>
                  <a:pt x="419400" y="98930"/>
                  <a:pt x="420873" y="100355"/>
                </a:cubicBezTo>
                <a:cubicBezTo>
                  <a:pt x="422347" y="101778"/>
                  <a:pt x="423083" y="103430"/>
                  <a:pt x="423083" y="105310"/>
                </a:cubicBezTo>
                <a:cubicBezTo>
                  <a:pt x="423083" y="111275"/>
                  <a:pt x="418288" y="116407"/>
                  <a:pt x="408696" y="120707"/>
                </a:cubicBezTo>
                <a:cubicBezTo>
                  <a:pt x="400498" y="124361"/>
                  <a:pt x="392514" y="126187"/>
                  <a:pt x="384745" y="126187"/>
                </a:cubicBezTo>
                <a:moveTo>
                  <a:pt x="382575" y="52886"/>
                </a:moveTo>
                <a:cubicBezTo>
                  <a:pt x="376038" y="52886"/>
                  <a:pt x="370599" y="55418"/>
                  <a:pt x="366259" y="60482"/>
                </a:cubicBezTo>
                <a:cubicBezTo>
                  <a:pt x="361919" y="65545"/>
                  <a:pt x="358677" y="73167"/>
                  <a:pt x="356534" y="83348"/>
                </a:cubicBezTo>
                <a:lnTo>
                  <a:pt x="381208" y="71613"/>
                </a:lnTo>
                <a:cubicBezTo>
                  <a:pt x="390907" y="66898"/>
                  <a:pt x="397819" y="62799"/>
                  <a:pt x="401945" y="59316"/>
                </a:cubicBezTo>
                <a:cubicBezTo>
                  <a:pt x="397337" y="55030"/>
                  <a:pt x="390880" y="52886"/>
                  <a:pt x="382575" y="52886"/>
                </a:cubicBezTo>
                <a:close/>
                <a:moveTo>
                  <a:pt x="473165" y="127634"/>
                </a:moveTo>
                <a:cubicBezTo>
                  <a:pt x="462180" y="127634"/>
                  <a:pt x="453017" y="124306"/>
                  <a:pt x="445677" y="117650"/>
                </a:cubicBezTo>
                <a:cubicBezTo>
                  <a:pt x="437961" y="110673"/>
                  <a:pt x="434103" y="101467"/>
                  <a:pt x="434103" y="90032"/>
                </a:cubicBezTo>
                <a:cubicBezTo>
                  <a:pt x="434103" y="79136"/>
                  <a:pt x="437719" y="67891"/>
                  <a:pt x="444953" y="56297"/>
                </a:cubicBezTo>
                <a:cubicBezTo>
                  <a:pt x="452991" y="43414"/>
                  <a:pt x="462046" y="36972"/>
                  <a:pt x="472120" y="36972"/>
                </a:cubicBezTo>
                <a:cubicBezTo>
                  <a:pt x="477371" y="36972"/>
                  <a:pt x="483238" y="38209"/>
                  <a:pt x="489722" y="40682"/>
                </a:cubicBezTo>
                <a:cubicBezTo>
                  <a:pt x="497920" y="43855"/>
                  <a:pt x="502019" y="47726"/>
                  <a:pt x="502019" y="52296"/>
                </a:cubicBezTo>
                <a:cubicBezTo>
                  <a:pt x="502019" y="54339"/>
                  <a:pt x="501349" y="56154"/>
                  <a:pt x="500009" y="57741"/>
                </a:cubicBezTo>
                <a:cubicBezTo>
                  <a:pt x="498670" y="59327"/>
                  <a:pt x="497009" y="60120"/>
                  <a:pt x="495026" y="60120"/>
                </a:cubicBezTo>
                <a:cubicBezTo>
                  <a:pt x="493472" y="60120"/>
                  <a:pt x="492119" y="59647"/>
                  <a:pt x="490967" y="58701"/>
                </a:cubicBezTo>
                <a:cubicBezTo>
                  <a:pt x="489815" y="57753"/>
                  <a:pt x="488704" y="56819"/>
                  <a:pt x="487632" y="55898"/>
                </a:cubicBezTo>
                <a:cubicBezTo>
                  <a:pt x="484470" y="53354"/>
                  <a:pt x="479300" y="52082"/>
                  <a:pt x="472120" y="52082"/>
                </a:cubicBezTo>
                <a:cubicBezTo>
                  <a:pt x="466654" y="52082"/>
                  <a:pt x="461242" y="56972"/>
                  <a:pt x="455884" y="66751"/>
                </a:cubicBezTo>
                <a:cubicBezTo>
                  <a:pt x="451008" y="75723"/>
                  <a:pt x="448570" y="83485"/>
                  <a:pt x="448570" y="90039"/>
                </a:cubicBezTo>
                <a:cubicBezTo>
                  <a:pt x="448570" y="97130"/>
                  <a:pt x="450981" y="102718"/>
                  <a:pt x="455804" y="106802"/>
                </a:cubicBezTo>
                <a:cubicBezTo>
                  <a:pt x="460305" y="110617"/>
                  <a:pt x="466092" y="112524"/>
                  <a:pt x="473165" y="112524"/>
                </a:cubicBezTo>
                <a:cubicBezTo>
                  <a:pt x="476379" y="112524"/>
                  <a:pt x="479809" y="111667"/>
                  <a:pt x="483452" y="109952"/>
                </a:cubicBezTo>
                <a:lnTo>
                  <a:pt x="492776" y="104969"/>
                </a:lnTo>
                <a:cubicBezTo>
                  <a:pt x="494383" y="104111"/>
                  <a:pt x="495535" y="103683"/>
                  <a:pt x="496232" y="103683"/>
                </a:cubicBezTo>
                <a:cubicBezTo>
                  <a:pt x="498214" y="103683"/>
                  <a:pt x="499929" y="104473"/>
                  <a:pt x="501376" y="106054"/>
                </a:cubicBezTo>
                <a:cubicBezTo>
                  <a:pt x="502823" y="107634"/>
                  <a:pt x="503546" y="109443"/>
                  <a:pt x="503546" y="111479"/>
                </a:cubicBezTo>
                <a:cubicBezTo>
                  <a:pt x="503546" y="115391"/>
                  <a:pt x="499420" y="119168"/>
                  <a:pt x="491168" y="122812"/>
                </a:cubicBezTo>
                <a:cubicBezTo>
                  <a:pt x="483935" y="126027"/>
                  <a:pt x="477933" y="127634"/>
                  <a:pt x="473165" y="127634"/>
                </a:cubicBezTo>
                <a:close/>
                <a:moveTo>
                  <a:pt x="574959" y="54082"/>
                </a:moveTo>
                <a:cubicBezTo>
                  <a:pt x="573834" y="54082"/>
                  <a:pt x="572508" y="54028"/>
                  <a:pt x="570981" y="53921"/>
                </a:cubicBezTo>
                <a:cubicBezTo>
                  <a:pt x="569454" y="53812"/>
                  <a:pt x="568128" y="53758"/>
                  <a:pt x="567002" y="53758"/>
                </a:cubicBezTo>
                <a:cubicBezTo>
                  <a:pt x="565770" y="53758"/>
                  <a:pt x="562126" y="54164"/>
                  <a:pt x="556071" y="54976"/>
                </a:cubicBezTo>
                <a:lnTo>
                  <a:pt x="557599" y="102424"/>
                </a:lnTo>
                <a:lnTo>
                  <a:pt x="557679" y="105958"/>
                </a:lnTo>
                <a:lnTo>
                  <a:pt x="557759" y="110052"/>
                </a:lnTo>
                <a:cubicBezTo>
                  <a:pt x="557974" y="121774"/>
                  <a:pt x="555161" y="127634"/>
                  <a:pt x="549320" y="127634"/>
                </a:cubicBezTo>
                <a:cubicBezTo>
                  <a:pt x="547177" y="127634"/>
                  <a:pt x="545315" y="126938"/>
                  <a:pt x="543734" y="125547"/>
                </a:cubicBezTo>
                <a:cubicBezTo>
                  <a:pt x="542153" y="124155"/>
                  <a:pt x="541363" y="122416"/>
                  <a:pt x="541363" y="120328"/>
                </a:cubicBezTo>
                <a:cubicBezTo>
                  <a:pt x="541363" y="118295"/>
                  <a:pt x="541443" y="115245"/>
                  <a:pt x="541604" y="111178"/>
                </a:cubicBezTo>
                <a:cubicBezTo>
                  <a:pt x="541765" y="107109"/>
                  <a:pt x="541845" y="104057"/>
                  <a:pt x="541845" y="102022"/>
                </a:cubicBezTo>
                <a:lnTo>
                  <a:pt x="540238" y="55137"/>
                </a:lnTo>
                <a:cubicBezTo>
                  <a:pt x="536326" y="54976"/>
                  <a:pt x="530379" y="54518"/>
                  <a:pt x="522395" y="53763"/>
                </a:cubicBezTo>
                <a:cubicBezTo>
                  <a:pt x="517626" y="53116"/>
                  <a:pt x="515241" y="50452"/>
                  <a:pt x="515241" y="45768"/>
                </a:cubicBezTo>
                <a:cubicBezTo>
                  <a:pt x="515241" y="43399"/>
                  <a:pt x="515965" y="41435"/>
                  <a:pt x="517411" y="39876"/>
                </a:cubicBezTo>
                <a:cubicBezTo>
                  <a:pt x="518858" y="38315"/>
                  <a:pt x="520707" y="37535"/>
                  <a:pt x="522957" y="37535"/>
                </a:cubicBezTo>
                <a:lnTo>
                  <a:pt x="539836" y="38901"/>
                </a:lnTo>
                <a:cubicBezTo>
                  <a:pt x="539836" y="36160"/>
                  <a:pt x="539715" y="32493"/>
                  <a:pt x="539474" y="27900"/>
                </a:cubicBezTo>
                <a:cubicBezTo>
                  <a:pt x="539233" y="23305"/>
                  <a:pt x="539113" y="19987"/>
                  <a:pt x="539113" y="17946"/>
                </a:cubicBezTo>
                <a:cubicBezTo>
                  <a:pt x="539113" y="15689"/>
                  <a:pt x="539889" y="13822"/>
                  <a:pt x="541443" y="12345"/>
                </a:cubicBezTo>
                <a:cubicBezTo>
                  <a:pt x="542997" y="10866"/>
                  <a:pt x="544899" y="10127"/>
                  <a:pt x="547150" y="10127"/>
                </a:cubicBezTo>
                <a:cubicBezTo>
                  <a:pt x="551972" y="10127"/>
                  <a:pt x="554785" y="14065"/>
                  <a:pt x="555589" y="21942"/>
                </a:cubicBezTo>
                <a:cubicBezTo>
                  <a:pt x="555750" y="23925"/>
                  <a:pt x="555830" y="26309"/>
                  <a:pt x="555830" y="29095"/>
                </a:cubicBezTo>
                <a:lnTo>
                  <a:pt x="555670" y="33757"/>
                </a:lnTo>
                <a:lnTo>
                  <a:pt x="555589" y="38740"/>
                </a:lnTo>
                <a:cubicBezTo>
                  <a:pt x="562233" y="37883"/>
                  <a:pt x="566038" y="37454"/>
                  <a:pt x="567002" y="37454"/>
                </a:cubicBezTo>
                <a:cubicBezTo>
                  <a:pt x="572575" y="37454"/>
                  <a:pt x="576219" y="37722"/>
                  <a:pt x="577933" y="38258"/>
                </a:cubicBezTo>
                <a:cubicBezTo>
                  <a:pt x="581202" y="39336"/>
                  <a:pt x="582836" y="41878"/>
                  <a:pt x="582836" y="45884"/>
                </a:cubicBezTo>
                <a:cubicBezTo>
                  <a:pt x="582836" y="48265"/>
                  <a:pt x="582099" y="50226"/>
                  <a:pt x="580626" y="51768"/>
                </a:cubicBezTo>
                <a:cubicBezTo>
                  <a:pt x="579152" y="53311"/>
                  <a:pt x="577263" y="54082"/>
                  <a:pt x="574959" y="5408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7" name="Text location">
            <a:extLst xmlns:a="http://schemas.openxmlformats.org/drawingml/2006/main">
              <a:ext uri="{FF2B5EF4-FFF2-40B4-BE49-F238E27FC236}">
                <a16:creationId xmlns:a16="http://schemas.microsoft.com/office/drawing/2014/main" id="{432DF899-5732-41F5-9713-0DD0FE54B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1292" y="5303126"/>
            <a:ext cx="575335" cy="135189"/>
          </a:xfrm>
          <a:custGeom xmlns:a="http://schemas.openxmlformats.org/drawingml/2006/main">
            <a:pathLst>
              <a:path w="575335" h="135189">
                <a:moveTo>
                  <a:pt x="17602" y="66228"/>
                </a:moveTo>
                <a:lnTo>
                  <a:pt x="16396" y="106222"/>
                </a:lnTo>
                <a:cubicBezTo>
                  <a:pt x="16396" y="110460"/>
                  <a:pt x="16182" y="116683"/>
                  <a:pt x="15753" y="124891"/>
                </a:cubicBezTo>
                <a:cubicBezTo>
                  <a:pt x="15218" y="130256"/>
                  <a:pt x="12592" y="132939"/>
                  <a:pt x="7877" y="132939"/>
                </a:cubicBezTo>
                <a:cubicBezTo>
                  <a:pt x="2626" y="132939"/>
                  <a:pt x="0" y="130203"/>
                  <a:pt x="0" y="124731"/>
                </a:cubicBezTo>
                <a:cubicBezTo>
                  <a:pt x="0" y="118239"/>
                  <a:pt x="295" y="108488"/>
                  <a:pt x="884" y="95479"/>
                </a:cubicBezTo>
                <a:cubicBezTo>
                  <a:pt x="1474" y="82471"/>
                  <a:pt x="1768" y="72720"/>
                  <a:pt x="1768" y="66228"/>
                </a:cubicBezTo>
                <a:cubicBezTo>
                  <a:pt x="1768" y="57752"/>
                  <a:pt x="1902" y="48055"/>
                  <a:pt x="2170" y="37138"/>
                </a:cubicBezTo>
                <a:cubicBezTo>
                  <a:pt x="2438" y="26220"/>
                  <a:pt x="2572" y="16524"/>
                  <a:pt x="2572" y="8047"/>
                </a:cubicBezTo>
                <a:cubicBezTo>
                  <a:pt x="2572" y="2682"/>
                  <a:pt x="5198" y="0"/>
                  <a:pt x="10449" y="0"/>
                </a:cubicBezTo>
                <a:cubicBezTo>
                  <a:pt x="15753" y="0"/>
                  <a:pt x="18406" y="2682"/>
                  <a:pt x="18406" y="8047"/>
                </a:cubicBezTo>
                <a:cubicBezTo>
                  <a:pt x="18406" y="16524"/>
                  <a:pt x="18272" y="26220"/>
                  <a:pt x="18004" y="37138"/>
                </a:cubicBezTo>
                <a:cubicBezTo>
                  <a:pt x="17736" y="48055"/>
                  <a:pt x="17602" y="57752"/>
                  <a:pt x="17602" y="66228"/>
                </a:cubicBezTo>
                <a:close/>
                <a:moveTo>
                  <a:pt x="72433" y="134225"/>
                </a:moveTo>
                <a:cubicBezTo>
                  <a:pt x="63431" y="134225"/>
                  <a:pt x="55688" y="130897"/>
                  <a:pt x="49205" y="124241"/>
                </a:cubicBezTo>
                <a:cubicBezTo>
                  <a:pt x="41971" y="116833"/>
                  <a:pt x="38167" y="106875"/>
                  <a:pt x="37792" y="94367"/>
                </a:cubicBezTo>
                <a:cubicBezTo>
                  <a:pt x="37470" y="82235"/>
                  <a:pt x="40524" y="71553"/>
                  <a:pt x="46954" y="62320"/>
                </a:cubicBezTo>
                <a:cubicBezTo>
                  <a:pt x="54456" y="51423"/>
                  <a:pt x="64905" y="45974"/>
                  <a:pt x="78300" y="45974"/>
                </a:cubicBezTo>
                <a:cubicBezTo>
                  <a:pt x="89017" y="45974"/>
                  <a:pt x="97135" y="50886"/>
                  <a:pt x="102654" y="60710"/>
                </a:cubicBezTo>
                <a:cubicBezTo>
                  <a:pt x="107047" y="68654"/>
                  <a:pt x="109164" y="78208"/>
                  <a:pt x="109003" y="89374"/>
                </a:cubicBezTo>
                <a:cubicBezTo>
                  <a:pt x="108842" y="101291"/>
                  <a:pt x="105735" y="111464"/>
                  <a:pt x="99680" y="119893"/>
                </a:cubicBezTo>
                <a:cubicBezTo>
                  <a:pt x="92821" y="129448"/>
                  <a:pt x="83739" y="134225"/>
                  <a:pt x="72433" y="134225"/>
                </a:cubicBezTo>
                <a:moveTo>
                  <a:pt x="77255" y="62370"/>
                </a:moveTo>
                <a:cubicBezTo>
                  <a:pt x="69379" y="62317"/>
                  <a:pt x="63243" y="66073"/>
                  <a:pt x="58850" y="73638"/>
                </a:cubicBezTo>
                <a:cubicBezTo>
                  <a:pt x="55367" y="79703"/>
                  <a:pt x="53625" y="86625"/>
                  <a:pt x="53625" y="94404"/>
                </a:cubicBezTo>
                <a:cubicBezTo>
                  <a:pt x="53625" y="102186"/>
                  <a:pt x="55742" y="108250"/>
                  <a:pt x="59975" y="112597"/>
                </a:cubicBezTo>
                <a:cubicBezTo>
                  <a:pt x="63511" y="116192"/>
                  <a:pt x="67664" y="117989"/>
                  <a:pt x="72433" y="117989"/>
                </a:cubicBezTo>
                <a:cubicBezTo>
                  <a:pt x="78006" y="117989"/>
                  <a:pt x="82801" y="115950"/>
                  <a:pt x="86820" y="111871"/>
                </a:cubicBezTo>
                <a:cubicBezTo>
                  <a:pt x="91374" y="107365"/>
                  <a:pt x="93786" y="101275"/>
                  <a:pt x="94054" y="93601"/>
                </a:cubicBezTo>
                <a:cubicBezTo>
                  <a:pt x="94804" y="72834"/>
                  <a:pt x="89204" y="62424"/>
                  <a:pt x="77255" y="62370"/>
                </a:cubicBezTo>
                <a:close/>
                <a:moveTo>
                  <a:pt x="164733" y="134546"/>
                </a:moveTo>
                <a:cubicBezTo>
                  <a:pt x="153748" y="134546"/>
                  <a:pt x="144586" y="131218"/>
                  <a:pt x="137245" y="124562"/>
                </a:cubicBezTo>
                <a:cubicBezTo>
                  <a:pt x="129529" y="117585"/>
                  <a:pt x="125671" y="108379"/>
                  <a:pt x="125671" y="96944"/>
                </a:cubicBezTo>
                <a:cubicBezTo>
                  <a:pt x="125671" y="86048"/>
                  <a:pt x="129288" y="74803"/>
                  <a:pt x="136521" y="63209"/>
                </a:cubicBezTo>
                <a:cubicBezTo>
                  <a:pt x="144559" y="50326"/>
                  <a:pt x="153614" y="43884"/>
                  <a:pt x="163688" y="43884"/>
                </a:cubicBezTo>
                <a:cubicBezTo>
                  <a:pt x="168939" y="43884"/>
                  <a:pt x="174806" y="45121"/>
                  <a:pt x="181290" y="47594"/>
                </a:cubicBezTo>
                <a:cubicBezTo>
                  <a:pt x="189488" y="50767"/>
                  <a:pt x="193587" y="54639"/>
                  <a:pt x="193587" y="59208"/>
                </a:cubicBezTo>
                <a:cubicBezTo>
                  <a:pt x="193587" y="61251"/>
                  <a:pt x="192917" y="63066"/>
                  <a:pt x="191578" y="64653"/>
                </a:cubicBezTo>
                <a:cubicBezTo>
                  <a:pt x="190238" y="66239"/>
                  <a:pt x="188577" y="67032"/>
                  <a:pt x="186595" y="67032"/>
                </a:cubicBezTo>
                <a:cubicBezTo>
                  <a:pt x="185041" y="67032"/>
                  <a:pt x="183688" y="66559"/>
                  <a:pt x="182536" y="65613"/>
                </a:cubicBezTo>
                <a:cubicBezTo>
                  <a:pt x="181384" y="64665"/>
                  <a:pt x="180272" y="63731"/>
                  <a:pt x="179200" y="62810"/>
                </a:cubicBezTo>
                <a:cubicBezTo>
                  <a:pt x="176039" y="60266"/>
                  <a:pt x="170868" y="58995"/>
                  <a:pt x="163688" y="58995"/>
                </a:cubicBezTo>
                <a:cubicBezTo>
                  <a:pt x="158222" y="58995"/>
                  <a:pt x="152811" y="63884"/>
                  <a:pt x="147452" y="73663"/>
                </a:cubicBezTo>
                <a:cubicBezTo>
                  <a:pt x="142576" y="82635"/>
                  <a:pt x="140138" y="90397"/>
                  <a:pt x="140138" y="96951"/>
                </a:cubicBezTo>
                <a:cubicBezTo>
                  <a:pt x="140138" y="104043"/>
                  <a:pt x="142549" y="109630"/>
                  <a:pt x="147372" y="113714"/>
                </a:cubicBezTo>
                <a:cubicBezTo>
                  <a:pt x="151873" y="117529"/>
                  <a:pt x="157660" y="119436"/>
                  <a:pt x="164733" y="119436"/>
                </a:cubicBezTo>
                <a:cubicBezTo>
                  <a:pt x="167948" y="119436"/>
                  <a:pt x="171377" y="118579"/>
                  <a:pt x="175021" y="116864"/>
                </a:cubicBezTo>
                <a:lnTo>
                  <a:pt x="184344" y="111881"/>
                </a:lnTo>
                <a:cubicBezTo>
                  <a:pt x="185952" y="111024"/>
                  <a:pt x="187104" y="110595"/>
                  <a:pt x="187800" y="110595"/>
                </a:cubicBezTo>
                <a:cubicBezTo>
                  <a:pt x="189783" y="110595"/>
                  <a:pt x="191497" y="111385"/>
                  <a:pt x="192944" y="112966"/>
                </a:cubicBezTo>
                <a:cubicBezTo>
                  <a:pt x="194391" y="114547"/>
                  <a:pt x="195114" y="116355"/>
                  <a:pt x="195114" y="118391"/>
                </a:cubicBezTo>
                <a:cubicBezTo>
                  <a:pt x="195114" y="122303"/>
                  <a:pt x="190988" y="126080"/>
                  <a:pt x="182737" y="129724"/>
                </a:cubicBezTo>
                <a:cubicBezTo>
                  <a:pt x="175503" y="132939"/>
                  <a:pt x="169502" y="134546"/>
                  <a:pt x="164733" y="134546"/>
                </a:cubicBezTo>
                <a:close/>
                <a:moveTo>
                  <a:pt x="275529" y="134707"/>
                </a:moveTo>
                <a:cubicBezTo>
                  <a:pt x="274511" y="134707"/>
                  <a:pt x="272662" y="133518"/>
                  <a:pt x="269983" y="131140"/>
                </a:cubicBezTo>
                <a:cubicBezTo>
                  <a:pt x="267572" y="128925"/>
                  <a:pt x="265777" y="126953"/>
                  <a:pt x="264598" y="125223"/>
                </a:cubicBezTo>
                <a:cubicBezTo>
                  <a:pt x="259454" y="128036"/>
                  <a:pt x="254926" y="130159"/>
                  <a:pt x="251015" y="131593"/>
                </a:cubicBezTo>
                <a:cubicBezTo>
                  <a:pt x="247103" y="133026"/>
                  <a:pt x="243835" y="133743"/>
                  <a:pt x="241209" y="133743"/>
                </a:cubicBezTo>
                <a:cubicBezTo>
                  <a:pt x="228671" y="133743"/>
                  <a:pt x="219535" y="130206"/>
                  <a:pt x="213802" y="123133"/>
                </a:cubicBezTo>
                <a:cubicBezTo>
                  <a:pt x="208390" y="116489"/>
                  <a:pt x="205684" y="106308"/>
                  <a:pt x="205684" y="92591"/>
                </a:cubicBezTo>
                <a:cubicBezTo>
                  <a:pt x="205684" y="79624"/>
                  <a:pt x="210145" y="68532"/>
                  <a:pt x="219066" y="59316"/>
                </a:cubicBezTo>
                <a:cubicBezTo>
                  <a:pt x="227988" y="50100"/>
                  <a:pt x="238637" y="45492"/>
                  <a:pt x="251015" y="45492"/>
                </a:cubicBezTo>
                <a:cubicBezTo>
                  <a:pt x="255677" y="45492"/>
                  <a:pt x="260901" y="46697"/>
                  <a:pt x="266688" y="49109"/>
                </a:cubicBezTo>
                <a:cubicBezTo>
                  <a:pt x="273975" y="52109"/>
                  <a:pt x="277619" y="55726"/>
                  <a:pt x="277619" y="59959"/>
                </a:cubicBezTo>
                <a:cubicBezTo>
                  <a:pt x="277619" y="61406"/>
                  <a:pt x="277083" y="62692"/>
                  <a:pt x="276011" y="63817"/>
                </a:cubicBezTo>
                <a:cubicBezTo>
                  <a:pt x="275475" y="65853"/>
                  <a:pt x="275060" y="69202"/>
                  <a:pt x="274765" y="73864"/>
                </a:cubicBezTo>
                <a:cubicBezTo>
                  <a:pt x="274471" y="78526"/>
                  <a:pt x="274297" y="84500"/>
                  <a:pt x="274243" y="91787"/>
                </a:cubicBezTo>
                <a:cubicBezTo>
                  <a:pt x="274189" y="98432"/>
                  <a:pt x="274645" y="103683"/>
                  <a:pt x="275609" y="107541"/>
                </a:cubicBezTo>
                <a:cubicBezTo>
                  <a:pt x="276145" y="109898"/>
                  <a:pt x="277833" y="114614"/>
                  <a:pt x="280673" y="121686"/>
                </a:cubicBezTo>
                <a:cubicBezTo>
                  <a:pt x="281048" y="122651"/>
                  <a:pt x="281664" y="124071"/>
                  <a:pt x="282522" y="125946"/>
                </a:cubicBezTo>
                <a:lnTo>
                  <a:pt x="283004" y="127313"/>
                </a:lnTo>
                <a:cubicBezTo>
                  <a:pt x="283004" y="129456"/>
                  <a:pt x="282254" y="131224"/>
                  <a:pt x="280753" y="132617"/>
                </a:cubicBezTo>
                <a:cubicBezTo>
                  <a:pt x="279253" y="134011"/>
                  <a:pt x="277512" y="134707"/>
                  <a:pt x="275529" y="134707"/>
                </a:cubicBezTo>
                <a:moveTo>
                  <a:pt x="258811" y="78877"/>
                </a:moveTo>
                <a:cubicBezTo>
                  <a:pt x="258811" y="76578"/>
                  <a:pt x="258959" y="74080"/>
                  <a:pt x="259253" y="71382"/>
                </a:cubicBezTo>
                <a:cubicBezTo>
                  <a:pt x="259548" y="68683"/>
                  <a:pt x="259990" y="65811"/>
                  <a:pt x="260579" y="62765"/>
                </a:cubicBezTo>
                <a:cubicBezTo>
                  <a:pt x="258597" y="61748"/>
                  <a:pt x="256896" y="61000"/>
                  <a:pt x="255476" y="60519"/>
                </a:cubicBezTo>
                <a:cubicBezTo>
                  <a:pt x="254056" y="60039"/>
                  <a:pt x="252917" y="59798"/>
                  <a:pt x="252060" y="59798"/>
                </a:cubicBezTo>
                <a:cubicBezTo>
                  <a:pt x="243754" y="59798"/>
                  <a:pt x="236588" y="63178"/>
                  <a:pt x="230560" y="69938"/>
                </a:cubicBezTo>
                <a:cubicBezTo>
                  <a:pt x="224532" y="76698"/>
                  <a:pt x="221518" y="84487"/>
                  <a:pt x="221518" y="93304"/>
                </a:cubicBezTo>
                <a:cubicBezTo>
                  <a:pt x="221518" y="102068"/>
                  <a:pt x="223071" y="108642"/>
                  <a:pt x="226179" y="113024"/>
                </a:cubicBezTo>
                <a:cubicBezTo>
                  <a:pt x="229287" y="117406"/>
                  <a:pt x="233949" y="119597"/>
                  <a:pt x="240164" y="119597"/>
                </a:cubicBezTo>
                <a:cubicBezTo>
                  <a:pt x="245308" y="119597"/>
                  <a:pt x="249675" y="118662"/>
                  <a:pt x="253265" y="116791"/>
                </a:cubicBezTo>
                <a:cubicBezTo>
                  <a:pt x="255194" y="115776"/>
                  <a:pt x="257900" y="113746"/>
                  <a:pt x="261383" y="110700"/>
                </a:cubicBezTo>
                <a:cubicBezTo>
                  <a:pt x="259669" y="96538"/>
                  <a:pt x="258811" y="85930"/>
                  <a:pt x="258811" y="78877"/>
                </a:cubicBezTo>
                <a:close/>
                <a:moveTo>
                  <a:pt x="350295" y="60994"/>
                </a:moveTo>
                <a:cubicBezTo>
                  <a:pt x="349169" y="60994"/>
                  <a:pt x="347843" y="60940"/>
                  <a:pt x="346316" y="60833"/>
                </a:cubicBezTo>
                <a:cubicBezTo>
                  <a:pt x="344789" y="60724"/>
                  <a:pt x="343463" y="60670"/>
                  <a:pt x="342338" y="60670"/>
                </a:cubicBezTo>
                <a:cubicBezTo>
                  <a:pt x="341105" y="60670"/>
                  <a:pt x="337462" y="61076"/>
                  <a:pt x="331407" y="61888"/>
                </a:cubicBezTo>
                <a:lnTo>
                  <a:pt x="332934" y="109336"/>
                </a:lnTo>
                <a:lnTo>
                  <a:pt x="333014" y="112870"/>
                </a:lnTo>
                <a:lnTo>
                  <a:pt x="333095" y="116965"/>
                </a:lnTo>
                <a:cubicBezTo>
                  <a:pt x="333309" y="128686"/>
                  <a:pt x="330496" y="134546"/>
                  <a:pt x="324655" y="134546"/>
                </a:cubicBezTo>
                <a:cubicBezTo>
                  <a:pt x="322512" y="134546"/>
                  <a:pt x="320650" y="133851"/>
                  <a:pt x="319069" y="132459"/>
                </a:cubicBezTo>
                <a:cubicBezTo>
                  <a:pt x="317489" y="131068"/>
                  <a:pt x="316698" y="129328"/>
                  <a:pt x="316698" y="127240"/>
                </a:cubicBezTo>
                <a:cubicBezTo>
                  <a:pt x="316698" y="125207"/>
                  <a:pt x="316779" y="122157"/>
                  <a:pt x="316939" y="118090"/>
                </a:cubicBezTo>
                <a:cubicBezTo>
                  <a:pt x="317100" y="114021"/>
                  <a:pt x="317181" y="110969"/>
                  <a:pt x="317181" y="108935"/>
                </a:cubicBezTo>
                <a:lnTo>
                  <a:pt x="315573" y="62049"/>
                </a:lnTo>
                <a:cubicBezTo>
                  <a:pt x="311662" y="61888"/>
                  <a:pt x="305714" y="61430"/>
                  <a:pt x="297730" y="60675"/>
                </a:cubicBezTo>
                <a:cubicBezTo>
                  <a:pt x="292961" y="60029"/>
                  <a:pt x="290577" y="57364"/>
                  <a:pt x="290577" y="52680"/>
                </a:cubicBezTo>
                <a:cubicBezTo>
                  <a:pt x="290577" y="50311"/>
                  <a:pt x="291300" y="48347"/>
                  <a:pt x="292747" y="46788"/>
                </a:cubicBezTo>
                <a:cubicBezTo>
                  <a:pt x="294194" y="45227"/>
                  <a:pt x="296042" y="44447"/>
                  <a:pt x="298293" y="44447"/>
                </a:cubicBezTo>
                <a:lnTo>
                  <a:pt x="315171" y="45813"/>
                </a:lnTo>
                <a:cubicBezTo>
                  <a:pt x="315171" y="43072"/>
                  <a:pt x="315051" y="39405"/>
                  <a:pt x="314810" y="34812"/>
                </a:cubicBezTo>
                <a:cubicBezTo>
                  <a:pt x="314568" y="30217"/>
                  <a:pt x="314448" y="26899"/>
                  <a:pt x="314448" y="24858"/>
                </a:cubicBezTo>
                <a:cubicBezTo>
                  <a:pt x="314448" y="22601"/>
                  <a:pt x="315225" y="20734"/>
                  <a:pt x="316779" y="19257"/>
                </a:cubicBezTo>
                <a:cubicBezTo>
                  <a:pt x="318333" y="17779"/>
                  <a:pt x="320235" y="17039"/>
                  <a:pt x="322485" y="17039"/>
                </a:cubicBezTo>
                <a:cubicBezTo>
                  <a:pt x="327308" y="17039"/>
                  <a:pt x="330121" y="20978"/>
                  <a:pt x="330925" y="28854"/>
                </a:cubicBezTo>
                <a:cubicBezTo>
                  <a:pt x="331085" y="30837"/>
                  <a:pt x="331166" y="33221"/>
                  <a:pt x="331166" y="36008"/>
                </a:cubicBezTo>
                <a:lnTo>
                  <a:pt x="331005" y="40669"/>
                </a:lnTo>
                <a:lnTo>
                  <a:pt x="330925" y="45653"/>
                </a:lnTo>
                <a:cubicBezTo>
                  <a:pt x="337569" y="44795"/>
                  <a:pt x="341373" y="44367"/>
                  <a:pt x="342338" y="44367"/>
                </a:cubicBezTo>
                <a:cubicBezTo>
                  <a:pt x="347910" y="44367"/>
                  <a:pt x="351554" y="44634"/>
                  <a:pt x="353269" y="45170"/>
                </a:cubicBezTo>
                <a:cubicBezTo>
                  <a:pt x="356537" y="46249"/>
                  <a:pt x="358171" y="48790"/>
                  <a:pt x="358171" y="52796"/>
                </a:cubicBezTo>
                <a:cubicBezTo>
                  <a:pt x="358171" y="55177"/>
                  <a:pt x="357435" y="57138"/>
                  <a:pt x="355961" y="58681"/>
                </a:cubicBezTo>
                <a:cubicBezTo>
                  <a:pt x="354488" y="60223"/>
                  <a:pt x="352599" y="60994"/>
                  <a:pt x="350295" y="60994"/>
                </a:cubicBezTo>
                <a:close/>
                <a:moveTo>
                  <a:pt x="389200" y="27649"/>
                </a:moveTo>
                <a:cubicBezTo>
                  <a:pt x="386628" y="27649"/>
                  <a:pt x="384404" y="26738"/>
                  <a:pt x="382529" y="24916"/>
                </a:cubicBezTo>
                <a:cubicBezTo>
                  <a:pt x="380654" y="23094"/>
                  <a:pt x="379716" y="20897"/>
                  <a:pt x="379716" y="18325"/>
                </a:cubicBezTo>
                <a:cubicBezTo>
                  <a:pt x="379716" y="15753"/>
                  <a:pt x="380654" y="13556"/>
                  <a:pt x="382529" y="11735"/>
                </a:cubicBezTo>
                <a:cubicBezTo>
                  <a:pt x="384404" y="9913"/>
                  <a:pt x="386628" y="9002"/>
                  <a:pt x="389200" y="9002"/>
                </a:cubicBezTo>
                <a:cubicBezTo>
                  <a:pt x="391772" y="9002"/>
                  <a:pt x="393982" y="9913"/>
                  <a:pt x="395831" y="11735"/>
                </a:cubicBezTo>
                <a:cubicBezTo>
                  <a:pt x="397680" y="13556"/>
                  <a:pt x="398604" y="15753"/>
                  <a:pt x="398604" y="18325"/>
                </a:cubicBezTo>
                <a:cubicBezTo>
                  <a:pt x="398604" y="20897"/>
                  <a:pt x="397680" y="23094"/>
                  <a:pt x="395831" y="24916"/>
                </a:cubicBezTo>
                <a:cubicBezTo>
                  <a:pt x="393982" y="26738"/>
                  <a:pt x="391772" y="27649"/>
                  <a:pt x="389200" y="27649"/>
                </a:cubicBezTo>
                <a:moveTo>
                  <a:pt x="392817" y="92958"/>
                </a:moveTo>
                <a:cubicBezTo>
                  <a:pt x="392817" y="96176"/>
                  <a:pt x="392911" y="100990"/>
                  <a:pt x="393098" y="107400"/>
                </a:cubicBezTo>
                <a:cubicBezTo>
                  <a:pt x="393286" y="113808"/>
                  <a:pt x="393380" y="118621"/>
                  <a:pt x="393380" y="121840"/>
                </a:cubicBezTo>
                <a:cubicBezTo>
                  <a:pt x="393380" y="124199"/>
                  <a:pt x="392656" y="126130"/>
                  <a:pt x="391209" y="127632"/>
                </a:cubicBezTo>
                <a:cubicBezTo>
                  <a:pt x="389763" y="129134"/>
                  <a:pt x="387861" y="129885"/>
                  <a:pt x="385503" y="129885"/>
                </a:cubicBezTo>
                <a:cubicBezTo>
                  <a:pt x="383199" y="129885"/>
                  <a:pt x="381310" y="129134"/>
                  <a:pt x="379837" y="127632"/>
                </a:cubicBezTo>
                <a:cubicBezTo>
                  <a:pt x="378363" y="126130"/>
                  <a:pt x="377626" y="124199"/>
                  <a:pt x="377626" y="121840"/>
                </a:cubicBezTo>
                <a:cubicBezTo>
                  <a:pt x="377626" y="118621"/>
                  <a:pt x="377532" y="113808"/>
                  <a:pt x="377345" y="107400"/>
                </a:cubicBezTo>
                <a:cubicBezTo>
                  <a:pt x="377157" y="100990"/>
                  <a:pt x="377064" y="96176"/>
                  <a:pt x="377064" y="92958"/>
                </a:cubicBezTo>
                <a:cubicBezTo>
                  <a:pt x="377064" y="87916"/>
                  <a:pt x="377332" y="81627"/>
                  <a:pt x="377867" y="74092"/>
                </a:cubicBezTo>
                <a:cubicBezTo>
                  <a:pt x="378403" y="66556"/>
                  <a:pt x="378671" y="60266"/>
                  <a:pt x="378671" y="55225"/>
                </a:cubicBezTo>
                <a:cubicBezTo>
                  <a:pt x="378671" y="52812"/>
                  <a:pt x="379408" y="50854"/>
                  <a:pt x="380881" y="49352"/>
                </a:cubicBezTo>
                <a:cubicBezTo>
                  <a:pt x="382355" y="47850"/>
                  <a:pt x="384244" y="47099"/>
                  <a:pt x="386548" y="47099"/>
                </a:cubicBezTo>
                <a:cubicBezTo>
                  <a:pt x="388852" y="47099"/>
                  <a:pt x="390741" y="47850"/>
                  <a:pt x="392214" y="49352"/>
                </a:cubicBezTo>
                <a:cubicBezTo>
                  <a:pt x="393688" y="50854"/>
                  <a:pt x="394424" y="52812"/>
                  <a:pt x="394424" y="55225"/>
                </a:cubicBezTo>
                <a:cubicBezTo>
                  <a:pt x="394424" y="60266"/>
                  <a:pt x="394157" y="66556"/>
                  <a:pt x="393621" y="74092"/>
                </a:cubicBezTo>
                <a:cubicBezTo>
                  <a:pt x="393085" y="81627"/>
                  <a:pt x="392817" y="87916"/>
                  <a:pt x="392817" y="92958"/>
                </a:cubicBezTo>
                <a:close/>
                <a:moveTo>
                  <a:pt x="449680" y="134225"/>
                </a:moveTo>
                <a:cubicBezTo>
                  <a:pt x="440678" y="134225"/>
                  <a:pt x="432935" y="130897"/>
                  <a:pt x="426452" y="124241"/>
                </a:cubicBezTo>
                <a:cubicBezTo>
                  <a:pt x="419218" y="116833"/>
                  <a:pt x="415414" y="106875"/>
                  <a:pt x="415039" y="94367"/>
                </a:cubicBezTo>
                <a:cubicBezTo>
                  <a:pt x="414717" y="82235"/>
                  <a:pt x="417772" y="71553"/>
                  <a:pt x="424201" y="62320"/>
                </a:cubicBezTo>
                <a:cubicBezTo>
                  <a:pt x="431703" y="51423"/>
                  <a:pt x="442152" y="45974"/>
                  <a:pt x="455547" y="45974"/>
                </a:cubicBezTo>
                <a:cubicBezTo>
                  <a:pt x="466264" y="45974"/>
                  <a:pt x="474382" y="50886"/>
                  <a:pt x="479901" y="60710"/>
                </a:cubicBezTo>
                <a:cubicBezTo>
                  <a:pt x="484295" y="68654"/>
                  <a:pt x="486411" y="78208"/>
                  <a:pt x="486250" y="89374"/>
                </a:cubicBezTo>
                <a:cubicBezTo>
                  <a:pt x="486090" y="101291"/>
                  <a:pt x="482982" y="111464"/>
                  <a:pt x="476927" y="119893"/>
                </a:cubicBezTo>
                <a:cubicBezTo>
                  <a:pt x="470068" y="129448"/>
                  <a:pt x="460986" y="134225"/>
                  <a:pt x="449680" y="134225"/>
                </a:cubicBezTo>
                <a:moveTo>
                  <a:pt x="454503" y="62370"/>
                </a:moveTo>
                <a:cubicBezTo>
                  <a:pt x="446626" y="62317"/>
                  <a:pt x="440491" y="66073"/>
                  <a:pt x="436097" y="73638"/>
                </a:cubicBezTo>
                <a:cubicBezTo>
                  <a:pt x="432614" y="79703"/>
                  <a:pt x="430873" y="86625"/>
                  <a:pt x="430873" y="94404"/>
                </a:cubicBezTo>
                <a:cubicBezTo>
                  <a:pt x="430873" y="102186"/>
                  <a:pt x="432989" y="108250"/>
                  <a:pt x="437222" y="112597"/>
                </a:cubicBezTo>
                <a:cubicBezTo>
                  <a:pt x="440759" y="116192"/>
                  <a:pt x="444911" y="117989"/>
                  <a:pt x="449680" y="117989"/>
                </a:cubicBezTo>
                <a:cubicBezTo>
                  <a:pt x="455253" y="117989"/>
                  <a:pt x="460048" y="115950"/>
                  <a:pt x="464067" y="111871"/>
                </a:cubicBezTo>
                <a:cubicBezTo>
                  <a:pt x="468622" y="107365"/>
                  <a:pt x="471033" y="101275"/>
                  <a:pt x="471301" y="93601"/>
                </a:cubicBezTo>
                <a:cubicBezTo>
                  <a:pt x="472051" y="72834"/>
                  <a:pt x="466452" y="62424"/>
                  <a:pt x="454503" y="62370"/>
                </a:cubicBezTo>
                <a:close/>
                <a:moveTo>
                  <a:pt x="567298" y="135189"/>
                </a:moveTo>
                <a:cubicBezTo>
                  <a:pt x="562689" y="135189"/>
                  <a:pt x="560091" y="132666"/>
                  <a:pt x="559501" y="127619"/>
                </a:cubicBezTo>
                <a:lnTo>
                  <a:pt x="557251" y="109979"/>
                </a:lnTo>
                <a:cubicBezTo>
                  <a:pt x="556501" y="103697"/>
                  <a:pt x="556126" y="97817"/>
                  <a:pt x="556126" y="92340"/>
                </a:cubicBezTo>
                <a:cubicBezTo>
                  <a:pt x="556126" y="90836"/>
                  <a:pt x="556219" y="88286"/>
                  <a:pt x="556407" y="84689"/>
                </a:cubicBezTo>
                <a:cubicBezTo>
                  <a:pt x="556594" y="81091"/>
                  <a:pt x="556688" y="78540"/>
                  <a:pt x="556688" y="77036"/>
                </a:cubicBezTo>
                <a:cubicBezTo>
                  <a:pt x="556688" y="65437"/>
                  <a:pt x="554545" y="59638"/>
                  <a:pt x="550258" y="59638"/>
                </a:cubicBezTo>
                <a:cubicBezTo>
                  <a:pt x="544257" y="59638"/>
                  <a:pt x="538524" y="63205"/>
                  <a:pt x="533058" y="70340"/>
                </a:cubicBezTo>
                <a:cubicBezTo>
                  <a:pt x="528129" y="76830"/>
                  <a:pt x="524271" y="85037"/>
                  <a:pt x="521484" y="94960"/>
                </a:cubicBezTo>
                <a:cubicBezTo>
                  <a:pt x="521377" y="97053"/>
                  <a:pt x="521136" y="99682"/>
                  <a:pt x="520761" y="102846"/>
                </a:cubicBezTo>
                <a:cubicBezTo>
                  <a:pt x="520439" y="105529"/>
                  <a:pt x="520279" y="108130"/>
                  <a:pt x="520279" y="110650"/>
                </a:cubicBezTo>
                <a:cubicBezTo>
                  <a:pt x="520279" y="112259"/>
                  <a:pt x="520439" y="114673"/>
                  <a:pt x="520761" y="117891"/>
                </a:cubicBezTo>
                <a:cubicBezTo>
                  <a:pt x="521082" y="121110"/>
                  <a:pt x="521243" y="123523"/>
                  <a:pt x="521243" y="125133"/>
                </a:cubicBezTo>
                <a:cubicBezTo>
                  <a:pt x="521243" y="127547"/>
                  <a:pt x="520506" y="129505"/>
                  <a:pt x="519033" y="131007"/>
                </a:cubicBezTo>
                <a:cubicBezTo>
                  <a:pt x="517559" y="132509"/>
                  <a:pt x="515671" y="133260"/>
                  <a:pt x="513366" y="133260"/>
                </a:cubicBezTo>
                <a:cubicBezTo>
                  <a:pt x="511009" y="133260"/>
                  <a:pt x="509107" y="132509"/>
                  <a:pt x="507660" y="131005"/>
                </a:cubicBezTo>
                <a:cubicBezTo>
                  <a:pt x="506213" y="129503"/>
                  <a:pt x="505490" y="127544"/>
                  <a:pt x="505490" y="125128"/>
                </a:cubicBezTo>
                <a:cubicBezTo>
                  <a:pt x="505490" y="123518"/>
                  <a:pt x="505316" y="121104"/>
                  <a:pt x="504967" y="117884"/>
                </a:cubicBezTo>
                <a:cubicBezTo>
                  <a:pt x="504619" y="114662"/>
                  <a:pt x="504445" y="112246"/>
                  <a:pt x="504445" y="110635"/>
                </a:cubicBezTo>
                <a:cubicBezTo>
                  <a:pt x="504445" y="105106"/>
                  <a:pt x="504833" y="97444"/>
                  <a:pt x="505610" y="87648"/>
                </a:cubicBezTo>
                <a:cubicBezTo>
                  <a:pt x="506387" y="77852"/>
                  <a:pt x="506776" y="70190"/>
                  <a:pt x="506776" y="64661"/>
                </a:cubicBezTo>
                <a:cubicBezTo>
                  <a:pt x="506776" y="62943"/>
                  <a:pt x="506682" y="60394"/>
                  <a:pt x="506494" y="57013"/>
                </a:cubicBezTo>
                <a:cubicBezTo>
                  <a:pt x="506307" y="53630"/>
                  <a:pt x="506213" y="51081"/>
                  <a:pt x="506213" y="49365"/>
                </a:cubicBezTo>
                <a:cubicBezTo>
                  <a:pt x="506213" y="47056"/>
                  <a:pt x="506977" y="45164"/>
                  <a:pt x="508504" y="43688"/>
                </a:cubicBezTo>
                <a:cubicBezTo>
                  <a:pt x="510031" y="42212"/>
                  <a:pt x="511920" y="41473"/>
                  <a:pt x="514170" y="41473"/>
                </a:cubicBezTo>
                <a:cubicBezTo>
                  <a:pt x="519100" y="41473"/>
                  <a:pt x="521806" y="44970"/>
                  <a:pt x="522288" y="51964"/>
                </a:cubicBezTo>
                <a:lnTo>
                  <a:pt x="522529" y="61406"/>
                </a:lnTo>
                <a:cubicBezTo>
                  <a:pt x="531531" y="49403"/>
                  <a:pt x="540774" y="43402"/>
                  <a:pt x="550258" y="43402"/>
                </a:cubicBezTo>
                <a:cubicBezTo>
                  <a:pt x="558831" y="43402"/>
                  <a:pt x="564806" y="47186"/>
                  <a:pt x="568182" y="54755"/>
                </a:cubicBezTo>
                <a:cubicBezTo>
                  <a:pt x="570486" y="59800"/>
                  <a:pt x="571745" y="67261"/>
                  <a:pt x="571959" y="77139"/>
                </a:cubicBezTo>
                <a:lnTo>
                  <a:pt x="571959" y="85269"/>
                </a:lnTo>
                <a:lnTo>
                  <a:pt x="571879" y="92757"/>
                </a:lnTo>
                <a:cubicBezTo>
                  <a:pt x="571879" y="97213"/>
                  <a:pt x="572455" y="102970"/>
                  <a:pt x="573607" y="110030"/>
                </a:cubicBezTo>
                <a:cubicBezTo>
                  <a:pt x="574759" y="117088"/>
                  <a:pt x="575335" y="122817"/>
                  <a:pt x="575335" y="127217"/>
                </a:cubicBezTo>
                <a:cubicBezTo>
                  <a:pt x="575335" y="129580"/>
                  <a:pt x="574571" y="131499"/>
                  <a:pt x="573044" y="132974"/>
                </a:cubicBezTo>
                <a:cubicBezTo>
                  <a:pt x="571517" y="134451"/>
                  <a:pt x="569602" y="135189"/>
                  <a:pt x="567298" y="13518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8" name="Text training">
            <a:extLst xmlns:a="http://schemas.openxmlformats.org/drawingml/2006/main">
              <a:ext uri="{FF2B5EF4-FFF2-40B4-BE49-F238E27FC236}">
                <a16:creationId xmlns:a16="http://schemas.microsoft.com/office/drawing/2014/main" id="{D0E448D4-5B4D-4B7A-8433-728D09958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1576" y="3198141"/>
            <a:ext cx="663226" cy="188144"/>
          </a:xfrm>
          <a:custGeom xmlns:a="http://schemas.openxmlformats.org/drawingml/2006/main">
            <a:pathLst>
              <a:path w="663226" h="188144">
                <a:moveTo>
                  <a:pt x="67794" y="59023"/>
                </a:moveTo>
                <a:cubicBezTo>
                  <a:pt x="66516" y="59023"/>
                  <a:pt x="65011" y="58962"/>
                  <a:pt x="63277" y="58840"/>
                </a:cubicBezTo>
                <a:cubicBezTo>
                  <a:pt x="61544" y="58717"/>
                  <a:pt x="60038" y="58655"/>
                  <a:pt x="58761" y="58655"/>
                </a:cubicBezTo>
                <a:cubicBezTo>
                  <a:pt x="57362" y="58655"/>
                  <a:pt x="53225" y="59116"/>
                  <a:pt x="46352" y="60038"/>
                </a:cubicBezTo>
                <a:lnTo>
                  <a:pt x="48085" y="113903"/>
                </a:lnTo>
                <a:lnTo>
                  <a:pt x="48176" y="117915"/>
                </a:lnTo>
                <a:lnTo>
                  <a:pt x="48268" y="122563"/>
                </a:lnTo>
                <a:cubicBezTo>
                  <a:pt x="48511" y="135869"/>
                  <a:pt x="45317" y="142522"/>
                  <a:pt x="38687" y="142522"/>
                </a:cubicBezTo>
                <a:cubicBezTo>
                  <a:pt x="36254" y="142522"/>
                  <a:pt x="34140" y="141732"/>
                  <a:pt x="32346" y="140153"/>
                </a:cubicBezTo>
                <a:cubicBezTo>
                  <a:pt x="30551" y="138573"/>
                  <a:pt x="29654" y="136598"/>
                  <a:pt x="29654" y="134227"/>
                </a:cubicBezTo>
                <a:cubicBezTo>
                  <a:pt x="29654" y="131920"/>
                  <a:pt x="29745" y="128457"/>
                  <a:pt x="29928" y="123840"/>
                </a:cubicBezTo>
                <a:cubicBezTo>
                  <a:pt x="30110" y="119221"/>
                  <a:pt x="30202" y="115756"/>
                  <a:pt x="30202" y="113447"/>
                </a:cubicBezTo>
                <a:lnTo>
                  <a:pt x="28377" y="60221"/>
                </a:lnTo>
                <a:cubicBezTo>
                  <a:pt x="23936" y="60038"/>
                  <a:pt x="17184" y="59518"/>
                  <a:pt x="8121" y="58661"/>
                </a:cubicBezTo>
                <a:cubicBezTo>
                  <a:pt x="2707" y="57927"/>
                  <a:pt x="0" y="54902"/>
                  <a:pt x="0" y="49585"/>
                </a:cubicBezTo>
                <a:cubicBezTo>
                  <a:pt x="0" y="46895"/>
                  <a:pt x="821" y="44665"/>
                  <a:pt x="2464" y="42896"/>
                </a:cubicBezTo>
                <a:cubicBezTo>
                  <a:pt x="4106" y="41124"/>
                  <a:pt x="6205" y="40238"/>
                  <a:pt x="8759" y="40238"/>
                </a:cubicBezTo>
                <a:lnTo>
                  <a:pt x="27920" y="41789"/>
                </a:lnTo>
                <a:cubicBezTo>
                  <a:pt x="27920" y="38678"/>
                  <a:pt x="27784" y="34515"/>
                  <a:pt x="27510" y="29300"/>
                </a:cubicBezTo>
                <a:cubicBezTo>
                  <a:pt x="27236" y="24084"/>
                  <a:pt x="27099" y="20318"/>
                  <a:pt x="27099" y="18001"/>
                </a:cubicBezTo>
                <a:cubicBezTo>
                  <a:pt x="27099" y="15438"/>
                  <a:pt x="27981" y="13319"/>
                  <a:pt x="29745" y="11642"/>
                </a:cubicBezTo>
                <a:cubicBezTo>
                  <a:pt x="31509" y="9964"/>
                  <a:pt x="33669" y="9124"/>
                  <a:pt x="36224" y="9124"/>
                </a:cubicBezTo>
                <a:cubicBezTo>
                  <a:pt x="41698" y="9124"/>
                  <a:pt x="44892" y="13595"/>
                  <a:pt x="45804" y="22537"/>
                </a:cubicBezTo>
                <a:cubicBezTo>
                  <a:pt x="45987" y="24788"/>
                  <a:pt x="46078" y="27495"/>
                  <a:pt x="46078" y="30658"/>
                </a:cubicBezTo>
                <a:lnTo>
                  <a:pt x="45895" y="35950"/>
                </a:lnTo>
                <a:lnTo>
                  <a:pt x="45804" y="41607"/>
                </a:lnTo>
                <a:cubicBezTo>
                  <a:pt x="53347" y="40634"/>
                  <a:pt x="57666" y="40147"/>
                  <a:pt x="58761" y="40147"/>
                </a:cubicBezTo>
                <a:cubicBezTo>
                  <a:pt x="65087" y="40147"/>
                  <a:pt x="69223" y="40451"/>
                  <a:pt x="71170" y="41059"/>
                </a:cubicBezTo>
                <a:cubicBezTo>
                  <a:pt x="74880" y="42284"/>
                  <a:pt x="76736" y="45169"/>
                  <a:pt x="76736" y="49716"/>
                </a:cubicBezTo>
                <a:cubicBezTo>
                  <a:pt x="76736" y="52419"/>
                  <a:pt x="75899" y="54646"/>
                  <a:pt x="74226" y="56397"/>
                </a:cubicBezTo>
                <a:cubicBezTo>
                  <a:pt x="72554" y="58148"/>
                  <a:pt x="70409" y="59023"/>
                  <a:pt x="67794" y="59023"/>
                </a:cubicBezTo>
                <a:close/>
                <a:moveTo>
                  <a:pt x="166193" y="69071"/>
                </a:moveTo>
                <a:cubicBezTo>
                  <a:pt x="165767" y="76675"/>
                  <a:pt x="162726" y="80477"/>
                  <a:pt x="157069" y="80477"/>
                </a:cubicBezTo>
                <a:cubicBezTo>
                  <a:pt x="151837" y="80477"/>
                  <a:pt x="149222" y="77478"/>
                  <a:pt x="149222" y="71481"/>
                </a:cubicBezTo>
                <a:cubicBezTo>
                  <a:pt x="149222" y="70329"/>
                  <a:pt x="149130" y="68207"/>
                  <a:pt x="148948" y="65116"/>
                </a:cubicBezTo>
                <a:lnTo>
                  <a:pt x="148674" y="57483"/>
                </a:lnTo>
                <a:cubicBezTo>
                  <a:pt x="139063" y="58641"/>
                  <a:pt x="131368" y="61353"/>
                  <a:pt x="125590" y="65621"/>
                </a:cubicBezTo>
                <a:cubicBezTo>
                  <a:pt x="120176" y="69584"/>
                  <a:pt x="115675" y="75559"/>
                  <a:pt x="112086" y="83545"/>
                </a:cubicBezTo>
                <a:lnTo>
                  <a:pt x="112268" y="133651"/>
                </a:lnTo>
                <a:cubicBezTo>
                  <a:pt x="112268" y="139808"/>
                  <a:pt x="109257" y="142887"/>
                  <a:pt x="103235" y="142887"/>
                </a:cubicBezTo>
                <a:cubicBezTo>
                  <a:pt x="97882" y="142887"/>
                  <a:pt x="95206" y="139809"/>
                  <a:pt x="95206" y="133654"/>
                </a:cubicBezTo>
                <a:lnTo>
                  <a:pt x="95206" y="69485"/>
                </a:lnTo>
                <a:cubicBezTo>
                  <a:pt x="95206" y="67473"/>
                  <a:pt x="95282" y="64458"/>
                  <a:pt x="95434" y="60437"/>
                </a:cubicBezTo>
                <a:cubicBezTo>
                  <a:pt x="95586" y="56415"/>
                  <a:pt x="95662" y="53398"/>
                  <a:pt x="95662" y="51387"/>
                </a:cubicBezTo>
                <a:cubicBezTo>
                  <a:pt x="95662" y="45232"/>
                  <a:pt x="98338" y="42154"/>
                  <a:pt x="103691" y="42154"/>
                </a:cubicBezTo>
                <a:cubicBezTo>
                  <a:pt x="109652" y="42154"/>
                  <a:pt x="112664" y="47203"/>
                  <a:pt x="112724" y="57301"/>
                </a:cubicBezTo>
                <a:cubicBezTo>
                  <a:pt x="124403" y="45987"/>
                  <a:pt x="137360" y="40330"/>
                  <a:pt x="151594" y="40330"/>
                </a:cubicBezTo>
                <a:cubicBezTo>
                  <a:pt x="156521" y="40330"/>
                  <a:pt x="160201" y="42185"/>
                  <a:pt x="162634" y="45895"/>
                </a:cubicBezTo>
                <a:cubicBezTo>
                  <a:pt x="165068" y="49606"/>
                  <a:pt x="166284" y="55202"/>
                  <a:pt x="166284" y="62684"/>
                </a:cubicBezTo>
                <a:cubicBezTo>
                  <a:pt x="166284" y="65847"/>
                  <a:pt x="166254" y="67976"/>
                  <a:pt x="166193" y="69071"/>
                </a:cubicBezTo>
                <a:close/>
                <a:moveTo>
                  <a:pt x="256678" y="142704"/>
                </a:moveTo>
                <a:cubicBezTo>
                  <a:pt x="255522" y="142704"/>
                  <a:pt x="253424" y="141355"/>
                  <a:pt x="250382" y="138656"/>
                </a:cubicBezTo>
                <a:cubicBezTo>
                  <a:pt x="247645" y="136141"/>
                  <a:pt x="245607" y="133901"/>
                  <a:pt x="244269" y="131938"/>
                </a:cubicBezTo>
                <a:cubicBezTo>
                  <a:pt x="238430" y="135131"/>
                  <a:pt x="233289" y="137542"/>
                  <a:pt x="228849" y="139169"/>
                </a:cubicBezTo>
                <a:cubicBezTo>
                  <a:pt x="224408" y="140796"/>
                  <a:pt x="220698" y="141610"/>
                  <a:pt x="217717" y="141610"/>
                </a:cubicBezTo>
                <a:cubicBezTo>
                  <a:pt x="203483" y="141610"/>
                  <a:pt x="193112" y="137595"/>
                  <a:pt x="186603" y="129565"/>
                </a:cubicBezTo>
                <a:cubicBezTo>
                  <a:pt x="180460" y="122023"/>
                  <a:pt x="177388" y="110465"/>
                  <a:pt x="177388" y="94893"/>
                </a:cubicBezTo>
                <a:cubicBezTo>
                  <a:pt x="177388" y="80172"/>
                  <a:pt x="182452" y="67581"/>
                  <a:pt x="192580" y="57118"/>
                </a:cubicBezTo>
                <a:cubicBezTo>
                  <a:pt x="202708" y="46656"/>
                  <a:pt x="214798" y="41424"/>
                  <a:pt x="228849" y="41424"/>
                </a:cubicBezTo>
                <a:cubicBezTo>
                  <a:pt x="234141" y="41424"/>
                  <a:pt x="240072" y="42793"/>
                  <a:pt x="246641" y="45530"/>
                </a:cubicBezTo>
                <a:cubicBezTo>
                  <a:pt x="254914" y="48937"/>
                  <a:pt x="259051" y="53043"/>
                  <a:pt x="259051" y="57848"/>
                </a:cubicBezTo>
                <a:cubicBezTo>
                  <a:pt x="259051" y="59491"/>
                  <a:pt x="258442" y="60950"/>
                  <a:pt x="257226" y="62228"/>
                </a:cubicBezTo>
                <a:cubicBezTo>
                  <a:pt x="256617" y="64539"/>
                  <a:pt x="256146" y="68341"/>
                  <a:pt x="255811" y="73633"/>
                </a:cubicBezTo>
                <a:cubicBezTo>
                  <a:pt x="255477" y="78925"/>
                  <a:pt x="255279" y="85708"/>
                  <a:pt x="255218" y="93981"/>
                </a:cubicBezTo>
                <a:cubicBezTo>
                  <a:pt x="255157" y="101523"/>
                  <a:pt x="255675" y="107485"/>
                  <a:pt x="256769" y="111864"/>
                </a:cubicBezTo>
                <a:cubicBezTo>
                  <a:pt x="257378" y="114541"/>
                  <a:pt x="259294" y="119894"/>
                  <a:pt x="262518" y="127923"/>
                </a:cubicBezTo>
                <a:cubicBezTo>
                  <a:pt x="262944" y="129018"/>
                  <a:pt x="263643" y="130630"/>
                  <a:pt x="264616" y="132759"/>
                </a:cubicBezTo>
                <a:lnTo>
                  <a:pt x="265164" y="134310"/>
                </a:lnTo>
                <a:cubicBezTo>
                  <a:pt x="265164" y="136743"/>
                  <a:pt x="264312" y="138751"/>
                  <a:pt x="262609" y="140332"/>
                </a:cubicBezTo>
                <a:cubicBezTo>
                  <a:pt x="260906" y="141914"/>
                  <a:pt x="258929" y="142704"/>
                  <a:pt x="256678" y="142704"/>
                </a:cubicBezTo>
                <a:moveTo>
                  <a:pt x="237700" y="79325"/>
                </a:moveTo>
                <a:cubicBezTo>
                  <a:pt x="237700" y="76715"/>
                  <a:pt x="237867" y="73879"/>
                  <a:pt x="238201" y="70816"/>
                </a:cubicBezTo>
                <a:cubicBezTo>
                  <a:pt x="238536" y="67752"/>
                  <a:pt x="239038" y="64491"/>
                  <a:pt x="239707" y="61033"/>
                </a:cubicBezTo>
                <a:cubicBezTo>
                  <a:pt x="237456" y="59879"/>
                  <a:pt x="235525" y="59030"/>
                  <a:pt x="233913" y="58484"/>
                </a:cubicBezTo>
                <a:cubicBezTo>
                  <a:pt x="232301" y="57939"/>
                  <a:pt x="231008" y="57666"/>
                  <a:pt x="230035" y="57666"/>
                </a:cubicBezTo>
                <a:cubicBezTo>
                  <a:pt x="220607" y="57666"/>
                  <a:pt x="212471" y="61503"/>
                  <a:pt x="205628" y="69177"/>
                </a:cubicBezTo>
                <a:cubicBezTo>
                  <a:pt x="198784" y="76851"/>
                  <a:pt x="195363" y="85693"/>
                  <a:pt x="195363" y="95703"/>
                </a:cubicBezTo>
                <a:cubicBezTo>
                  <a:pt x="195363" y="105652"/>
                  <a:pt x="197127" y="113114"/>
                  <a:pt x="200655" y="118089"/>
                </a:cubicBezTo>
                <a:cubicBezTo>
                  <a:pt x="204183" y="123063"/>
                  <a:pt x="209475" y="125551"/>
                  <a:pt x="216531" y="125551"/>
                </a:cubicBezTo>
                <a:cubicBezTo>
                  <a:pt x="222371" y="125551"/>
                  <a:pt x="227328" y="124489"/>
                  <a:pt x="231404" y="122366"/>
                </a:cubicBezTo>
                <a:cubicBezTo>
                  <a:pt x="233594" y="121214"/>
                  <a:pt x="236665" y="118909"/>
                  <a:pt x="240619" y="115451"/>
                </a:cubicBezTo>
                <a:cubicBezTo>
                  <a:pt x="238673" y="99373"/>
                  <a:pt x="237700" y="87331"/>
                  <a:pt x="237700" y="79325"/>
                </a:cubicBezTo>
                <a:close/>
                <a:moveTo>
                  <a:pt x="298914" y="21168"/>
                </a:moveTo>
                <a:cubicBezTo>
                  <a:pt x="295994" y="21168"/>
                  <a:pt x="293470" y="20134"/>
                  <a:pt x="291341" y="18066"/>
                </a:cubicBezTo>
                <a:cubicBezTo>
                  <a:pt x="289212" y="15998"/>
                  <a:pt x="288147" y="13504"/>
                  <a:pt x="288147" y="10584"/>
                </a:cubicBezTo>
                <a:cubicBezTo>
                  <a:pt x="288147" y="7664"/>
                  <a:pt x="289212" y="5170"/>
                  <a:pt x="291341" y="3102"/>
                </a:cubicBezTo>
                <a:cubicBezTo>
                  <a:pt x="293470" y="1034"/>
                  <a:pt x="295994" y="0"/>
                  <a:pt x="298914" y="0"/>
                </a:cubicBezTo>
                <a:cubicBezTo>
                  <a:pt x="301834" y="0"/>
                  <a:pt x="304343" y="1034"/>
                  <a:pt x="306441" y="3102"/>
                </a:cubicBezTo>
                <a:cubicBezTo>
                  <a:pt x="308540" y="5170"/>
                  <a:pt x="309589" y="7664"/>
                  <a:pt x="309589" y="10584"/>
                </a:cubicBezTo>
                <a:cubicBezTo>
                  <a:pt x="309589" y="13504"/>
                  <a:pt x="308540" y="15998"/>
                  <a:pt x="306441" y="18066"/>
                </a:cubicBezTo>
                <a:cubicBezTo>
                  <a:pt x="304343" y="20134"/>
                  <a:pt x="301834" y="21168"/>
                  <a:pt x="298914" y="21168"/>
                </a:cubicBezTo>
                <a:moveTo>
                  <a:pt x="303020" y="95309"/>
                </a:moveTo>
                <a:cubicBezTo>
                  <a:pt x="303020" y="98963"/>
                  <a:pt x="303126" y="104428"/>
                  <a:pt x="303339" y="111705"/>
                </a:cubicBezTo>
                <a:cubicBezTo>
                  <a:pt x="303552" y="118979"/>
                  <a:pt x="303658" y="124443"/>
                  <a:pt x="303658" y="128097"/>
                </a:cubicBezTo>
                <a:cubicBezTo>
                  <a:pt x="303658" y="130775"/>
                  <a:pt x="302837" y="132967"/>
                  <a:pt x="301195" y="134672"/>
                </a:cubicBezTo>
                <a:cubicBezTo>
                  <a:pt x="299553" y="136377"/>
                  <a:pt x="297393" y="137230"/>
                  <a:pt x="294717" y="137230"/>
                </a:cubicBezTo>
                <a:cubicBezTo>
                  <a:pt x="292101" y="137230"/>
                  <a:pt x="289957" y="136377"/>
                  <a:pt x="288284" y="134672"/>
                </a:cubicBezTo>
                <a:cubicBezTo>
                  <a:pt x="286611" y="132967"/>
                  <a:pt x="285775" y="130775"/>
                  <a:pt x="285775" y="128097"/>
                </a:cubicBezTo>
                <a:cubicBezTo>
                  <a:pt x="285775" y="124443"/>
                  <a:pt x="285668" y="118979"/>
                  <a:pt x="285455" y="111705"/>
                </a:cubicBezTo>
                <a:cubicBezTo>
                  <a:pt x="285243" y="104428"/>
                  <a:pt x="285136" y="98963"/>
                  <a:pt x="285136" y="95309"/>
                </a:cubicBezTo>
                <a:cubicBezTo>
                  <a:pt x="285136" y="89586"/>
                  <a:pt x="285440" y="82447"/>
                  <a:pt x="286049" y="73893"/>
                </a:cubicBezTo>
                <a:cubicBezTo>
                  <a:pt x="286657" y="65337"/>
                  <a:pt x="286961" y="58197"/>
                  <a:pt x="286961" y="52473"/>
                </a:cubicBezTo>
                <a:cubicBezTo>
                  <a:pt x="286961" y="49734"/>
                  <a:pt x="287797" y="47512"/>
                  <a:pt x="289470" y="45807"/>
                </a:cubicBezTo>
                <a:cubicBezTo>
                  <a:pt x="291143" y="44102"/>
                  <a:pt x="293287" y="43249"/>
                  <a:pt x="295903" y="43249"/>
                </a:cubicBezTo>
                <a:cubicBezTo>
                  <a:pt x="298518" y="43249"/>
                  <a:pt x="300663" y="44102"/>
                  <a:pt x="302335" y="45807"/>
                </a:cubicBezTo>
                <a:cubicBezTo>
                  <a:pt x="304008" y="47512"/>
                  <a:pt x="304845" y="49734"/>
                  <a:pt x="304845" y="52473"/>
                </a:cubicBezTo>
                <a:cubicBezTo>
                  <a:pt x="304845" y="58197"/>
                  <a:pt x="304540" y="65337"/>
                  <a:pt x="303932" y="73893"/>
                </a:cubicBezTo>
                <a:cubicBezTo>
                  <a:pt x="303324" y="82447"/>
                  <a:pt x="303020" y="89586"/>
                  <a:pt x="303020" y="95309"/>
                </a:cubicBezTo>
                <a:close/>
                <a:moveTo>
                  <a:pt x="404191" y="143252"/>
                </a:moveTo>
                <a:cubicBezTo>
                  <a:pt x="398960" y="143252"/>
                  <a:pt x="396009" y="140387"/>
                  <a:pt x="395340" y="134658"/>
                </a:cubicBezTo>
                <a:lnTo>
                  <a:pt x="392785" y="114633"/>
                </a:lnTo>
                <a:cubicBezTo>
                  <a:pt x="391934" y="107501"/>
                  <a:pt x="391508" y="100826"/>
                  <a:pt x="391508" y="94608"/>
                </a:cubicBezTo>
                <a:cubicBezTo>
                  <a:pt x="391508" y="92901"/>
                  <a:pt x="391614" y="90006"/>
                  <a:pt x="391827" y="85923"/>
                </a:cubicBezTo>
                <a:cubicBezTo>
                  <a:pt x="392040" y="81838"/>
                  <a:pt x="392147" y="78942"/>
                  <a:pt x="392147" y="77235"/>
                </a:cubicBezTo>
                <a:cubicBezTo>
                  <a:pt x="392147" y="64067"/>
                  <a:pt x="389714" y="57483"/>
                  <a:pt x="384847" y="57483"/>
                </a:cubicBezTo>
                <a:cubicBezTo>
                  <a:pt x="378034" y="57483"/>
                  <a:pt x="371526" y="61533"/>
                  <a:pt x="365321" y="69633"/>
                </a:cubicBezTo>
                <a:cubicBezTo>
                  <a:pt x="359725" y="77001"/>
                  <a:pt x="355345" y="86317"/>
                  <a:pt x="352182" y="97582"/>
                </a:cubicBezTo>
                <a:cubicBezTo>
                  <a:pt x="352060" y="99958"/>
                  <a:pt x="351787" y="102942"/>
                  <a:pt x="351361" y="106535"/>
                </a:cubicBezTo>
                <a:cubicBezTo>
                  <a:pt x="350996" y="109580"/>
                  <a:pt x="350813" y="112533"/>
                  <a:pt x="350813" y="115394"/>
                </a:cubicBezTo>
                <a:cubicBezTo>
                  <a:pt x="350813" y="117221"/>
                  <a:pt x="350996" y="119961"/>
                  <a:pt x="351361" y="123615"/>
                </a:cubicBezTo>
                <a:cubicBezTo>
                  <a:pt x="351726" y="127268"/>
                  <a:pt x="351908" y="130008"/>
                  <a:pt x="351908" y="131835"/>
                </a:cubicBezTo>
                <a:cubicBezTo>
                  <a:pt x="351908" y="134576"/>
                  <a:pt x="351072" y="136799"/>
                  <a:pt x="349399" y="138504"/>
                </a:cubicBezTo>
                <a:cubicBezTo>
                  <a:pt x="347726" y="140210"/>
                  <a:pt x="345582" y="141062"/>
                  <a:pt x="342967" y="141062"/>
                </a:cubicBezTo>
                <a:cubicBezTo>
                  <a:pt x="340290" y="141062"/>
                  <a:pt x="338131" y="140209"/>
                  <a:pt x="336488" y="138502"/>
                </a:cubicBezTo>
                <a:cubicBezTo>
                  <a:pt x="334846" y="136796"/>
                  <a:pt x="334025" y="134572"/>
                  <a:pt x="334025" y="131829"/>
                </a:cubicBezTo>
                <a:cubicBezTo>
                  <a:pt x="334025" y="130003"/>
                  <a:pt x="333827" y="127262"/>
                  <a:pt x="333432" y="123606"/>
                </a:cubicBezTo>
                <a:cubicBezTo>
                  <a:pt x="333036" y="119949"/>
                  <a:pt x="332839" y="117206"/>
                  <a:pt x="332839" y="115377"/>
                </a:cubicBezTo>
                <a:cubicBezTo>
                  <a:pt x="332839" y="109100"/>
                  <a:pt x="333280" y="100402"/>
                  <a:pt x="334162" y="89282"/>
                </a:cubicBezTo>
                <a:cubicBezTo>
                  <a:pt x="335044" y="78161"/>
                  <a:pt x="335485" y="69463"/>
                  <a:pt x="335485" y="63186"/>
                </a:cubicBezTo>
                <a:cubicBezTo>
                  <a:pt x="335485" y="61236"/>
                  <a:pt x="335378" y="58342"/>
                  <a:pt x="335165" y="54504"/>
                </a:cubicBezTo>
                <a:cubicBezTo>
                  <a:pt x="334952" y="50664"/>
                  <a:pt x="334846" y="47770"/>
                  <a:pt x="334846" y="45821"/>
                </a:cubicBezTo>
                <a:cubicBezTo>
                  <a:pt x="334846" y="43200"/>
                  <a:pt x="335713" y="41052"/>
                  <a:pt x="337446" y="39377"/>
                </a:cubicBezTo>
                <a:cubicBezTo>
                  <a:pt x="339180" y="37701"/>
                  <a:pt x="341324" y="36862"/>
                  <a:pt x="343879" y="36862"/>
                </a:cubicBezTo>
                <a:cubicBezTo>
                  <a:pt x="349475" y="36862"/>
                  <a:pt x="352547" y="40832"/>
                  <a:pt x="353095" y="48772"/>
                </a:cubicBezTo>
                <a:lnTo>
                  <a:pt x="353368" y="59491"/>
                </a:lnTo>
                <a:cubicBezTo>
                  <a:pt x="363588" y="45865"/>
                  <a:pt x="374081" y="39052"/>
                  <a:pt x="384847" y="39052"/>
                </a:cubicBezTo>
                <a:cubicBezTo>
                  <a:pt x="394580" y="39052"/>
                  <a:pt x="401362" y="43348"/>
                  <a:pt x="405194" y="51940"/>
                </a:cubicBezTo>
                <a:cubicBezTo>
                  <a:pt x="407810" y="57668"/>
                  <a:pt x="409240" y="66138"/>
                  <a:pt x="409483" y="77351"/>
                </a:cubicBezTo>
                <a:lnTo>
                  <a:pt x="409483" y="86581"/>
                </a:lnTo>
                <a:lnTo>
                  <a:pt x="409392" y="95081"/>
                </a:lnTo>
                <a:cubicBezTo>
                  <a:pt x="409392" y="100139"/>
                  <a:pt x="410046" y="106676"/>
                  <a:pt x="411353" y="114690"/>
                </a:cubicBezTo>
                <a:cubicBezTo>
                  <a:pt x="412661" y="122702"/>
                  <a:pt x="413315" y="129206"/>
                  <a:pt x="413315" y="134202"/>
                </a:cubicBezTo>
                <a:cubicBezTo>
                  <a:pt x="413315" y="136884"/>
                  <a:pt x="412448" y="139062"/>
                  <a:pt x="410715" y="140737"/>
                </a:cubicBezTo>
                <a:cubicBezTo>
                  <a:pt x="408981" y="142414"/>
                  <a:pt x="406806" y="143252"/>
                  <a:pt x="404191" y="143252"/>
                </a:cubicBezTo>
                <a:close/>
                <a:moveTo>
                  <a:pt x="450047" y="21168"/>
                </a:moveTo>
                <a:cubicBezTo>
                  <a:pt x="447127" y="21168"/>
                  <a:pt x="444603" y="20134"/>
                  <a:pt x="442474" y="18066"/>
                </a:cubicBezTo>
                <a:cubicBezTo>
                  <a:pt x="440345" y="15998"/>
                  <a:pt x="439280" y="13504"/>
                  <a:pt x="439280" y="10584"/>
                </a:cubicBezTo>
                <a:cubicBezTo>
                  <a:pt x="439280" y="7664"/>
                  <a:pt x="440345" y="5170"/>
                  <a:pt x="442474" y="3102"/>
                </a:cubicBezTo>
                <a:cubicBezTo>
                  <a:pt x="444603" y="1034"/>
                  <a:pt x="447127" y="0"/>
                  <a:pt x="450047" y="0"/>
                </a:cubicBezTo>
                <a:cubicBezTo>
                  <a:pt x="452967" y="0"/>
                  <a:pt x="455476" y="1034"/>
                  <a:pt x="457575" y="3102"/>
                </a:cubicBezTo>
                <a:cubicBezTo>
                  <a:pt x="459673" y="5170"/>
                  <a:pt x="460722" y="7664"/>
                  <a:pt x="460722" y="10584"/>
                </a:cubicBezTo>
                <a:cubicBezTo>
                  <a:pt x="460722" y="13504"/>
                  <a:pt x="459673" y="15998"/>
                  <a:pt x="457575" y="18066"/>
                </a:cubicBezTo>
                <a:cubicBezTo>
                  <a:pt x="455476" y="20134"/>
                  <a:pt x="452967" y="21168"/>
                  <a:pt x="450047" y="21168"/>
                </a:cubicBezTo>
                <a:moveTo>
                  <a:pt x="454153" y="95309"/>
                </a:moveTo>
                <a:cubicBezTo>
                  <a:pt x="454153" y="98963"/>
                  <a:pt x="454259" y="104428"/>
                  <a:pt x="454472" y="111705"/>
                </a:cubicBezTo>
                <a:cubicBezTo>
                  <a:pt x="454685" y="118979"/>
                  <a:pt x="454792" y="124443"/>
                  <a:pt x="454792" y="128097"/>
                </a:cubicBezTo>
                <a:cubicBezTo>
                  <a:pt x="454792" y="130775"/>
                  <a:pt x="453970" y="132967"/>
                  <a:pt x="452328" y="134672"/>
                </a:cubicBezTo>
                <a:cubicBezTo>
                  <a:pt x="450686" y="136377"/>
                  <a:pt x="448526" y="137230"/>
                  <a:pt x="445850" y="137230"/>
                </a:cubicBezTo>
                <a:cubicBezTo>
                  <a:pt x="443234" y="137230"/>
                  <a:pt x="441090" y="136377"/>
                  <a:pt x="439417" y="134672"/>
                </a:cubicBezTo>
                <a:cubicBezTo>
                  <a:pt x="437744" y="132967"/>
                  <a:pt x="436908" y="130775"/>
                  <a:pt x="436908" y="128097"/>
                </a:cubicBezTo>
                <a:cubicBezTo>
                  <a:pt x="436908" y="124443"/>
                  <a:pt x="436801" y="118979"/>
                  <a:pt x="436589" y="111705"/>
                </a:cubicBezTo>
                <a:cubicBezTo>
                  <a:pt x="436376" y="104428"/>
                  <a:pt x="436269" y="98963"/>
                  <a:pt x="436269" y="95309"/>
                </a:cubicBezTo>
                <a:cubicBezTo>
                  <a:pt x="436269" y="89586"/>
                  <a:pt x="436573" y="82447"/>
                  <a:pt x="437182" y="73893"/>
                </a:cubicBezTo>
                <a:cubicBezTo>
                  <a:pt x="437790" y="65337"/>
                  <a:pt x="438094" y="58197"/>
                  <a:pt x="438094" y="52473"/>
                </a:cubicBezTo>
                <a:cubicBezTo>
                  <a:pt x="438094" y="49734"/>
                  <a:pt x="438931" y="47512"/>
                  <a:pt x="440603" y="45807"/>
                </a:cubicBezTo>
                <a:cubicBezTo>
                  <a:pt x="442276" y="44102"/>
                  <a:pt x="444420" y="43249"/>
                  <a:pt x="447036" y="43249"/>
                </a:cubicBezTo>
                <a:cubicBezTo>
                  <a:pt x="449652" y="43249"/>
                  <a:pt x="451796" y="44102"/>
                  <a:pt x="453469" y="45807"/>
                </a:cubicBezTo>
                <a:cubicBezTo>
                  <a:pt x="455141" y="47512"/>
                  <a:pt x="455978" y="49734"/>
                  <a:pt x="455978" y="52473"/>
                </a:cubicBezTo>
                <a:cubicBezTo>
                  <a:pt x="455978" y="58197"/>
                  <a:pt x="455674" y="65337"/>
                  <a:pt x="455065" y="73893"/>
                </a:cubicBezTo>
                <a:cubicBezTo>
                  <a:pt x="454457" y="82447"/>
                  <a:pt x="454153" y="89586"/>
                  <a:pt x="454153" y="95309"/>
                </a:cubicBezTo>
                <a:close/>
                <a:moveTo>
                  <a:pt x="555324" y="143252"/>
                </a:moveTo>
                <a:cubicBezTo>
                  <a:pt x="550093" y="143252"/>
                  <a:pt x="547142" y="140387"/>
                  <a:pt x="546473" y="134658"/>
                </a:cubicBezTo>
                <a:lnTo>
                  <a:pt x="543919" y="114633"/>
                </a:lnTo>
                <a:cubicBezTo>
                  <a:pt x="543067" y="107501"/>
                  <a:pt x="542641" y="100826"/>
                  <a:pt x="542641" y="94608"/>
                </a:cubicBezTo>
                <a:cubicBezTo>
                  <a:pt x="542641" y="92901"/>
                  <a:pt x="542748" y="90006"/>
                  <a:pt x="542961" y="85923"/>
                </a:cubicBezTo>
                <a:cubicBezTo>
                  <a:pt x="543173" y="81838"/>
                  <a:pt x="543280" y="78942"/>
                  <a:pt x="543280" y="77235"/>
                </a:cubicBezTo>
                <a:cubicBezTo>
                  <a:pt x="543280" y="64067"/>
                  <a:pt x="540847" y="57483"/>
                  <a:pt x="535980" y="57483"/>
                </a:cubicBezTo>
                <a:cubicBezTo>
                  <a:pt x="529168" y="57483"/>
                  <a:pt x="522659" y="61533"/>
                  <a:pt x="516454" y="69633"/>
                </a:cubicBezTo>
                <a:cubicBezTo>
                  <a:pt x="510858" y="77001"/>
                  <a:pt x="506478" y="86317"/>
                  <a:pt x="503315" y="97582"/>
                </a:cubicBezTo>
                <a:cubicBezTo>
                  <a:pt x="503194" y="99958"/>
                  <a:pt x="502920" y="102942"/>
                  <a:pt x="502494" y="106535"/>
                </a:cubicBezTo>
                <a:cubicBezTo>
                  <a:pt x="502129" y="109580"/>
                  <a:pt x="501947" y="112533"/>
                  <a:pt x="501947" y="115394"/>
                </a:cubicBezTo>
                <a:cubicBezTo>
                  <a:pt x="501947" y="117221"/>
                  <a:pt x="502129" y="119961"/>
                  <a:pt x="502494" y="123615"/>
                </a:cubicBezTo>
                <a:cubicBezTo>
                  <a:pt x="502859" y="127268"/>
                  <a:pt x="503042" y="130008"/>
                  <a:pt x="503042" y="131835"/>
                </a:cubicBezTo>
                <a:cubicBezTo>
                  <a:pt x="503042" y="134576"/>
                  <a:pt x="502205" y="136799"/>
                  <a:pt x="500532" y="138504"/>
                </a:cubicBezTo>
                <a:cubicBezTo>
                  <a:pt x="498860" y="140210"/>
                  <a:pt x="496715" y="141062"/>
                  <a:pt x="494100" y="141062"/>
                </a:cubicBezTo>
                <a:cubicBezTo>
                  <a:pt x="491423" y="141062"/>
                  <a:pt x="489264" y="140209"/>
                  <a:pt x="487621" y="138502"/>
                </a:cubicBezTo>
                <a:cubicBezTo>
                  <a:pt x="485979" y="136796"/>
                  <a:pt x="485158" y="134572"/>
                  <a:pt x="485158" y="131829"/>
                </a:cubicBezTo>
                <a:cubicBezTo>
                  <a:pt x="485158" y="130003"/>
                  <a:pt x="484960" y="127262"/>
                  <a:pt x="484565" y="123606"/>
                </a:cubicBezTo>
                <a:cubicBezTo>
                  <a:pt x="484169" y="119949"/>
                  <a:pt x="483972" y="117206"/>
                  <a:pt x="483972" y="115377"/>
                </a:cubicBezTo>
                <a:cubicBezTo>
                  <a:pt x="483972" y="109100"/>
                  <a:pt x="484413" y="100402"/>
                  <a:pt x="485295" y="89282"/>
                </a:cubicBezTo>
                <a:cubicBezTo>
                  <a:pt x="486177" y="78161"/>
                  <a:pt x="486618" y="69463"/>
                  <a:pt x="486618" y="63186"/>
                </a:cubicBezTo>
                <a:cubicBezTo>
                  <a:pt x="486618" y="61236"/>
                  <a:pt x="486511" y="58342"/>
                  <a:pt x="486298" y="54504"/>
                </a:cubicBezTo>
                <a:cubicBezTo>
                  <a:pt x="486086" y="50664"/>
                  <a:pt x="485979" y="47770"/>
                  <a:pt x="485979" y="45821"/>
                </a:cubicBezTo>
                <a:cubicBezTo>
                  <a:pt x="485979" y="43200"/>
                  <a:pt x="486846" y="41052"/>
                  <a:pt x="488580" y="39377"/>
                </a:cubicBezTo>
                <a:cubicBezTo>
                  <a:pt x="490313" y="37701"/>
                  <a:pt x="492457" y="36862"/>
                  <a:pt x="495012" y="36862"/>
                </a:cubicBezTo>
                <a:cubicBezTo>
                  <a:pt x="500608" y="36862"/>
                  <a:pt x="503680" y="40832"/>
                  <a:pt x="504228" y="48772"/>
                </a:cubicBezTo>
                <a:lnTo>
                  <a:pt x="504501" y="59491"/>
                </a:lnTo>
                <a:cubicBezTo>
                  <a:pt x="514721" y="45865"/>
                  <a:pt x="525214" y="39052"/>
                  <a:pt x="535980" y="39052"/>
                </a:cubicBezTo>
                <a:cubicBezTo>
                  <a:pt x="545713" y="39052"/>
                  <a:pt x="552495" y="43348"/>
                  <a:pt x="556328" y="51940"/>
                </a:cubicBezTo>
                <a:cubicBezTo>
                  <a:pt x="558943" y="57668"/>
                  <a:pt x="560373" y="66138"/>
                  <a:pt x="560616" y="77351"/>
                </a:cubicBezTo>
                <a:lnTo>
                  <a:pt x="560616" y="86581"/>
                </a:lnTo>
                <a:lnTo>
                  <a:pt x="560525" y="95081"/>
                </a:lnTo>
                <a:cubicBezTo>
                  <a:pt x="560525" y="100139"/>
                  <a:pt x="561179" y="106676"/>
                  <a:pt x="562487" y="114690"/>
                </a:cubicBezTo>
                <a:cubicBezTo>
                  <a:pt x="563794" y="122702"/>
                  <a:pt x="564448" y="129206"/>
                  <a:pt x="564448" y="134202"/>
                </a:cubicBezTo>
                <a:cubicBezTo>
                  <a:pt x="564448" y="136884"/>
                  <a:pt x="563581" y="139062"/>
                  <a:pt x="561848" y="140737"/>
                </a:cubicBezTo>
                <a:cubicBezTo>
                  <a:pt x="560114" y="142414"/>
                  <a:pt x="557940" y="143252"/>
                  <a:pt x="555324" y="143252"/>
                </a:cubicBezTo>
                <a:close/>
                <a:moveTo>
                  <a:pt x="658846" y="97357"/>
                </a:moveTo>
                <a:lnTo>
                  <a:pt x="656747" y="128014"/>
                </a:lnTo>
                <a:cubicBezTo>
                  <a:pt x="656382" y="140180"/>
                  <a:pt x="655135" y="150126"/>
                  <a:pt x="653006" y="157851"/>
                </a:cubicBezTo>
                <a:cubicBezTo>
                  <a:pt x="650269" y="167705"/>
                  <a:pt x="645889" y="174974"/>
                  <a:pt x="639867" y="179658"/>
                </a:cubicBezTo>
                <a:cubicBezTo>
                  <a:pt x="632568" y="185315"/>
                  <a:pt x="622014" y="188144"/>
                  <a:pt x="608206" y="188144"/>
                </a:cubicBezTo>
                <a:cubicBezTo>
                  <a:pt x="600116" y="188144"/>
                  <a:pt x="593333" y="187596"/>
                  <a:pt x="587859" y="186501"/>
                </a:cubicBezTo>
                <a:cubicBezTo>
                  <a:pt x="580194" y="184981"/>
                  <a:pt x="576362" y="181817"/>
                  <a:pt x="576362" y="177012"/>
                </a:cubicBezTo>
                <a:cubicBezTo>
                  <a:pt x="576362" y="171598"/>
                  <a:pt x="579008" y="168891"/>
                  <a:pt x="584300" y="168891"/>
                </a:cubicBezTo>
                <a:cubicBezTo>
                  <a:pt x="586490" y="168891"/>
                  <a:pt x="590140" y="169424"/>
                  <a:pt x="595249" y="170488"/>
                </a:cubicBezTo>
                <a:cubicBezTo>
                  <a:pt x="600359" y="171553"/>
                  <a:pt x="606016" y="172024"/>
                  <a:pt x="612221" y="171902"/>
                </a:cubicBezTo>
                <a:cubicBezTo>
                  <a:pt x="623900" y="171708"/>
                  <a:pt x="631960" y="165719"/>
                  <a:pt x="636400" y="153933"/>
                </a:cubicBezTo>
                <a:cubicBezTo>
                  <a:pt x="639320" y="146075"/>
                  <a:pt x="640871" y="133998"/>
                  <a:pt x="641053" y="117704"/>
                </a:cubicBezTo>
                <a:cubicBezTo>
                  <a:pt x="637769" y="124821"/>
                  <a:pt x="633860" y="130159"/>
                  <a:pt x="629329" y="133717"/>
                </a:cubicBezTo>
                <a:cubicBezTo>
                  <a:pt x="624797" y="137275"/>
                  <a:pt x="619611" y="139055"/>
                  <a:pt x="613772" y="139055"/>
                </a:cubicBezTo>
                <a:cubicBezTo>
                  <a:pt x="602762" y="139055"/>
                  <a:pt x="593805" y="135295"/>
                  <a:pt x="586901" y="127775"/>
                </a:cubicBezTo>
                <a:cubicBezTo>
                  <a:pt x="579997" y="120255"/>
                  <a:pt x="576544" y="110497"/>
                  <a:pt x="576544" y="98503"/>
                </a:cubicBezTo>
                <a:cubicBezTo>
                  <a:pt x="576544" y="82064"/>
                  <a:pt x="581259" y="68821"/>
                  <a:pt x="590687" y="58775"/>
                </a:cubicBezTo>
                <a:cubicBezTo>
                  <a:pt x="600420" y="48425"/>
                  <a:pt x="613680" y="43249"/>
                  <a:pt x="630469" y="43249"/>
                </a:cubicBezTo>
                <a:cubicBezTo>
                  <a:pt x="636126" y="43249"/>
                  <a:pt x="640871" y="43979"/>
                  <a:pt x="644703" y="45439"/>
                </a:cubicBezTo>
                <a:cubicBezTo>
                  <a:pt x="648535" y="46899"/>
                  <a:pt x="651455" y="49089"/>
                  <a:pt x="653463" y="52009"/>
                </a:cubicBezTo>
                <a:cubicBezTo>
                  <a:pt x="659971" y="52191"/>
                  <a:pt x="663226" y="55810"/>
                  <a:pt x="663226" y="62867"/>
                </a:cubicBezTo>
                <a:cubicBezTo>
                  <a:pt x="663226" y="67185"/>
                  <a:pt x="662587" y="72964"/>
                  <a:pt x="661309" y="80203"/>
                </a:cubicBezTo>
                <a:cubicBezTo>
                  <a:pt x="659910" y="88597"/>
                  <a:pt x="659089" y="94315"/>
                  <a:pt x="658846" y="97357"/>
                </a:cubicBezTo>
                <a:moveTo>
                  <a:pt x="629557" y="61498"/>
                </a:moveTo>
                <a:cubicBezTo>
                  <a:pt x="617999" y="61498"/>
                  <a:pt x="609057" y="65085"/>
                  <a:pt x="602731" y="72259"/>
                </a:cubicBezTo>
                <a:cubicBezTo>
                  <a:pt x="597074" y="78720"/>
                  <a:pt x="594246" y="86935"/>
                  <a:pt x="594246" y="96903"/>
                </a:cubicBezTo>
                <a:cubicBezTo>
                  <a:pt x="594246" y="104843"/>
                  <a:pt x="595918" y="110812"/>
                  <a:pt x="599264" y="114810"/>
                </a:cubicBezTo>
                <a:cubicBezTo>
                  <a:pt x="602610" y="118807"/>
                  <a:pt x="607628" y="120806"/>
                  <a:pt x="614319" y="120806"/>
                </a:cubicBezTo>
                <a:cubicBezTo>
                  <a:pt x="620463" y="120806"/>
                  <a:pt x="626424" y="117685"/>
                  <a:pt x="632203" y="111442"/>
                </a:cubicBezTo>
                <a:cubicBezTo>
                  <a:pt x="637434" y="105692"/>
                  <a:pt x="640415" y="99997"/>
                  <a:pt x="641145" y="94357"/>
                </a:cubicBezTo>
                <a:cubicBezTo>
                  <a:pt x="642422" y="88441"/>
                  <a:pt x="643791" y="79158"/>
                  <a:pt x="645251" y="66508"/>
                </a:cubicBezTo>
                <a:cubicBezTo>
                  <a:pt x="642817" y="64810"/>
                  <a:pt x="640293" y="63551"/>
                  <a:pt x="637677" y="62730"/>
                </a:cubicBezTo>
                <a:cubicBezTo>
                  <a:pt x="635062" y="61909"/>
                  <a:pt x="632355" y="61498"/>
                  <a:pt x="629557" y="6149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9" name="Text +">
            <a:extLst xmlns:a="http://schemas.openxmlformats.org/drawingml/2006/main">
              <a:ext uri="{FF2B5EF4-FFF2-40B4-BE49-F238E27FC236}">
                <a16:creationId xmlns:a16="http://schemas.microsoft.com/office/drawing/2014/main" id="{03E9C660-DF33-4747-81BF-21EEC4BD8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0825" y="1974631"/>
            <a:ext cx="66450" cy="66588"/>
          </a:xfrm>
          <a:custGeom xmlns:a="http://schemas.openxmlformats.org/drawingml/2006/main">
            <a:pathLst>
              <a:path w="66450" h="66588">
                <a:moveTo>
                  <a:pt x="27390" y="66588"/>
                </a:moveTo>
                <a:lnTo>
                  <a:pt x="27390" y="38991"/>
                </a:lnTo>
                <a:lnTo>
                  <a:pt x="0" y="38991"/>
                </a:lnTo>
                <a:lnTo>
                  <a:pt x="0" y="27459"/>
                </a:lnTo>
                <a:lnTo>
                  <a:pt x="27390" y="27459"/>
                </a:lnTo>
                <a:lnTo>
                  <a:pt x="27390" y="0"/>
                </a:lnTo>
                <a:lnTo>
                  <a:pt x="39060" y="0"/>
                </a:lnTo>
                <a:lnTo>
                  <a:pt x="39060" y="27459"/>
                </a:lnTo>
                <a:lnTo>
                  <a:pt x="66450" y="27459"/>
                </a:lnTo>
                <a:lnTo>
                  <a:pt x="66450" y="38991"/>
                </a:lnTo>
                <a:lnTo>
                  <a:pt x="39060" y="38991"/>
                </a:lnTo>
                <a:lnTo>
                  <a:pt x="39060" y="66588"/>
                </a:lnTo>
                <a:lnTo>
                  <a:pt x="27390" y="6658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0" name="Text 퐶��">
            <a:extLst xmlns:a="http://schemas.openxmlformats.org/drawingml/2006/main">
              <a:ext uri="{FF2B5EF4-FFF2-40B4-BE49-F238E27FC236}">
                <a16:creationId xmlns:a16="http://schemas.microsoft.com/office/drawing/2014/main" id="{65EEAEE1-6605-4432-BD59-77D6D536A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6449" y="1756078"/>
            <a:ext cx="311826" cy="106287"/>
          </a:xfrm>
          <a:custGeom xmlns:a="http://schemas.openxmlformats.org/drawingml/2006/main">
            <a:pathLst>
              <a:path w="311826" h="106287">
                <a:moveTo>
                  <a:pt x="98787" y="8858"/>
                </a:moveTo>
                <a:lnTo>
                  <a:pt x="94287" y="32476"/>
                </a:lnTo>
                <a:lnTo>
                  <a:pt x="86555" y="32476"/>
                </a:lnTo>
                <a:cubicBezTo>
                  <a:pt x="86555" y="23667"/>
                  <a:pt x="84353" y="17341"/>
                  <a:pt x="79948" y="13498"/>
                </a:cubicBezTo>
                <a:cubicBezTo>
                  <a:pt x="75823" y="9373"/>
                  <a:pt x="69075" y="7311"/>
                  <a:pt x="59704" y="7311"/>
                </a:cubicBezTo>
                <a:cubicBezTo>
                  <a:pt x="48830" y="7311"/>
                  <a:pt x="39785" y="11201"/>
                  <a:pt x="32569" y="18981"/>
                </a:cubicBezTo>
                <a:cubicBezTo>
                  <a:pt x="25540" y="26572"/>
                  <a:pt x="20525" y="37960"/>
                  <a:pt x="17526" y="53143"/>
                </a:cubicBezTo>
                <a:cubicBezTo>
                  <a:pt x="14620" y="68046"/>
                  <a:pt x="15230" y="79433"/>
                  <a:pt x="19354" y="87306"/>
                </a:cubicBezTo>
                <a:cubicBezTo>
                  <a:pt x="23477" y="95086"/>
                  <a:pt x="30975" y="98976"/>
                  <a:pt x="41847" y="98976"/>
                </a:cubicBezTo>
                <a:cubicBezTo>
                  <a:pt x="49532" y="98976"/>
                  <a:pt x="56234" y="97148"/>
                  <a:pt x="61952" y="93493"/>
                </a:cubicBezTo>
                <a:cubicBezTo>
                  <a:pt x="67575" y="89837"/>
                  <a:pt x="72168" y="84401"/>
                  <a:pt x="75730" y="77185"/>
                </a:cubicBezTo>
                <a:lnTo>
                  <a:pt x="88383" y="77185"/>
                </a:lnTo>
                <a:cubicBezTo>
                  <a:pt x="83509" y="86651"/>
                  <a:pt x="77042" y="93915"/>
                  <a:pt x="68982" y="98976"/>
                </a:cubicBezTo>
                <a:cubicBezTo>
                  <a:pt x="60640" y="103850"/>
                  <a:pt x="51126" y="106287"/>
                  <a:pt x="40442" y="106287"/>
                </a:cubicBezTo>
                <a:cubicBezTo>
                  <a:pt x="33694" y="106287"/>
                  <a:pt x="27743" y="105162"/>
                  <a:pt x="22587" y="102913"/>
                </a:cubicBezTo>
                <a:cubicBezTo>
                  <a:pt x="17151" y="100476"/>
                  <a:pt x="12699" y="97101"/>
                  <a:pt x="9231" y="92789"/>
                </a:cubicBezTo>
                <a:cubicBezTo>
                  <a:pt x="5108" y="87541"/>
                  <a:pt x="2437" y="81730"/>
                  <a:pt x="1218" y="75357"/>
                </a:cubicBezTo>
                <a:cubicBezTo>
                  <a:pt x="0" y="69077"/>
                  <a:pt x="187" y="61673"/>
                  <a:pt x="1781" y="53143"/>
                </a:cubicBezTo>
                <a:cubicBezTo>
                  <a:pt x="4873" y="37023"/>
                  <a:pt x="11995" y="24182"/>
                  <a:pt x="23149" y="14622"/>
                </a:cubicBezTo>
                <a:cubicBezTo>
                  <a:pt x="34208" y="4874"/>
                  <a:pt x="47283" y="0"/>
                  <a:pt x="62374" y="0"/>
                </a:cubicBezTo>
                <a:cubicBezTo>
                  <a:pt x="68091" y="0"/>
                  <a:pt x="73901" y="750"/>
                  <a:pt x="79806" y="2250"/>
                </a:cubicBezTo>
                <a:cubicBezTo>
                  <a:pt x="85617" y="3562"/>
                  <a:pt x="91944" y="5764"/>
                  <a:pt x="98787" y="8858"/>
                </a:cubicBezTo>
                <a:close/>
                <a:moveTo>
                  <a:pt x="179531" y="55111"/>
                </a:moveTo>
                <a:cubicBezTo>
                  <a:pt x="179531" y="50893"/>
                  <a:pt x="178875" y="47238"/>
                  <a:pt x="177563" y="44146"/>
                </a:cubicBezTo>
                <a:cubicBezTo>
                  <a:pt x="175219" y="38803"/>
                  <a:pt x="170580" y="36132"/>
                  <a:pt x="163645" y="36132"/>
                </a:cubicBezTo>
                <a:cubicBezTo>
                  <a:pt x="156896" y="36132"/>
                  <a:pt x="151272" y="38803"/>
                  <a:pt x="146773" y="44146"/>
                </a:cubicBezTo>
                <a:cubicBezTo>
                  <a:pt x="142275" y="49488"/>
                  <a:pt x="139042" y="57361"/>
                  <a:pt x="137072" y="67765"/>
                </a:cubicBezTo>
                <a:cubicBezTo>
                  <a:pt x="136136" y="72357"/>
                  <a:pt x="135667" y="76575"/>
                  <a:pt x="135667" y="80418"/>
                </a:cubicBezTo>
                <a:cubicBezTo>
                  <a:pt x="135667" y="84730"/>
                  <a:pt x="136324" y="88432"/>
                  <a:pt x="137637" y="91524"/>
                </a:cubicBezTo>
                <a:cubicBezTo>
                  <a:pt x="139979" y="96867"/>
                  <a:pt x="144571" y="99538"/>
                  <a:pt x="151413" y="99538"/>
                </a:cubicBezTo>
                <a:cubicBezTo>
                  <a:pt x="158162" y="99538"/>
                  <a:pt x="163785" y="96867"/>
                  <a:pt x="168283" y="91524"/>
                </a:cubicBezTo>
                <a:cubicBezTo>
                  <a:pt x="172689" y="86275"/>
                  <a:pt x="175970" y="78356"/>
                  <a:pt x="178125" y="67765"/>
                </a:cubicBezTo>
                <a:cubicBezTo>
                  <a:pt x="179062" y="63172"/>
                  <a:pt x="179531" y="58953"/>
                  <a:pt x="179531" y="55111"/>
                </a:cubicBezTo>
                <a:moveTo>
                  <a:pt x="193871" y="57642"/>
                </a:moveTo>
                <a:cubicBezTo>
                  <a:pt x="193871" y="61110"/>
                  <a:pt x="193543" y="64485"/>
                  <a:pt x="192887" y="67765"/>
                </a:cubicBezTo>
                <a:cubicBezTo>
                  <a:pt x="190637" y="79294"/>
                  <a:pt x="185623" y="88619"/>
                  <a:pt x="177844" y="95741"/>
                </a:cubicBezTo>
                <a:cubicBezTo>
                  <a:pt x="170064" y="102772"/>
                  <a:pt x="160832" y="106287"/>
                  <a:pt x="150148" y="106287"/>
                </a:cubicBezTo>
                <a:cubicBezTo>
                  <a:pt x="139650" y="106287"/>
                  <a:pt x="131777" y="102772"/>
                  <a:pt x="126529" y="95741"/>
                </a:cubicBezTo>
                <a:cubicBezTo>
                  <a:pt x="122968" y="90774"/>
                  <a:pt x="121187" y="84823"/>
                  <a:pt x="121187" y="77886"/>
                </a:cubicBezTo>
                <a:cubicBezTo>
                  <a:pt x="121187" y="74887"/>
                  <a:pt x="121562" y="71514"/>
                  <a:pt x="122311" y="67765"/>
                </a:cubicBezTo>
                <a:cubicBezTo>
                  <a:pt x="124561" y="56142"/>
                  <a:pt x="129576" y="46864"/>
                  <a:pt x="137356" y="39929"/>
                </a:cubicBezTo>
                <a:cubicBezTo>
                  <a:pt x="145134" y="32898"/>
                  <a:pt x="154366" y="29383"/>
                  <a:pt x="165050" y="29383"/>
                </a:cubicBezTo>
                <a:cubicBezTo>
                  <a:pt x="175735" y="29383"/>
                  <a:pt x="183608" y="32898"/>
                  <a:pt x="188669" y="39929"/>
                </a:cubicBezTo>
                <a:cubicBezTo>
                  <a:pt x="192137" y="44801"/>
                  <a:pt x="193871" y="50706"/>
                  <a:pt x="193871" y="57642"/>
                </a:cubicBezTo>
                <a:close/>
                <a:moveTo>
                  <a:pt x="311826" y="1828"/>
                </a:moveTo>
                <a:lnTo>
                  <a:pt x="307186" y="26009"/>
                </a:lnTo>
                <a:lnTo>
                  <a:pt x="298751" y="26009"/>
                </a:lnTo>
                <a:lnTo>
                  <a:pt x="301844" y="9982"/>
                </a:lnTo>
                <a:lnTo>
                  <a:pt x="271618" y="9982"/>
                </a:lnTo>
                <a:lnTo>
                  <a:pt x="254746" y="97007"/>
                </a:lnTo>
                <a:lnTo>
                  <a:pt x="267821" y="97007"/>
                </a:lnTo>
                <a:lnTo>
                  <a:pt x="266416" y="104318"/>
                </a:lnTo>
                <a:lnTo>
                  <a:pt x="226347" y="104318"/>
                </a:lnTo>
                <a:lnTo>
                  <a:pt x="227752" y="97007"/>
                </a:lnTo>
                <a:lnTo>
                  <a:pt x="240828" y="97007"/>
                </a:lnTo>
                <a:lnTo>
                  <a:pt x="257839" y="9982"/>
                </a:lnTo>
                <a:lnTo>
                  <a:pt x="227613" y="9982"/>
                </a:lnTo>
                <a:lnTo>
                  <a:pt x="224520" y="26009"/>
                </a:lnTo>
                <a:lnTo>
                  <a:pt x="216085" y="26009"/>
                </a:lnTo>
                <a:lnTo>
                  <a:pt x="220864" y="1828"/>
                </a:lnTo>
                <a:lnTo>
                  <a:pt x="311826" y="182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1" name="Text �">
            <a:extLst xmlns:a="http://schemas.openxmlformats.org/drawingml/2006/main">
              <a:ext uri="{FF2B5EF4-FFF2-40B4-BE49-F238E27FC236}">
                <a16:creationId xmlns:a16="http://schemas.microsoft.com/office/drawing/2014/main" id="{9819E6E3-29DE-45FB-81C3-6E29F6C5C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7582" y="1815221"/>
            <a:ext cx="21808" cy="73293"/>
          </a:xfrm>
          <a:custGeom xmlns:a="http://schemas.openxmlformats.org/drawingml/2006/main">
            <a:pathLst>
              <a:path w="21808" h="73293">
                <a:moveTo>
                  <a:pt x="21808" y="4481"/>
                </a:moveTo>
                <a:cubicBezTo>
                  <a:pt x="21808" y="4945"/>
                  <a:pt x="21775" y="5310"/>
                  <a:pt x="21710" y="5577"/>
                </a:cubicBezTo>
                <a:cubicBezTo>
                  <a:pt x="21377" y="7169"/>
                  <a:pt x="20613" y="8463"/>
                  <a:pt x="19418" y="9459"/>
                </a:cubicBezTo>
                <a:cubicBezTo>
                  <a:pt x="18091" y="10522"/>
                  <a:pt x="16664" y="11053"/>
                  <a:pt x="15136" y="11053"/>
                </a:cubicBezTo>
                <a:cubicBezTo>
                  <a:pt x="13609" y="11053"/>
                  <a:pt x="12415" y="10522"/>
                  <a:pt x="11551" y="9459"/>
                </a:cubicBezTo>
                <a:cubicBezTo>
                  <a:pt x="10888" y="8730"/>
                  <a:pt x="10556" y="7800"/>
                  <a:pt x="10556" y="6671"/>
                </a:cubicBezTo>
                <a:cubicBezTo>
                  <a:pt x="10556" y="6207"/>
                  <a:pt x="10589" y="5842"/>
                  <a:pt x="10655" y="5577"/>
                </a:cubicBezTo>
                <a:cubicBezTo>
                  <a:pt x="10987" y="3983"/>
                  <a:pt x="11784" y="2689"/>
                  <a:pt x="13045" y="1693"/>
                </a:cubicBezTo>
                <a:cubicBezTo>
                  <a:pt x="14306" y="564"/>
                  <a:pt x="15701" y="0"/>
                  <a:pt x="17228" y="0"/>
                </a:cubicBezTo>
                <a:cubicBezTo>
                  <a:pt x="18688" y="0"/>
                  <a:pt x="19883" y="564"/>
                  <a:pt x="20813" y="1693"/>
                </a:cubicBezTo>
                <a:cubicBezTo>
                  <a:pt x="21477" y="2423"/>
                  <a:pt x="21808" y="3353"/>
                  <a:pt x="21808" y="4481"/>
                </a:cubicBezTo>
                <a:moveTo>
                  <a:pt x="18921" y="21609"/>
                </a:moveTo>
                <a:lnTo>
                  <a:pt x="9859" y="68114"/>
                </a:lnTo>
                <a:lnTo>
                  <a:pt x="18324" y="68114"/>
                </a:lnTo>
                <a:lnTo>
                  <a:pt x="17327" y="73293"/>
                </a:lnTo>
                <a:lnTo>
                  <a:pt x="0" y="73293"/>
                </a:lnTo>
                <a:lnTo>
                  <a:pt x="8962" y="26788"/>
                </a:lnTo>
                <a:lnTo>
                  <a:pt x="398" y="26788"/>
                </a:lnTo>
                <a:lnTo>
                  <a:pt x="1494" y="21609"/>
                </a:lnTo>
                <a:lnTo>
                  <a:pt x="18921" y="2160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2" name="Text 퐴푐����">
            <a:extLst xmlns:a="http://schemas.openxmlformats.org/drawingml/2006/main">
              <a:ext uri="{FF2B5EF4-FFF2-40B4-BE49-F238E27FC236}">
                <a16:creationId xmlns:a16="http://schemas.microsoft.com/office/drawing/2014/main" id="{EB3EC7EC-9DA3-45B3-963F-CCBF63BFA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2890" y="2148698"/>
            <a:ext cx="510783" cy="105442"/>
          </a:xfrm>
          <a:custGeom xmlns:a="http://schemas.openxmlformats.org/drawingml/2006/main">
            <a:pathLst>
              <a:path w="510783" h="105442">
                <a:moveTo>
                  <a:pt x="73808" y="66356"/>
                </a:moveTo>
                <a:lnTo>
                  <a:pt x="64530" y="17574"/>
                </a:lnTo>
                <a:lnTo>
                  <a:pt x="36271" y="66356"/>
                </a:lnTo>
                <a:lnTo>
                  <a:pt x="73808" y="66356"/>
                </a:lnTo>
                <a:moveTo>
                  <a:pt x="105161" y="96162"/>
                </a:moveTo>
                <a:lnTo>
                  <a:pt x="103753" y="103472"/>
                </a:lnTo>
                <a:lnTo>
                  <a:pt x="66497" y="103472"/>
                </a:lnTo>
                <a:lnTo>
                  <a:pt x="67905" y="96162"/>
                </a:lnTo>
                <a:lnTo>
                  <a:pt x="79292" y="96162"/>
                </a:lnTo>
                <a:lnTo>
                  <a:pt x="75074" y="73667"/>
                </a:lnTo>
                <a:lnTo>
                  <a:pt x="32054" y="73667"/>
                </a:lnTo>
                <a:lnTo>
                  <a:pt x="18979" y="96162"/>
                </a:lnTo>
                <a:lnTo>
                  <a:pt x="30226" y="96162"/>
                </a:lnTo>
                <a:lnTo>
                  <a:pt x="28821" y="103472"/>
                </a:lnTo>
                <a:lnTo>
                  <a:pt x="0" y="103472"/>
                </a:lnTo>
                <a:lnTo>
                  <a:pt x="1405" y="96162"/>
                </a:lnTo>
                <a:lnTo>
                  <a:pt x="10404" y="96162"/>
                </a:lnTo>
                <a:lnTo>
                  <a:pt x="65515" y="983"/>
                </a:lnTo>
                <a:lnTo>
                  <a:pt x="77043" y="983"/>
                </a:lnTo>
                <a:lnTo>
                  <a:pt x="95037" y="96162"/>
                </a:lnTo>
                <a:lnTo>
                  <a:pt x="105161" y="96162"/>
                </a:lnTo>
                <a:close/>
                <a:moveTo>
                  <a:pt x="197855" y="35006"/>
                </a:moveTo>
                <a:lnTo>
                  <a:pt x="194199" y="53703"/>
                </a:lnTo>
                <a:lnTo>
                  <a:pt x="186890" y="53703"/>
                </a:lnTo>
                <a:lnTo>
                  <a:pt x="186890" y="51876"/>
                </a:lnTo>
                <a:cubicBezTo>
                  <a:pt x="186890" y="46347"/>
                  <a:pt x="185718" y="42270"/>
                  <a:pt x="183374" y="39646"/>
                </a:cubicBezTo>
                <a:cubicBezTo>
                  <a:pt x="180750" y="36740"/>
                  <a:pt x="176439" y="35287"/>
                  <a:pt x="170441" y="35287"/>
                </a:cubicBezTo>
                <a:cubicBezTo>
                  <a:pt x="163599" y="35287"/>
                  <a:pt x="157929" y="37958"/>
                  <a:pt x="153429" y="43301"/>
                </a:cubicBezTo>
                <a:cubicBezTo>
                  <a:pt x="149024" y="48455"/>
                  <a:pt x="145744" y="56328"/>
                  <a:pt x="143587" y="66920"/>
                </a:cubicBezTo>
                <a:cubicBezTo>
                  <a:pt x="142650" y="71512"/>
                  <a:pt x="142182" y="75776"/>
                  <a:pt x="142182" y="79712"/>
                </a:cubicBezTo>
                <a:cubicBezTo>
                  <a:pt x="142182" y="83931"/>
                  <a:pt x="142838" y="87586"/>
                  <a:pt x="144151" y="90678"/>
                </a:cubicBezTo>
                <a:cubicBezTo>
                  <a:pt x="146494" y="96021"/>
                  <a:pt x="151133" y="98693"/>
                  <a:pt x="158069" y="98693"/>
                </a:cubicBezTo>
                <a:cubicBezTo>
                  <a:pt x="163598" y="98693"/>
                  <a:pt x="168191" y="97287"/>
                  <a:pt x="171846" y="94475"/>
                </a:cubicBezTo>
                <a:cubicBezTo>
                  <a:pt x="175596" y="91664"/>
                  <a:pt x="178689" y="87352"/>
                  <a:pt x="181126" y="81540"/>
                </a:cubicBezTo>
                <a:lnTo>
                  <a:pt x="191247" y="81540"/>
                </a:lnTo>
                <a:cubicBezTo>
                  <a:pt x="187967" y="89413"/>
                  <a:pt x="183374" y="95318"/>
                  <a:pt x="177471" y="99255"/>
                </a:cubicBezTo>
                <a:cubicBezTo>
                  <a:pt x="171846" y="103379"/>
                  <a:pt x="164910" y="105442"/>
                  <a:pt x="156662" y="105442"/>
                </a:cubicBezTo>
                <a:cubicBezTo>
                  <a:pt x="146165" y="105442"/>
                  <a:pt x="138292" y="101926"/>
                  <a:pt x="133043" y="94896"/>
                </a:cubicBezTo>
                <a:cubicBezTo>
                  <a:pt x="129482" y="89929"/>
                  <a:pt x="127702" y="83977"/>
                  <a:pt x="127702" y="77041"/>
                </a:cubicBezTo>
                <a:cubicBezTo>
                  <a:pt x="127702" y="74042"/>
                  <a:pt x="128076" y="70668"/>
                  <a:pt x="128826" y="66920"/>
                </a:cubicBezTo>
                <a:cubicBezTo>
                  <a:pt x="131075" y="55110"/>
                  <a:pt x="136137" y="45784"/>
                  <a:pt x="144010" y="38942"/>
                </a:cubicBezTo>
                <a:cubicBezTo>
                  <a:pt x="151790" y="32006"/>
                  <a:pt x="160975" y="28538"/>
                  <a:pt x="171565" y="28538"/>
                </a:cubicBezTo>
                <a:cubicBezTo>
                  <a:pt x="175877" y="28538"/>
                  <a:pt x="180376" y="29053"/>
                  <a:pt x="185063" y="30085"/>
                </a:cubicBezTo>
                <a:cubicBezTo>
                  <a:pt x="189280" y="31210"/>
                  <a:pt x="193544" y="32850"/>
                  <a:pt x="197855" y="35006"/>
                </a:cubicBezTo>
                <a:close/>
                <a:moveTo>
                  <a:pt x="269180" y="30507"/>
                </a:moveTo>
                <a:lnTo>
                  <a:pt x="267775" y="37818"/>
                </a:lnTo>
                <a:lnTo>
                  <a:pt x="244014" y="37818"/>
                </a:lnTo>
                <a:lnTo>
                  <a:pt x="235017" y="84213"/>
                </a:lnTo>
                <a:cubicBezTo>
                  <a:pt x="234361" y="87586"/>
                  <a:pt x="234033" y="90445"/>
                  <a:pt x="234033" y="92787"/>
                </a:cubicBezTo>
                <a:cubicBezTo>
                  <a:pt x="234033" y="94287"/>
                  <a:pt x="234174" y="95366"/>
                  <a:pt x="234455" y="96022"/>
                </a:cubicBezTo>
                <a:cubicBezTo>
                  <a:pt x="235299" y="97803"/>
                  <a:pt x="237361" y="98693"/>
                  <a:pt x="240640" y="98693"/>
                </a:cubicBezTo>
                <a:cubicBezTo>
                  <a:pt x="243921" y="98693"/>
                  <a:pt x="246499" y="97709"/>
                  <a:pt x="248373" y="95741"/>
                </a:cubicBezTo>
                <a:cubicBezTo>
                  <a:pt x="250248" y="93772"/>
                  <a:pt x="251654" y="90632"/>
                  <a:pt x="252591" y="86321"/>
                </a:cubicBezTo>
                <a:lnTo>
                  <a:pt x="262152" y="86321"/>
                </a:lnTo>
                <a:cubicBezTo>
                  <a:pt x="260465" y="92976"/>
                  <a:pt x="257699" y="97803"/>
                  <a:pt x="253857" y="100802"/>
                </a:cubicBezTo>
                <a:cubicBezTo>
                  <a:pt x="250014" y="103895"/>
                  <a:pt x="244812" y="105442"/>
                  <a:pt x="238250" y="105442"/>
                </a:cubicBezTo>
                <a:cubicBezTo>
                  <a:pt x="230846" y="105442"/>
                  <a:pt x="225973" y="103848"/>
                  <a:pt x="223631" y="100660"/>
                </a:cubicBezTo>
                <a:cubicBezTo>
                  <a:pt x="222130" y="98692"/>
                  <a:pt x="221427" y="95834"/>
                  <a:pt x="221522" y="92086"/>
                </a:cubicBezTo>
                <a:cubicBezTo>
                  <a:pt x="221522" y="89836"/>
                  <a:pt x="221803" y="87212"/>
                  <a:pt x="222365" y="84213"/>
                </a:cubicBezTo>
                <a:lnTo>
                  <a:pt x="231362" y="37818"/>
                </a:lnTo>
                <a:lnTo>
                  <a:pt x="220256" y="37818"/>
                </a:lnTo>
                <a:lnTo>
                  <a:pt x="221661" y="30507"/>
                </a:lnTo>
                <a:lnTo>
                  <a:pt x="232769" y="30507"/>
                </a:lnTo>
                <a:lnTo>
                  <a:pt x="237126" y="7873"/>
                </a:lnTo>
                <a:lnTo>
                  <a:pt x="249920" y="7873"/>
                </a:lnTo>
                <a:lnTo>
                  <a:pt x="245422" y="30507"/>
                </a:lnTo>
                <a:lnTo>
                  <a:pt x="269180" y="30507"/>
                </a:lnTo>
                <a:close/>
                <a:moveTo>
                  <a:pt x="322510" y="6326"/>
                </a:moveTo>
                <a:cubicBezTo>
                  <a:pt x="322510" y="6981"/>
                  <a:pt x="322464" y="7497"/>
                  <a:pt x="322371" y="7873"/>
                </a:cubicBezTo>
                <a:cubicBezTo>
                  <a:pt x="321902" y="10121"/>
                  <a:pt x="320823" y="11948"/>
                  <a:pt x="319136" y="13354"/>
                </a:cubicBezTo>
                <a:cubicBezTo>
                  <a:pt x="317262" y="14854"/>
                  <a:pt x="315247" y="15604"/>
                  <a:pt x="313091" y="15604"/>
                </a:cubicBezTo>
                <a:cubicBezTo>
                  <a:pt x="310935" y="15604"/>
                  <a:pt x="309249" y="14854"/>
                  <a:pt x="308030" y="13354"/>
                </a:cubicBezTo>
                <a:cubicBezTo>
                  <a:pt x="307093" y="12324"/>
                  <a:pt x="306625" y="11012"/>
                  <a:pt x="306625" y="9418"/>
                </a:cubicBezTo>
                <a:cubicBezTo>
                  <a:pt x="306625" y="8763"/>
                  <a:pt x="306671" y="8248"/>
                  <a:pt x="306764" y="7873"/>
                </a:cubicBezTo>
                <a:cubicBezTo>
                  <a:pt x="307234" y="5623"/>
                  <a:pt x="308358" y="3796"/>
                  <a:pt x="310139" y="2390"/>
                </a:cubicBezTo>
                <a:cubicBezTo>
                  <a:pt x="311919" y="797"/>
                  <a:pt x="313888" y="0"/>
                  <a:pt x="316045" y="0"/>
                </a:cubicBezTo>
                <a:cubicBezTo>
                  <a:pt x="318105" y="0"/>
                  <a:pt x="319792" y="797"/>
                  <a:pt x="321105" y="2390"/>
                </a:cubicBezTo>
                <a:cubicBezTo>
                  <a:pt x="322042" y="3421"/>
                  <a:pt x="322510" y="4733"/>
                  <a:pt x="322510" y="6326"/>
                </a:cubicBezTo>
                <a:moveTo>
                  <a:pt x="318434" y="30507"/>
                </a:moveTo>
                <a:lnTo>
                  <a:pt x="305640" y="96162"/>
                </a:lnTo>
                <a:lnTo>
                  <a:pt x="317591" y="96162"/>
                </a:lnTo>
                <a:lnTo>
                  <a:pt x="316184" y="103472"/>
                </a:lnTo>
                <a:lnTo>
                  <a:pt x="291722" y="103472"/>
                </a:lnTo>
                <a:lnTo>
                  <a:pt x="304375" y="37818"/>
                </a:lnTo>
                <a:lnTo>
                  <a:pt x="292284" y="37818"/>
                </a:lnTo>
                <a:lnTo>
                  <a:pt x="293831" y="30507"/>
                </a:lnTo>
                <a:lnTo>
                  <a:pt x="318434" y="30507"/>
                </a:lnTo>
                <a:close/>
                <a:moveTo>
                  <a:pt x="403372" y="54265"/>
                </a:moveTo>
                <a:cubicBezTo>
                  <a:pt x="403372" y="50048"/>
                  <a:pt x="402717" y="46393"/>
                  <a:pt x="401405" y="43301"/>
                </a:cubicBezTo>
                <a:cubicBezTo>
                  <a:pt x="399061" y="37958"/>
                  <a:pt x="394422" y="35287"/>
                  <a:pt x="387487" y="35287"/>
                </a:cubicBezTo>
                <a:cubicBezTo>
                  <a:pt x="380738" y="35287"/>
                  <a:pt x="375114" y="37958"/>
                  <a:pt x="370615" y="43301"/>
                </a:cubicBezTo>
                <a:cubicBezTo>
                  <a:pt x="366117" y="48643"/>
                  <a:pt x="362884" y="56516"/>
                  <a:pt x="360914" y="66920"/>
                </a:cubicBezTo>
                <a:cubicBezTo>
                  <a:pt x="359977" y="71512"/>
                  <a:pt x="359509" y="75730"/>
                  <a:pt x="359509" y="79573"/>
                </a:cubicBezTo>
                <a:cubicBezTo>
                  <a:pt x="359509" y="83884"/>
                  <a:pt x="360166" y="87586"/>
                  <a:pt x="361478" y="90678"/>
                </a:cubicBezTo>
                <a:cubicBezTo>
                  <a:pt x="363821" y="96021"/>
                  <a:pt x="368413" y="98693"/>
                  <a:pt x="375255" y="98693"/>
                </a:cubicBezTo>
                <a:cubicBezTo>
                  <a:pt x="382004" y="98693"/>
                  <a:pt x="387627" y="96021"/>
                  <a:pt x="392125" y="90678"/>
                </a:cubicBezTo>
                <a:cubicBezTo>
                  <a:pt x="396531" y="85430"/>
                  <a:pt x="399812" y="77510"/>
                  <a:pt x="401967" y="66920"/>
                </a:cubicBezTo>
                <a:cubicBezTo>
                  <a:pt x="402904" y="62326"/>
                  <a:pt x="403372" y="58108"/>
                  <a:pt x="403372" y="54265"/>
                </a:cubicBezTo>
                <a:moveTo>
                  <a:pt x="417713" y="56797"/>
                </a:moveTo>
                <a:cubicBezTo>
                  <a:pt x="417713" y="60265"/>
                  <a:pt x="417385" y="63639"/>
                  <a:pt x="416728" y="66920"/>
                </a:cubicBezTo>
                <a:cubicBezTo>
                  <a:pt x="414479" y="78448"/>
                  <a:pt x="409465" y="87774"/>
                  <a:pt x="401686" y="94896"/>
                </a:cubicBezTo>
                <a:cubicBezTo>
                  <a:pt x="393906" y="101926"/>
                  <a:pt x="384674" y="105442"/>
                  <a:pt x="373989" y="105442"/>
                </a:cubicBezTo>
                <a:cubicBezTo>
                  <a:pt x="363492" y="105442"/>
                  <a:pt x="355619" y="101926"/>
                  <a:pt x="350370" y="94896"/>
                </a:cubicBezTo>
                <a:cubicBezTo>
                  <a:pt x="346809" y="89929"/>
                  <a:pt x="345029" y="83977"/>
                  <a:pt x="345029" y="77041"/>
                </a:cubicBezTo>
                <a:cubicBezTo>
                  <a:pt x="345029" y="74042"/>
                  <a:pt x="345404" y="70668"/>
                  <a:pt x="346153" y="66920"/>
                </a:cubicBezTo>
                <a:cubicBezTo>
                  <a:pt x="348403" y="55297"/>
                  <a:pt x="353417" y="46019"/>
                  <a:pt x="361197" y="39084"/>
                </a:cubicBezTo>
                <a:cubicBezTo>
                  <a:pt x="368976" y="32053"/>
                  <a:pt x="378208" y="28538"/>
                  <a:pt x="388892" y="28538"/>
                </a:cubicBezTo>
                <a:cubicBezTo>
                  <a:pt x="399577" y="28538"/>
                  <a:pt x="407450" y="32053"/>
                  <a:pt x="412511" y="39084"/>
                </a:cubicBezTo>
                <a:cubicBezTo>
                  <a:pt x="415979" y="43956"/>
                  <a:pt x="417713" y="49861"/>
                  <a:pt x="417713" y="56797"/>
                </a:cubicBezTo>
                <a:close/>
                <a:moveTo>
                  <a:pt x="510783" y="96162"/>
                </a:moveTo>
                <a:lnTo>
                  <a:pt x="509378" y="103472"/>
                </a:lnTo>
                <a:lnTo>
                  <a:pt x="485478" y="103472"/>
                </a:lnTo>
                <a:lnTo>
                  <a:pt x="493771" y="61014"/>
                </a:lnTo>
                <a:cubicBezTo>
                  <a:pt x="494802" y="56328"/>
                  <a:pt x="495224" y="52391"/>
                  <a:pt x="495037" y="49205"/>
                </a:cubicBezTo>
                <a:cubicBezTo>
                  <a:pt x="495037" y="46299"/>
                  <a:pt x="494709" y="44143"/>
                  <a:pt x="494052" y="42737"/>
                </a:cubicBezTo>
                <a:cubicBezTo>
                  <a:pt x="492553" y="39551"/>
                  <a:pt x="488992" y="37864"/>
                  <a:pt x="483369" y="37676"/>
                </a:cubicBezTo>
                <a:cubicBezTo>
                  <a:pt x="477557" y="37676"/>
                  <a:pt x="472683" y="39832"/>
                  <a:pt x="468747" y="44144"/>
                </a:cubicBezTo>
                <a:cubicBezTo>
                  <a:pt x="464717" y="48549"/>
                  <a:pt x="461952" y="54782"/>
                  <a:pt x="460452" y="62842"/>
                </a:cubicBezTo>
                <a:lnTo>
                  <a:pt x="452579" y="103472"/>
                </a:lnTo>
                <a:lnTo>
                  <a:pt x="439926" y="103472"/>
                </a:lnTo>
                <a:lnTo>
                  <a:pt x="452720" y="37818"/>
                </a:lnTo>
                <a:lnTo>
                  <a:pt x="440630" y="37818"/>
                </a:lnTo>
                <a:lnTo>
                  <a:pt x="442035" y="30507"/>
                </a:lnTo>
                <a:lnTo>
                  <a:pt x="466778" y="30507"/>
                </a:lnTo>
                <a:lnTo>
                  <a:pt x="464249" y="43441"/>
                </a:lnTo>
                <a:cubicBezTo>
                  <a:pt x="467528" y="38379"/>
                  <a:pt x="471276" y="34677"/>
                  <a:pt x="475494" y="32335"/>
                </a:cubicBezTo>
                <a:cubicBezTo>
                  <a:pt x="479713" y="29804"/>
                  <a:pt x="484306" y="28538"/>
                  <a:pt x="489273" y="28538"/>
                </a:cubicBezTo>
                <a:cubicBezTo>
                  <a:pt x="497333" y="28538"/>
                  <a:pt x="502816" y="30835"/>
                  <a:pt x="505722" y="35428"/>
                </a:cubicBezTo>
                <a:cubicBezTo>
                  <a:pt x="507503" y="38146"/>
                  <a:pt x="508393" y="41894"/>
                  <a:pt x="508393" y="46674"/>
                </a:cubicBezTo>
                <a:cubicBezTo>
                  <a:pt x="508393" y="49861"/>
                  <a:pt x="507971" y="53329"/>
                  <a:pt x="507127" y="57078"/>
                </a:cubicBezTo>
                <a:lnTo>
                  <a:pt x="499535" y="96162"/>
                </a:lnTo>
                <a:lnTo>
                  <a:pt x="510783" y="9616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3" name="Text �">
            <a:extLst xmlns:a="http://schemas.openxmlformats.org/drawingml/2006/main">
              <a:ext uri="{FF2B5EF4-FFF2-40B4-BE49-F238E27FC236}">
                <a16:creationId xmlns:a16="http://schemas.microsoft.com/office/drawing/2014/main" id="{AF85596D-1BA3-4E17-8962-8CE6FD5D6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2676" y="2206995"/>
            <a:ext cx="21808" cy="73293"/>
          </a:xfrm>
          <a:custGeom xmlns:a="http://schemas.openxmlformats.org/drawingml/2006/main">
            <a:pathLst>
              <a:path w="21808" h="73293">
                <a:moveTo>
                  <a:pt x="21808" y="4481"/>
                </a:moveTo>
                <a:cubicBezTo>
                  <a:pt x="21808" y="4945"/>
                  <a:pt x="21775" y="5310"/>
                  <a:pt x="21710" y="5577"/>
                </a:cubicBezTo>
                <a:cubicBezTo>
                  <a:pt x="21377" y="7169"/>
                  <a:pt x="20613" y="8463"/>
                  <a:pt x="19418" y="9459"/>
                </a:cubicBezTo>
                <a:cubicBezTo>
                  <a:pt x="18091" y="10522"/>
                  <a:pt x="16664" y="11053"/>
                  <a:pt x="15136" y="11053"/>
                </a:cubicBezTo>
                <a:cubicBezTo>
                  <a:pt x="13609" y="11053"/>
                  <a:pt x="12415" y="10522"/>
                  <a:pt x="11551" y="9459"/>
                </a:cubicBezTo>
                <a:cubicBezTo>
                  <a:pt x="10888" y="8730"/>
                  <a:pt x="10556" y="7800"/>
                  <a:pt x="10556" y="6671"/>
                </a:cubicBezTo>
                <a:cubicBezTo>
                  <a:pt x="10556" y="6207"/>
                  <a:pt x="10589" y="5842"/>
                  <a:pt x="10655" y="5577"/>
                </a:cubicBezTo>
                <a:cubicBezTo>
                  <a:pt x="10987" y="3983"/>
                  <a:pt x="11784" y="2689"/>
                  <a:pt x="13045" y="1693"/>
                </a:cubicBezTo>
                <a:cubicBezTo>
                  <a:pt x="14306" y="564"/>
                  <a:pt x="15701" y="0"/>
                  <a:pt x="17228" y="0"/>
                </a:cubicBezTo>
                <a:cubicBezTo>
                  <a:pt x="18688" y="0"/>
                  <a:pt x="19883" y="564"/>
                  <a:pt x="20813" y="1693"/>
                </a:cubicBezTo>
                <a:cubicBezTo>
                  <a:pt x="21477" y="2423"/>
                  <a:pt x="21808" y="3353"/>
                  <a:pt x="21808" y="4481"/>
                </a:cubicBezTo>
                <a:moveTo>
                  <a:pt x="18921" y="21609"/>
                </a:moveTo>
                <a:lnTo>
                  <a:pt x="9859" y="68114"/>
                </a:lnTo>
                <a:lnTo>
                  <a:pt x="18324" y="68114"/>
                </a:lnTo>
                <a:lnTo>
                  <a:pt x="17327" y="73293"/>
                </a:lnTo>
                <a:lnTo>
                  <a:pt x="0" y="73293"/>
                </a:lnTo>
                <a:lnTo>
                  <a:pt x="8962" y="26788"/>
                </a:lnTo>
                <a:lnTo>
                  <a:pt x="398" y="26788"/>
                </a:lnTo>
                <a:lnTo>
                  <a:pt x="1494" y="21609"/>
                </a:lnTo>
                <a:lnTo>
                  <a:pt x="18921" y="2160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4" name="Text 푂푏푠">
            <a:extLst xmlns:a="http://schemas.openxmlformats.org/drawingml/2006/main">
              <a:ext uri="{FF2B5EF4-FFF2-40B4-BE49-F238E27FC236}">
                <a16:creationId xmlns:a16="http://schemas.microsoft.com/office/drawing/2014/main" id="{939A53F9-C697-4BEF-97FB-5EA47B951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5185" y="1780144"/>
            <a:ext cx="288324" cy="108816"/>
          </a:xfrm>
          <a:custGeom xmlns:a="http://schemas.openxmlformats.org/drawingml/2006/main">
            <a:pathLst>
              <a:path w="288324" h="108816">
                <a:moveTo>
                  <a:pt x="85571" y="55673"/>
                </a:moveTo>
                <a:cubicBezTo>
                  <a:pt x="88477" y="40583"/>
                  <a:pt x="87821" y="29149"/>
                  <a:pt x="83603" y="21369"/>
                </a:cubicBezTo>
                <a:cubicBezTo>
                  <a:pt x="79386" y="13683"/>
                  <a:pt x="71700" y="9840"/>
                  <a:pt x="60547" y="9840"/>
                </a:cubicBezTo>
                <a:cubicBezTo>
                  <a:pt x="49393" y="9840"/>
                  <a:pt x="40114" y="13683"/>
                  <a:pt x="32710" y="21369"/>
                </a:cubicBezTo>
                <a:cubicBezTo>
                  <a:pt x="25492" y="29241"/>
                  <a:pt x="20431" y="40676"/>
                  <a:pt x="17526" y="55673"/>
                </a:cubicBezTo>
                <a:cubicBezTo>
                  <a:pt x="14620" y="70575"/>
                  <a:pt x="15276" y="82010"/>
                  <a:pt x="19494" y="89977"/>
                </a:cubicBezTo>
                <a:cubicBezTo>
                  <a:pt x="23805" y="97662"/>
                  <a:pt x="31538" y="101505"/>
                  <a:pt x="42692" y="101505"/>
                </a:cubicBezTo>
                <a:cubicBezTo>
                  <a:pt x="53751" y="101505"/>
                  <a:pt x="62983" y="97662"/>
                  <a:pt x="70387" y="89977"/>
                </a:cubicBezTo>
                <a:cubicBezTo>
                  <a:pt x="77605" y="81917"/>
                  <a:pt x="82666" y="70482"/>
                  <a:pt x="85571" y="55673"/>
                </a:cubicBezTo>
                <a:moveTo>
                  <a:pt x="101317" y="55673"/>
                </a:moveTo>
                <a:cubicBezTo>
                  <a:pt x="99818" y="63451"/>
                  <a:pt x="97100" y="70856"/>
                  <a:pt x="93163" y="77886"/>
                </a:cubicBezTo>
                <a:cubicBezTo>
                  <a:pt x="89507" y="84354"/>
                  <a:pt x="84587" y="90164"/>
                  <a:pt x="78401" y="95318"/>
                </a:cubicBezTo>
                <a:cubicBezTo>
                  <a:pt x="73058" y="99818"/>
                  <a:pt x="67294" y="103192"/>
                  <a:pt x="61109" y="105442"/>
                </a:cubicBezTo>
                <a:cubicBezTo>
                  <a:pt x="54923" y="107691"/>
                  <a:pt x="48315" y="108816"/>
                  <a:pt x="41285" y="108816"/>
                </a:cubicBezTo>
                <a:cubicBezTo>
                  <a:pt x="34350" y="108816"/>
                  <a:pt x="28165" y="107691"/>
                  <a:pt x="22729" y="105442"/>
                </a:cubicBezTo>
                <a:cubicBezTo>
                  <a:pt x="17291" y="103005"/>
                  <a:pt x="12792" y="99630"/>
                  <a:pt x="9231" y="95318"/>
                </a:cubicBezTo>
                <a:cubicBezTo>
                  <a:pt x="5108" y="90070"/>
                  <a:pt x="2437" y="84259"/>
                  <a:pt x="1218" y="77886"/>
                </a:cubicBezTo>
                <a:cubicBezTo>
                  <a:pt x="0" y="71700"/>
                  <a:pt x="187" y="64295"/>
                  <a:pt x="1781" y="55673"/>
                </a:cubicBezTo>
                <a:cubicBezTo>
                  <a:pt x="3279" y="47425"/>
                  <a:pt x="5997" y="40020"/>
                  <a:pt x="9935" y="33459"/>
                </a:cubicBezTo>
                <a:cubicBezTo>
                  <a:pt x="13403" y="27274"/>
                  <a:pt x="18323" y="21463"/>
                  <a:pt x="24696" y="16027"/>
                </a:cubicBezTo>
                <a:cubicBezTo>
                  <a:pt x="30039" y="11528"/>
                  <a:pt x="35803" y="8153"/>
                  <a:pt x="41988" y="5904"/>
                </a:cubicBezTo>
                <a:cubicBezTo>
                  <a:pt x="48174" y="3654"/>
                  <a:pt x="54828" y="2529"/>
                  <a:pt x="61952" y="2529"/>
                </a:cubicBezTo>
                <a:cubicBezTo>
                  <a:pt x="76854" y="2529"/>
                  <a:pt x="87913" y="7403"/>
                  <a:pt x="95130" y="17151"/>
                </a:cubicBezTo>
                <a:cubicBezTo>
                  <a:pt x="102348" y="26899"/>
                  <a:pt x="104410" y="39739"/>
                  <a:pt x="101317" y="55673"/>
                </a:cubicBezTo>
                <a:close/>
                <a:moveTo>
                  <a:pt x="200222" y="59328"/>
                </a:moveTo>
                <a:cubicBezTo>
                  <a:pt x="200222" y="62422"/>
                  <a:pt x="199846" y="66077"/>
                  <a:pt x="199095" y="70295"/>
                </a:cubicBezTo>
                <a:cubicBezTo>
                  <a:pt x="196846" y="81729"/>
                  <a:pt x="192206" y="91007"/>
                  <a:pt x="185177" y="98131"/>
                </a:cubicBezTo>
                <a:cubicBezTo>
                  <a:pt x="178148" y="105254"/>
                  <a:pt x="170135" y="108816"/>
                  <a:pt x="161138" y="108816"/>
                </a:cubicBezTo>
                <a:cubicBezTo>
                  <a:pt x="155608" y="108816"/>
                  <a:pt x="151108" y="107738"/>
                  <a:pt x="147640" y="105581"/>
                </a:cubicBezTo>
                <a:cubicBezTo>
                  <a:pt x="144172" y="103426"/>
                  <a:pt x="141641" y="100052"/>
                  <a:pt x="140048" y="95460"/>
                </a:cubicBezTo>
                <a:lnTo>
                  <a:pt x="137940" y="106847"/>
                </a:lnTo>
                <a:lnTo>
                  <a:pt x="125287" y="106847"/>
                </a:lnTo>
                <a:lnTo>
                  <a:pt x="144547" y="7311"/>
                </a:lnTo>
                <a:lnTo>
                  <a:pt x="132456" y="7311"/>
                </a:lnTo>
                <a:lnTo>
                  <a:pt x="133864" y="0"/>
                </a:lnTo>
                <a:lnTo>
                  <a:pt x="158607" y="0"/>
                </a:lnTo>
                <a:lnTo>
                  <a:pt x="149891" y="45268"/>
                </a:lnTo>
                <a:cubicBezTo>
                  <a:pt x="153264" y="40582"/>
                  <a:pt x="157060" y="37208"/>
                  <a:pt x="161277" y="35147"/>
                </a:cubicBezTo>
                <a:cubicBezTo>
                  <a:pt x="165589" y="32991"/>
                  <a:pt x="170510" y="31912"/>
                  <a:pt x="176039" y="31912"/>
                </a:cubicBezTo>
                <a:cubicBezTo>
                  <a:pt x="184943" y="31912"/>
                  <a:pt x="191597" y="35428"/>
                  <a:pt x="196002" y="42458"/>
                </a:cubicBezTo>
                <a:cubicBezTo>
                  <a:pt x="198815" y="47143"/>
                  <a:pt x="200222" y="52767"/>
                  <a:pt x="200222" y="59328"/>
                </a:cubicBezTo>
                <a:moveTo>
                  <a:pt x="185739" y="57921"/>
                </a:moveTo>
                <a:cubicBezTo>
                  <a:pt x="185739" y="53798"/>
                  <a:pt x="185084" y="50330"/>
                  <a:pt x="183772" y="47519"/>
                </a:cubicBezTo>
                <a:cubicBezTo>
                  <a:pt x="181428" y="42363"/>
                  <a:pt x="177023" y="39785"/>
                  <a:pt x="170555" y="39785"/>
                </a:cubicBezTo>
                <a:cubicBezTo>
                  <a:pt x="164277" y="39785"/>
                  <a:pt x="158982" y="42082"/>
                  <a:pt x="154670" y="46676"/>
                </a:cubicBezTo>
                <a:cubicBezTo>
                  <a:pt x="150358" y="51455"/>
                  <a:pt x="147359" y="58156"/>
                  <a:pt x="145673" y="66778"/>
                </a:cubicBezTo>
                <a:lnTo>
                  <a:pt x="144266" y="73950"/>
                </a:lnTo>
                <a:cubicBezTo>
                  <a:pt x="143609" y="77229"/>
                  <a:pt x="143281" y="80463"/>
                  <a:pt x="143281" y="83651"/>
                </a:cubicBezTo>
                <a:cubicBezTo>
                  <a:pt x="143281" y="87868"/>
                  <a:pt x="143985" y="91336"/>
                  <a:pt x="145392" y="94053"/>
                </a:cubicBezTo>
                <a:cubicBezTo>
                  <a:pt x="147735" y="98645"/>
                  <a:pt x="152186" y="100941"/>
                  <a:pt x="158746" y="100941"/>
                </a:cubicBezTo>
                <a:cubicBezTo>
                  <a:pt x="165213" y="100941"/>
                  <a:pt x="170603" y="98364"/>
                  <a:pt x="174915" y="93210"/>
                </a:cubicBezTo>
                <a:cubicBezTo>
                  <a:pt x="179226" y="88055"/>
                  <a:pt x="182366" y="80417"/>
                  <a:pt x="184334" y="70295"/>
                </a:cubicBezTo>
                <a:cubicBezTo>
                  <a:pt x="185271" y="65888"/>
                  <a:pt x="185739" y="61764"/>
                  <a:pt x="185739" y="57921"/>
                </a:cubicBezTo>
                <a:close/>
                <a:moveTo>
                  <a:pt x="288324" y="37818"/>
                </a:moveTo>
                <a:lnTo>
                  <a:pt x="285230" y="53703"/>
                </a:lnTo>
                <a:lnTo>
                  <a:pt x="277919" y="53703"/>
                </a:lnTo>
                <a:cubicBezTo>
                  <a:pt x="278107" y="52392"/>
                  <a:pt x="278200" y="51408"/>
                  <a:pt x="278200" y="50752"/>
                </a:cubicBezTo>
                <a:cubicBezTo>
                  <a:pt x="278200" y="47378"/>
                  <a:pt x="277029" y="44519"/>
                  <a:pt x="274687" y="42175"/>
                </a:cubicBezTo>
                <a:cubicBezTo>
                  <a:pt x="272437" y="39832"/>
                  <a:pt x="268641" y="38661"/>
                  <a:pt x="263298" y="38661"/>
                </a:cubicBezTo>
                <a:cubicBezTo>
                  <a:pt x="252613" y="38661"/>
                  <a:pt x="246474" y="42410"/>
                  <a:pt x="244881" y="49908"/>
                </a:cubicBezTo>
                <a:cubicBezTo>
                  <a:pt x="244694" y="50845"/>
                  <a:pt x="244600" y="51923"/>
                  <a:pt x="244600" y="53141"/>
                </a:cubicBezTo>
                <a:cubicBezTo>
                  <a:pt x="244600" y="54642"/>
                  <a:pt x="245350" y="56141"/>
                  <a:pt x="246850" y="57640"/>
                </a:cubicBezTo>
                <a:cubicBezTo>
                  <a:pt x="248443" y="59234"/>
                  <a:pt x="252098" y="61016"/>
                  <a:pt x="257814" y="62984"/>
                </a:cubicBezTo>
                <a:lnTo>
                  <a:pt x="267234" y="66077"/>
                </a:lnTo>
                <a:cubicBezTo>
                  <a:pt x="273701" y="68138"/>
                  <a:pt x="278153" y="70856"/>
                  <a:pt x="280590" y="74231"/>
                </a:cubicBezTo>
                <a:cubicBezTo>
                  <a:pt x="282278" y="76481"/>
                  <a:pt x="283122" y="78729"/>
                  <a:pt x="283122" y="80978"/>
                </a:cubicBezTo>
                <a:cubicBezTo>
                  <a:pt x="283122" y="90726"/>
                  <a:pt x="279279" y="98036"/>
                  <a:pt x="271593" y="102910"/>
                </a:cubicBezTo>
                <a:cubicBezTo>
                  <a:pt x="265501" y="106848"/>
                  <a:pt x="257862" y="108816"/>
                  <a:pt x="248678" y="108816"/>
                </a:cubicBezTo>
                <a:cubicBezTo>
                  <a:pt x="239305" y="108816"/>
                  <a:pt x="230588" y="106800"/>
                  <a:pt x="222528" y="102769"/>
                </a:cubicBezTo>
                <a:lnTo>
                  <a:pt x="225902" y="85759"/>
                </a:lnTo>
                <a:lnTo>
                  <a:pt x="233072" y="85759"/>
                </a:lnTo>
                <a:cubicBezTo>
                  <a:pt x="232884" y="87446"/>
                  <a:pt x="232790" y="88710"/>
                  <a:pt x="232790" y="89554"/>
                </a:cubicBezTo>
                <a:cubicBezTo>
                  <a:pt x="232790" y="97896"/>
                  <a:pt x="238461" y="102067"/>
                  <a:pt x="249802" y="102067"/>
                </a:cubicBezTo>
                <a:cubicBezTo>
                  <a:pt x="261143" y="102067"/>
                  <a:pt x="267657" y="97896"/>
                  <a:pt x="269343" y="89554"/>
                </a:cubicBezTo>
                <a:cubicBezTo>
                  <a:pt x="269437" y="88992"/>
                  <a:pt x="269484" y="87867"/>
                  <a:pt x="269484" y="86180"/>
                </a:cubicBezTo>
                <a:cubicBezTo>
                  <a:pt x="269484" y="84681"/>
                  <a:pt x="268688" y="83135"/>
                  <a:pt x="267095" y="81542"/>
                </a:cubicBezTo>
                <a:cubicBezTo>
                  <a:pt x="265594" y="79760"/>
                  <a:pt x="261564" y="77744"/>
                  <a:pt x="255004" y="75495"/>
                </a:cubicBezTo>
                <a:lnTo>
                  <a:pt x="246428" y="72403"/>
                </a:lnTo>
                <a:cubicBezTo>
                  <a:pt x="240523" y="70434"/>
                  <a:pt x="236633" y="68137"/>
                  <a:pt x="234760" y="65513"/>
                </a:cubicBezTo>
                <a:cubicBezTo>
                  <a:pt x="232885" y="62796"/>
                  <a:pt x="231947" y="59984"/>
                  <a:pt x="231947" y="57078"/>
                </a:cubicBezTo>
                <a:cubicBezTo>
                  <a:pt x="231947" y="55766"/>
                  <a:pt x="232088" y="54501"/>
                  <a:pt x="232368" y="53283"/>
                </a:cubicBezTo>
                <a:cubicBezTo>
                  <a:pt x="233681" y="46534"/>
                  <a:pt x="237149" y="41332"/>
                  <a:pt x="242772" y="37676"/>
                </a:cubicBezTo>
                <a:cubicBezTo>
                  <a:pt x="248303" y="33834"/>
                  <a:pt x="255192" y="31912"/>
                  <a:pt x="263439" y="31912"/>
                </a:cubicBezTo>
                <a:cubicBezTo>
                  <a:pt x="271405" y="31912"/>
                  <a:pt x="279700" y="33881"/>
                  <a:pt x="288324" y="3781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5" name="Text �">
            <a:extLst xmlns:a="http://schemas.openxmlformats.org/drawingml/2006/main">
              <a:ext uri="{FF2B5EF4-FFF2-40B4-BE49-F238E27FC236}">
                <a16:creationId xmlns:a16="http://schemas.microsoft.com/office/drawing/2014/main" id="{6739FE7F-4B99-4FE4-A236-B1B7E10EB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886" y="1841816"/>
            <a:ext cx="21808" cy="73293"/>
          </a:xfrm>
          <a:custGeom xmlns:a="http://schemas.openxmlformats.org/drawingml/2006/main">
            <a:pathLst>
              <a:path w="21808" h="73293">
                <a:moveTo>
                  <a:pt x="21808" y="4481"/>
                </a:moveTo>
                <a:cubicBezTo>
                  <a:pt x="21808" y="4945"/>
                  <a:pt x="21775" y="5310"/>
                  <a:pt x="21710" y="5577"/>
                </a:cubicBezTo>
                <a:cubicBezTo>
                  <a:pt x="21377" y="7169"/>
                  <a:pt x="20613" y="8463"/>
                  <a:pt x="19418" y="9459"/>
                </a:cubicBezTo>
                <a:cubicBezTo>
                  <a:pt x="18091" y="10522"/>
                  <a:pt x="16664" y="11053"/>
                  <a:pt x="15136" y="11053"/>
                </a:cubicBezTo>
                <a:cubicBezTo>
                  <a:pt x="13609" y="11053"/>
                  <a:pt x="12415" y="10522"/>
                  <a:pt x="11551" y="9459"/>
                </a:cubicBezTo>
                <a:cubicBezTo>
                  <a:pt x="10888" y="8730"/>
                  <a:pt x="10556" y="7800"/>
                  <a:pt x="10556" y="6671"/>
                </a:cubicBezTo>
                <a:cubicBezTo>
                  <a:pt x="10556" y="6207"/>
                  <a:pt x="10589" y="5842"/>
                  <a:pt x="10655" y="5577"/>
                </a:cubicBezTo>
                <a:cubicBezTo>
                  <a:pt x="10987" y="3983"/>
                  <a:pt x="11784" y="2689"/>
                  <a:pt x="13045" y="1693"/>
                </a:cubicBezTo>
                <a:cubicBezTo>
                  <a:pt x="14306" y="564"/>
                  <a:pt x="15701" y="0"/>
                  <a:pt x="17228" y="0"/>
                </a:cubicBezTo>
                <a:cubicBezTo>
                  <a:pt x="18688" y="0"/>
                  <a:pt x="19883" y="564"/>
                  <a:pt x="20813" y="1693"/>
                </a:cubicBezTo>
                <a:cubicBezTo>
                  <a:pt x="21477" y="2423"/>
                  <a:pt x="21808" y="3353"/>
                  <a:pt x="21808" y="4481"/>
                </a:cubicBezTo>
                <a:moveTo>
                  <a:pt x="18921" y="21609"/>
                </a:moveTo>
                <a:lnTo>
                  <a:pt x="9859" y="68114"/>
                </a:lnTo>
                <a:lnTo>
                  <a:pt x="18324" y="68114"/>
                </a:lnTo>
                <a:lnTo>
                  <a:pt x="17327" y="73293"/>
                </a:lnTo>
                <a:lnTo>
                  <a:pt x="0" y="73293"/>
                </a:lnTo>
                <a:lnTo>
                  <a:pt x="8962" y="26788"/>
                </a:lnTo>
                <a:lnTo>
                  <a:pt x="398" y="26788"/>
                </a:lnTo>
                <a:lnTo>
                  <a:pt x="1494" y="21609"/>
                </a:lnTo>
                <a:lnTo>
                  <a:pt x="18921" y="2160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28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11925703bc4de3"/>
          <a:stretch xmlns:a="http://schemas.openxmlformats.org/drawingml/2006/main"/>
        </p:blipFill>
        <p:spPr>
          <a:xfrm xmlns:a="http://schemas.openxmlformats.org/drawingml/2006/main">
            <a:off x="1854260" y="1651434"/>
            <a:ext cx="773790" cy="773790"/>
          </a:xfrm>
          <a:prstGeom xmlns:a="http://schemas.openxmlformats.org/drawingml/2006/main" prst="rect">
            <a:avLst/>
          </a:prstGeom>
        </p:spPr>
      </p:pic>
      <p:pic>
        <p:nvPicPr>
          <p:cNvPr id="28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d1b6a1ed274633"/>
          <a:stretch xmlns:a="http://schemas.openxmlformats.org/drawingml/2006/main"/>
        </p:blipFill>
        <p:spPr>
          <a:xfrm xmlns:a="http://schemas.openxmlformats.org/drawingml/2006/main">
            <a:off x="1054953" y="2422205"/>
            <a:ext cx="382402" cy="411613"/>
          </a:xfrm>
          <a:prstGeom xmlns:a="http://schemas.openxmlformats.org/drawingml/2006/main" prst="rect">
            <a:avLst/>
          </a:prstGeom>
        </p:spPr>
      </p:pic>
      <p:pic>
        <p:nvPicPr>
          <p:cNvPr id="28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7d0a875f404608"/>
          <a:stretch xmlns:a="http://schemas.openxmlformats.org/drawingml/2006/main"/>
        </p:blipFill>
        <p:spPr>
          <a:xfrm xmlns:a="http://schemas.openxmlformats.org/drawingml/2006/main">
            <a:off x="1102753" y="2513588"/>
            <a:ext cx="382402" cy="411613"/>
          </a:xfrm>
          <a:prstGeom xmlns:a="http://schemas.openxmlformats.org/drawingml/2006/main" prst="rect">
            <a:avLst/>
          </a:prstGeom>
        </p:spPr>
      </p:pic>
      <p:pic>
        <p:nvPicPr>
          <p:cNvPr id="28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be6d32ec034c93"/>
          <a:stretch xmlns:a="http://schemas.openxmlformats.org/drawingml/2006/main"/>
        </p:blipFill>
        <p:spPr>
          <a:xfrm xmlns:a="http://schemas.openxmlformats.org/drawingml/2006/main">
            <a:off x="1215224" y="2453134"/>
            <a:ext cx="382402" cy="411613"/>
          </a:xfrm>
          <a:prstGeom xmlns:a="http://schemas.openxmlformats.org/drawingml/2006/main" prst="rect">
            <a:avLst/>
          </a:prstGeom>
        </p:spPr>
      </p:pic>
      <p:sp>
        <p:nvSpPr>
          <p:cNvPr id="110" name="Text issues&amp;repos">
            <a:extLst xmlns:a="http://schemas.openxmlformats.org/drawingml/2006/main">
              <a:ext uri="{FF2B5EF4-FFF2-40B4-BE49-F238E27FC236}">
                <a16:creationId xmlns:a16="http://schemas.microsoft.com/office/drawing/2014/main" id="{A9F71E9E-0E14-41D8-80AF-5EECA7BAF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150" y="3031624"/>
            <a:ext cx="1067054" cy="172483"/>
          </a:xfrm>
          <a:custGeom xmlns:a="http://schemas.openxmlformats.org/drawingml/2006/main">
            <a:pathLst>
              <a:path w="1067054" h="172483">
                <a:moveTo>
                  <a:pt x="12136" y="23952"/>
                </a:moveTo>
                <a:cubicBezTo>
                  <a:pt x="9565" y="23952"/>
                  <a:pt x="7341" y="23041"/>
                  <a:pt x="5465" y="21219"/>
                </a:cubicBezTo>
                <a:cubicBezTo>
                  <a:pt x="3590" y="19397"/>
                  <a:pt x="2652" y="17200"/>
                  <a:pt x="2652" y="14628"/>
                </a:cubicBezTo>
                <a:cubicBezTo>
                  <a:pt x="2652" y="12056"/>
                  <a:pt x="3590" y="9859"/>
                  <a:pt x="5465" y="8037"/>
                </a:cubicBezTo>
                <a:cubicBezTo>
                  <a:pt x="7341" y="6216"/>
                  <a:pt x="9565" y="5305"/>
                  <a:pt x="12136" y="5305"/>
                </a:cubicBezTo>
                <a:cubicBezTo>
                  <a:pt x="14708" y="5305"/>
                  <a:pt x="16919" y="6216"/>
                  <a:pt x="18767" y="8037"/>
                </a:cubicBezTo>
                <a:cubicBezTo>
                  <a:pt x="20616" y="9859"/>
                  <a:pt x="21540" y="12056"/>
                  <a:pt x="21540" y="14628"/>
                </a:cubicBezTo>
                <a:cubicBezTo>
                  <a:pt x="21540" y="17200"/>
                  <a:pt x="20616" y="19397"/>
                  <a:pt x="18767" y="21219"/>
                </a:cubicBezTo>
                <a:cubicBezTo>
                  <a:pt x="16919" y="23041"/>
                  <a:pt x="14708" y="23952"/>
                  <a:pt x="12136" y="23952"/>
                </a:cubicBezTo>
                <a:moveTo>
                  <a:pt x="15753" y="89261"/>
                </a:moveTo>
                <a:cubicBezTo>
                  <a:pt x="15753" y="92479"/>
                  <a:pt x="15847" y="97293"/>
                  <a:pt x="16035" y="103703"/>
                </a:cubicBezTo>
                <a:cubicBezTo>
                  <a:pt x="16222" y="110111"/>
                  <a:pt x="16316" y="114924"/>
                  <a:pt x="16316" y="118142"/>
                </a:cubicBezTo>
                <a:cubicBezTo>
                  <a:pt x="16316" y="120502"/>
                  <a:pt x="15593" y="122432"/>
                  <a:pt x="14146" y="123934"/>
                </a:cubicBezTo>
                <a:cubicBezTo>
                  <a:pt x="12699" y="125436"/>
                  <a:pt x="10797" y="126187"/>
                  <a:pt x="8439" y="126187"/>
                </a:cubicBezTo>
                <a:cubicBezTo>
                  <a:pt x="6135" y="126187"/>
                  <a:pt x="4246" y="125436"/>
                  <a:pt x="2773" y="123934"/>
                </a:cubicBezTo>
                <a:cubicBezTo>
                  <a:pt x="1299" y="122432"/>
                  <a:pt x="563" y="120502"/>
                  <a:pt x="563" y="118142"/>
                </a:cubicBezTo>
                <a:cubicBezTo>
                  <a:pt x="563" y="114924"/>
                  <a:pt x="469" y="110111"/>
                  <a:pt x="281" y="103703"/>
                </a:cubicBezTo>
                <a:cubicBezTo>
                  <a:pt x="94" y="97293"/>
                  <a:pt x="0" y="92479"/>
                  <a:pt x="0" y="89261"/>
                </a:cubicBezTo>
                <a:cubicBezTo>
                  <a:pt x="0" y="84219"/>
                  <a:pt x="268" y="77930"/>
                  <a:pt x="804" y="70395"/>
                </a:cubicBezTo>
                <a:cubicBezTo>
                  <a:pt x="1340" y="62858"/>
                  <a:pt x="1607" y="56569"/>
                  <a:pt x="1607" y="51527"/>
                </a:cubicBezTo>
                <a:cubicBezTo>
                  <a:pt x="1607" y="49114"/>
                  <a:pt x="2344" y="47157"/>
                  <a:pt x="3818" y="45655"/>
                </a:cubicBezTo>
                <a:cubicBezTo>
                  <a:pt x="5291" y="44153"/>
                  <a:pt x="7180" y="43402"/>
                  <a:pt x="9484" y="43402"/>
                </a:cubicBezTo>
                <a:cubicBezTo>
                  <a:pt x="11788" y="43402"/>
                  <a:pt x="13677" y="44153"/>
                  <a:pt x="15151" y="45655"/>
                </a:cubicBezTo>
                <a:cubicBezTo>
                  <a:pt x="16624" y="47157"/>
                  <a:pt x="17361" y="49114"/>
                  <a:pt x="17361" y="51527"/>
                </a:cubicBezTo>
                <a:cubicBezTo>
                  <a:pt x="17361" y="56569"/>
                  <a:pt x="17093" y="62858"/>
                  <a:pt x="16557" y="70395"/>
                </a:cubicBezTo>
                <a:cubicBezTo>
                  <a:pt x="16021" y="77930"/>
                  <a:pt x="15753" y="84219"/>
                  <a:pt x="15753" y="89261"/>
                </a:cubicBezTo>
                <a:close/>
                <a:moveTo>
                  <a:pt x="96729" y="63817"/>
                </a:moveTo>
                <a:cubicBezTo>
                  <a:pt x="93782" y="63817"/>
                  <a:pt x="91719" y="62833"/>
                  <a:pt x="90540" y="60863"/>
                </a:cubicBezTo>
                <a:cubicBezTo>
                  <a:pt x="89736" y="59480"/>
                  <a:pt x="89040" y="56607"/>
                  <a:pt x="88450" y="52243"/>
                </a:cubicBezTo>
                <a:cubicBezTo>
                  <a:pt x="84432" y="53260"/>
                  <a:pt x="78243" y="55132"/>
                  <a:pt x="69884" y="57862"/>
                </a:cubicBezTo>
                <a:cubicBezTo>
                  <a:pt x="61257" y="61288"/>
                  <a:pt x="56917" y="65516"/>
                  <a:pt x="56863" y="70546"/>
                </a:cubicBezTo>
                <a:cubicBezTo>
                  <a:pt x="58471" y="71135"/>
                  <a:pt x="60052" y="71564"/>
                  <a:pt x="61605" y="71832"/>
                </a:cubicBezTo>
                <a:cubicBezTo>
                  <a:pt x="73930" y="74025"/>
                  <a:pt x="83092" y="77050"/>
                  <a:pt x="89093" y="80904"/>
                </a:cubicBezTo>
                <a:cubicBezTo>
                  <a:pt x="97827" y="86525"/>
                  <a:pt x="102194" y="94662"/>
                  <a:pt x="102194" y="105315"/>
                </a:cubicBezTo>
                <a:cubicBezTo>
                  <a:pt x="102194" y="114041"/>
                  <a:pt x="98417" y="120625"/>
                  <a:pt x="90862" y="125067"/>
                </a:cubicBezTo>
                <a:cubicBezTo>
                  <a:pt x="84592" y="128708"/>
                  <a:pt x="76662" y="130528"/>
                  <a:pt x="67071" y="130528"/>
                </a:cubicBezTo>
                <a:cubicBezTo>
                  <a:pt x="60052" y="130528"/>
                  <a:pt x="53354" y="129349"/>
                  <a:pt x="46977" y="126991"/>
                </a:cubicBezTo>
                <a:cubicBezTo>
                  <a:pt x="38726" y="123991"/>
                  <a:pt x="34600" y="119811"/>
                  <a:pt x="34600" y="114453"/>
                </a:cubicBezTo>
                <a:cubicBezTo>
                  <a:pt x="34600" y="112310"/>
                  <a:pt x="35444" y="110434"/>
                  <a:pt x="37132" y="108827"/>
                </a:cubicBezTo>
                <a:cubicBezTo>
                  <a:pt x="38819" y="107219"/>
                  <a:pt x="40735" y="106415"/>
                  <a:pt x="42878" y="106415"/>
                </a:cubicBezTo>
                <a:cubicBezTo>
                  <a:pt x="44539" y="106415"/>
                  <a:pt x="46683" y="107701"/>
                  <a:pt x="49308" y="110273"/>
                </a:cubicBezTo>
                <a:cubicBezTo>
                  <a:pt x="50594" y="111506"/>
                  <a:pt x="53488" y="112524"/>
                  <a:pt x="57989" y="113328"/>
                </a:cubicBezTo>
                <a:cubicBezTo>
                  <a:pt x="61579" y="113971"/>
                  <a:pt x="64606" y="114292"/>
                  <a:pt x="67071" y="114292"/>
                </a:cubicBezTo>
                <a:cubicBezTo>
                  <a:pt x="71572" y="114292"/>
                  <a:pt x="75537" y="113757"/>
                  <a:pt x="78966" y="112687"/>
                </a:cubicBezTo>
                <a:cubicBezTo>
                  <a:pt x="83949" y="111135"/>
                  <a:pt x="86441" y="108673"/>
                  <a:pt x="86441" y="105303"/>
                </a:cubicBezTo>
                <a:cubicBezTo>
                  <a:pt x="86441" y="98024"/>
                  <a:pt x="81351" y="93100"/>
                  <a:pt x="71170" y="90531"/>
                </a:cubicBezTo>
                <a:lnTo>
                  <a:pt x="62811" y="88683"/>
                </a:lnTo>
                <a:cubicBezTo>
                  <a:pt x="55685" y="87127"/>
                  <a:pt x="50621" y="85304"/>
                  <a:pt x="47620" y="83212"/>
                </a:cubicBezTo>
                <a:cubicBezTo>
                  <a:pt x="43280" y="80210"/>
                  <a:pt x="41110" y="75681"/>
                  <a:pt x="41110" y="69624"/>
                </a:cubicBezTo>
                <a:cubicBezTo>
                  <a:pt x="41110" y="58419"/>
                  <a:pt x="46388" y="50430"/>
                  <a:pt x="56944" y="45658"/>
                </a:cubicBezTo>
                <a:cubicBezTo>
                  <a:pt x="60159" y="44211"/>
                  <a:pt x="65303" y="42483"/>
                  <a:pt x="72376" y="40473"/>
                </a:cubicBezTo>
                <a:cubicBezTo>
                  <a:pt x="79449" y="38462"/>
                  <a:pt x="84512" y="36759"/>
                  <a:pt x="87566" y="35365"/>
                </a:cubicBezTo>
                <a:cubicBezTo>
                  <a:pt x="89763" y="34400"/>
                  <a:pt x="92148" y="33918"/>
                  <a:pt x="94720" y="33918"/>
                </a:cubicBezTo>
                <a:cubicBezTo>
                  <a:pt x="97024" y="33918"/>
                  <a:pt x="98912" y="34668"/>
                  <a:pt x="100386" y="36168"/>
                </a:cubicBezTo>
                <a:cubicBezTo>
                  <a:pt x="101860" y="37669"/>
                  <a:pt x="102596" y="39624"/>
                  <a:pt x="102596" y="42036"/>
                </a:cubicBezTo>
                <a:cubicBezTo>
                  <a:pt x="102596" y="43590"/>
                  <a:pt x="102931" y="45867"/>
                  <a:pt x="103601" y="48867"/>
                </a:cubicBezTo>
                <a:cubicBezTo>
                  <a:pt x="104271" y="51868"/>
                  <a:pt x="104606" y="54145"/>
                  <a:pt x="104606" y="55699"/>
                </a:cubicBezTo>
                <a:cubicBezTo>
                  <a:pt x="104606" y="58111"/>
                  <a:pt x="103869" y="60066"/>
                  <a:pt x="102395" y="61567"/>
                </a:cubicBezTo>
                <a:cubicBezTo>
                  <a:pt x="100922" y="63067"/>
                  <a:pt x="99033" y="63817"/>
                  <a:pt x="96729" y="63817"/>
                </a:cubicBezTo>
                <a:close/>
                <a:moveTo>
                  <a:pt x="176396" y="63817"/>
                </a:moveTo>
                <a:cubicBezTo>
                  <a:pt x="173449" y="63817"/>
                  <a:pt x="171386" y="62833"/>
                  <a:pt x="170207" y="60863"/>
                </a:cubicBezTo>
                <a:cubicBezTo>
                  <a:pt x="169404" y="59480"/>
                  <a:pt x="168707" y="56607"/>
                  <a:pt x="168118" y="52243"/>
                </a:cubicBezTo>
                <a:cubicBezTo>
                  <a:pt x="164099" y="53260"/>
                  <a:pt x="157910" y="55132"/>
                  <a:pt x="149551" y="57862"/>
                </a:cubicBezTo>
                <a:cubicBezTo>
                  <a:pt x="140924" y="61288"/>
                  <a:pt x="136584" y="65516"/>
                  <a:pt x="136530" y="70546"/>
                </a:cubicBezTo>
                <a:cubicBezTo>
                  <a:pt x="138138" y="71135"/>
                  <a:pt x="139719" y="71564"/>
                  <a:pt x="141273" y="71832"/>
                </a:cubicBezTo>
                <a:cubicBezTo>
                  <a:pt x="153597" y="74025"/>
                  <a:pt x="162759" y="77050"/>
                  <a:pt x="168761" y="80904"/>
                </a:cubicBezTo>
                <a:cubicBezTo>
                  <a:pt x="177495" y="86525"/>
                  <a:pt x="181862" y="94662"/>
                  <a:pt x="181862" y="105315"/>
                </a:cubicBezTo>
                <a:cubicBezTo>
                  <a:pt x="181862" y="114041"/>
                  <a:pt x="178084" y="120625"/>
                  <a:pt x="170529" y="125067"/>
                </a:cubicBezTo>
                <a:cubicBezTo>
                  <a:pt x="164260" y="128708"/>
                  <a:pt x="156329" y="130528"/>
                  <a:pt x="146738" y="130528"/>
                </a:cubicBezTo>
                <a:cubicBezTo>
                  <a:pt x="139719" y="130528"/>
                  <a:pt x="133021" y="129349"/>
                  <a:pt x="126644" y="126991"/>
                </a:cubicBezTo>
                <a:cubicBezTo>
                  <a:pt x="118393" y="123991"/>
                  <a:pt x="114267" y="119811"/>
                  <a:pt x="114267" y="114453"/>
                </a:cubicBezTo>
                <a:cubicBezTo>
                  <a:pt x="114267" y="112310"/>
                  <a:pt x="115111" y="110434"/>
                  <a:pt x="116799" y="108827"/>
                </a:cubicBezTo>
                <a:cubicBezTo>
                  <a:pt x="118486" y="107219"/>
                  <a:pt x="120402" y="106415"/>
                  <a:pt x="122545" y="106415"/>
                </a:cubicBezTo>
                <a:cubicBezTo>
                  <a:pt x="124206" y="106415"/>
                  <a:pt x="126350" y="107701"/>
                  <a:pt x="128975" y="110273"/>
                </a:cubicBezTo>
                <a:cubicBezTo>
                  <a:pt x="130261" y="111506"/>
                  <a:pt x="133155" y="112524"/>
                  <a:pt x="137656" y="113328"/>
                </a:cubicBezTo>
                <a:cubicBezTo>
                  <a:pt x="141246" y="113971"/>
                  <a:pt x="144273" y="114292"/>
                  <a:pt x="146738" y="114292"/>
                </a:cubicBezTo>
                <a:cubicBezTo>
                  <a:pt x="151239" y="114292"/>
                  <a:pt x="155204" y="113757"/>
                  <a:pt x="158633" y="112687"/>
                </a:cubicBezTo>
                <a:cubicBezTo>
                  <a:pt x="163617" y="111135"/>
                  <a:pt x="166108" y="108673"/>
                  <a:pt x="166108" y="105303"/>
                </a:cubicBezTo>
                <a:cubicBezTo>
                  <a:pt x="166108" y="98024"/>
                  <a:pt x="161018" y="93100"/>
                  <a:pt x="150837" y="90531"/>
                </a:cubicBezTo>
                <a:lnTo>
                  <a:pt x="142478" y="88683"/>
                </a:lnTo>
                <a:cubicBezTo>
                  <a:pt x="135352" y="87127"/>
                  <a:pt x="130288" y="85304"/>
                  <a:pt x="127287" y="83212"/>
                </a:cubicBezTo>
                <a:cubicBezTo>
                  <a:pt x="122947" y="80210"/>
                  <a:pt x="120777" y="75681"/>
                  <a:pt x="120777" y="69624"/>
                </a:cubicBezTo>
                <a:cubicBezTo>
                  <a:pt x="120777" y="58419"/>
                  <a:pt x="126055" y="50430"/>
                  <a:pt x="136611" y="45658"/>
                </a:cubicBezTo>
                <a:cubicBezTo>
                  <a:pt x="139826" y="44211"/>
                  <a:pt x="144970" y="42483"/>
                  <a:pt x="152043" y="40473"/>
                </a:cubicBezTo>
                <a:cubicBezTo>
                  <a:pt x="159116" y="38462"/>
                  <a:pt x="164179" y="36759"/>
                  <a:pt x="167233" y="35365"/>
                </a:cubicBezTo>
                <a:cubicBezTo>
                  <a:pt x="169430" y="34400"/>
                  <a:pt x="171815" y="33918"/>
                  <a:pt x="174387" y="33918"/>
                </a:cubicBezTo>
                <a:cubicBezTo>
                  <a:pt x="176691" y="33918"/>
                  <a:pt x="178580" y="34668"/>
                  <a:pt x="180053" y="36168"/>
                </a:cubicBezTo>
                <a:cubicBezTo>
                  <a:pt x="181527" y="37669"/>
                  <a:pt x="182263" y="39624"/>
                  <a:pt x="182263" y="42036"/>
                </a:cubicBezTo>
                <a:cubicBezTo>
                  <a:pt x="182263" y="43590"/>
                  <a:pt x="182598" y="45867"/>
                  <a:pt x="183268" y="48867"/>
                </a:cubicBezTo>
                <a:cubicBezTo>
                  <a:pt x="183938" y="51868"/>
                  <a:pt x="184273" y="54145"/>
                  <a:pt x="184273" y="55699"/>
                </a:cubicBezTo>
                <a:cubicBezTo>
                  <a:pt x="184273" y="58111"/>
                  <a:pt x="183536" y="60066"/>
                  <a:pt x="182062" y="61567"/>
                </a:cubicBezTo>
                <a:cubicBezTo>
                  <a:pt x="180589" y="63067"/>
                  <a:pt x="178700" y="63817"/>
                  <a:pt x="176396" y="63817"/>
                </a:cubicBezTo>
                <a:close/>
                <a:moveTo>
                  <a:pt x="267396" y="78767"/>
                </a:moveTo>
                <a:cubicBezTo>
                  <a:pt x="267396" y="82625"/>
                  <a:pt x="267423" y="88412"/>
                  <a:pt x="267476" y="96128"/>
                </a:cubicBezTo>
                <a:cubicBezTo>
                  <a:pt x="267530" y="103843"/>
                  <a:pt x="267557" y="109630"/>
                  <a:pt x="267557" y="113488"/>
                </a:cubicBezTo>
                <a:cubicBezTo>
                  <a:pt x="267557" y="114667"/>
                  <a:pt x="267650" y="116462"/>
                  <a:pt x="267838" y="118873"/>
                </a:cubicBezTo>
                <a:cubicBezTo>
                  <a:pt x="268026" y="121285"/>
                  <a:pt x="268119" y="123080"/>
                  <a:pt x="268119" y="124258"/>
                </a:cubicBezTo>
                <a:cubicBezTo>
                  <a:pt x="268119" y="126563"/>
                  <a:pt x="267342" y="128451"/>
                  <a:pt x="265788" y="129925"/>
                </a:cubicBezTo>
                <a:cubicBezTo>
                  <a:pt x="264235" y="131398"/>
                  <a:pt x="262332" y="132135"/>
                  <a:pt x="260082" y="132135"/>
                </a:cubicBezTo>
                <a:cubicBezTo>
                  <a:pt x="255956" y="132135"/>
                  <a:pt x="253330" y="129590"/>
                  <a:pt x="252205" y="124500"/>
                </a:cubicBezTo>
                <a:cubicBezTo>
                  <a:pt x="245507" y="127982"/>
                  <a:pt x="237791" y="129724"/>
                  <a:pt x="229057" y="129724"/>
                </a:cubicBezTo>
                <a:cubicBezTo>
                  <a:pt x="222038" y="129724"/>
                  <a:pt x="216224" y="128170"/>
                  <a:pt x="211616" y="125062"/>
                </a:cubicBezTo>
                <a:cubicBezTo>
                  <a:pt x="206526" y="121633"/>
                  <a:pt x="203499" y="116623"/>
                  <a:pt x="202534" y="110032"/>
                </a:cubicBezTo>
                <a:cubicBezTo>
                  <a:pt x="200444" y="95833"/>
                  <a:pt x="199399" y="83187"/>
                  <a:pt x="199399" y="72096"/>
                </a:cubicBezTo>
                <a:cubicBezTo>
                  <a:pt x="199399" y="64755"/>
                  <a:pt x="200203" y="56396"/>
                  <a:pt x="201811" y="47019"/>
                </a:cubicBezTo>
                <a:cubicBezTo>
                  <a:pt x="202561" y="42357"/>
                  <a:pt x="205106" y="40026"/>
                  <a:pt x="209446" y="40026"/>
                </a:cubicBezTo>
                <a:cubicBezTo>
                  <a:pt x="211750" y="40026"/>
                  <a:pt x="213679" y="40762"/>
                  <a:pt x="215233" y="42234"/>
                </a:cubicBezTo>
                <a:cubicBezTo>
                  <a:pt x="216787" y="43706"/>
                  <a:pt x="217564" y="45593"/>
                  <a:pt x="217564" y="47895"/>
                </a:cubicBezTo>
                <a:cubicBezTo>
                  <a:pt x="217564" y="50357"/>
                  <a:pt x="217176" y="54291"/>
                  <a:pt x="216399" y="59698"/>
                </a:cubicBezTo>
                <a:cubicBezTo>
                  <a:pt x="215622" y="65103"/>
                  <a:pt x="215233" y="69224"/>
                  <a:pt x="215233" y="72060"/>
                </a:cubicBezTo>
                <a:cubicBezTo>
                  <a:pt x="215233" y="80999"/>
                  <a:pt x="215528" y="88653"/>
                  <a:pt x="216117" y="95022"/>
                </a:cubicBezTo>
                <a:cubicBezTo>
                  <a:pt x="216707" y="101392"/>
                  <a:pt x="217591" y="106503"/>
                  <a:pt x="218770" y="110356"/>
                </a:cubicBezTo>
                <a:cubicBezTo>
                  <a:pt x="220538" y="111321"/>
                  <a:pt x="222279" y="112057"/>
                  <a:pt x="223994" y="112567"/>
                </a:cubicBezTo>
                <a:cubicBezTo>
                  <a:pt x="225709" y="113074"/>
                  <a:pt x="227396" y="113328"/>
                  <a:pt x="229057" y="113328"/>
                </a:cubicBezTo>
                <a:cubicBezTo>
                  <a:pt x="236238" y="113328"/>
                  <a:pt x="243820" y="112177"/>
                  <a:pt x="251803" y="109877"/>
                </a:cubicBezTo>
                <a:lnTo>
                  <a:pt x="251723" y="93578"/>
                </a:lnTo>
                <a:lnTo>
                  <a:pt x="251562" y="78003"/>
                </a:lnTo>
                <a:cubicBezTo>
                  <a:pt x="251562" y="66441"/>
                  <a:pt x="252071" y="56405"/>
                  <a:pt x="253089" y="47895"/>
                </a:cubicBezTo>
                <a:cubicBezTo>
                  <a:pt x="253679" y="42971"/>
                  <a:pt x="256278" y="40509"/>
                  <a:pt x="260886" y="40509"/>
                </a:cubicBezTo>
                <a:cubicBezTo>
                  <a:pt x="263190" y="40509"/>
                  <a:pt x="265119" y="41259"/>
                  <a:pt x="266673" y="42759"/>
                </a:cubicBezTo>
                <a:cubicBezTo>
                  <a:pt x="268227" y="44259"/>
                  <a:pt x="268950" y="46135"/>
                  <a:pt x="268843" y="48385"/>
                </a:cubicBezTo>
                <a:lnTo>
                  <a:pt x="267396" y="78767"/>
                </a:lnTo>
                <a:close/>
                <a:moveTo>
                  <a:pt x="324870" y="129402"/>
                </a:moveTo>
                <a:cubicBezTo>
                  <a:pt x="312761" y="129402"/>
                  <a:pt x="302955" y="126372"/>
                  <a:pt x="295454" y="120313"/>
                </a:cubicBezTo>
                <a:cubicBezTo>
                  <a:pt x="287255" y="113608"/>
                  <a:pt x="283156" y="104222"/>
                  <a:pt x="283156" y="92154"/>
                </a:cubicBezTo>
                <a:cubicBezTo>
                  <a:pt x="283156" y="78211"/>
                  <a:pt x="286532" y="66520"/>
                  <a:pt x="293283" y="57081"/>
                </a:cubicBezTo>
                <a:cubicBezTo>
                  <a:pt x="300624" y="46783"/>
                  <a:pt x="310430" y="41634"/>
                  <a:pt x="322700" y="41634"/>
                </a:cubicBezTo>
                <a:cubicBezTo>
                  <a:pt x="331595" y="41634"/>
                  <a:pt x="338856" y="43134"/>
                  <a:pt x="344482" y="46135"/>
                </a:cubicBezTo>
                <a:cubicBezTo>
                  <a:pt x="351394" y="49832"/>
                  <a:pt x="354850" y="55512"/>
                  <a:pt x="354850" y="63174"/>
                </a:cubicBezTo>
                <a:cubicBezTo>
                  <a:pt x="354850" y="68532"/>
                  <a:pt x="351823" y="73408"/>
                  <a:pt x="345768" y="77802"/>
                </a:cubicBezTo>
                <a:cubicBezTo>
                  <a:pt x="343089" y="79731"/>
                  <a:pt x="337409" y="82732"/>
                  <a:pt x="328728" y="86804"/>
                </a:cubicBezTo>
                <a:lnTo>
                  <a:pt x="298026" y="101352"/>
                </a:lnTo>
                <a:cubicBezTo>
                  <a:pt x="301026" y="105799"/>
                  <a:pt x="304764" y="109148"/>
                  <a:pt x="309238" y="111399"/>
                </a:cubicBezTo>
                <a:cubicBezTo>
                  <a:pt x="313712" y="113649"/>
                  <a:pt x="318923" y="114774"/>
                  <a:pt x="324870" y="114774"/>
                </a:cubicBezTo>
                <a:cubicBezTo>
                  <a:pt x="328568" y="114774"/>
                  <a:pt x="332908" y="114078"/>
                  <a:pt x="337891" y="112685"/>
                </a:cubicBezTo>
                <a:cubicBezTo>
                  <a:pt x="344214" y="110916"/>
                  <a:pt x="348286" y="108599"/>
                  <a:pt x="350108" y="105732"/>
                </a:cubicBezTo>
                <a:cubicBezTo>
                  <a:pt x="351930" y="102866"/>
                  <a:pt x="353886" y="101432"/>
                  <a:pt x="355975" y="101432"/>
                </a:cubicBezTo>
                <a:cubicBezTo>
                  <a:pt x="357851" y="101432"/>
                  <a:pt x="359525" y="102145"/>
                  <a:pt x="360999" y="103570"/>
                </a:cubicBezTo>
                <a:cubicBezTo>
                  <a:pt x="362472" y="104993"/>
                  <a:pt x="363209" y="106645"/>
                  <a:pt x="363209" y="108525"/>
                </a:cubicBezTo>
                <a:cubicBezTo>
                  <a:pt x="363209" y="114490"/>
                  <a:pt x="358413" y="119622"/>
                  <a:pt x="348822" y="123922"/>
                </a:cubicBezTo>
                <a:cubicBezTo>
                  <a:pt x="340624" y="127576"/>
                  <a:pt x="332640" y="129402"/>
                  <a:pt x="324870" y="129402"/>
                </a:cubicBezTo>
                <a:moveTo>
                  <a:pt x="322700" y="56101"/>
                </a:moveTo>
                <a:cubicBezTo>
                  <a:pt x="316163" y="56101"/>
                  <a:pt x="310725" y="58633"/>
                  <a:pt x="306384" y="63697"/>
                </a:cubicBezTo>
                <a:cubicBezTo>
                  <a:pt x="302044" y="68760"/>
                  <a:pt x="298802" y="76382"/>
                  <a:pt x="296659" y="86563"/>
                </a:cubicBezTo>
                <a:lnTo>
                  <a:pt x="321334" y="74828"/>
                </a:lnTo>
                <a:cubicBezTo>
                  <a:pt x="331033" y="70113"/>
                  <a:pt x="337945" y="66014"/>
                  <a:pt x="342071" y="62531"/>
                </a:cubicBezTo>
                <a:cubicBezTo>
                  <a:pt x="337462" y="58244"/>
                  <a:pt x="331006" y="56101"/>
                  <a:pt x="322700" y="56101"/>
                </a:cubicBezTo>
                <a:close/>
                <a:moveTo>
                  <a:pt x="431214" y="63817"/>
                </a:moveTo>
                <a:cubicBezTo>
                  <a:pt x="428267" y="63817"/>
                  <a:pt x="426204" y="62833"/>
                  <a:pt x="425025" y="60863"/>
                </a:cubicBezTo>
                <a:cubicBezTo>
                  <a:pt x="424221" y="59480"/>
                  <a:pt x="423524" y="56607"/>
                  <a:pt x="422935" y="52243"/>
                </a:cubicBezTo>
                <a:cubicBezTo>
                  <a:pt x="418916" y="53260"/>
                  <a:pt x="412728" y="55132"/>
                  <a:pt x="404369" y="57862"/>
                </a:cubicBezTo>
                <a:cubicBezTo>
                  <a:pt x="395742" y="61288"/>
                  <a:pt x="391402" y="65516"/>
                  <a:pt x="391348" y="70546"/>
                </a:cubicBezTo>
                <a:cubicBezTo>
                  <a:pt x="392956" y="71135"/>
                  <a:pt x="394536" y="71564"/>
                  <a:pt x="396090" y="71832"/>
                </a:cubicBezTo>
                <a:cubicBezTo>
                  <a:pt x="408414" y="74025"/>
                  <a:pt x="417577" y="77050"/>
                  <a:pt x="423578" y="80904"/>
                </a:cubicBezTo>
                <a:cubicBezTo>
                  <a:pt x="432312" y="86525"/>
                  <a:pt x="436679" y="94662"/>
                  <a:pt x="436679" y="105315"/>
                </a:cubicBezTo>
                <a:cubicBezTo>
                  <a:pt x="436679" y="114041"/>
                  <a:pt x="432901" y="120625"/>
                  <a:pt x="425346" y="125067"/>
                </a:cubicBezTo>
                <a:cubicBezTo>
                  <a:pt x="419077" y="128708"/>
                  <a:pt x="411147" y="130528"/>
                  <a:pt x="401556" y="130528"/>
                </a:cubicBezTo>
                <a:cubicBezTo>
                  <a:pt x="394536" y="130528"/>
                  <a:pt x="387838" y="129349"/>
                  <a:pt x="381462" y="126991"/>
                </a:cubicBezTo>
                <a:cubicBezTo>
                  <a:pt x="373210" y="123991"/>
                  <a:pt x="369084" y="119811"/>
                  <a:pt x="369084" y="114453"/>
                </a:cubicBezTo>
                <a:cubicBezTo>
                  <a:pt x="369084" y="112310"/>
                  <a:pt x="369928" y="110434"/>
                  <a:pt x="371616" y="108827"/>
                </a:cubicBezTo>
                <a:cubicBezTo>
                  <a:pt x="373304" y="107219"/>
                  <a:pt x="375220" y="106415"/>
                  <a:pt x="377363" y="106415"/>
                </a:cubicBezTo>
                <a:cubicBezTo>
                  <a:pt x="379024" y="106415"/>
                  <a:pt x="381167" y="107701"/>
                  <a:pt x="383793" y="110273"/>
                </a:cubicBezTo>
                <a:cubicBezTo>
                  <a:pt x="385079" y="111506"/>
                  <a:pt x="387972" y="112524"/>
                  <a:pt x="392473" y="113328"/>
                </a:cubicBezTo>
                <a:cubicBezTo>
                  <a:pt x="396063" y="113971"/>
                  <a:pt x="399091" y="114292"/>
                  <a:pt x="401556" y="114292"/>
                </a:cubicBezTo>
                <a:cubicBezTo>
                  <a:pt x="406057" y="114292"/>
                  <a:pt x="410022" y="113757"/>
                  <a:pt x="413451" y="112687"/>
                </a:cubicBezTo>
                <a:cubicBezTo>
                  <a:pt x="418434" y="111135"/>
                  <a:pt x="420926" y="108673"/>
                  <a:pt x="420926" y="105303"/>
                </a:cubicBezTo>
                <a:cubicBezTo>
                  <a:pt x="420926" y="98024"/>
                  <a:pt x="415835" y="93100"/>
                  <a:pt x="405655" y="90531"/>
                </a:cubicBezTo>
                <a:lnTo>
                  <a:pt x="397296" y="88683"/>
                </a:lnTo>
                <a:cubicBezTo>
                  <a:pt x="390169" y="87127"/>
                  <a:pt x="385106" y="85304"/>
                  <a:pt x="382105" y="83212"/>
                </a:cubicBezTo>
                <a:cubicBezTo>
                  <a:pt x="377765" y="80210"/>
                  <a:pt x="375595" y="75681"/>
                  <a:pt x="375595" y="69624"/>
                </a:cubicBezTo>
                <a:cubicBezTo>
                  <a:pt x="375595" y="58419"/>
                  <a:pt x="380873" y="50430"/>
                  <a:pt x="391428" y="45658"/>
                </a:cubicBezTo>
                <a:cubicBezTo>
                  <a:pt x="394643" y="44211"/>
                  <a:pt x="399787" y="42483"/>
                  <a:pt x="406860" y="40473"/>
                </a:cubicBezTo>
                <a:cubicBezTo>
                  <a:pt x="413933" y="38462"/>
                  <a:pt x="418997" y="36759"/>
                  <a:pt x="422051" y="35365"/>
                </a:cubicBezTo>
                <a:cubicBezTo>
                  <a:pt x="424248" y="34400"/>
                  <a:pt x="426632" y="33918"/>
                  <a:pt x="429204" y="33918"/>
                </a:cubicBezTo>
                <a:cubicBezTo>
                  <a:pt x="431508" y="33918"/>
                  <a:pt x="433397" y="34668"/>
                  <a:pt x="434871" y="36168"/>
                </a:cubicBezTo>
                <a:cubicBezTo>
                  <a:pt x="436344" y="37669"/>
                  <a:pt x="437081" y="39624"/>
                  <a:pt x="437081" y="42036"/>
                </a:cubicBezTo>
                <a:cubicBezTo>
                  <a:pt x="437081" y="43590"/>
                  <a:pt x="437416" y="45867"/>
                  <a:pt x="438086" y="48867"/>
                </a:cubicBezTo>
                <a:cubicBezTo>
                  <a:pt x="438755" y="51868"/>
                  <a:pt x="439090" y="54145"/>
                  <a:pt x="439090" y="55699"/>
                </a:cubicBezTo>
                <a:cubicBezTo>
                  <a:pt x="439090" y="58111"/>
                  <a:pt x="438354" y="60066"/>
                  <a:pt x="436880" y="61567"/>
                </a:cubicBezTo>
                <a:cubicBezTo>
                  <a:pt x="435406" y="63067"/>
                  <a:pt x="433518" y="63817"/>
                  <a:pt x="431214" y="63817"/>
                </a:cubicBezTo>
                <a:close/>
                <a:moveTo>
                  <a:pt x="549638" y="38580"/>
                </a:moveTo>
                <a:cubicBezTo>
                  <a:pt x="556497" y="32900"/>
                  <a:pt x="559926" y="27274"/>
                  <a:pt x="559926" y="21701"/>
                </a:cubicBezTo>
                <a:cubicBezTo>
                  <a:pt x="559926" y="19236"/>
                  <a:pt x="559511" y="17401"/>
                  <a:pt x="558680" y="16195"/>
                </a:cubicBezTo>
                <a:cubicBezTo>
                  <a:pt x="557850" y="14990"/>
                  <a:pt x="556604" y="14387"/>
                  <a:pt x="554943" y="14387"/>
                </a:cubicBezTo>
                <a:cubicBezTo>
                  <a:pt x="553978" y="14387"/>
                  <a:pt x="552518" y="16088"/>
                  <a:pt x="550563" y="19491"/>
                </a:cubicBezTo>
                <a:cubicBezTo>
                  <a:pt x="548607" y="22893"/>
                  <a:pt x="547629" y="25157"/>
                  <a:pt x="547629" y="26282"/>
                </a:cubicBezTo>
                <a:cubicBezTo>
                  <a:pt x="547629" y="29872"/>
                  <a:pt x="548299" y="33971"/>
                  <a:pt x="549638" y="38580"/>
                </a:cubicBezTo>
                <a:moveTo>
                  <a:pt x="543530" y="60522"/>
                </a:moveTo>
                <a:cubicBezTo>
                  <a:pt x="534314" y="66684"/>
                  <a:pt x="528044" y="71426"/>
                  <a:pt x="524722" y="74748"/>
                </a:cubicBezTo>
                <a:cubicBezTo>
                  <a:pt x="518239" y="81231"/>
                  <a:pt x="514997" y="88063"/>
                  <a:pt x="514997" y="95243"/>
                </a:cubicBezTo>
                <a:cubicBezTo>
                  <a:pt x="514997" y="101084"/>
                  <a:pt x="517328" y="105853"/>
                  <a:pt x="521990" y="109550"/>
                </a:cubicBezTo>
                <a:cubicBezTo>
                  <a:pt x="526330" y="112926"/>
                  <a:pt x="531501" y="114614"/>
                  <a:pt x="537502" y="114614"/>
                </a:cubicBezTo>
                <a:cubicBezTo>
                  <a:pt x="548326" y="114614"/>
                  <a:pt x="557676" y="110032"/>
                  <a:pt x="565552" y="100870"/>
                </a:cubicBezTo>
                <a:cubicBezTo>
                  <a:pt x="561480" y="94815"/>
                  <a:pt x="554139" y="81365"/>
                  <a:pt x="543530" y="60522"/>
                </a:cubicBezTo>
                <a:moveTo>
                  <a:pt x="533322" y="26282"/>
                </a:moveTo>
                <a:cubicBezTo>
                  <a:pt x="533322" y="20924"/>
                  <a:pt x="535546" y="15298"/>
                  <a:pt x="539993" y="9404"/>
                </a:cubicBezTo>
                <a:cubicBezTo>
                  <a:pt x="544762" y="3135"/>
                  <a:pt x="549745" y="0"/>
                  <a:pt x="554943" y="0"/>
                </a:cubicBezTo>
                <a:cubicBezTo>
                  <a:pt x="561051" y="0"/>
                  <a:pt x="565847" y="2143"/>
                  <a:pt x="569330" y="6430"/>
                </a:cubicBezTo>
                <a:cubicBezTo>
                  <a:pt x="572599" y="10341"/>
                  <a:pt x="574233" y="15432"/>
                  <a:pt x="574233" y="21701"/>
                </a:cubicBezTo>
                <a:cubicBezTo>
                  <a:pt x="574233" y="32578"/>
                  <a:pt x="567776" y="42866"/>
                  <a:pt x="554863" y="52565"/>
                </a:cubicBezTo>
                <a:cubicBezTo>
                  <a:pt x="558988" y="61620"/>
                  <a:pt x="565338" y="73007"/>
                  <a:pt x="573911" y="86724"/>
                </a:cubicBezTo>
                <a:cubicBezTo>
                  <a:pt x="574983" y="83777"/>
                  <a:pt x="575787" y="80722"/>
                  <a:pt x="576323" y="77561"/>
                </a:cubicBezTo>
                <a:cubicBezTo>
                  <a:pt x="577180" y="72096"/>
                  <a:pt x="577796" y="68693"/>
                  <a:pt x="578171" y="67354"/>
                </a:cubicBezTo>
                <a:cubicBezTo>
                  <a:pt x="579564" y="62960"/>
                  <a:pt x="581708" y="60763"/>
                  <a:pt x="584601" y="60763"/>
                </a:cubicBezTo>
                <a:cubicBezTo>
                  <a:pt x="586852" y="60763"/>
                  <a:pt x="588620" y="61968"/>
                  <a:pt x="589906" y="64380"/>
                </a:cubicBezTo>
                <a:cubicBezTo>
                  <a:pt x="590977" y="66362"/>
                  <a:pt x="591513" y="68586"/>
                  <a:pt x="591513" y="71051"/>
                </a:cubicBezTo>
                <a:cubicBezTo>
                  <a:pt x="591513" y="81928"/>
                  <a:pt x="588727" y="92002"/>
                  <a:pt x="583154" y="101271"/>
                </a:cubicBezTo>
                <a:cubicBezTo>
                  <a:pt x="592103" y="115310"/>
                  <a:pt x="596577" y="123642"/>
                  <a:pt x="596577" y="126268"/>
                </a:cubicBezTo>
                <a:cubicBezTo>
                  <a:pt x="596577" y="128197"/>
                  <a:pt x="595813" y="129844"/>
                  <a:pt x="594286" y="131211"/>
                </a:cubicBezTo>
                <a:cubicBezTo>
                  <a:pt x="592759" y="132577"/>
                  <a:pt x="591031" y="133260"/>
                  <a:pt x="589102" y="133260"/>
                </a:cubicBezTo>
                <a:cubicBezTo>
                  <a:pt x="586691" y="133260"/>
                  <a:pt x="584628" y="131894"/>
                  <a:pt x="582913" y="129161"/>
                </a:cubicBezTo>
                <a:lnTo>
                  <a:pt x="573670" y="113167"/>
                </a:lnTo>
                <a:cubicBezTo>
                  <a:pt x="562900" y="123669"/>
                  <a:pt x="550844" y="128920"/>
                  <a:pt x="537502" y="128920"/>
                </a:cubicBezTo>
                <a:cubicBezTo>
                  <a:pt x="527482" y="128920"/>
                  <a:pt x="518935" y="125839"/>
                  <a:pt x="511862" y="119677"/>
                </a:cubicBezTo>
                <a:cubicBezTo>
                  <a:pt x="504414" y="113247"/>
                  <a:pt x="500690" y="105103"/>
                  <a:pt x="500690" y="95243"/>
                </a:cubicBezTo>
                <a:cubicBezTo>
                  <a:pt x="500690" y="84848"/>
                  <a:pt x="504629" y="75391"/>
                  <a:pt x="512505" y="66871"/>
                </a:cubicBezTo>
                <a:cubicBezTo>
                  <a:pt x="517060" y="61942"/>
                  <a:pt x="525365" y="55458"/>
                  <a:pt x="537421" y="47421"/>
                </a:cubicBezTo>
                <a:cubicBezTo>
                  <a:pt x="534689" y="40187"/>
                  <a:pt x="533322" y="33141"/>
                  <a:pt x="533322" y="26282"/>
                </a:cubicBezTo>
                <a:close/>
                <a:moveTo>
                  <a:pt x="724771" y="66148"/>
                </a:moveTo>
                <a:cubicBezTo>
                  <a:pt x="724395" y="72846"/>
                  <a:pt x="721716" y="76195"/>
                  <a:pt x="716733" y="76195"/>
                </a:cubicBezTo>
                <a:cubicBezTo>
                  <a:pt x="712125" y="76195"/>
                  <a:pt x="709821" y="73553"/>
                  <a:pt x="709821" y="68270"/>
                </a:cubicBezTo>
                <a:cubicBezTo>
                  <a:pt x="709821" y="67256"/>
                  <a:pt x="709741" y="65387"/>
                  <a:pt x="709580" y="62664"/>
                </a:cubicBezTo>
                <a:lnTo>
                  <a:pt x="709339" y="55940"/>
                </a:lnTo>
                <a:cubicBezTo>
                  <a:pt x="700873" y="56960"/>
                  <a:pt x="694094" y="59350"/>
                  <a:pt x="689004" y="63109"/>
                </a:cubicBezTo>
                <a:cubicBezTo>
                  <a:pt x="684235" y="66600"/>
                  <a:pt x="680270" y="71863"/>
                  <a:pt x="677109" y="78897"/>
                </a:cubicBezTo>
                <a:lnTo>
                  <a:pt x="677269" y="123035"/>
                </a:lnTo>
                <a:cubicBezTo>
                  <a:pt x="677269" y="128459"/>
                  <a:pt x="674617" y="131171"/>
                  <a:pt x="669312" y="131171"/>
                </a:cubicBezTo>
                <a:cubicBezTo>
                  <a:pt x="664597" y="131171"/>
                  <a:pt x="662239" y="128460"/>
                  <a:pt x="662239" y="123038"/>
                </a:cubicBezTo>
                <a:lnTo>
                  <a:pt x="662239" y="66512"/>
                </a:lnTo>
                <a:cubicBezTo>
                  <a:pt x="662239" y="64741"/>
                  <a:pt x="662306" y="62084"/>
                  <a:pt x="662440" y="58543"/>
                </a:cubicBezTo>
                <a:cubicBezTo>
                  <a:pt x="662574" y="54999"/>
                  <a:pt x="662641" y="52342"/>
                  <a:pt x="662641" y="50570"/>
                </a:cubicBezTo>
                <a:cubicBezTo>
                  <a:pt x="662641" y="45149"/>
                  <a:pt x="664999" y="42438"/>
                  <a:pt x="669714" y="42438"/>
                </a:cubicBezTo>
                <a:cubicBezTo>
                  <a:pt x="674965" y="42438"/>
                  <a:pt x="677618" y="46885"/>
                  <a:pt x="677671" y="55780"/>
                </a:cubicBezTo>
                <a:cubicBezTo>
                  <a:pt x="687959" y="45813"/>
                  <a:pt x="699372" y="40830"/>
                  <a:pt x="711911" y="40830"/>
                </a:cubicBezTo>
                <a:cubicBezTo>
                  <a:pt x="716251" y="40830"/>
                  <a:pt x="719493" y="42464"/>
                  <a:pt x="721636" y="45733"/>
                </a:cubicBezTo>
                <a:cubicBezTo>
                  <a:pt x="723779" y="49001"/>
                  <a:pt x="724851" y="53931"/>
                  <a:pt x="724851" y="60522"/>
                </a:cubicBezTo>
                <a:cubicBezTo>
                  <a:pt x="724851" y="63308"/>
                  <a:pt x="724824" y="65183"/>
                  <a:pt x="724771" y="66148"/>
                </a:cubicBezTo>
                <a:close/>
                <a:moveTo>
                  <a:pt x="778856" y="129402"/>
                </a:moveTo>
                <a:cubicBezTo>
                  <a:pt x="766746" y="129402"/>
                  <a:pt x="756940" y="126372"/>
                  <a:pt x="749439" y="120313"/>
                </a:cubicBezTo>
                <a:cubicBezTo>
                  <a:pt x="741240" y="113608"/>
                  <a:pt x="737141" y="104222"/>
                  <a:pt x="737141" y="92154"/>
                </a:cubicBezTo>
                <a:cubicBezTo>
                  <a:pt x="737141" y="78211"/>
                  <a:pt x="740517" y="66520"/>
                  <a:pt x="747269" y="57081"/>
                </a:cubicBezTo>
                <a:cubicBezTo>
                  <a:pt x="754609" y="46783"/>
                  <a:pt x="764415" y="41634"/>
                  <a:pt x="776685" y="41634"/>
                </a:cubicBezTo>
                <a:cubicBezTo>
                  <a:pt x="785580" y="41634"/>
                  <a:pt x="792841" y="43134"/>
                  <a:pt x="798467" y="46135"/>
                </a:cubicBezTo>
                <a:cubicBezTo>
                  <a:pt x="805379" y="49832"/>
                  <a:pt x="808835" y="55512"/>
                  <a:pt x="808835" y="63174"/>
                </a:cubicBezTo>
                <a:cubicBezTo>
                  <a:pt x="808835" y="68532"/>
                  <a:pt x="805808" y="73408"/>
                  <a:pt x="799753" y="77802"/>
                </a:cubicBezTo>
                <a:cubicBezTo>
                  <a:pt x="797074" y="79731"/>
                  <a:pt x="791394" y="82732"/>
                  <a:pt x="782714" y="86804"/>
                </a:cubicBezTo>
                <a:lnTo>
                  <a:pt x="752011" y="101352"/>
                </a:lnTo>
                <a:cubicBezTo>
                  <a:pt x="755011" y="105799"/>
                  <a:pt x="758749" y="109148"/>
                  <a:pt x="763223" y="111399"/>
                </a:cubicBezTo>
                <a:cubicBezTo>
                  <a:pt x="767697" y="113649"/>
                  <a:pt x="772908" y="114774"/>
                  <a:pt x="778856" y="114774"/>
                </a:cubicBezTo>
                <a:cubicBezTo>
                  <a:pt x="782553" y="114774"/>
                  <a:pt x="786893" y="114078"/>
                  <a:pt x="791876" y="112685"/>
                </a:cubicBezTo>
                <a:cubicBezTo>
                  <a:pt x="798199" y="110916"/>
                  <a:pt x="802271" y="108599"/>
                  <a:pt x="804093" y="105732"/>
                </a:cubicBezTo>
                <a:cubicBezTo>
                  <a:pt x="805915" y="102866"/>
                  <a:pt x="807871" y="101432"/>
                  <a:pt x="809960" y="101432"/>
                </a:cubicBezTo>
                <a:cubicBezTo>
                  <a:pt x="811836" y="101432"/>
                  <a:pt x="813510" y="102145"/>
                  <a:pt x="814984" y="103570"/>
                </a:cubicBezTo>
                <a:cubicBezTo>
                  <a:pt x="816457" y="104993"/>
                  <a:pt x="817194" y="106645"/>
                  <a:pt x="817194" y="108525"/>
                </a:cubicBezTo>
                <a:cubicBezTo>
                  <a:pt x="817194" y="114490"/>
                  <a:pt x="812398" y="119622"/>
                  <a:pt x="802807" y="123922"/>
                </a:cubicBezTo>
                <a:cubicBezTo>
                  <a:pt x="794609" y="127576"/>
                  <a:pt x="786625" y="129402"/>
                  <a:pt x="778856" y="129402"/>
                </a:cubicBezTo>
                <a:moveTo>
                  <a:pt x="776685" y="56101"/>
                </a:moveTo>
                <a:cubicBezTo>
                  <a:pt x="770148" y="56101"/>
                  <a:pt x="764710" y="58633"/>
                  <a:pt x="760370" y="63697"/>
                </a:cubicBezTo>
                <a:cubicBezTo>
                  <a:pt x="756029" y="68760"/>
                  <a:pt x="752788" y="76382"/>
                  <a:pt x="750644" y="86563"/>
                </a:cubicBezTo>
                <a:lnTo>
                  <a:pt x="775319" y="74828"/>
                </a:lnTo>
                <a:cubicBezTo>
                  <a:pt x="785018" y="70113"/>
                  <a:pt x="791930" y="66014"/>
                  <a:pt x="796056" y="62531"/>
                </a:cubicBezTo>
                <a:cubicBezTo>
                  <a:pt x="791448" y="58244"/>
                  <a:pt x="784991" y="56101"/>
                  <a:pt x="776685" y="56101"/>
                </a:cubicBezTo>
                <a:close/>
                <a:moveTo>
                  <a:pt x="865105" y="128599"/>
                </a:moveTo>
                <a:cubicBezTo>
                  <a:pt x="859747" y="128599"/>
                  <a:pt x="853853" y="127741"/>
                  <a:pt x="847423" y="126027"/>
                </a:cubicBezTo>
                <a:lnTo>
                  <a:pt x="847262" y="164446"/>
                </a:lnTo>
                <a:cubicBezTo>
                  <a:pt x="847262" y="166803"/>
                  <a:pt x="846525" y="168732"/>
                  <a:pt x="845052" y="170232"/>
                </a:cubicBezTo>
                <a:cubicBezTo>
                  <a:pt x="843578" y="171733"/>
                  <a:pt x="841690" y="172483"/>
                  <a:pt x="839386" y="172483"/>
                </a:cubicBezTo>
                <a:cubicBezTo>
                  <a:pt x="837081" y="172483"/>
                  <a:pt x="835193" y="171732"/>
                  <a:pt x="833719" y="170230"/>
                </a:cubicBezTo>
                <a:cubicBezTo>
                  <a:pt x="832246" y="168728"/>
                  <a:pt x="831509" y="166796"/>
                  <a:pt x="831509" y="164435"/>
                </a:cubicBezTo>
                <a:lnTo>
                  <a:pt x="831750" y="132248"/>
                </a:lnTo>
                <a:lnTo>
                  <a:pt x="831750" y="100141"/>
                </a:lnTo>
                <a:cubicBezTo>
                  <a:pt x="831589" y="88391"/>
                  <a:pt x="831187" y="77689"/>
                  <a:pt x="830544" y="68034"/>
                </a:cubicBezTo>
                <a:lnTo>
                  <a:pt x="829339" y="51698"/>
                </a:lnTo>
                <a:cubicBezTo>
                  <a:pt x="829339" y="47889"/>
                  <a:pt x="830035" y="44670"/>
                  <a:pt x="831429" y="42041"/>
                </a:cubicBezTo>
                <a:cubicBezTo>
                  <a:pt x="833036" y="38876"/>
                  <a:pt x="835367" y="37294"/>
                  <a:pt x="838421" y="37294"/>
                </a:cubicBezTo>
                <a:cubicBezTo>
                  <a:pt x="840511" y="37294"/>
                  <a:pt x="842266" y="38041"/>
                  <a:pt x="843686" y="39537"/>
                </a:cubicBezTo>
                <a:cubicBezTo>
                  <a:pt x="845106" y="41032"/>
                  <a:pt x="845815" y="42856"/>
                  <a:pt x="845815" y="45010"/>
                </a:cubicBezTo>
                <a:cubicBezTo>
                  <a:pt x="845815" y="45492"/>
                  <a:pt x="845735" y="46376"/>
                  <a:pt x="845574" y="47662"/>
                </a:cubicBezTo>
                <a:cubicBezTo>
                  <a:pt x="845306" y="49323"/>
                  <a:pt x="845119" y="50850"/>
                  <a:pt x="845012" y="52243"/>
                </a:cubicBezTo>
                <a:cubicBezTo>
                  <a:pt x="849620" y="49082"/>
                  <a:pt x="854067" y="46711"/>
                  <a:pt x="858354" y="45130"/>
                </a:cubicBezTo>
                <a:cubicBezTo>
                  <a:pt x="862640" y="43549"/>
                  <a:pt x="866740" y="42759"/>
                  <a:pt x="870651" y="42759"/>
                </a:cubicBezTo>
                <a:cubicBezTo>
                  <a:pt x="881636" y="42759"/>
                  <a:pt x="889673" y="47639"/>
                  <a:pt x="894763" y="57400"/>
                </a:cubicBezTo>
                <a:cubicBezTo>
                  <a:pt x="898782" y="65124"/>
                  <a:pt x="900791" y="75342"/>
                  <a:pt x="900791" y="88052"/>
                </a:cubicBezTo>
                <a:cubicBezTo>
                  <a:pt x="900791" y="99636"/>
                  <a:pt x="897684" y="109183"/>
                  <a:pt x="891468" y="116693"/>
                </a:cubicBezTo>
                <a:cubicBezTo>
                  <a:pt x="884877" y="124630"/>
                  <a:pt x="876090" y="128599"/>
                  <a:pt x="865105" y="128599"/>
                </a:cubicBezTo>
                <a:moveTo>
                  <a:pt x="870651" y="58834"/>
                </a:moveTo>
                <a:cubicBezTo>
                  <a:pt x="865721" y="58834"/>
                  <a:pt x="861274" y="59932"/>
                  <a:pt x="857309" y="62129"/>
                </a:cubicBezTo>
                <a:cubicBezTo>
                  <a:pt x="854469" y="63683"/>
                  <a:pt x="850879" y="66523"/>
                  <a:pt x="846539" y="70649"/>
                </a:cubicBezTo>
                <a:cubicBezTo>
                  <a:pt x="847235" y="82812"/>
                  <a:pt x="847584" y="95592"/>
                  <a:pt x="847584" y="108987"/>
                </a:cubicBezTo>
                <a:cubicBezTo>
                  <a:pt x="853424" y="111238"/>
                  <a:pt x="859265" y="112363"/>
                  <a:pt x="865105" y="112363"/>
                </a:cubicBezTo>
                <a:cubicBezTo>
                  <a:pt x="871803" y="112363"/>
                  <a:pt x="876920" y="109871"/>
                  <a:pt x="880457" y="104888"/>
                </a:cubicBezTo>
                <a:cubicBezTo>
                  <a:pt x="883511" y="100548"/>
                  <a:pt x="885038" y="94922"/>
                  <a:pt x="885038" y="88010"/>
                </a:cubicBezTo>
                <a:cubicBezTo>
                  <a:pt x="885038" y="78258"/>
                  <a:pt x="883846" y="70957"/>
                  <a:pt x="881461" y="66108"/>
                </a:cubicBezTo>
                <a:cubicBezTo>
                  <a:pt x="879077" y="61259"/>
                  <a:pt x="875474" y="58834"/>
                  <a:pt x="870651" y="58834"/>
                </a:cubicBezTo>
                <a:close/>
                <a:moveTo>
                  <a:pt x="948955" y="130528"/>
                </a:moveTo>
                <a:cubicBezTo>
                  <a:pt x="939953" y="130528"/>
                  <a:pt x="932210" y="127200"/>
                  <a:pt x="925727" y="120544"/>
                </a:cubicBezTo>
                <a:cubicBezTo>
                  <a:pt x="918493" y="113136"/>
                  <a:pt x="914688" y="103178"/>
                  <a:pt x="914313" y="90670"/>
                </a:cubicBezTo>
                <a:cubicBezTo>
                  <a:pt x="913992" y="78538"/>
                  <a:pt x="917046" y="67856"/>
                  <a:pt x="923476" y="58623"/>
                </a:cubicBezTo>
                <a:cubicBezTo>
                  <a:pt x="930978" y="47726"/>
                  <a:pt x="941426" y="42277"/>
                  <a:pt x="954822" y="42277"/>
                </a:cubicBezTo>
                <a:cubicBezTo>
                  <a:pt x="965539" y="42277"/>
                  <a:pt x="973656" y="47189"/>
                  <a:pt x="979175" y="57013"/>
                </a:cubicBezTo>
                <a:cubicBezTo>
                  <a:pt x="983569" y="64957"/>
                  <a:pt x="985686" y="74511"/>
                  <a:pt x="985525" y="85676"/>
                </a:cubicBezTo>
                <a:cubicBezTo>
                  <a:pt x="985364" y="97593"/>
                  <a:pt x="982256" y="107767"/>
                  <a:pt x="976201" y="116196"/>
                </a:cubicBezTo>
                <a:cubicBezTo>
                  <a:pt x="969343" y="125750"/>
                  <a:pt x="960261" y="130528"/>
                  <a:pt x="948955" y="130528"/>
                </a:cubicBezTo>
                <a:moveTo>
                  <a:pt x="953777" y="58673"/>
                </a:moveTo>
                <a:cubicBezTo>
                  <a:pt x="945900" y="58620"/>
                  <a:pt x="939765" y="62375"/>
                  <a:pt x="935371" y="69941"/>
                </a:cubicBezTo>
                <a:cubicBezTo>
                  <a:pt x="931889" y="76005"/>
                  <a:pt x="930147" y="82928"/>
                  <a:pt x="930147" y="90707"/>
                </a:cubicBezTo>
                <a:cubicBezTo>
                  <a:pt x="930147" y="98488"/>
                  <a:pt x="932264" y="104553"/>
                  <a:pt x="936497" y="108899"/>
                </a:cubicBezTo>
                <a:cubicBezTo>
                  <a:pt x="940033" y="112495"/>
                  <a:pt x="944186" y="114292"/>
                  <a:pt x="948955" y="114292"/>
                </a:cubicBezTo>
                <a:cubicBezTo>
                  <a:pt x="954527" y="114292"/>
                  <a:pt x="959323" y="112253"/>
                  <a:pt x="963342" y="108174"/>
                </a:cubicBezTo>
                <a:cubicBezTo>
                  <a:pt x="967896" y="103668"/>
                  <a:pt x="970307" y="97578"/>
                  <a:pt x="970575" y="89904"/>
                </a:cubicBezTo>
                <a:cubicBezTo>
                  <a:pt x="971325" y="69137"/>
                  <a:pt x="965726" y="58727"/>
                  <a:pt x="953777" y="58673"/>
                </a:cubicBezTo>
                <a:close/>
                <a:moveTo>
                  <a:pt x="1059178" y="63817"/>
                </a:moveTo>
                <a:cubicBezTo>
                  <a:pt x="1056231" y="63817"/>
                  <a:pt x="1054168" y="62833"/>
                  <a:pt x="1052989" y="60863"/>
                </a:cubicBezTo>
                <a:cubicBezTo>
                  <a:pt x="1052185" y="59480"/>
                  <a:pt x="1051489" y="56607"/>
                  <a:pt x="1050899" y="52243"/>
                </a:cubicBezTo>
                <a:cubicBezTo>
                  <a:pt x="1046880" y="53260"/>
                  <a:pt x="1040692" y="55132"/>
                  <a:pt x="1032333" y="57862"/>
                </a:cubicBezTo>
                <a:cubicBezTo>
                  <a:pt x="1023706" y="61288"/>
                  <a:pt x="1019366" y="65516"/>
                  <a:pt x="1019312" y="70546"/>
                </a:cubicBezTo>
                <a:cubicBezTo>
                  <a:pt x="1020920" y="71135"/>
                  <a:pt x="1022500" y="71564"/>
                  <a:pt x="1024054" y="71832"/>
                </a:cubicBezTo>
                <a:cubicBezTo>
                  <a:pt x="1036378" y="74025"/>
                  <a:pt x="1045541" y="77050"/>
                  <a:pt x="1051542" y="80904"/>
                </a:cubicBezTo>
                <a:cubicBezTo>
                  <a:pt x="1060276" y="86525"/>
                  <a:pt x="1064643" y="94662"/>
                  <a:pt x="1064643" y="105315"/>
                </a:cubicBezTo>
                <a:cubicBezTo>
                  <a:pt x="1064643" y="114041"/>
                  <a:pt x="1060866" y="120625"/>
                  <a:pt x="1053310" y="125067"/>
                </a:cubicBezTo>
                <a:cubicBezTo>
                  <a:pt x="1047041" y="128708"/>
                  <a:pt x="1039111" y="130528"/>
                  <a:pt x="1029520" y="130528"/>
                </a:cubicBezTo>
                <a:cubicBezTo>
                  <a:pt x="1022500" y="130528"/>
                  <a:pt x="1015802" y="129349"/>
                  <a:pt x="1009426" y="126991"/>
                </a:cubicBezTo>
                <a:cubicBezTo>
                  <a:pt x="1001174" y="123991"/>
                  <a:pt x="997048" y="119811"/>
                  <a:pt x="997048" y="114453"/>
                </a:cubicBezTo>
                <a:cubicBezTo>
                  <a:pt x="997048" y="112310"/>
                  <a:pt x="997892" y="110434"/>
                  <a:pt x="999580" y="108827"/>
                </a:cubicBezTo>
                <a:cubicBezTo>
                  <a:pt x="1001268" y="107219"/>
                  <a:pt x="1003184" y="106415"/>
                  <a:pt x="1005327" y="106415"/>
                </a:cubicBezTo>
                <a:cubicBezTo>
                  <a:pt x="1006988" y="106415"/>
                  <a:pt x="1009131" y="107701"/>
                  <a:pt x="1011757" y="110273"/>
                </a:cubicBezTo>
                <a:cubicBezTo>
                  <a:pt x="1013043" y="111506"/>
                  <a:pt x="1015936" y="112524"/>
                  <a:pt x="1020437" y="113328"/>
                </a:cubicBezTo>
                <a:cubicBezTo>
                  <a:pt x="1024027" y="113971"/>
                  <a:pt x="1027055" y="114292"/>
                  <a:pt x="1029520" y="114292"/>
                </a:cubicBezTo>
                <a:cubicBezTo>
                  <a:pt x="1034021" y="114292"/>
                  <a:pt x="1037986" y="113757"/>
                  <a:pt x="1041415" y="112687"/>
                </a:cubicBezTo>
                <a:cubicBezTo>
                  <a:pt x="1046398" y="111135"/>
                  <a:pt x="1048890" y="108673"/>
                  <a:pt x="1048890" y="105303"/>
                </a:cubicBezTo>
                <a:cubicBezTo>
                  <a:pt x="1048890" y="98024"/>
                  <a:pt x="1043799" y="93100"/>
                  <a:pt x="1033619" y="90531"/>
                </a:cubicBezTo>
                <a:lnTo>
                  <a:pt x="1025260" y="88683"/>
                </a:lnTo>
                <a:cubicBezTo>
                  <a:pt x="1018133" y="87127"/>
                  <a:pt x="1013070" y="85304"/>
                  <a:pt x="1010069" y="83212"/>
                </a:cubicBezTo>
                <a:cubicBezTo>
                  <a:pt x="1005729" y="80210"/>
                  <a:pt x="1003559" y="75681"/>
                  <a:pt x="1003559" y="69624"/>
                </a:cubicBezTo>
                <a:cubicBezTo>
                  <a:pt x="1003559" y="58419"/>
                  <a:pt x="1008837" y="50430"/>
                  <a:pt x="1019392" y="45658"/>
                </a:cubicBezTo>
                <a:cubicBezTo>
                  <a:pt x="1022607" y="44211"/>
                  <a:pt x="1027751" y="42483"/>
                  <a:pt x="1034824" y="40473"/>
                </a:cubicBezTo>
                <a:cubicBezTo>
                  <a:pt x="1041897" y="38462"/>
                  <a:pt x="1046961" y="36759"/>
                  <a:pt x="1050015" y="35365"/>
                </a:cubicBezTo>
                <a:cubicBezTo>
                  <a:pt x="1052212" y="34400"/>
                  <a:pt x="1054596" y="33918"/>
                  <a:pt x="1057168" y="33918"/>
                </a:cubicBezTo>
                <a:cubicBezTo>
                  <a:pt x="1059472" y="33918"/>
                  <a:pt x="1061361" y="34668"/>
                  <a:pt x="1062835" y="36168"/>
                </a:cubicBezTo>
                <a:cubicBezTo>
                  <a:pt x="1064308" y="37669"/>
                  <a:pt x="1065045" y="39624"/>
                  <a:pt x="1065045" y="42036"/>
                </a:cubicBezTo>
                <a:cubicBezTo>
                  <a:pt x="1065045" y="43590"/>
                  <a:pt x="1065380" y="45867"/>
                  <a:pt x="1066050" y="48867"/>
                </a:cubicBezTo>
                <a:cubicBezTo>
                  <a:pt x="1066719" y="51868"/>
                  <a:pt x="1067054" y="54145"/>
                  <a:pt x="1067054" y="55699"/>
                </a:cubicBezTo>
                <a:cubicBezTo>
                  <a:pt x="1067054" y="58111"/>
                  <a:pt x="1066318" y="60066"/>
                  <a:pt x="1064844" y="61567"/>
                </a:cubicBezTo>
                <a:cubicBezTo>
                  <a:pt x="1063371" y="63067"/>
                  <a:pt x="1061482" y="63817"/>
                  <a:pt x="1059178" y="6381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97805E7-16DB-41F5-AED6-7F142A97D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6715" y="229563"/>
            <a:ext cx="17574" cy="279421"/>
          </a:xfrm>
          <a:custGeom xmlns:a="http://schemas.openxmlformats.org/drawingml/2006/main">
            <a:pathLst>
              <a:path w="17574" h="279421">
                <a:moveTo>
                  <a:pt x="17574" y="279421"/>
                </a:moveTo>
                <a:lnTo>
                  <a:pt x="17574" y="209126"/>
                </a:lnTo>
                <a:lnTo>
                  <a:pt x="0" y="209126"/>
                </a:lnTo>
                <a:lnTo>
                  <a:pt x="0" y="279421"/>
                </a:lnTo>
                <a:lnTo>
                  <a:pt x="17574" y="279421"/>
                </a:lnTo>
                <a:close/>
                <a:moveTo>
                  <a:pt x="17574" y="156405"/>
                </a:moveTo>
                <a:lnTo>
                  <a:pt x="17574" y="86111"/>
                </a:lnTo>
                <a:lnTo>
                  <a:pt x="0" y="86111"/>
                </a:lnTo>
                <a:lnTo>
                  <a:pt x="0" y="156405"/>
                </a:lnTo>
                <a:lnTo>
                  <a:pt x="17574" y="156405"/>
                </a:lnTo>
                <a:close/>
                <a:moveTo>
                  <a:pt x="17574" y="33390"/>
                </a:moveTo>
                <a:lnTo>
                  <a:pt x="17574" y="0"/>
                </a:lnTo>
                <a:lnTo>
                  <a:pt x="0" y="0"/>
                </a:lnTo>
                <a:lnTo>
                  <a:pt x="0" y="33390"/>
                </a:lnTo>
                <a:lnTo>
                  <a:pt x="17574" y="3339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5205EE3-6B36-4D5D-91EB-D980743BD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589" y="240108"/>
            <a:ext cx="4221185" cy="17574"/>
          </a:xfrm>
          <a:custGeom xmlns:a="http://schemas.openxmlformats.org/drawingml/2006/main">
            <a:pathLst>
              <a:path w="4221185" h="17574">
                <a:moveTo>
                  <a:pt x="4221185" y="0"/>
                </a:moveTo>
                <a:lnTo>
                  <a:pt x="4150890" y="0"/>
                </a:lnTo>
                <a:lnTo>
                  <a:pt x="4150890" y="17574"/>
                </a:lnTo>
                <a:lnTo>
                  <a:pt x="4221185" y="17574"/>
                </a:lnTo>
                <a:lnTo>
                  <a:pt x="4221185" y="0"/>
                </a:lnTo>
                <a:close/>
                <a:moveTo>
                  <a:pt x="4098169" y="0"/>
                </a:moveTo>
                <a:lnTo>
                  <a:pt x="4027875" y="0"/>
                </a:lnTo>
                <a:lnTo>
                  <a:pt x="4027875" y="17574"/>
                </a:lnTo>
                <a:lnTo>
                  <a:pt x="4098169" y="17574"/>
                </a:lnTo>
                <a:lnTo>
                  <a:pt x="4098169" y="0"/>
                </a:lnTo>
                <a:close/>
                <a:moveTo>
                  <a:pt x="3975154" y="0"/>
                </a:moveTo>
                <a:lnTo>
                  <a:pt x="3904859" y="0"/>
                </a:lnTo>
                <a:lnTo>
                  <a:pt x="3904859" y="17574"/>
                </a:lnTo>
                <a:lnTo>
                  <a:pt x="3975154" y="17574"/>
                </a:lnTo>
                <a:lnTo>
                  <a:pt x="3975154" y="0"/>
                </a:lnTo>
                <a:close/>
                <a:moveTo>
                  <a:pt x="3852139" y="0"/>
                </a:moveTo>
                <a:lnTo>
                  <a:pt x="3781844" y="0"/>
                </a:lnTo>
                <a:lnTo>
                  <a:pt x="3781844" y="17574"/>
                </a:lnTo>
                <a:lnTo>
                  <a:pt x="3852139" y="17574"/>
                </a:lnTo>
                <a:lnTo>
                  <a:pt x="3852139" y="0"/>
                </a:lnTo>
                <a:close/>
                <a:moveTo>
                  <a:pt x="3729123" y="0"/>
                </a:moveTo>
                <a:lnTo>
                  <a:pt x="3658829" y="0"/>
                </a:lnTo>
                <a:lnTo>
                  <a:pt x="3658829" y="17574"/>
                </a:lnTo>
                <a:lnTo>
                  <a:pt x="3729123" y="17574"/>
                </a:lnTo>
                <a:lnTo>
                  <a:pt x="3729123" y="0"/>
                </a:lnTo>
                <a:close/>
                <a:moveTo>
                  <a:pt x="3606108" y="0"/>
                </a:moveTo>
                <a:lnTo>
                  <a:pt x="3535813" y="0"/>
                </a:lnTo>
                <a:lnTo>
                  <a:pt x="3535813" y="17574"/>
                </a:lnTo>
                <a:lnTo>
                  <a:pt x="3606108" y="17574"/>
                </a:lnTo>
                <a:lnTo>
                  <a:pt x="3606108" y="0"/>
                </a:lnTo>
                <a:close/>
                <a:moveTo>
                  <a:pt x="3483092" y="0"/>
                </a:moveTo>
                <a:lnTo>
                  <a:pt x="3412798" y="0"/>
                </a:lnTo>
                <a:lnTo>
                  <a:pt x="3412798" y="17574"/>
                </a:lnTo>
                <a:lnTo>
                  <a:pt x="3483092" y="17574"/>
                </a:lnTo>
                <a:lnTo>
                  <a:pt x="3483092" y="0"/>
                </a:lnTo>
                <a:close/>
                <a:moveTo>
                  <a:pt x="3360077" y="0"/>
                </a:moveTo>
                <a:lnTo>
                  <a:pt x="3289783" y="0"/>
                </a:lnTo>
                <a:lnTo>
                  <a:pt x="3289783" y="17574"/>
                </a:lnTo>
                <a:lnTo>
                  <a:pt x="3360077" y="17574"/>
                </a:lnTo>
                <a:lnTo>
                  <a:pt x="3360077" y="0"/>
                </a:lnTo>
                <a:close/>
                <a:moveTo>
                  <a:pt x="3237062" y="0"/>
                </a:moveTo>
                <a:lnTo>
                  <a:pt x="3166767" y="0"/>
                </a:lnTo>
                <a:lnTo>
                  <a:pt x="3166767" y="17574"/>
                </a:lnTo>
                <a:lnTo>
                  <a:pt x="3237062" y="17574"/>
                </a:lnTo>
                <a:lnTo>
                  <a:pt x="3237062" y="0"/>
                </a:lnTo>
                <a:close/>
                <a:moveTo>
                  <a:pt x="3114046" y="0"/>
                </a:moveTo>
                <a:lnTo>
                  <a:pt x="3043752" y="0"/>
                </a:lnTo>
                <a:lnTo>
                  <a:pt x="3043752" y="17574"/>
                </a:lnTo>
                <a:lnTo>
                  <a:pt x="3114046" y="17574"/>
                </a:lnTo>
                <a:lnTo>
                  <a:pt x="3114046" y="0"/>
                </a:lnTo>
                <a:close/>
                <a:moveTo>
                  <a:pt x="2991031" y="0"/>
                </a:moveTo>
                <a:lnTo>
                  <a:pt x="2920736" y="0"/>
                </a:lnTo>
                <a:lnTo>
                  <a:pt x="2920736" y="17574"/>
                </a:lnTo>
                <a:lnTo>
                  <a:pt x="2991031" y="17574"/>
                </a:lnTo>
                <a:lnTo>
                  <a:pt x="2991031" y="0"/>
                </a:lnTo>
                <a:close/>
                <a:moveTo>
                  <a:pt x="2868016" y="0"/>
                </a:moveTo>
                <a:lnTo>
                  <a:pt x="2797721" y="0"/>
                </a:lnTo>
                <a:lnTo>
                  <a:pt x="2797721" y="17574"/>
                </a:lnTo>
                <a:lnTo>
                  <a:pt x="2868016" y="17574"/>
                </a:lnTo>
                <a:lnTo>
                  <a:pt x="2868016" y="0"/>
                </a:lnTo>
                <a:close/>
                <a:moveTo>
                  <a:pt x="2745000" y="0"/>
                </a:moveTo>
                <a:lnTo>
                  <a:pt x="2674706" y="0"/>
                </a:lnTo>
                <a:lnTo>
                  <a:pt x="2674706" y="17574"/>
                </a:lnTo>
                <a:lnTo>
                  <a:pt x="2745000" y="17574"/>
                </a:lnTo>
                <a:lnTo>
                  <a:pt x="2745000" y="0"/>
                </a:lnTo>
                <a:close/>
                <a:moveTo>
                  <a:pt x="2621985" y="0"/>
                </a:moveTo>
                <a:lnTo>
                  <a:pt x="2551690" y="0"/>
                </a:lnTo>
                <a:lnTo>
                  <a:pt x="2551690" y="17574"/>
                </a:lnTo>
                <a:lnTo>
                  <a:pt x="2621985" y="17574"/>
                </a:lnTo>
                <a:lnTo>
                  <a:pt x="2621985" y="0"/>
                </a:lnTo>
                <a:close/>
                <a:moveTo>
                  <a:pt x="2498969" y="0"/>
                </a:moveTo>
                <a:lnTo>
                  <a:pt x="2428675" y="0"/>
                </a:lnTo>
                <a:lnTo>
                  <a:pt x="2428675" y="17574"/>
                </a:lnTo>
                <a:lnTo>
                  <a:pt x="2498969" y="17574"/>
                </a:lnTo>
                <a:lnTo>
                  <a:pt x="2498969" y="0"/>
                </a:lnTo>
                <a:close/>
                <a:moveTo>
                  <a:pt x="2375954" y="0"/>
                </a:moveTo>
                <a:lnTo>
                  <a:pt x="2305660" y="0"/>
                </a:lnTo>
                <a:lnTo>
                  <a:pt x="2305660" y="17574"/>
                </a:lnTo>
                <a:lnTo>
                  <a:pt x="2375954" y="17574"/>
                </a:lnTo>
                <a:lnTo>
                  <a:pt x="2375954" y="0"/>
                </a:lnTo>
                <a:close/>
                <a:moveTo>
                  <a:pt x="2252939" y="0"/>
                </a:moveTo>
                <a:lnTo>
                  <a:pt x="2182644" y="0"/>
                </a:lnTo>
                <a:lnTo>
                  <a:pt x="2182644" y="17574"/>
                </a:lnTo>
                <a:lnTo>
                  <a:pt x="2252939" y="17574"/>
                </a:lnTo>
                <a:lnTo>
                  <a:pt x="2252939" y="0"/>
                </a:lnTo>
                <a:close/>
                <a:moveTo>
                  <a:pt x="2129923" y="0"/>
                </a:moveTo>
                <a:lnTo>
                  <a:pt x="2059629" y="0"/>
                </a:lnTo>
                <a:lnTo>
                  <a:pt x="2059629" y="17574"/>
                </a:lnTo>
                <a:lnTo>
                  <a:pt x="2129923" y="17574"/>
                </a:lnTo>
                <a:lnTo>
                  <a:pt x="2129923" y="0"/>
                </a:lnTo>
                <a:close/>
                <a:moveTo>
                  <a:pt x="2006908" y="0"/>
                </a:moveTo>
                <a:lnTo>
                  <a:pt x="1936613" y="0"/>
                </a:lnTo>
                <a:lnTo>
                  <a:pt x="1936613" y="17574"/>
                </a:lnTo>
                <a:lnTo>
                  <a:pt x="2006908" y="17574"/>
                </a:lnTo>
                <a:lnTo>
                  <a:pt x="2006908" y="0"/>
                </a:lnTo>
                <a:close/>
                <a:moveTo>
                  <a:pt x="1883893" y="0"/>
                </a:moveTo>
                <a:lnTo>
                  <a:pt x="1813598" y="0"/>
                </a:lnTo>
                <a:lnTo>
                  <a:pt x="1813598" y="17574"/>
                </a:lnTo>
                <a:lnTo>
                  <a:pt x="1883893" y="17574"/>
                </a:lnTo>
                <a:lnTo>
                  <a:pt x="1883893" y="0"/>
                </a:lnTo>
                <a:close/>
                <a:moveTo>
                  <a:pt x="1760877" y="0"/>
                </a:moveTo>
                <a:lnTo>
                  <a:pt x="1690583" y="0"/>
                </a:lnTo>
                <a:lnTo>
                  <a:pt x="1690583" y="17574"/>
                </a:lnTo>
                <a:lnTo>
                  <a:pt x="1760877" y="17574"/>
                </a:lnTo>
                <a:lnTo>
                  <a:pt x="1760877" y="0"/>
                </a:lnTo>
                <a:close/>
                <a:moveTo>
                  <a:pt x="1637862" y="0"/>
                </a:moveTo>
                <a:lnTo>
                  <a:pt x="1567567" y="0"/>
                </a:lnTo>
                <a:lnTo>
                  <a:pt x="1567567" y="17574"/>
                </a:lnTo>
                <a:lnTo>
                  <a:pt x="1637862" y="17574"/>
                </a:lnTo>
                <a:lnTo>
                  <a:pt x="1637862" y="0"/>
                </a:lnTo>
                <a:close/>
                <a:moveTo>
                  <a:pt x="1514846" y="0"/>
                </a:moveTo>
                <a:lnTo>
                  <a:pt x="1444552" y="0"/>
                </a:lnTo>
                <a:lnTo>
                  <a:pt x="1444552" y="17574"/>
                </a:lnTo>
                <a:lnTo>
                  <a:pt x="1514846" y="17574"/>
                </a:lnTo>
                <a:lnTo>
                  <a:pt x="1514846" y="0"/>
                </a:lnTo>
                <a:close/>
                <a:moveTo>
                  <a:pt x="1391831" y="0"/>
                </a:moveTo>
                <a:lnTo>
                  <a:pt x="1321537" y="0"/>
                </a:lnTo>
                <a:lnTo>
                  <a:pt x="1321537" y="17574"/>
                </a:lnTo>
                <a:lnTo>
                  <a:pt x="1391831" y="17574"/>
                </a:lnTo>
                <a:lnTo>
                  <a:pt x="1391831" y="0"/>
                </a:lnTo>
                <a:close/>
                <a:moveTo>
                  <a:pt x="1268816" y="0"/>
                </a:moveTo>
                <a:lnTo>
                  <a:pt x="1198521" y="0"/>
                </a:lnTo>
                <a:lnTo>
                  <a:pt x="1198521" y="17574"/>
                </a:lnTo>
                <a:lnTo>
                  <a:pt x="1268816" y="17574"/>
                </a:lnTo>
                <a:lnTo>
                  <a:pt x="1268816" y="0"/>
                </a:lnTo>
                <a:close/>
                <a:moveTo>
                  <a:pt x="1145800" y="0"/>
                </a:moveTo>
                <a:lnTo>
                  <a:pt x="1075506" y="0"/>
                </a:lnTo>
                <a:lnTo>
                  <a:pt x="1075506" y="17574"/>
                </a:lnTo>
                <a:lnTo>
                  <a:pt x="1145800" y="17574"/>
                </a:lnTo>
                <a:lnTo>
                  <a:pt x="1145800" y="0"/>
                </a:lnTo>
                <a:close/>
                <a:moveTo>
                  <a:pt x="1022785" y="0"/>
                </a:moveTo>
                <a:lnTo>
                  <a:pt x="952490" y="0"/>
                </a:lnTo>
                <a:lnTo>
                  <a:pt x="952490" y="17574"/>
                </a:lnTo>
                <a:lnTo>
                  <a:pt x="1022785" y="17574"/>
                </a:lnTo>
                <a:lnTo>
                  <a:pt x="1022785" y="0"/>
                </a:lnTo>
                <a:close/>
                <a:moveTo>
                  <a:pt x="899770" y="0"/>
                </a:moveTo>
                <a:lnTo>
                  <a:pt x="829475" y="0"/>
                </a:lnTo>
                <a:lnTo>
                  <a:pt x="829475" y="17574"/>
                </a:lnTo>
                <a:lnTo>
                  <a:pt x="899770" y="17574"/>
                </a:lnTo>
                <a:lnTo>
                  <a:pt x="899770" y="0"/>
                </a:lnTo>
                <a:close/>
                <a:moveTo>
                  <a:pt x="776754" y="0"/>
                </a:moveTo>
                <a:lnTo>
                  <a:pt x="706460" y="0"/>
                </a:lnTo>
                <a:lnTo>
                  <a:pt x="706460" y="17574"/>
                </a:lnTo>
                <a:lnTo>
                  <a:pt x="776754" y="17574"/>
                </a:lnTo>
                <a:lnTo>
                  <a:pt x="776754" y="0"/>
                </a:lnTo>
                <a:close/>
                <a:moveTo>
                  <a:pt x="653739" y="0"/>
                </a:moveTo>
                <a:lnTo>
                  <a:pt x="583444" y="0"/>
                </a:lnTo>
                <a:lnTo>
                  <a:pt x="583444" y="17574"/>
                </a:lnTo>
                <a:lnTo>
                  <a:pt x="653739" y="17574"/>
                </a:lnTo>
                <a:lnTo>
                  <a:pt x="653739" y="0"/>
                </a:lnTo>
                <a:close/>
                <a:moveTo>
                  <a:pt x="530723" y="0"/>
                </a:moveTo>
                <a:lnTo>
                  <a:pt x="460429" y="0"/>
                </a:lnTo>
                <a:lnTo>
                  <a:pt x="460429" y="17574"/>
                </a:lnTo>
                <a:lnTo>
                  <a:pt x="530723" y="17574"/>
                </a:lnTo>
                <a:lnTo>
                  <a:pt x="530723" y="0"/>
                </a:lnTo>
                <a:close/>
                <a:moveTo>
                  <a:pt x="407708" y="0"/>
                </a:moveTo>
                <a:lnTo>
                  <a:pt x="337414" y="0"/>
                </a:lnTo>
                <a:lnTo>
                  <a:pt x="337414" y="17574"/>
                </a:lnTo>
                <a:lnTo>
                  <a:pt x="407708" y="17574"/>
                </a:lnTo>
                <a:lnTo>
                  <a:pt x="407708" y="0"/>
                </a:lnTo>
                <a:close/>
                <a:moveTo>
                  <a:pt x="284693" y="0"/>
                </a:moveTo>
                <a:lnTo>
                  <a:pt x="214398" y="0"/>
                </a:lnTo>
                <a:lnTo>
                  <a:pt x="214398" y="17574"/>
                </a:lnTo>
                <a:lnTo>
                  <a:pt x="284693" y="17574"/>
                </a:lnTo>
                <a:lnTo>
                  <a:pt x="284693" y="0"/>
                </a:lnTo>
                <a:close/>
                <a:moveTo>
                  <a:pt x="161677" y="0"/>
                </a:moveTo>
                <a:lnTo>
                  <a:pt x="91383" y="0"/>
                </a:lnTo>
                <a:lnTo>
                  <a:pt x="91383" y="17574"/>
                </a:lnTo>
                <a:lnTo>
                  <a:pt x="161677" y="17574"/>
                </a:lnTo>
                <a:lnTo>
                  <a:pt x="161677" y="0"/>
                </a:lnTo>
                <a:close/>
                <a:moveTo>
                  <a:pt x="38662" y="0"/>
                </a:moveTo>
                <a:lnTo>
                  <a:pt x="0" y="0"/>
                </a:lnTo>
                <a:lnTo>
                  <a:pt x="0" y="17574"/>
                </a:lnTo>
                <a:lnTo>
                  <a:pt x="38662" y="17574"/>
                </a:lnTo>
                <a:lnTo>
                  <a:pt x="38662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CD83C6A-2B11-451F-9B53-B694D4AA9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518" y="242451"/>
            <a:ext cx="17574" cy="5110410"/>
          </a:xfrm>
          <a:custGeom xmlns:a="http://schemas.openxmlformats.org/drawingml/2006/main">
            <a:pathLst>
              <a:path w="17574" h="5110410">
                <a:moveTo>
                  <a:pt x="17574" y="0"/>
                </a:moveTo>
                <a:lnTo>
                  <a:pt x="17574" y="70294"/>
                </a:lnTo>
                <a:lnTo>
                  <a:pt x="0" y="70294"/>
                </a:lnTo>
                <a:lnTo>
                  <a:pt x="0" y="0"/>
                </a:lnTo>
                <a:lnTo>
                  <a:pt x="17574" y="0"/>
                </a:lnTo>
                <a:close/>
                <a:moveTo>
                  <a:pt x="17574" y="123015"/>
                </a:moveTo>
                <a:lnTo>
                  <a:pt x="17574" y="193310"/>
                </a:lnTo>
                <a:lnTo>
                  <a:pt x="0" y="193310"/>
                </a:lnTo>
                <a:lnTo>
                  <a:pt x="0" y="123015"/>
                </a:lnTo>
                <a:lnTo>
                  <a:pt x="17574" y="123015"/>
                </a:lnTo>
                <a:close/>
                <a:moveTo>
                  <a:pt x="17574" y="246031"/>
                </a:moveTo>
                <a:lnTo>
                  <a:pt x="17574" y="316325"/>
                </a:lnTo>
                <a:lnTo>
                  <a:pt x="0" y="316325"/>
                </a:lnTo>
                <a:lnTo>
                  <a:pt x="0" y="246031"/>
                </a:lnTo>
                <a:lnTo>
                  <a:pt x="17574" y="246031"/>
                </a:lnTo>
                <a:close/>
                <a:moveTo>
                  <a:pt x="17574" y="369046"/>
                </a:moveTo>
                <a:lnTo>
                  <a:pt x="17574" y="439341"/>
                </a:lnTo>
                <a:lnTo>
                  <a:pt x="0" y="439341"/>
                </a:lnTo>
                <a:lnTo>
                  <a:pt x="0" y="369046"/>
                </a:lnTo>
                <a:lnTo>
                  <a:pt x="17574" y="369046"/>
                </a:lnTo>
                <a:close/>
                <a:moveTo>
                  <a:pt x="17574" y="492061"/>
                </a:moveTo>
                <a:lnTo>
                  <a:pt x="17574" y="562356"/>
                </a:lnTo>
                <a:lnTo>
                  <a:pt x="0" y="562356"/>
                </a:lnTo>
                <a:lnTo>
                  <a:pt x="0" y="492061"/>
                </a:lnTo>
                <a:lnTo>
                  <a:pt x="17574" y="492061"/>
                </a:lnTo>
                <a:close/>
                <a:moveTo>
                  <a:pt x="17574" y="615077"/>
                </a:moveTo>
                <a:lnTo>
                  <a:pt x="17574" y="685371"/>
                </a:lnTo>
                <a:lnTo>
                  <a:pt x="0" y="685371"/>
                </a:lnTo>
                <a:lnTo>
                  <a:pt x="0" y="615077"/>
                </a:lnTo>
                <a:lnTo>
                  <a:pt x="17574" y="615077"/>
                </a:lnTo>
                <a:close/>
                <a:moveTo>
                  <a:pt x="17574" y="738092"/>
                </a:moveTo>
                <a:lnTo>
                  <a:pt x="17574" y="808387"/>
                </a:lnTo>
                <a:lnTo>
                  <a:pt x="0" y="808387"/>
                </a:lnTo>
                <a:lnTo>
                  <a:pt x="0" y="738092"/>
                </a:lnTo>
                <a:lnTo>
                  <a:pt x="17574" y="738092"/>
                </a:lnTo>
                <a:close/>
                <a:moveTo>
                  <a:pt x="17574" y="861108"/>
                </a:moveTo>
                <a:lnTo>
                  <a:pt x="17574" y="931402"/>
                </a:lnTo>
                <a:lnTo>
                  <a:pt x="0" y="931402"/>
                </a:lnTo>
                <a:lnTo>
                  <a:pt x="0" y="861108"/>
                </a:lnTo>
                <a:lnTo>
                  <a:pt x="17574" y="861108"/>
                </a:lnTo>
                <a:close/>
                <a:moveTo>
                  <a:pt x="17574" y="984123"/>
                </a:moveTo>
                <a:lnTo>
                  <a:pt x="17574" y="1054417"/>
                </a:lnTo>
                <a:lnTo>
                  <a:pt x="0" y="1054417"/>
                </a:lnTo>
                <a:lnTo>
                  <a:pt x="0" y="984123"/>
                </a:lnTo>
                <a:lnTo>
                  <a:pt x="17574" y="984123"/>
                </a:lnTo>
                <a:close/>
                <a:moveTo>
                  <a:pt x="17574" y="1107138"/>
                </a:moveTo>
                <a:lnTo>
                  <a:pt x="17574" y="1177433"/>
                </a:lnTo>
                <a:lnTo>
                  <a:pt x="0" y="1177433"/>
                </a:lnTo>
                <a:lnTo>
                  <a:pt x="0" y="1107138"/>
                </a:lnTo>
                <a:lnTo>
                  <a:pt x="17574" y="1107138"/>
                </a:lnTo>
                <a:close/>
                <a:moveTo>
                  <a:pt x="17574" y="1230154"/>
                </a:moveTo>
                <a:lnTo>
                  <a:pt x="17574" y="1300448"/>
                </a:lnTo>
                <a:lnTo>
                  <a:pt x="0" y="1300448"/>
                </a:lnTo>
                <a:lnTo>
                  <a:pt x="0" y="1230154"/>
                </a:lnTo>
                <a:lnTo>
                  <a:pt x="17574" y="1230154"/>
                </a:lnTo>
                <a:close/>
                <a:moveTo>
                  <a:pt x="17574" y="1353169"/>
                </a:moveTo>
                <a:lnTo>
                  <a:pt x="17574" y="1423464"/>
                </a:lnTo>
                <a:lnTo>
                  <a:pt x="0" y="1423464"/>
                </a:lnTo>
                <a:lnTo>
                  <a:pt x="0" y="1353169"/>
                </a:lnTo>
                <a:lnTo>
                  <a:pt x="17574" y="1353169"/>
                </a:lnTo>
                <a:close/>
                <a:moveTo>
                  <a:pt x="17574" y="1476184"/>
                </a:moveTo>
                <a:lnTo>
                  <a:pt x="17574" y="1546479"/>
                </a:lnTo>
                <a:lnTo>
                  <a:pt x="0" y="1546479"/>
                </a:lnTo>
                <a:lnTo>
                  <a:pt x="0" y="1476184"/>
                </a:lnTo>
                <a:lnTo>
                  <a:pt x="17574" y="1476184"/>
                </a:lnTo>
                <a:close/>
                <a:moveTo>
                  <a:pt x="17574" y="1599200"/>
                </a:moveTo>
                <a:lnTo>
                  <a:pt x="17574" y="1669494"/>
                </a:lnTo>
                <a:lnTo>
                  <a:pt x="0" y="1669494"/>
                </a:lnTo>
                <a:lnTo>
                  <a:pt x="0" y="1599200"/>
                </a:lnTo>
                <a:lnTo>
                  <a:pt x="17574" y="1599200"/>
                </a:lnTo>
                <a:close/>
                <a:moveTo>
                  <a:pt x="17574" y="1722215"/>
                </a:moveTo>
                <a:lnTo>
                  <a:pt x="17574" y="1792510"/>
                </a:lnTo>
                <a:lnTo>
                  <a:pt x="0" y="1792510"/>
                </a:lnTo>
                <a:lnTo>
                  <a:pt x="0" y="1722215"/>
                </a:lnTo>
                <a:lnTo>
                  <a:pt x="17574" y="1722215"/>
                </a:lnTo>
                <a:close/>
                <a:moveTo>
                  <a:pt x="17574" y="1845231"/>
                </a:moveTo>
                <a:lnTo>
                  <a:pt x="17574" y="1915525"/>
                </a:lnTo>
                <a:lnTo>
                  <a:pt x="0" y="1915525"/>
                </a:lnTo>
                <a:lnTo>
                  <a:pt x="0" y="1845231"/>
                </a:lnTo>
                <a:lnTo>
                  <a:pt x="17574" y="1845231"/>
                </a:lnTo>
                <a:close/>
                <a:moveTo>
                  <a:pt x="17574" y="1968246"/>
                </a:moveTo>
                <a:lnTo>
                  <a:pt x="17574" y="2038540"/>
                </a:lnTo>
                <a:lnTo>
                  <a:pt x="0" y="2038540"/>
                </a:lnTo>
                <a:lnTo>
                  <a:pt x="0" y="1968246"/>
                </a:lnTo>
                <a:lnTo>
                  <a:pt x="17574" y="1968246"/>
                </a:lnTo>
                <a:close/>
                <a:moveTo>
                  <a:pt x="17574" y="2091261"/>
                </a:moveTo>
                <a:lnTo>
                  <a:pt x="17574" y="2161556"/>
                </a:lnTo>
                <a:lnTo>
                  <a:pt x="0" y="2161556"/>
                </a:lnTo>
                <a:lnTo>
                  <a:pt x="0" y="2091261"/>
                </a:lnTo>
                <a:lnTo>
                  <a:pt x="17574" y="2091261"/>
                </a:lnTo>
                <a:close/>
                <a:moveTo>
                  <a:pt x="17574" y="2214277"/>
                </a:moveTo>
                <a:lnTo>
                  <a:pt x="17574" y="2284571"/>
                </a:lnTo>
                <a:lnTo>
                  <a:pt x="0" y="2284571"/>
                </a:lnTo>
                <a:lnTo>
                  <a:pt x="0" y="2214277"/>
                </a:lnTo>
                <a:lnTo>
                  <a:pt x="17574" y="2214277"/>
                </a:lnTo>
                <a:close/>
                <a:moveTo>
                  <a:pt x="17574" y="2337292"/>
                </a:moveTo>
                <a:lnTo>
                  <a:pt x="17574" y="2407587"/>
                </a:lnTo>
                <a:lnTo>
                  <a:pt x="0" y="2407587"/>
                </a:lnTo>
                <a:lnTo>
                  <a:pt x="0" y="2337292"/>
                </a:lnTo>
                <a:lnTo>
                  <a:pt x="17574" y="2337292"/>
                </a:lnTo>
                <a:close/>
                <a:moveTo>
                  <a:pt x="17574" y="2460308"/>
                </a:moveTo>
                <a:lnTo>
                  <a:pt x="17574" y="2530602"/>
                </a:lnTo>
                <a:lnTo>
                  <a:pt x="0" y="2530602"/>
                </a:lnTo>
                <a:lnTo>
                  <a:pt x="0" y="2460308"/>
                </a:lnTo>
                <a:lnTo>
                  <a:pt x="17574" y="2460308"/>
                </a:lnTo>
                <a:close/>
                <a:moveTo>
                  <a:pt x="17574" y="2583323"/>
                </a:moveTo>
                <a:lnTo>
                  <a:pt x="17574" y="2653617"/>
                </a:lnTo>
                <a:lnTo>
                  <a:pt x="0" y="2653617"/>
                </a:lnTo>
                <a:lnTo>
                  <a:pt x="0" y="2583323"/>
                </a:lnTo>
                <a:lnTo>
                  <a:pt x="17574" y="2583323"/>
                </a:lnTo>
                <a:close/>
                <a:moveTo>
                  <a:pt x="17574" y="2706338"/>
                </a:moveTo>
                <a:lnTo>
                  <a:pt x="17574" y="2776633"/>
                </a:lnTo>
                <a:lnTo>
                  <a:pt x="0" y="2776633"/>
                </a:lnTo>
                <a:lnTo>
                  <a:pt x="0" y="2706338"/>
                </a:lnTo>
                <a:lnTo>
                  <a:pt x="17574" y="2706338"/>
                </a:lnTo>
                <a:close/>
                <a:moveTo>
                  <a:pt x="17574" y="2829354"/>
                </a:moveTo>
                <a:lnTo>
                  <a:pt x="17574" y="2899648"/>
                </a:lnTo>
                <a:lnTo>
                  <a:pt x="0" y="2899648"/>
                </a:lnTo>
                <a:lnTo>
                  <a:pt x="0" y="2829354"/>
                </a:lnTo>
                <a:lnTo>
                  <a:pt x="17574" y="2829354"/>
                </a:lnTo>
                <a:close/>
                <a:moveTo>
                  <a:pt x="17574" y="2952369"/>
                </a:moveTo>
                <a:lnTo>
                  <a:pt x="17574" y="3022664"/>
                </a:lnTo>
                <a:lnTo>
                  <a:pt x="0" y="3022664"/>
                </a:lnTo>
                <a:lnTo>
                  <a:pt x="0" y="2952369"/>
                </a:lnTo>
                <a:lnTo>
                  <a:pt x="17574" y="2952369"/>
                </a:lnTo>
                <a:close/>
                <a:moveTo>
                  <a:pt x="17574" y="3075384"/>
                </a:moveTo>
                <a:lnTo>
                  <a:pt x="17574" y="3145679"/>
                </a:lnTo>
                <a:lnTo>
                  <a:pt x="0" y="3145679"/>
                </a:lnTo>
                <a:lnTo>
                  <a:pt x="0" y="3075384"/>
                </a:lnTo>
                <a:lnTo>
                  <a:pt x="17574" y="3075384"/>
                </a:lnTo>
                <a:close/>
                <a:moveTo>
                  <a:pt x="17574" y="3198400"/>
                </a:moveTo>
                <a:lnTo>
                  <a:pt x="17574" y="3268694"/>
                </a:lnTo>
                <a:lnTo>
                  <a:pt x="0" y="3268694"/>
                </a:lnTo>
                <a:lnTo>
                  <a:pt x="0" y="3198400"/>
                </a:lnTo>
                <a:lnTo>
                  <a:pt x="17574" y="3198400"/>
                </a:lnTo>
                <a:close/>
                <a:moveTo>
                  <a:pt x="17574" y="3321415"/>
                </a:moveTo>
                <a:lnTo>
                  <a:pt x="17574" y="3391710"/>
                </a:lnTo>
                <a:lnTo>
                  <a:pt x="0" y="3391710"/>
                </a:lnTo>
                <a:lnTo>
                  <a:pt x="0" y="3321415"/>
                </a:lnTo>
                <a:lnTo>
                  <a:pt x="17574" y="3321415"/>
                </a:lnTo>
                <a:close/>
                <a:moveTo>
                  <a:pt x="17574" y="3444430"/>
                </a:moveTo>
                <a:lnTo>
                  <a:pt x="17574" y="3514725"/>
                </a:lnTo>
                <a:lnTo>
                  <a:pt x="0" y="3514725"/>
                </a:lnTo>
                <a:lnTo>
                  <a:pt x="0" y="3444430"/>
                </a:lnTo>
                <a:lnTo>
                  <a:pt x="17574" y="3444430"/>
                </a:lnTo>
                <a:close/>
                <a:moveTo>
                  <a:pt x="17574" y="3567446"/>
                </a:moveTo>
                <a:lnTo>
                  <a:pt x="17574" y="3637740"/>
                </a:lnTo>
                <a:lnTo>
                  <a:pt x="0" y="3637740"/>
                </a:lnTo>
                <a:lnTo>
                  <a:pt x="0" y="3567446"/>
                </a:lnTo>
                <a:lnTo>
                  <a:pt x="17574" y="3567446"/>
                </a:lnTo>
                <a:close/>
                <a:moveTo>
                  <a:pt x="17574" y="3690461"/>
                </a:moveTo>
                <a:lnTo>
                  <a:pt x="17574" y="3760756"/>
                </a:lnTo>
                <a:lnTo>
                  <a:pt x="0" y="3760756"/>
                </a:lnTo>
                <a:lnTo>
                  <a:pt x="0" y="3690461"/>
                </a:lnTo>
                <a:lnTo>
                  <a:pt x="17574" y="3690461"/>
                </a:lnTo>
                <a:close/>
                <a:moveTo>
                  <a:pt x="17574" y="3813477"/>
                </a:moveTo>
                <a:lnTo>
                  <a:pt x="17574" y="3883771"/>
                </a:lnTo>
                <a:lnTo>
                  <a:pt x="0" y="3883771"/>
                </a:lnTo>
                <a:lnTo>
                  <a:pt x="0" y="3813477"/>
                </a:lnTo>
                <a:lnTo>
                  <a:pt x="17574" y="3813477"/>
                </a:lnTo>
                <a:close/>
                <a:moveTo>
                  <a:pt x="17574" y="3936492"/>
                </a:moveTo>
                <a:lnTo>
                  <a:pt x="17574" y="4006786"/>
                </a:lnTo>
                <a:lnTo>
                  <a:pt x="0" y="4006786"/>
                </a:lnTo>
                <a:lnTo>
                  <a:pt x="0" y="3936492"/>
                </a:lnTo>
                <a:lnTo>
                  <a:pt x="17574" y="3936492"/>
                </a:lnTo>
                <a:close/>
                <a:moveTo>
                  <a:pt x="17574" y="4059507"/>
                </a:moveTo>
                <a:lnTo>
                  <a:pt x="17574" y="4129802"/>
                </a:lnTo>
                <a:lnTo>
                  <a:pt x="0" y="4129802"/>
                </a:lnTo>
                <a:lnTo>
                  <a:pt x="0" y="4059507"/>
                </a:lnTo>
                <a:lnTo>
                  <a:pt x="17574" y="4059507"/>
                </a:lnTo>
                <a:close/>
                <a:moveTo>
                  <a:pt x="17574" y="4182523"/>
                </a:moveTo>
                <a:lnTo>
                  <a:pt x="17574" y="4252817"/>
                </a:lnTo>
                <a:lnTo>
                  <a:pt x="0" y="4252817"/>
                </a:lnTo>
                <a:lnTo>
                  <a:pt x="0" y="4182523"/>
                </a:lnTo>
                <a:lnTo>
                  <a:pt x="17574" y="4182523"/>
                </a:lnTo>
                <a:close/>
                <a:moveTo>
                  <a:pt x="17574" y="4305538"/>
                </a:moveTo>
                <a:lnTo>
                  <a:pt x="17574" y="4375833"/>
                </a:lnTo>
                <a:lnTo>
                  <a:pt x="0" y="4375833"/>
                </a:lnTo>
                <a:lnTo>
                  <a:pt x="0" y="4305538"/>
                </a:lnTo>
                <a:lnTo>
                  <a:pt x="17574" y="4305538"/>
                </a:lnTo>
                <a:close/>
                <a:moveTo>
                  <a:pt x="17574" y="4428554"/>
                </a:moveTo>
                <a:lnTo>
                  <a:pt x="17574" y="4498848"/>
                </a:lnTo>
                <a:lnTo>
                  <a:pt x="0" y="4498848"/>
                </a:lnTo>
                <a:lnTo>
                  <a:pt x="0" y="4428554"/>
                </a:lnTo>
                <a:lnTo>
                  <a:pt x="17574" y="4428554"/>
                </a:lnTo>
                <a:close/>
                <a:moveTo>
                  <a:pt x="17574" y="4551569"/>
                </a:moveTo>
                <a:lnTo>
                  <a:pt x="17574" y="4621863"/>
                </a:lnTo>
                <a:lnTo>
                  <a:pt x="0" y="4621863"/>
                </a:lnTo>
                <a:lnTo>
                  <a:pt x="0" y="4551569"/>
                </a:lnTo>
                <a:lnTo>
                  <a:pt x="17574" y="4551569"/>
                </a:lnTo>
                <a:close/>
                <a:moveTo>
                  <a:pt x="17574" y="4674584"/>
                </a:moveTo>
                <a:lnTo>
                  <a:pt x="17574" y="4744879"/>
                </a:lnTo>
                <a:lnTo>
                  <a:pt x="0" y="4744879"/>
                </a:lnTo>
                <a:lnTo>
                  <a:pt x="0" y="4674584"/>
                </a:lnTo>
                <a:lnTo>
                  <a:pt x="17574" y="4674584"/>
                </a:lnTo>
                <a:close/>
                <a:moveTo>
                  <a:pt x="17574" y="4797600"/>
                </a:moveTo>
                <a:lnTo>
                  <a:pt x="17574" y="4867894"/>
                </a:lnTo>
                <a:lnTo>
                  <a:pt x="0" y="4867894"/>
                </a:lnTo>
                <a:lnTo>
                  <a:pt x="0" y="4797600"/>
                </a:lnTo>
                <a:lnTo>
                  <a:pt x="17574" y="4797600"/>
                </a:lnTo>
                <a:close/>
                <a:moveTo>
                  <a:pt x="17574" y="4920615"/>
                </a:moveTo>
                <a:lnTo>
                  <a:pt x="17574" y="4990910"/>
                </a:lnTo>
                <a:lnTo>
                  <a:pt x="0" y="4990910"/>
                </a:lnTo>
                <a:lnTo>
                  <a:pt x="0" y="4920615"/>
                </a:lnTo>
                <a:lnTo>
                  <a:pt x="17574" y="4920615"/>
                </a:lnTo>
                <a:close/>
                <a:moveTo>
                  <a:pt x="17574" y="5043630"/>
                </a:moveTo>
                <a:lnTo>
                  <a:pt x="17574" y="5110410"/>
                </a:lnTo>
                <a:lnTo>
                  <a:pt x="0" y="5110410"/>
                </a:lnTo>
                <a:lnTo>
                  <a:pt x="0" y="5043630"/>
                </a:lnTo>
                <a:lnTo>
                  <a:pt x="17574" y="504363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E8F691A-71AF-413D-962A-5F967396C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32" y="5321814"/>
            <a:ext cx="2244152" cy="17574"/>
          </a:xfrm>
          <a:custGeom xmlns:a="http://schemas.openxmlformats.org/drawingml/2006/main">
            <a:pathLst>
              <a:path w="2244152" h="17574">
                <a:moveTo>
                  <a:pt x="2244152" y="0"/>
                </a:moveTo>
                <a:lnTo>
                  <a:pt x="2173857" y="0"/>
                </a:lnTo>
                <a:lnTo>
                  <a:pt x="2173857" y="17574"/>
                </a:lnTo>
                <a:lnTo>
                  <a:pt x="2244152" y="17574"/>
                </a:lnTo>
                <a:lnTo>
                  <a:pt x="2244152" y="0"/>
                </a:lnTo>
                <a:close/>
                <a:moveTo>
                  <a:pt x="2121137" y="0"/>
                </a:moveTo>
                <a:lnTo>
                  <a:pt x="2050842" y="0"/>
                </a:lnTo>
                <a:lnTo>
                  <a:pt x="2050842" y="17574"/>
                </a:lnTo>
                <a:lnTo>
                  <a:pt x="2121137" y="17574"/>
                </a:lnTo>
                <a:lnTo>
                  <a:pt x="2121137" y="0"/>
                </a:lnTo>
                <a:close/>
                <a:moveTo>
                  <a:pt x="1998121" y="0"/>
                </a:moveTo>
                <a:lnTo>
                  <a:pt x="1927827" y="0"/>
                </a:lnTo>
                <a:lnTo>
                  <a:pt x="1927827" y="17574"/>
                </a:lnTo>
                <a:lnTo>
                  <a:pt x="1998121" y="17574"/>
                </a:lnTo>
                <a:lnTo>
                  <a:pt x="1998121" y="0"/>
                </a:lnTo>
                <a:close/>
                <a:moveTo>
                  <a:pt x="1875106" y="0"/>
                </a:moveTo>
                <a:lnTo>
                  <a:pt x="1804811" y="0"/>
                </a:lnTo>
                <a:lnTo>
                  <a:pt x="1804811" y="17574"/>
                </a:lnTo>
                <a:lnTo>
                  <a:pt x="1875106" y="17574"/>
                </a:lnTo>
                <a:lnTo>
                  <a:pt x="1875106" y="0"/>
                </a:lnTo>
                <a:close/>
                <a:moveTo>
                  <a:pt x="1752090" y="0"/>
                </a:moveTo>
                <a:lnTo>
                  <a:pt x="1681796" y="0"/>
                </a:lnTo>
                <a:lnTo>
                  <a:pt x="1681796" y="17574"/>
                </a:lnTo>
                <a:lnTo>
                  <a:pt x="1752090" y="17574"/>
                </a:lnTo>
                <a:lnTo>
                  <a:pt x="1752090" y="0"/>
                </a:lnTo>
                <a:close/>
                <a:moveTo>
                  <a:pt x="1629075" y="0"/>
                </a:moveTo>
                <a:lnTo>
                  <a:pt x="1558781" y="0"/>
                </a:lnTo>
                <a:lnTo>
                  <a:pt x="1558781" y="17574"/>
                </a:lnTo>
                <a:lnTo>
                  <a:pt x="1629075" y="17574"/>
                </a:lnTo>
                <a:lnTo>
                  <a:pt x="1629075" y="0"/>
                </a:lnTo>
                <a:close/>
                <a:moveTo>
                  <a:pt x="1506060" y="0"/>
                </a:moveTo>
                <a:lnTo>
                  <a:pt x="1435765" y="0"/>
                </a:lnTo>
                <a:lnTo>
                  <a:pt x="1435765" y="17574"/>
                </a:lnTo>
                <a:lnTo>
                  <a:pt x="1506060" y="17574"/>
                </a:lnTo>
                <a:lnTo>
                  <a:pt x="1506060" y="0"/>
                </a:lnTo>
                <a:close/>
                <a:moveTo>
                  <a:pt x="1383044" y="0"/>
                </a:moveTo>
                <a:lnTo>
                  <a:pt x="1312750" y="0"/>
                </a:lnTo>
                <a:lnTo>
                  <a:pt x="1312750" y="17574"/>
                </a:lnTo>
                <a:lnTo>
                  <a:pt x="1383044" y="17574"/>
                </a:lnTo>
                <a:lnTo>
                  <a:pt x="1383044" y="0"/>
                </a:lnTo>
                <a:close/>
                <a:moveTo>
                  <a:pt x="1260029" y="0"/>
                </a:moveTo>
                <a:lnTo>
                  <a:pt x="1189734" y="0"/>
                </a:lnTo>
                <a:lnTo>
                  <a:pt x="1189734" y="17574"/>
                </a:lnTo>
                <a:lnTo>
                  <a:pt x="1260029" y="17574"/>
                </a:lnTo>
                <a:lnTo>
                  <a:pt x="1260029" y="0"/>
                </a:lnTo>
                <a:close/>
                <a:moveTo>
                  <a:pt x="1137014" y="0"/>
                </a:moveTo>
                <a:lnTo>
                  <a:pt x="1066719" y="0"/>
                </a:lnTo>
                <a:lnTo>
                  <a:pt x="1066719" y="17574"/>
                </a:lnTo>
                <a:lnTo>
                  <a:pt x="1137014" y="17574"/>
                </a:lnTo>
                <a:lnTo>
                  <a:pt x="1137014" y="0"/>
                </a:lnTo>
                <a:close/>
                <a:moveTo>
                  <a:pt x="1013998" y="0"/>
                </a:moveTo>
                <a:lnTo>
                  <a:pt x="943704" y="0"/>
                </a:lnTo>
                <a:lnTo>
                  <a:pt x="943704" y="17574"/>
                </a:lnTo>
                <a:lnTo>
                  <a:pt x="1013998" y="17574"/>
                </a:lnTo>
                <a:lnTo>
                  <a:pt x="1013998" y="0"/>
                </a:lnTo>
                <a:close/>
                <a:moveTo>
                  <a:pt x="890983" y="0"/>
                </a:moveTo>
                <a:lnTo>
                  <a:pt x="820688" y="0"/>
                </a:lnTo>
                <a:lnTo>
                  <a:pt x="820688" y="17574"/>
                </a:lnTo>
                <a:lnTo>
                  <a:pt x="890983" y="17574"/>
                </a:lnTo>
                <a:lnTo>
                  <a:pt x="890983" y="0"/>
                </a:lnTo>
                <a:close/>
                <a:moveTo>
                  <a:pt x="767967" y="0"/>
                </a:moveTo>
                <a:lnTo>
                  <a:pt x="697673" y="0"/>
                </a:lnTo>
                <a:lnTo>
                  <a:pt x="697673" y="17574"/>
                </a:lnTo>
                <a:lnTo>
                  <a:pt x="767967" y="17574"/>
                </a:lnTo>
                <a:lnTo>
                  <a:pt x="767967" y="0"/>
                </a:lnTo>
                <a:close/>
                <a:moveTo>
                  <a:pt x="644952" y="0"/>
                </a:moveTo>
                <a:lnTo>
                  <a:pt x="574658" y="0"/>
                </a:lnTo>
                <a:lnTo>
                  <a:pt x="574658" y="17574"/>
                </a:lnTo>
                <a:lnTo>
                  <a:pt x="644952" y="17574"/>
                </a:lnTo>
                <a:lnTo>
                  <a:pt x="644952" y="0"/>
                </a:lnTo>
                <a:close/>
                <a:moveTo>
                  <a:pt x="521937" y="0"/>
                </a:moveTo>
                <a:lnTo>
                  <a:pt x="451642" y="0"/>
                </a:lnTo>
                <a:lnTo>
                  <a:pt x="451642" y="17574"/>
                </a:lnTo>
                <a:lnTo>
                  <a:pt x="521937" y="17574"/>
                </a:lnTo>
                <a:lnTo>
                  <a:pt x="521937" y="0"/>
                </a:lnTo>
                <a:close/>
                <a:moveTo>
                  <a:pt x="398921" y="0"/>
                </a:moveTo>
                <a:lnTo>
                  <a:pt x="328627" y="0"/>
                </a:lnTo>
                <a:lnTo>
                  <a:pt x="328627" y="17574"/>
                </a:lnTo>
                <a:lnTo>
                  <a:pt x="398921" y="17574"/>
                </a:lnTo>
                <a:lnTo>
                  <a:pt x="398921" y="0"/>
                </a:lnTo>
                <a:close/>
                <a:moveTo>
                  <a:pt x="275906" y="0"/>
                </a:moveTo>
                <a:lnTo>
                  <a:pt x="205611" y="0"/>
                </a:lnTo>
                <a:lnTo>
                  <a:pt x="205611" y="17574"/>
                </a:lnTo>
                <a:lnTo>
                  <a:pt x="275906" y="17574"/>
                </a:lnTo>
                <a:lnTo>
                  <a:pt x="275906" y="0"/>
                </a:lnTo>
                <a:close/>
                <a:moveTo>
                  <a:pt x="152891" y="0"/>
                </a:moveTo>
                <a:lnTo>
                  <a:pt x="82596" y="0"/>
                </a:lnTo>
                <a:lnTo>
                  <a:pt x="82596" y="17574"/>
                </a:lnTo>
                <a:lnTo>
                  <a:pt x="152891" y="17574"/>
                </a:lnTo>
                <a:lnTo>
                  <a:pt x="152891" y="0"/>
                </a:lnTo>
                <a:close/>
                <a:moveTo>
                  <a:pt x="29875" y="0"/>
                </a:moveTo>
                <a:lnTo>
                  <a:pt x="0" y="0"/>
                </a:lnTo>
                <a:lnTo>
                  <a:pt x="0" y="17574"/>
                </a:lnTo>
                <a:lnTo>
                  <a:pt x="29875" y="17574"/>
                </a:lnTo>
                <a:lnTo>
                  <a:pt x="29875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B691851-0648-40D2-AEFB-1A0C06315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0393" y="5055281"/>
            <a:ext cx="117158" cy="278835"/>
          </a:xfrm>
          <a:custGeom xmlns:a="http://schemas.openxmlformats.org/drawingml/2006/main">
            <a:pathLst>
              <a:path w="117158" h="278835">
                <a:moveTo>
                  <a:pt x="117158" y="117157"/>
                </a:moveTo>
                <a:lnTo>
                  <a:pt x="58579" y="0"/>
                </a:lnTo>
                <a:lnTo>
                  <a:pt x="0" y="117157"/>
                </a:lnTo>
                <a:lnTo>
                  <a:pt x="49792" y="117157"/>
                </a:lnTo>
                <a:lnTo>
                  <a:pt x="49792" y="155819"/>
                </a:lnTo>
                <a:lnTo>
                  <a:pt x="67366" y="155819"/>
                </a:lnTo>
                <a:lnTo>
                  <a:pt x="67366" y="117157"/>
                </a:lnTo>
                <a:lnTo>
                  <a:pt x="117158" y="117157"/>
                </a:lnTo>
                <a:close/>
                <a:moveTo>
                  <a:pt x="49792" y="208540"/>
                </a:moveTo>
                <a:lnTo>
                  <a:pt x="49792" y="278835"/>
                </a:lnTo>
                <a:lnTo>
                  <a:pt x="67366" y="278835"/>
                </a:lnTo>
                <a:lnTo>
                  <a:pt x="67366" y="208540"/>
                </a:lnTo>
                <a:lnTo>
                  <a:pt x="49792" y="20854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E9E4148-D7F6-4132-AEE9-CF122B2EF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6468" y="243622"/>
            <a:ext cx="17574" cy="279421"/>
          </a:xfrm>
          <a:custGeom xmlns:a="http://schemas.openxmlformats.org/drawingml/2006/main">
            <a:pathLst>
              <a:path w="17574" h="279421">
                <a:moveTo>
                  <a:pt x="17574" y="279421"/>
                </a:moveTo>
                <a:lnTo>
                  <a:pt x="17574" y="209126"/>
                </a:lnTo>
                <a:lnTo>
                  <a:pt x="0" y="209126"/>
                </a:lnTo>
                <a:lnTo>
                  <a:pt x="0" y="279421"/>
                </a:lnTo>
                <a:lnTo>
                  <a:pt x="17574" y="279421"/>
                </a:lnTo>
                <a:close/>
                <a:moveTo>
                  <a:pt x="17574" y="156405"/>
                </a:moveTo>
                <a:lnTo>
                  <a:pt x="17574" y="86111"/>
                </a:lnTo>
                <a:lnTo>
                  <a:pt x="0" y="86111"/>
                </a:lnTo>
                <a:lnTo>
                  <a:pt x="0" y="156405"/>
                </a:lnTo>
                <a:lnTo>
                  <a:pt x="17574" y="156405"/>
                </a:lnTo>
                <a:close/>
                <a:moveTo>
                  <a:pt x="17574" y="33390"/>
                </a:moveTo>
                <a:lnTo>
                  <a:pt x="17574" y="0"/>
                </a:lnTo>
                <a:lnTo>
                  <a:pt x="0" y="0"/>
                </a:lnTo>
                <a:lnTo>
                  <a:pt x="0" y="33390"/>
                </a:lnTo>
                <a:lnTo>
                  <a:pt x="17574" y="3339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F3911D0-8279-4703-BBCE-156087F6E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368" y="236007"/>
            <a:ext cx="2284571" cy="17574"/>
          </a:xfrm>
          <a:custGeom xmlns:a="http://schemas.openxmlformats.org/drawingml/2006/main">
            <a:pathLst>
              <a:path w="2284571" h="17574">
                <a:moveTo>
                  <a:pt x="2284571" y="0"/>
                </a:moveTo>
                <a:lnTo>
                  <a:pt x="2214277" y="0"/>
                </a:lnTo>
                <a:lnTo>
                  <a:pt x="2214277" y="17574"/>
                </a:lnTo>
                <a:lnTo>
                  <a:pt x="2284571" y="17574"/>
                </a:lnTo>
                <a:lnTo>
                  <a:pt x="2284571" y="0"/>
                </a:lnTo>
                <a:close/>
                <a:moveTo>
                  <a:pt x="2161556" y="0"/>
                </a:moveTo>
                <a:lnTo>
                  <a:pt x="2091261" y="0"/>
                </a:lnTo>
                <a:lnTo>
                  <a:pt x="2091261" y="17574"/>
                </a:lnTo>
                <a:lnTo>
                  <a:pt x="2161556" y="17574"/>
                </a:lnTo>
                <a:lnTo>
                  <a:pt x="2161556" y="0"/>
                </a:lnTo>
                <a:close/>
                <a:moveTo>
                  <a:pt x="2038541" y="0"/>
                </a:moveTo>
                <a:lnTo>
                  <a:pt x="1968246" y="0"/>
                </a:lnTo>
                <a:lnTo>
                  <a:pt x="1968246" y="17574"/>
                </a:lnTo>
                <a:lnTo>
                  <a:pt x="2038541" y="17574"/>
                </a:lnTo>
                <a:lnTo>
                  <a:pt x="2038541" y="0"/>
                </a:lnTo>
                <a:close/>
                <a:moveTo>
                  <a:pt x="1915525" y="0"/>
                </a:moveTo>
                <a:lnTo>
                  <a:pt x="1845231" y="0"/>
                </a:lnTo>
                <a:lnTo>
                  <a:pt x="1845231" y="17574"/>
                </a:lnTo>
                <a:lnTo>
                  <a:pt x="1915525" y="17574"/>
                </a:lnTo>
                <a:lnTo>
                  <a:pt x="1915525" y="0"/>
                </a:lnTo>
                <a:close/>
                <a:moveTo>
                  <a:pt x="1792510" y="0"/>
                </a:moveTo>
                <a:lnTo>
                  <a:pt x="1722215" y="0"/>
                </a:lnTo>
                <a:lnTo>
                  <a:pt x="1722215" y="17574"/>
                </a:lnTo>
                <a:lnTo>
                  <a:pt x="1792510" y="17574"/>
                </a:lnTo>
                <a:lnTo>
                  <a:pt x="1792510" y="0"/>
                </a:lnTo>
                <a:close/>
                <a:moveTo>
                  <a:pt x="1669494" y="0"/>
                </a:moveTo>
                <a:lnTo>
                  <a:pt x="1599200" y="0"/>
                </a:lnTo>
                <a:lnTo>
                  <a:pt x="1599200" y="17574"/>
                </a:lnTo>
                <a:lnTo>
                  <a:pt x="1669494" y="17574"/>
                </a:lnTo>
                <a:lnTo>
                  <a:pt x="1669494" y="0"/>
                </a:lnTo>
                <a:close/>
                <a:moveTo>
                  <a:pt x="1546479" y="0"/>
                </a:moveTo>
                <a:lnTo>
                  <a:pt x="1476185" y="0"/>
                </a:lnTo>
                <a:lnTo>
                  <a:pt x="1476185" y="17574"/>
                </a:lnTo>
                <a:lnTo>
                  <a:pt x="1546479" y="17574"/>
                </a:lnTo>
                <a:lnTo>
                  <a:pt x="1546479" y="0"/>
                </a:lnTo>
                <a:close/>
                <a:moveTo>
                  <a:pt x="1423464" y="0"/>
                </a:moveTo>
                <a:lnTo>
                  <a:pt x="1353169" y="0"/>
                </a:lnTo>
                <a:lnTo>
                  <a:pt x="1353169" y="17574"/>
                </a:lnTo>
                <a:lnTo>
                  <a:pt x="1423464" y="17574"/>
                </a:lnTo>
                <a:lnTo>
                  <a:pt x="1423464" y="0"/>
                </a:lnTo>
                <a:close/>
                <a:moveTo>
                  <a:pt x="1300448" y="0"/>
                </a:moveTo>
                <a:lnTo>
                  <a:pt x="1230154" y="0"/>
                </a:lnTo>
                <a:lnTo>
                  <a:pt x="1230154" y="17574"/>
                </a:lnTo>
                <a:lnTo>
                  <a:pt x="1300448" y="17574"/>
                </a:lnTo>
                <a:lnTo>
                  <a:pt x="1300448" y="0"/>
                </a:lnTo>
                <a:close/>
                <a:moveTo>
                  <a:pt x="1177433" y="0"/>
                </a:moveTo>
                <a:lnTo>
                  <a:pt x="1107138" y="0"/>
                </a:lnTo>
                <a:lnTo>
                  <a:pt x="1107138" y="17574"/>
                </a:lnTo>
                <a:lnTo>
                  <a:pt x="1177433" y="17574"/>
                </a:lnTo>
                <a:lnTo>
                  <a:pt x="1177433" y="0"/>
                </a:lnTo>
                <a:close/>
                <a:moveTo>
                  <a:pt x="1054418" y="0"/>
                </a:moveTo>
                <a:lnTo>
                  <a:pt x="984123" y="0"/>
                </a:lnTo>
                <a:lnTo>
                  <a:pt x="984123" y="17574"/>
                </a:lnTo>
                <a:lnTo>
                  <a:pt x="1054418" y="17574"/>
                </a:lnTo>
                <a:lnTo>
                  <a:pt x="1054418" y="0"/>
                </a:lnTo>
                <a:close/>
                <a:moveTo>
                  <a:pt x="931402" y="0"/>
                </a:moveTo>
                <a:lnTo>
                  <a:pt x="861108" y="0"/>
                </a:lnTo>
                <a:lnTo>
                  <a:pt x="861108" y="17574"/>
                </a:lnTo>
                <a:lnTo>
                  <a:pt x="931402" y="17574"/>
                </a:lnTo>
                <a:lnTo>
                  <a:pt x="931402" y="0"/>
                </a:lnTo>
                <a:close/>
                <a:moveTo>
                  <a:pt x="808387" y="0"/>
                </a:moveTo>
                <a:lnTo>
                  <a:pt x="738092" y="0"/>
                </a:lnTo>
                <a:lnTo>
                  <a:pt x="738092" y="17574"/>
                </a:lnTo>
                <a:lnTo>
                  <a:pt x="808387" y="17574"/>
                </a:lnTo>
                <a:lnTo>
                  <a:pt x="808387" y="0"/>
                </a:lnTo>
                <a:close/>
                <a:moveTo>
                  <a:pt x="685371" y="0"/>
                </a:moveTo>
                <a:lnTo>
                  <a:pt x="615077" y="0"/>
                </a:lnTo>
                <a:lnTo>
                  <a:pt x="615077" y="17574"/>
                </a:lnTo>
                <a:lnTo>
                  <a:pt x="685371" y="17574"/>
                </a:lnTo>
                <a:lnTo>
                  <a:pt x="685371" y="0"/>
                </a:lnTo>
                <a:close/>
                <a:moveTo>
                  <a:pt x="562356" y="0"/>
                </a:moveTo>
                <a:lnTo>
                  <a:pt x="492062" y="0"/>
                </a:lnTo>
                <a:lnTo>
                  <a:pt x="492062" y="17574"/>
                </a:lnTo>
                <a:lnTo>
                  <a:pt x="562356" y="17574"/>
                </a:lnTo>
                <a:lnTo>
                  <a:pt x="562356" y="0"/>
                </a:lnTo>
                <a:close/>
                <a:moveTo>
                  <a:pt x="439341" y="0"/>
                </a:moveTo>
                <a:lnTo>
                  <a:pt x="369046" y="0"/>
                </a:lnTo>
                <a:lnTo>
                  <a:pt x="369046" y="17574"/>
                </a:lnTo>
                <a:lnTo>
                  <a:pt x="439341" y="17574"/>
                </a:lnTo>
                <a:lnTo>
                  <a:pt x="439341" y="0"/>
                </a:lnTo>
                <a:close/>
                <a:moveTo>
                  <a:pt x="316325" y="0"/>
                </a:moveTo>
                <a:lnTo>
                  <a:pt x="246031" y="0"/>
                </a:lnTo>
                <a:lnTo>
                  <a:pt x="246031" y="17574"/>
                </a:lnTo>
                <a:lnTo>
                  <a:pt x="316325" y="17574"/>
                </a:lnTo>
                <a:lnTo>
                  <a:pt x="316325" y="0"/>
                </a:lnTo>
                <a:close/>
                <a:moveTo>
                  <a:pt x="193310" y="0"/>
                </a:moveTo>
                <a:lnTo>
                  <a:pt x="123015" y="0"/>
                </a:lnTo>
                <a:lnTo>
                  <a:pt x="123015" y="17574"/>
                </a:lnTo>
                <a:lnTo>
                  <a:pt x="193310" y="17574"/>
                </a:lnTo>
                <a:lnTo>
                  <a:pt x="193310" y="0"/>
                </a:lnTo>
                <a:close/>
                <a:moveTo>
                  <a:pt x="70295" y="0"/>
                </a:moveTo>
                <a:lnTo>
                  <a:pt x="0" y="0"/>
                </a:lnTo>
                <a:lnTo>
                  <a:pt x="0" y="17574"/>
                </a:lnTo>
                <a:lnTo>
                  <a:pt x="70295" y="17574"/>
                </a:lnTo>
                <a:lnTo>
                  <a:pt x="70295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BB98196-7D26-4C2B-858F-91EA017CC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2253" y="243037"/>
            <a:ext cx="17574" cy="562356"/>
          </a:xfrm>
          <a:custGeom xmlns:a="http://schemas.openxmlformats.org/drawingml/2006/main">
            <a:pathLst>
              <a:path w="17574" h="562356">
                <a:moveTo>
                  <a:pt x="17574" y="562356"/>
                </a:moveTo>
                <a:lnTo>
                  <a:pt x="17574" y="492061"/>
                </a:lnTo>
                <a:lnTo>
                  <a:pt x="0" y="492061"/>
                </a:lnTo>
                <a:lnTo>
                  <a:pt x="0" y="562356"/>
                </a:lnTo>
                <a:lnTo>
                  <a:pt x="17574" y="562356"/>
                </a:lnTo>
                <a:close/>
                <a:moveTo>
                  <a:pt x="17574" y="439341"/>
                </a:moveTo>
                <a:lnTo>
                  <a:pt x="17574" y="369046"/>
                </a:lnTo>
                <a:lnTo>
                  <a:pt x="0" y="369046"/>
                </a:lnTo>
                <a:lnTo>
                  <a:pt x="0" y="439341"/>
                </a:lnTo>
                <a:lnTo>
                  <a:pt x="17574" y="439341"/>
                </a:lnTo>
                <a:close/>
                <a:moveTo>
                  <a:pt x="17574" y="316325"/>
                </a:moveTo>
                <a:lnTo>
                  <a:pt x="17574" y="246031"/>
                </a:lnTo>
                <a:lnTo>
                  <a:pt x="0" y="246031"/>
                </a:lnTo>
                <a:lnTo>
                  <a:pt x="0" y="316325"/>
                </a:lnTo>
                <a:lnTo>
                  <a:pt x="17574" y="316325"/>
                </a:lnTo>
                <a:close/>
                <a:moveTo>
                  <a:pt x="17574" y="193310"/>
                </a:moveTo>
                <a:lnTo>
                  <a:pt x="17574" y="123015"/>
                </a:lnTo>
                <a:lnTo>
                  <a:pt x="0" y="123015"/>
                </a:lnTo>
                <a:lnTo>
                  <a:pt x="0" y="193310"/>
                </a:lnTo>
                <a:lnTo>
                  <a:pt x="17574" y="193310"/>
                </a:lnTo>
                <a:close/>
                <a:moveTo>
                  <a:pt x="17574" y="70294"/>
                </a:moveTo>
                <a:lnTo>
                  <a:pt x="17574" y="0"/>
                </a:lnTo>
                <a:lnTo>
                  <a:pt x="0" y="0"/>
                </a:lnTo>
                <a:lnTo>
                  <a:pt x="0" y="70294"/>
                </a:lnTo>
                <a:lnTo>
                  <a:pt x="17574" y="70294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98D5D8F-0BED-41C9-82EE-6F50F37A3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4974" y="1569259"/>
            <a:ext cx="17574" cy="3760170"/>
          </a:xfrm>
          <a:custGeom xmlns:a="http://schemas.openxmlformats.org/drawingml/2006/main">
            <a:pathLst>
              <a:path w="17574" h="3760170">
                <a:moveTo>
                  <a:pt x="17574" y="3760170"/>
                </a:moveTo>
                <a:lnTo>
                  <a:pt x="17574" y="3689875"/>
                </a:lnTo>
                <a:lnTo>
                  <a:pt x="0" y="3689875"/>
                </a:lnTo>
                <a:lnTo>
                  <a:pt x="0" y="3760170"/>
                </a:lnTo>
                <a:lnTo>
                  <a:pt x="17574" y="3760170"/>
                </a:lnTo>
                <a:close/>
                <a:moveTo>
                  <a:pt x="17574" y="3637155"/>
                </a:moveTo>
                <a:lnTo>
                  <a:pt x="17574" y="3566860"/>
                </a:lnTo>
                <a:lnTo>
                  <a:pt x="0" y="3566860"/>
                </a:lnTo>
                <a:lnTo>
                  <a:pt x="0" y="3637155"/>
                </a:lnTo>
                <a:lnTo>
                  <a:pt x="17574" y="3637155"/>
                </a:lnTo>
                <a:close/>
                <a:moveTo>
                  <a:pt x="17574" y="3514139"/>
                </a:moveTo>
                <a:lnTo>
                  <a:pt x="17574" y="3443845"/>
                </a:lnTo>
                <a:lnTo>
                  <a:pt x="0" y="3443845"/>
                </a:lnTo>
                <a:lnTo>
                  <a:pt x="0" y="3514139"/>
                </a:lnTo>
                <a:lnTo>
                  <a:pt x="17574" y="3514139"/>
                </a:lnTo>
                <a:close/>
                <a:moveTo>
                  <a:pt x="17574" y="3391124"/>
                </a:moveTo>
                <a:lnTo>
                  <a:pt x="17574" y="3320829"/>
                </a:lnTo>
                <a:lnTo>
                  <a:pt x="0" y="3320829"/>
                </a:lnTo>
                <a:lnTo>
                  <a:pt x="0" y="3391124"/>
                </a:lnTo>
                <a:lnTo>
                  <a:pt x="17574" y="3391124"/>
                </a:lnTo>
                <a:close/>
                <a:moveTo>
                  <a:pt x="17574" y="3268108"/>
                </a:moveTo>
                <a:lnTo>
                  <a:pt x="17574" y="3197814"/>
                </a:lnTo>
                <a:lnTo>
                  <a:pt x="0" y="3197814"/>
                </a:lnTo>
                <a:lnTo>
                  <a:pt x="0" y="3268108"/>
                </a:lnTo>
                <a:lnTo>
                  <a:pt x="17574" y="3268108"/>
                </a:lnTo>
                <a:close/>
                <a:moveTo>
                  <a:pt x="17574" y="3145093"/>
                </a:moveTo>
                <a:lnTo>
                  <a:pt x="17574" y="3074799"/>
                </a:lnTo>
                <a:lnTo>
                  <a:pt x="0" y="3074799"/>
                </a:lnTo>
                <a:lnTo>
                  <a:pt x="0" y="3145093"/>
                </a:lnTo>
                <a:lnTo>
                  <a:pt x="17574" y="3145093"/>
                </a:lnTo>
                <a:close/>
                <a:moveTo>
                  <a:pt x="17574" y="3022078"/>
                </a:moveTo>
                <a:lnTo>
                  <a:pt x="17574" y="2951783"/>
                </a:lnTo>
                <a:lnTo>
                  <a:pt x="0" y="2951783"/>
                </a:lnTo>
                <a:lnTo>
                  <a:pt x="0" y="3022078"/>
                </a:lnTo>
                <a:lnTo>
                  <a:pt x="17574" y="3022078"/>
                </a:lnTo>
                <a:close/>
                <a:moveTo>
                  <a:pt x="17574" y="2899062"/>
                </a:moveTo>
                <a:lnTo>
                  <a:pt x="17574" y="2828768"/>
                </a:lnTo>
                <a:lnTo>
                  <a:pt x="0" y="2828768"/>
                </a:lnTo>
                <a:lnTo>
                  <a:pt x="0" y="2899062"/>
                </a:lnTo>
                <a:lnTo>
                  <a:pt x="17574" y="2899062"/>
                </a:lnTo>
                <a:close/>
                <a:moveTo>
                  <a:pt x="17574" y="2776047"/>
                </a:moveTo>
                <a:lnTo>
                  <a:pt x="17574" y="2705752"/>
                </a:lnTo>
                <a:lnTo>
                  <a:pt x="0" y="2705752"/>
                </a:lnTo>
                <a:lnTo>
                  <a:pt x="0" y="2776047"/>
                </a:lnTo>
                <a:lnTo>
                  <a:pt x="17574" y="2776047"/>
                </a:lnTo>
                <a:close/>
                <a:moveTo>
                  <a:pt x="17574" y="2653032"/>
                </a:moveTo>
                <a:lnTo>
                  <a:pt x="17574" y="2582737"/>
                </a:lnTo>
                <a:lnTo>
                  <a:pt x="0" y="2582737"/>
                </a:lnTo>
                <a:lnTo>
                  <a:pt x="0" y="2653032"/>
                </a:lnTo>
                <a:lnTo>
                  <a:pt x="17574" y="2653032"/>
                </a:lnTo>
                <a:close/>
                <a:moveTo>
                  <a:pt x="17574" y="2530016"/>
                </a:moveTo>
                <a:lnTo>
                  <a:pt x="17574" y="2459722"/>
                </a:lnTo>
                <a:lnTo>
                  <a:pt x="0" y="2459722"/>
                </a:lnTo>
                <a:lnTo>
                  <a:pt x="0" y="2530016"/>
                </a:lnTo>
                <a:lnTo>
                  <a:pt x="17574" y="2530016"/>
                </a:lnTo>
                <a:close/>
                <a:moveTo>
                  <a:pt x="17574" y="2407001"/>
                </a:moveTo>
                <a:lnTo>
                  <a:pt x="17574" y="2336706"/>
                </a:lnTo>
                <a:lnTo>
                  <a:pt x="0" y="2336706"/>
                </a:lnTo>
                <a:lnTo>
                  <a:pt x="0" y="2407001"/>
                </a:lnTo>
                <a:lnTo>
                  <a:pt x="17574" y="2407001"/>
                </a:lnTo>
                <a:close/>
                <a:moveTo>
                  <a:pt x="17574" y="2283985"/>
                </a:moveTo>
                <a:lnTo>
                  <a:pt x="17574" y="2213691"/>
                </a:lnTo>
                <a:lnTo>
                  <a:pt x="0" y="2213691"/>
                </a:lnTo>
                <a:lnTo>
                  <a:pt x="0" y="2283985"/>
                </a:lnTo>
                <a:lnTo>
                  <a:pt x="17574" y="2283985"/>
                </a:lnTo>
                <a:close/>
                <a:moveTo>
                  <a:pt x="17574" y="2160970"/>
                </a:moveTo>
                <a:lnTo>
                  <a:pt x="17574" y="2090676"/>
                </a:lnTo>
                <a:lnTo>
                  <a:pt x="0" y="2090676"/>
                </a:lnTo>
                <a:lnTo>
                  <a:pt x="0" y="2160970"/>
                </a:lnTo>
                <a:lnTo>
                  <a:pt x="17574" y="2160970"/>
                </a:lnTo>
                <a:close/>
                <a:moveTo>
                  <a:pt x="17574" y="2037955"/>
                </a:moveTo>
                <a:lnTo>
                  <a:pt x="17574" y="1967660"/>
                </a:lnTo>
                <a:lnTo>
                  <a:pt x="0" y="1967660"/>
                </a:lnTo>
                <a:lnTo>
                  <a:pt x="0" y="2037955"/>
                </a:lnTo>
                <a:lnTo>
                  <a:pt x="17574" y="2037955"/>
                </a:lnTo>
                <a:close/>
                <a:moveTo>
                  <a:pt x="17574" y="1914939"/>
                </a:moveTo>
                <a:lnTo>
                  <a:pt x="17574" y="1844645"/>
                </a:lnTo>
                <a:lnTo>
                  <a:pt x="0" y="1844645"/>
                </a:lnTo>
                <a:lnTo>
                  <a:pt x="0" y="1914939"/>
                </a:lnTo>
                <a:lnTo>
                  <a:pt x="17574" y="1914939"/>
                </a:lnTo>
                <a:close/>
                <a:moveTo>
                  <a:pt x="17574" y="1791924"/>
                </a:moveTo>
                <a:lnTo>
                  <a:pt x="17574" y="1721629"/>
                </a:lnTo>
                <a:lnTo>
                  <a:pt x="0" y="1721629"/>
                </a:lnTo>
                <a:lnTo>
                  <a:pt x="0" y="1791924"/>
                </a:lnTo>
                <a:lnTo>
                  <a:pt x="17574" y="1791924"/>
                </a:lnTo>
                <a:close/>
                <a:moveTo>
                  <a:pt x="17574" y="1668909"/>
                </a:moveTo>
                <a:lnTo>
                  <a:pt x="17574" y="1598614"/>
                </a:lnTo>
                <a:lnTo>
                  <a:pt x="0" y="1598614"/>
                </a:lnTo>
                <a:lnTo>
                  <a:pt x="0" y="1668909"/>
                </a:lnTo>
                <a:lnTo>
                  <a:pt x="17574" y="1668909"/>
                </a:lnTo>
                <a:close/>
                <a:moveTo>
                  <a:pt x="17574" y="1545893"/>
                </a:moveTo>
                <a:lnTo>
                  <a:pt x="17574" y="1475599"/>
                </a:lnTo>
                <a:lnTo>
                  <a:pt x="0" y="1475599"/>
                </a:lnTo>
                <a:lnTo>
                  <a:pt x="0" y="1545893"/>
                </a:lnTo>
                <a:lnTo>
                  <a:pt x="17574" y="1545893"/>
                </a:lnTo>
                <a:close/>
                <a:moveTo>
                  <a:pt x="17574" y="1422878"/>
                </a:moveTo>
                <a:lnTo>
                  <a:pt x="17574" y="1352583"/>
                </a:lnTo>
                <a:lnTo>
                  <a:pt x="0" y="1352583"/>
                </a:lnTo>
                <a:lnTo>
                  <a:pt x="0" y="1422878"/>
                </a:lnTo>
                <a:lnTo>
                  <a:pt x="17574" y="1422878"/>
                </a:lnTo>
                <a:close/>
                <a:moveTo>
                  <a:pt x="17574" y="1299862"/>
                </a:moveTo>
                <a:lnTo>
                  <a:pt x="17574" y="1229568"/>
                </a:lnTo>
                <a:lnTo>
                  <a:pt x="0" y="1229568"/>
                </a:lnTo>
                <a:lnTo>
                  <a:pt x="0" y="1299862"/>
                </a:lnTo>
                <a:lnTo>
                  <a:pt x="17574" y="1299862"/>
                </a:lnTo>
                <a:close/>
                <a:moveTo>
                  <a:pt x="17574" y="1176847"/>
                </a:moveTo>
                <a:lnTo>
                  <a:pt x="17574" y="1106553"/>
                </a:lnTo>
                <a:lnTo>
                  <a:pt x="0" y="1106553"/>
                </a:lnTo>
                <a:lnTo>
                  <a:pt x="0" y="1176847"/>
                </a:lnTo>
                <a:lnTo>
                  <a:pt x="17574" y="1176847"/>
                </a:lnTo>
                <a:close/>
                <a:moveTo>
                  <a:pt x="17574" y="1053832"/>
                </a:moveTo>
                <a:lnTo>
                  <a:pt x="17574" y="983537"/>
                </a:lnTo>
                <a:lnTo>
                  <a:pt x="0" y="983537"/>
                </a:lnTo>
                <a:lnTo>
                  <a:pt x="0" y="1053832"/>
                </a:lnTo>
                <a:lnTo>
                  <a:pt x="17574" y="1053832"/>
                </a:lnTo>
                <a:close/>
                <a:moveTo>
                  <a:pt x="17574" y="930816"/>
                </a:moveTo>
                <a:lnTo>
                  <a:pt x="17574" y="860522"/>
                </a:lnTo>
                <a:lnTo>
                  <a:pt x="0" y="860522"/>
                </a:lnTo>
                <a:lnTo>
                  <a:pt x="0" y="930816"/>
                </a:lnTo>
                <a:lnTo>
                  <a:pt x="17574" y="930816"/>
                </a:lnTo>
                <a:close/>
                <a:moveTo>
                  <a:pt x="17574" y="807801"/>
                </a:moveTo>
                <a:lnTo>
                  <a:pt x="17574" y="737506"/>
                </a:lnTo>
                <a:lnTo>
                  <a:pt x="0" y="737506"/>
                </a:lnTo>
                <a:lnTo>
                  <a:pt x="0" y="807801"/>
                </a:lnTo>
                <a:lnTo>
                  <a:pt x="17574" y="807801"/>
                </a:lnTo>
                <a:close/>
                <a:moveTo>
                  <a:pt x="17574" y="684786"/>
                </a:moveTo>
                <a:lnTo>
                  <a:pt x="17574" y="614491"/>
                </a:lnTo>
                <a:lnTo>
                  <a:pt x="0" y="614491"/>
                </a:lnTo>
                <a:lnTo>
                  <a:pt x="0" y="684786"/>
                </a:lnTo>
                <a:lnTo>
                  <a:pt x="17574" y="684786"/>
                </a:lnTo>
                <a:close/>
                <a:moveTo>
                  <a:pt x="17574" y="561770"/>
                </a:moveTo>
                <a:lnTo>
                  <a:pt x="17574" y="491476"/>
                </a:lnTo>
                <a:lnTo>
                  <a:pt x="0" y="491476"/>
                </a:lnTo>
                <a:lnTo>
                  <a:pt x="0" y="561770"/>
                </a:lnTo>
                <a:lnTo>
                  <a:pt x="17574" y="561770"/>
                </a:lnTo>
                <a:close/>
                <a:moveTo>
                  <a:pt x="17574" y="438755"/>
                </a:moveTo>
                <a:lnTo>
                  <a:pt x="17574" y="368460"/>
                </a:lnTo>
                <a:lnTo>
                  <a:pt x="0" y="368460"/>
                </a:lnTo>
                <a:lnTo>
                  <a:pt x="0" y="438755"/>
                </a:lnTo>
                <a:lnTo>
                  <a:pt x="17574" y="438755"/>
                </a:lnTo>
                <a:close/>
                <a:moveTo>
                  <a:pt x="17574" y="315739"/>
                </a:moveTo>
                <a:lnTo>
                  <a:pt x="17574" y="245445"/>
                </a:lnTo>
                <a:lnTo>
                  <a:pt x="0" y="245445"/>
                </a:lnTo>
                <a:lnTo>
                  <a:pt x="0" y="315739"/>
                </a:lnTo>
                <a:lnTo>
                  <a:pt x="17574" y="315739"/>
                </a:lnTo>
                <a:close/>
                <a:moveTo>
                  <a:pt x="17574" y="192724"/>
                </a:moveTo>
                <a:lnTo>
                  <a:pt x="17574" y="122430"/>
                </a:lnTo>
                <a:lnTo>
                  <a:pt x="0" y="122430"/>
                </a:lnTo>
                <a:lnTo>
                  <a:pt x="0" y="192724"/>
                </a:lnTo>
                <a:lnTo>
                  <a:pt x="17574" y="192724"/>
                </a:lnTo>
                <a:close/>
                <a:moveTo>
                  <a:pt x="17574" y="69709"/>
                </a:moveTo>
                <a:lnTo>
                  <a:pt x="17574" y="0"/>
                </a:lnTo>
                <a:lnTo>
                  <a:pt x="0" y="0"/>
                </a:lnTo>
                <a:lnTo>
                  <a:pt x="0" y="69709"/>
                </a:lnTo>
                <a:lnTo>
                  <a:pt x="17574" y="6970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A3C6C5F-AD96-42ED-89B0-8F27DC22B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7256" y="5066411"/>
            <a:ext cx="117157" cy="251303"/>
          </a:xfrm>
          <a:custGeom xmlns:a="http://schemas.openxmlformats.org/drawingml/2006/main">
            <a:pathLst>
              <a:path w="117157" h="251303">
                <a:moveTo>
                  <a:pt x="117157" y="117157"/>
                </a:moveTo>
                <a:lnTo>
                  <a:pt x="58579" y="0"/>
                </a:lnTo>
                <a:lnTo>
                  <a:pt x="0" y="117157"/>
                </a:lnTo>
                <a:lnTo>
                  <a:pt x="49792" y="117157"/>
                </a:lnTo>
                <a:lnTo>
                  <a:pt x="49792" y="128287"/>
                </a:lnTo>
                <a:lnTo>
                  <a:pt x="67366" y="128287"/>
                </a:lnTo>
                <a:lnTo>
                  <a:pt x="67366" y="117157"/>
                </a:lnTo>
                <a:lnTo>
                  <a:pt x="117157" y="117157"/>
                </a:lnTo>
                <a:close/>
                <a:moveTo>
                  <a:pt x="49792" y="181008"/>
                </a:moveTo>
                <a:lnTo>
                  <a:pt x="49792" y="251303"/>
                </a:lnTo>
                <a:lnTo>
                  <a:pt x="67366" y="251303"/>
                </a:lnTo>
                <a:lnTo>
                  <a:pt x="67366" y="181008"/>
                </a:lnTo>
                <a:lnTo>
                  <a:pt x="49792" y="18100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A1364D7-BF8F-4409-A1B9-CF80429F1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0018" y="5318299"/>
            <a:ext cx="2604411" cy="17574"/>
          </a:xfrm>
          <a:custGeom xmlns:a="http://schemas.openxmlformats.org/drawingml/2006/main">
            <a:pathLst>
              <a:path w="2604411" h="17574">
                <a:moveTo>
                  <a:pt x="2604411" y="0"/>
                </a:moveTo>
                <a:lnTo>
                  <a:pt x="2534117" y="0"/>
                </a:lnTo>
                <a:lnTo>
                  <a:pt x="2534117" y="17574"/>
                </a:lnTo>
                <a:lnTo>
                  <a:pt x="2604411" y="17574"/>
                </a:lnTo>
                <a:lnTo>
                  <a:pt x="2604411" y="0"/>
                </a:lnTo>
                <a:close/>
                <a:moveTo>
                  <a:pt x="2481396" y="0"/>
                </a:moveTo>
                <a:lnTo>
                  <a:pt x="2411101" y="0"/>
                </a:lnTo>
                <a:lnTo>
                  <a:pt x="2411101" y="17574"/>
                </a:lnTo>
                <a:lnTo>
                  <a:pt x="2481396" y="17574"/>
                </a:lnTo>
                <a:lnTo>
                  <a:pt x="2481396" y="0"/>
                </a:lnTo>
                <a:close/>
                <a:moveTo>
                  <a:pt x="2358380" y="0"/>
                </a:moveTo>
                <a:lnTo>
                  <a:pt x="2288086" y="0"/>
                </a:lnTo>
                <a:lnTo>
                  <a:pt x="2288086" y="17574"/>
                </a:lnTo>
                <a:lnTo>
                  <a:pt x="2358380" y="17574"/>
                </a:lnTo>
                <a:lnTo>
                  <a:pt x="2358380" y="0"/>
                </a:lnTo>
                <a:close/>
                <a:moveTo>
                  <a:pt x="2235365" y="0"/>
                </a:moveTo>
                <a:lnTo>
                  <a:pt x="2165071" y="0"/>
                </a:lnTo>
                <a:lnTo>
                  <a:pt x="2165071" y="17574"/>
                </a:lnTo>
                <a:lnTo>
                  <a:pt x="2235365" y="17574"/>
                </a:lnTo>
                <a:lnTo>
                  <a:pt x="2235365" y="0"/>
                </a:lnTo>
                <a:close/>
                <a:moveTo>
                  <a:pt x="2112350" y="0"/>
                </a:moveTo>
                <a:lnTo>
                  <a:pt x="2042055" y="0"/>
                </a:lnTo>
                <a:lnTo>
                  <a:pt x="2042055" y="17574"/>
                </a:lnTo>
                <a:lnTo>
                  <a:pt x="2112350" y="17574"/>
                </a:lnTo>
                <a:lnTo>
                  <a:pt x="2112350" y="0"/>
                </a:lnTo>
                <a:close/>
                <a:moveTo>
                  <a:pt x="1989334" y="0"/>
                </a:moveTo>
                <a:lnTo>
                  <a:pt x="1919040" y="0"/>
                </a:lnTo>
                <a:lnTo>
                  <a:pt x="1919040" y="17574"/>
                </a:lnTo>
                <a:lnTo>
                  <a:pt x="1989334" y="17574"/>
                </a:lnTo>
                <a:lnTo>
                  <a:pt x="1989334" y="0"/>
                </a:lnTo>
                <a:close/>
                <a:moveTo>
                  <a:pt x="1866319" y="0"/>
                </a:moveTo>
                <a:lnTo>
                  <a:pt x="1796024" y="0"/>
                </a:lnTo>
                <a:lnTo>
                  <a:pt x="1796024" y="17574"/>
                </a:lnTo>
                <a:lnTo>
                  <a:pt x="1866319" y="17574"/>
                </a:lnTo>
                <a:lnTo>
                  <a:pt x="1866319" y="0"/>
                </a:lnTo>
                <a:close/>
                <a:moveTo>
                  <a:pt x="1743304" y="0"/>
                </a:moveTo>
                <a:lnTo>
                  <a:pt x="1673009" y="0"/>
                </a:lnTo>
                <a:lnTo>
                  <a:pt x="1673009" y="17574"/>
                </a:lnTo>
                <a:lnTo>
                  <a:pt x="1743304" y="17574"/>
                </a:lnTo>
                <a:lnTo>
                  <a:pt x="1743304" y="0"/>
                </a:lnTo>
                <a:close/>
                <a:moveTo>
                  <a:pt x="1620288" y="0"/>
                </a:moveTo>
                <a:lnTo>
                  <a:pt x="1549994" y="0"/>
                </a:lnTo>
                <a:lnTo>
                  <a:pt x="1549994" y="17574"/>
                </a:lnTo>
                <a:lnTo>
                  <a:pt x="1620288" y="17574"/>
                </a:lnTo>
                <a:lnTo>
                  <a:pt x="1620288" y="0"/>
                </a:lnTo>
                <a:close/>
                <a:moveTo>
                  <a:pt x="1497273" y="0"/>
                </a:moveTo>
                <a:lnTo>
                  <a:pt x="1426978" y="0"/>
                </a:lnTo>
                <a:lnTo>
                  <a:pt x="1426978" y="17574"/>
                </a:lnTo>
                <a:lnTo>
                  <a:pt x="1497273" y="17574"/>
                </a:lnTo>
                <a:lnTo>
                  <a:pt x="1497273" y="0"/>
                </a:lnTo>
                <a:close/>
                <a:moveTo>
                  <a:pt x="1374257" y="0"/>
                </a:moveTo>
                <a:lnTo>
                  <a:pt x="1303963" y="0"/>
                </a:lnTo>
                <a:lnTo>
                  <a:pt x="1303963" y="17574"/>
                </a:lnTo>
                <a:lnTo>
                  <a:pt x="1374257" y="17574"/>
                </a:lnTo>
                <a:lnTo>
                  <a:pt x="1374257" y="0"/>
                </a:lnTo>
                <a:close/>
                <a:moveTo>
                  <a:pt x="1251242" y="0"/>
                </a:moveTo>
                <a:lnTo>
                  <a:pt x="1180948" y="0"/>
                </a:lnTo>
                <a:lnTo>
                  <a:pt x="1180948" y="17574"/>
                </a:lnTo>
                <a:lnTo>
                  <a:pt x="1251242" y="17574"/>
                </a:lnTo>
                <a:lnTo>
                  <a:pt x="1251242" y="0"/>
                </a:lnTo>
                <a:close/>
                <a:moveTo>
                  <a:pt x="1128227" y="0"/>
                </a:moveTo>
                <a:lnTo>
                  <a:pt x="1057932" y="0"/>
                </a:lnTo>
                <a:lnTo>
                  <a:pt x="1057932" y="17574"/>
                </a:lnTo>
                <a:lnTo>
                  <a:pt x="1128227" y="17574"/>
                </a:lnTo>
                <a:lnTo>
                  <a:pt x="1128227" y="0"/>
                </a:lnTo>
                <a:close/>
                <a:moveTo>
                  <a:pt x="1005211" y="0"/>
                </a:moveTo>
                <a:lnTo>
                  <a:pt x="934917" y="0"/>
                </a:lnTo>
                <a:lnTo>
                  <a:pt x="934917" y="17574"/>
                </a:lnTo>
                <a:lnTo>
                  <a:pt x="1005211" y="17574"/>
                </a:lnTo>
                <a:lnTo>
                  <a:pt x="1005211" y="0"/>
                </a:lnTo>
                <a:close/>
                <a:moveTo>
                  <a:pt x="882196" y="0"/>
                </a:moveTo>
                <a:lnTo>
                  <a:pt x="811901" y="0"/>
                </a:lnTo>
                <a:lnTo>
                  <a:pt x="811901" y="17574"/>
                </a:lnTo>
                <a:lnTo>
                  <a:pt x="882196" y="17574"/>
                </a:lnTo>
                <a:lnTo>
                  <a:pt x="882196" y="0"/>
                </a:lnTo>
                <a:close/>
                <a:moveTo>
                  <a:pt x="759181" y="0"/>
                </a:moveTo>
                <a:lnTo>
                  <a:pt x="688886" y="0"/>
                </a:lnTo>
                <a:lnTo>
                  <a:pt x="688886" y="17574"/>
                </a:lnTo>
                <a:lnTo>
                  <a:pt x="759181" y="17574"/>
                </a:lnTo>
                <a:lnTo>
                  <a:pt x="759181" y="0"/>
                </a:lnTo>
                <a:close/>
                <a:moveTo>
                  <a:pt x="636165" y="0"/>
                </a:moveTo>
                <a:lnTo>
                  <a:pt x="565871" y="0"/>
                </a:lnTo>
                <a:lnTo>
                  <a:pt x="565871" y="17574"/>
                </a:lnTo>
                <a:lnTo>
                  <a:pt x="636165" y="17574"/>
                </a:lnTo>
                <a:lnTo>
                  <a:pt x="636165" y="0"/>
                </a:lnTo>
                <a:close/>
                <a:moveTo>
                  <a:pt x="513150" y="0"/>
                </a:moveTo>
                <a:lnTo>
                  <a:pt x="442855" y="0"/>
                </a:lnTo>
                <a:lnTo>
                  <a:pt x="442855" y="17574"/>
                </a:lnTo>
                <a:lnTo>
                  <a:pt x="513150" y="17574"/>
                </a:lnTo>
                <a:lnTo>
                  <a:pt x="513150" y="0"/>
                </a:lnTo>
                <a:close/>
                <a:moveTo>
                  <a:pt x="390134" y="0"/>
                </a:moveTo>
                <a:lnTo>
                  <a:pt x="319840" y="0"/>
                </a:lnTo>
                <a:lnTo>
                  <a:pt x="319840" y="17574"/>
                </a:lnTo>
                <a:lnTo>
                  <a:pt x="390134" y="17574"/>
                </a:lnTo>
                <a:lnTo>
                  <a:pt x="390134" y="0"/>
                </a:lnTo>
                <a:close/>
                <a:moveTo>
                  <a:pt x="267119" y="0"/>
                </a:moveTo>
                <a:lnTo>
                  <a:pt x="196825" y="0"/>
                </a:lnTo>
                <a:lnTo>
                  <a:pt x="196825" y="17574"/>
                </a:lnTo>
                <a:lnTo>
                  <a:pt x="267119" y="17574"/>
                </a:lnTo>
                <a:lnTo>
                  <a:pt x="267119" y="0"/>
                </a:lnTo>
                <a:close/>
                <a:moveTo>
                  <a:pt x="144104" y="0"/>
                </a:moveTo>
                <a:lnTo>
                  <a:pt x="73809" y="0"/>
                </a:lnTo>
                <a:lnTo>
                  <a:pt x="73809" y="17574"/>
                </a:lnTo>
                <a:lnTo>
                  <a:pt x="144104" y="17574"/>
                </a:lnTo>
                <a:lnTo>
                  <a:pt x="144104" y="0"/>
                </a:lnTo>
                <a:close/>
                <a:moveTo>
                  <a:pt x="21088" y="0"/>
                </a:moveTo>
                <a:lnTo>
                  <a:pt x="0" y="0"/>
                </a:lnTo>
                <a:lnTo>
                  <a:pt x="0" y="17574"/>
                </a:lnTo>
                <a:lnTo>
                  <a:pt x="21088" y="17574"/>
                </a:lnTo>
                <a:lnTo>
                  <a:pt x="21088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29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14f7056a774ece"/>
          <a:stretch xmlns:a="http://schemas.openxmlformats.org/drawingml/2006/main"/>
        </p:blipFill>
        <p:spPr>
          <a:xfrm xmlns:a="http://schemas.openxmlformats.org/drawingml/2006/main">
            <a:off x="2675789" y="5095114"/>
            <a:ext cx="296249" cy="311639"/>
          </a:xfrm>
          <a:prstGeom xmlns:a="http://schemas.openxmlformats.org/drawingml/2006/main" prst="rect">
            <a:avLst/>
          </a:prstGeom>
        </p:spPr>
      </p:pic>
      <p:sp>
        <p:nvSpPr>
          <p:cNvPr id="123" name="Text Correct">
            <a:extLst xmlns:a="http://schemas.openxmlformats.org/drawingml/2006/main">
              <a:ext uri="{FF2B5EF4-FFF2-40B4-BE49-F238E27FC236}">
                <a16:creationId xmlns:a16="http://schemas.microsoft.com/office/drawing/2014/main" id="{3FB8EA7E-7D5E-43CA-94D7-66F24C113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5662" y="1765438"/>
            <a:ext cx="582836" cy="127956"/>
          </a:xfrm>
          <a:custGeom xmlns:a="http://schemas.openxmlformats.org/drawingml/2006/main">
            <a:pathLst>
              <a:path w="582836" h="127956">
                <a:moveTo>
                  <a:pt x="81499" y="32310"/>
                </a:moveTo>
                <a:cubicBezTo>
                  <a:pt x="78070" y="32310"/>
                  <a:pt x="75498" y="30301"/>
                  <a:pt x="73783" y="26282"/>
                </a:cubicBezTo>
                <a:cubicBezTo>
                  <a:pt x="72283" y="22853"/>
                  <a:pt x="70890" y="20763"/>
                  <a:pt x="69604" y="20013"/>
                </a:cubicBezTo>
                <a:cubicBezTo>
                  <a:pt x="68479" y="19424"/>
                  <a:pt x="65692" y="19129"/>
                  <a:pt x="61245" y="19129"/>
                </a:cubicBezTo>
                <a:cubicBezTo>
                  <a:pt x="53476" y="19129"/>
                  <a:pt x="44849" y="25072"/>
                  <a:pt x="35365" y="36957"/>
                </a:cubicBezTo>
                <a:cubicBezTo>
                  <a:pt x="22505" y="52910"/>
                  <a:pt x="16075" y="68033"/>
                  <a:pt x="16075" y="82326"/>
                </a:cubicBezTo>
                <a:cubicBezTo>
                  <a:pt x="16075" y="89231"/>
                  <a:pt x="18299" y="95174"/>
                  <a:pt x="22746" y="100154"/>
                </a:cubicBezTo>
                <a:cubicBezTo>
                  <a:pt x="27300" y="105293"/>
                  <a:pt x="32793" y="107862"/>
                  <a:pt x="39223" y="107862"/>
                </a:cubicBezTo>
                <a:cubicBezTo>
                  <a:pt x="44742" y="107862"/>
                  <a:pt x="50287" y="106435"/>
                  <a:pt x="55860" y="103582"/>
                </a:cubicBezTo>
                <a:cubicBezTo>
                  <a:pt x="58968" y="101968"/>
                  <a:pt x="63737" y="98792"/>
                  <a:pt x="70167" y="94053"/>
                </a:cubicBezTo>
                <a:cubicBezTo>
                  <a:pt x="73221" y="91792"/>
                  <a:pt x="75525" y="90662"/>
                  <a:pt x="77079" y="90662"/>
                </a:cubicBezTo>
                <a:cubicBezTo>
                  <a:pt x="79383" y="90662"/>
                  <a:pt x="81312" y="91537"/>
                  <a:pt x="82866" y="93287"/>
                </a:cubicBezTo>
                <a:cubicBezTo>
                  <a:pt x="84420" y="95037"/>
                  <a:pt x="85197" y="96988"/>
                  <a:pt x="85197" y="99142"/>
                </a:cubicBezTo>
                <a:cubicBezTo>
                  <a:pt x="85197" y="101564"/>
                  <a:pt x="84179" y="103691"/>
                  <a:pt x="82142" y="105521"/>
                </a:cubicBezTo>
                <a:cubicBezTo>
                  <a:pt x="67997" y="118120"/>
                  <a:pt x="53690" y="124419"/>
                  <a:pt x="39223" y="124419"/>
                </a:cubicBezTo>
                <a:cubicBezTo>
                  <a:pt x="28131" y="124419"/>
                  <a:pt x="18754" y="120157"/>
                  <a:pt x="11092" y="111632"/>
                </a:cubicBezTo>
                <a:cubicBezTo>
                  <a:pt x="3697" y="103374"/>
                  <a:pt x="0" y="93615"/>
                  <a:pt x="0" y="82356"/>
                </a:cubicBezTo>
                <a:cubicBezTo>
                  <a:pt x="0" y="64180"/>
                  <a:pt x="7609" y="45547"/>
                  <a:pt x="22826" y="26458"/>
                </a:cubicBezTo>
                <a:cubicBezTo>
                  <a:pt x="35525" y="10534"/>
                  <a:pt x="48332" y="2572"/>
                  <a:pt x="61245" y="2572"/>
                </a:cubicBezTo>
                <a:cubicBezTo>
                  <a:pt x="63871" y="2572"/>
                  <a:pt x="66228" y="2693"/>
                  <a:pt x="68318" y="2934"/>
                </a:cubicBezTo>
                <a:cubicBezTo>
                  <a:pt x="70408" y="3175"/>
                  <a:pt x="72256" y="3563"/>
                  <a:pt x="73864" y="4099"/>
                </a:cubicBezTo>
                <a:cubicBezTo>
                  <a:pt x="75739" y="1366"/>
                  <a:pt x="78177" y="0"/>
                  <a:pt x="81178" y="0"/>
                </a:cubicBezTo>
                <a:cubicBezTo>
                  <a:pt x="84875" y="0"/>
                  <a:pt x="87206" y="2444"/>
                  <a:pt x="88170" y="7332"/>
                </a:cubicBezTo>
                <a:cubicBezTo>
                  <a:pt x="89028" y="11684"/>
                  <a:pt x="89456" y="17028"/>
                  <a:pt x="89456" y="23366"/>
                </a:cubicBezTo>
                <a:cubicBezTo>
                  <a:pt x="89456" y="25568"/>
                  <a:pt x="88867" y="27502"/>
                  <a:pt x="87688" y="29168"/>
                </a:cubicBezTo>
                <a:cubicBezTo>
                  <a:pt x="86241" y="31263"/>
                  <a:pt x="84179" y="32310"/>
                  <a:pt x="81499" y="32310"/>
                </a:cubicBezTo>
                <a:close/>
                <a:moveTo>
                  <a:pt x="133077" y="127313"/>
                </a:moveTo>
                <a:cubicBezTo>
                  <a:pt x="124075" y="127313"/>
                  <a:pt x="116332" y="123985"/>
                  <a:pt x="109849" y="117329"/>
                </a:cubicBezTo>
                <a:cubicBezTo>
                  <a:pt x="102615" y="109921"/>
                  <a:pt x="98811" y="99963"/>
                  <a:pt x="98435" y="87455"/>
                </a:cubicBezTo>
                <a:cubicBezTo>
                  <a:pt x="98114" y="75323"/>
                  <a:pt x="101168" y="64641"/>
                  <a:pt x="107598" y="55408"/>
                </a:cubicBezTo>
                <a:cubicBezTo>
                  <a:pt x="115100" y="44511"/>
                  <a:pt x="125548" y="39062"/>
                  <a:pt x="138944" y="39062"/>
                </a:cubicBezTo>
                <a:cubicBezTo>
                  <a:pt x="149661" y="39062"/>
                  <a:pt x="157778" y="43974"/>
                  <a:pt x="163297" y="53798"/>
                </a:cubicBezTo>
                <a:cubicBezTo>
                  <a:pt x="167691" y="61742"/>
                  <a:pt x="169808" y="71296"/>
                  <a:pt x="169647" y="82461"/>
                </a:cubicBezTo>
                <a:cubicBezTo>
                  <a:pt x="169486" y="94379"/>
                  <a:pt x="166378" y="104552"/>
                  <a:pt x="160324" y="112981"/>
                </a:cubicBezTo>
                <a:cubicBezTo>
                  <a:pt x="153465" y="122535"/>
                  <a:pt x="144383" y="127313"/>
                  <a:pt x="133077" y="127313"/>
                </a:cubicBezTo>
                <a:moveTo>
                  <a:pt x="137899" y="55458"/>
                </a:moveTo>
                <a:cubicBezTo>
                  <a:pt x="130023" y="55405"/>
                  <a:pt x="123887" y="59160"/>
                  <a:pt x="119493" y="66726"/>
                </a:cubicBezTo>
                <a:cubicBezTo>
                  <a:pt x="116011" y="72791"/>
                  <a:pt x="114269" y="79713"/>
                  <a:pt x="114269" y="87492"/>
                </a:cubicBezTo>
                <a:cubicBezTo>
                  <a:pt x="114269" y="95274"/>
                  <a:pt x="116386" y="101338"/>
                  <a:pt x="120619" y="105684"/>
                </a:cubicBezTo>
                <a:cubicBezTo>
                  <a:pt x="124155" y="109280"/>
                  <a:pt x="128308" y="111077"/>
                  <a:pt x="133077" y="111077"/>
                </a:cubicBezTo>
                <a:cubicBezTo>
                  <a:pt x="138649" y="111077"/>
                  <a:pt x="143445" y="109038"/>
                  <a:pt x="147464" y="104959"/>
                </a:cubicBezTo>
                <a:cubicBezTo>
                  <a:pt x="152018" y="100453"/>
                  <a:pt x="154429" y="94363"/>
                  <a:pt x="154697" y="86689"/>
                </a:cubicBezTo>
                <a:cubicBezTo>
                  <a:pt x="155448" y="65922"/>
                  <a:pt x="149848" y="55512"/>
                  <a:pt x="137899" y="55458"/>
                </a:cubicBezTo>
                <a:close/>
                <a:moveTo>
                  <a:pt x="251578" y="62933"/>
                </a:moveTo>
                <a:cubicBezTo>
                  <a:pt x="251203" y="69631"/>
                  <a:pt x="248524" y="72980"/>
                  <a:pt x="243541" y="72980"/>
                </a:cubicBezTo>
                <a:cubicBezTo>
                  <a:pt x="238932" y="72980"/>
                  <a:pt x="236628" y="70338"/>
                  <a:pt x="236628" y="65055"/>
                </a:cubicBezTo>
                <a:cubicBezTo>
                  <a:pt x="236628" y="64041"/>
                  <a:pt x="236548" y="62172"/>
                  <a:pt x="236387" y="59449"/>
                </a:cubicBezTo>
                <a:lnTo>
                  <a:pt x="236146" y="52725"/>
                </a:lnTo>
                <a:cubicBezTo>
                  <a:pt x="227680" y="53745"/>
                  <a:pt x="220902" y="56135"/>
                  <a:pt x="215811" y="59894"/>
                </a:cubicBezTo>
                <a:cubicBezTo>
                  <a:pt x="211043" y="63385"/>
                  <a:pt x="207078" y="68648"/>
                  <a:pt x="203916" y="75682"/>
                </a:cubicBezTo>
                <a:lnTo>
                  <a:pt x="204077" y="119820"/>
                </a:lnTo>
                <a:cubicBezTo>
                  <a:pt x="204077" y="125244"/>
                  <a:pt x="201425" y="127956"/>
                  <a:pt x="196120" y="127956"/>
                </a:cubicBezTo>
                <a:cubicBezTo>
                  <a:pt x="191405" y="127956"/>
                  <a:pt x="189047" y="125245"/>
                  <a:pt x="189047" y="119823"/>
                </a:cubicBezTo>
                <a:lnTo>
                  <a:pt x="189047" y="63297"/>
                </a:lnTo>
                <a:cubicBezTo>
                  <a:pt x="189047" y="61526"/>
                  <a:pt x="189114" y="58869"/>
                  <a:pt x="189248" y="55328"/>
                </a:cubicBezTo>
                <a:cubicBezTo>
                  <a:pt x="189382" y="51784"/>
                  <a:pt x="189449" y="49127"/>
                  <a:pt x="189449" y="47355"/>
                </a:cubicBezTo>
                <a:cubicBezTo>
                  <a:pt x="189449" y="41934"/>
                  <a:pt x="191806" y="39223"/>
                  <a:pt x="196522" y="39223"/>
                </a:cubicBezTo>
                <a:cubicBezTo>
                  <a:pt x="201773" y="39223"/>
                  <a:pt x="204425" y="43670"/>
                  <a:pt x="204479" y="52565"/>
                </a:cubicBezTo>
                <a:cubicBezTo>
                  <a:pt x="214767" y="42598"/>
                  <a:pt x="226180" y="37615"/>
                  <a:pt x="238718" y="37615"/>
                </a:cubicBezTo>
                <a:cubicBezTo>
                  <a:pt x="243058" y="37615"/>
                  <a:pt x="246300" y="39249"/>
                  <a:pt x="248443" y="42518"/>
                </a:cubicBezTo>
                <a:cubicBezTo>
                  <a:pt x="250587" y="45786"/>
                  <a:pt x="251658" y="50716"/>
                  <a:pt x="251658" y="57307"/>
                </a:cubicBezTo>
                <a:cubicBezTo>
                  <a:pt x="251658" y="60093"/>
                  <a:pt x="251632" y="61968"/>
                  <a:pt x="251578" y="62933"/>
                </a:cubicBezTo>
                <a:close/>
                <a:moveTo>
                  <a:pt x="330660" y="62933"/>
                </a:moveTo>
                <a:cubicBezTo>
                  <a:pt x="330285" y="69631"/>
                  <a:pt x="327606" y="72980"/>
                  <a:pt x="322622" y="72980"/>
                </a:cubicBezTo>
                <a:cubicBezTo>
                  <a:pt x="318014" y="72980"/>
                  <a:pt x="315710" y="70338"/>
                  <a:pt x="315710" y="65055"/>
                </a:cubicBezTo>
                <a:cubicBezTo>
                  <a:pt x="315710" y="64041"/>
                  <a:pt x="315630" y="62172"/>
                  <a:pt x="315469" y="59449"/>
                </a:cubicBezTo>
                <a:lnTo>
                  <a:pt x="315228" y="52725"/>
                </a:lnTo>
                <a:cubicBezTo>
                  <a:pt x="306762" y="53745"/>
                  <a:pt x="299984" y="56135"/>
                  <a:pt x="294893" y="59894"/>
                </a:cubicBezTo>
                <a:cubicBezTo>
                  <a:pt x="290125" y="63385"/>
                  <a:pt x="286159" y="68648"/>
                  <a:pt x="282998" y="75682"/>
                </a:cubicBezTo>
                <a:lnTo>
                  <a:pt x="283159" y="119820"/>
                </a:lnTo>
                <a:cubicBezTo>
                  <a:pt x="283159" y="125244"/>
                  <a:pt x="280506" y="127956"/>
                  <a:pt x="275202" y="127956"/>
                </a:cubicBezTo>
                <a:cubicBezTo>
                  <a:pt x="270486" y="127956"/>
                  <a:pt x="268129" y="125245"/>
                  <a:pt x="268129" y="119823"/>
                </a:cubicBezTo>
                <a:lnTo>
                  <a:pt x="268129" y="63297"/>
                </a:lnTo>
                <a:cubicBezTo>
                  <a:pt x="268129" y="61526"/>
                  <a:pt x="268196" y="58869"/>
                  <a:pt x="268330" y="55328"/>
                </a:cubicBezTo>
                <a:cubicBezTo>
                  <a:pt x="268464" y="51784"/>
                  <a:pt x="268531" y="49127"/>
                  <a:pt x="268531" y="47355"/>
                </a:cubicBezTo>
                <a:cubicBezTo>
                  <a:pt x="268531" y="41934"/>
                  <a:pt x="270888" y="39223"/>
                  <a:pt x="275604" y="39223"/>
                </a:cubicBezTo>
                <a:cubicBezTo>
                  <a:pt x="280855" y="39223"/>
                  <a:pt x="283507" y="43670"/>
                  <a:pt x="283561" y="52565"/>
                </a:cubicBezTo>
                <a:cubicBezTo>
                  <a:pt x="293849" y="42598"/>
                  <a:pt x="305262" y="37615"/>
                  <a:pt x="317800" y="37615"/>
                </a:cubicBezTo>
                <a:cubicBezTo>
                  <a:pt x="322140" y="37615"/>
                  <a:pt x="325382" y="39249"/>
                  <a:pt x="327525" y="42518"/>
                </a:cubicBezTo>
                <a:cubicBezTo>
                  <a:pt x="329669" y="45786"/>
                  <a:pt x="330740" y="50716"/>
                  <a:pt x="330740" y="57307"/>
                </a:cubicBezTo>
                <a:cubicBezTo>
                  <a:pt x="330740" y="60093"/>
                  <a:pt x="330713" y="61968"/>
                  <a:pt x="330660" y="62933"/>
                </a:cubicBezTo>
                <a:close/>
                <a:moveTo>
                  <a:pt x="384745" y="126187"/>
                </a:moveTo>
                <a:cubicBezTo>
                  <a:pt x="372635" y="126187"/>
                  <a:pt x="362829" y="123157"/>
                  <a:pt x="355328" y="117098"/>
                </a:cubicBezTo>
                <a:cubicBezTo>
                  <a:pt x="347129" y="110393"/>
                  <a:pt x="343030" y="101007"/>
                  <a:pt x="343030" y="88939"/>
                </a:cubicBezTo>
                <a:cubicBezTo>
                  <a:pt x="343030" y="74996"/>
                  <a:pt x="346406" y="63305"/>
                  <a:pt x="353157" y="53866"/>
                </a:cubicBezTo>
                <a:cubicBezTo>
                  <a:pt x="360498" y="43568"/>
                  <a:pt x="370304" y="38419"/>
                  <a:pt x="382574" y="38419"/>
                </a:cubicBezTo>
                <a:cubicBezTo>
                  <a:pt x="391469" y="38419"/>
                  <a:pt x="398730" y="39919"/>
                  <a:pt x="404356" y="42920"/>
                </a:cubicBezTo>
                <a:cubicBezTo>
                  <a:pt x="411268" y="46617"/>
                  <a:pt x="414724" y="52297"/>
                  <a:pt x="414724" y="59959"/>
                </a:cubicBezTo>
                <a:cubicBezTo>
                  <a:pt x="414724" y="65317"/>
                  <a:pt x="411697" y="70193"/>
                  <a:pt x="405642" y="74587"/>
                </a:cubicBezTo>
                <a:cubicBezTo>
                  <a:pt x="402963" y="76516"/>
                  <a:pt x="397283" y="79517"/>
                  <a:pt x="388603" y="83589"/>
                </a:cubicBezTo>
                <a:lnTo>
                  <a:pt x="357900" y="98137"/>
                </a:lnTo>
                <a:cubicBezTo>
                  <a:pt x="360900" y="102584"/>
                  <a:pt x="364638" y="105933"/>
                  <a:pt x="369112" y="108184"/>
                </a:cubicBezTo>
                <a:cubicBezTo>
                  <a:pt x="373586" y="110434"/>
                  <a:pt x="378797" y="111559"/>
                  <a:pt x="384745" y="111559"/>
                </a:cubicBezTo>
                <a:cubicBezTo>
                  <a:pt x="388442" y="111559"/>
                  <a:pt x="392782" y="110863"/>
                  <a:pt x="397765" y="109470"/>
                </a:cubicBezTo>
                <a:cubicBezTo>
                  <a:pt x="404088" y="107701"/>
                  <a:pt x="408160" y="105384"/>
                  <a:pt x="409982" y="102517"/>
                </a:cubicBezTo>
                <a:cubicBezTo>
                  <a:pt x="411804" y="99651"/>
                  <a:pt x="413760" y="98217"/>
                  <a:pt x="415849" y="98217"/>
                </a:cubicBezTo>
                <a:cubicBezTo>
                  <a:pt x="417725" y="98217"/>
                  <a:pt x="419399" y="98930"/>
                  <a:pt x="420873" y="100355"/>
                </a:cubicBezTo>
                <a:cubicBezTo>
                  <a:pt x="422346" y="101778"/>
                  <a:pt x="423083" y="103430"/>
                  <a:pt x="423083" y="105310"/>
                </a:cubicBezTo>
                <a:cubicBezTo>
                  <a:pt x="423083" y="111275"/>
                  <a:pt x="418287" y="116407"/>
                  <a:pt x="408696" y="120707"/>
                </a:cubicBezTo>
                <a:cubicBezTo>
                  <a:pt x="400498" y="124361"/>
                  <a:pt x="392514" y="126187"/>
                  <a:pt x="384745" y="126187"/>
                </a:cubicBezTo>
                <a:moveTo>
                  <a:pt x="382574" y="52886"/>
                </a:moveTo>
                <a:cubicBezTo>
                  <a:pt x="376037" y="52886"/>
                  <a:pt x="370599" y="55418"/>
                  <a:pt x="366258" y="60482"/>
                </a:cubicBezTo>
                <a:cubicBezTo>
                  <a:pt x="361918" y="65545"/>
                  <a:pt x="358677" y="73167"/>
                  <a:pt x="356533" y="83348"/>
                </a:cubicBezTo>
                <a:lnTo>
                  <a:pt x="381208" y="71613"/>
                </a:lnTo>
                <a:cubicBezTo>
                  <a:pt x="390907" y="66898"/>
                  <a:pt x="397819" y="62799"/>
                  <a:pt x="401945" y="59316"/>
                </a:cubicBezTo>
                <a:cubicBezTo>
                  <a:pt x="397336" y="55030"/>
                  <a:pt x="390880" y="52886"/>
                  <a:pt x="382574" y="52886"/>
                </a:cubicBezTo>
                <a:close/>
                <a:moveTo>
                  <a:pt x="473164" y="127634"/>
                </a:moveTo>
                <a:cubicBezTo>
                  <a:pt x="462180" y="127634"/>
                  <a:pt x="453017" y="124306"/>
                  <a:pt x="445676" y="117650"/>
                </a:cubicBezTo>
                <a:cubicBezTo>
                  <a:pt x="437961" y="110673"/>
                  <a:pt x="434103" y="101467"/>
                  <a:pt x="434103" y="90032"/>
                </a:cubicBezTo>
                <a:cubicBezTo>
                  <a:pt x="434103" y="79136"/>
                  <a:pt x="437719" y="67891"/>
                  <a:pt x="444953" y="56297"/>
                </a:cubicBezTo>
                <a:cubicBezTo>
                  <a:pt x="452991" y="43414"/>
                  <a:pt x="462046" y="36972"/>
                  <a:pt x="472120" y="36972"/>
                </a:cubicBezTo>
                <a:cubicBezTo>
                  <a:pt x="477371" y="36972"/>
                  <a:pt x="483238" y="38209"/>
                  <a:pt x="489721" y="40682"/>
                </a:cubicBezTo>
                <a:cubicBezTo>
                  <a:pt x="497920" y="43855"/>
                  <a:pt x="502019" y="47726"/>
                  <a:pt x="502019" y="52296"/>
                </a:cubicBezTo>
                <a:cubicBezTo>
                  <a:pt x="502019" y="54339"/>
                  <a:pt x="501349" y="56154"/>
                  <a:pt x="500009" y="57741"/>
                </a:cubicBezTo>
                <a:cubicBezTo>
                  <a:pt x="498670" y="59327"/>
                  <a:pt x="497009" y="60120"/>
                  <a:pt x="495026" y="60120"/>
                </a:cubicBezTo>
                <a:cubicBezTo>
                  <a:pt x="493472" y="60120"/>
                  <a:pt x="492119" y="59647"/>
                  <a:pt x="490967" y="58701"/>
                </a:cubicBezTo>
                <a:cubicBezTo>
                  <a:pt x="489815" y="57753"/>
                  <a:pt x="488703" y="56819"/>
                  <a:pt x="487632" y="55898"/>
                </a:cubicBezTo>
                <a:cubicBezTo>
                  <a:pt x="484470" y="53354"/>
                  <a:pt x="479300" y="52082"/>
                  <a:pt x="472120" y="52082"/>
                </a:cubicBezTo>
                <a:cubicBezTo>
                  <a:pt x="466654" y="52082"/>
                  <a:pt x="461242" y="56972"/>
                  <a:pt x="455884" y="66751"/>
                </a:cubicBezTo>
                <a:cubicBezTo>
                  <a:pt x="451008" y="75723"/>
                  <a:pt x="448570" y="83485"/>
                  <a:pt x="448570" y="90039"/>
                </a:cubicBezTo>
                <a:cubicBezTo>
                  <a:pt x="448570" y="97130"/>
                  <a:pt x="450981" y="102718"/>
                  <a:pt x="455804" y="106802"/>
                </a:cubicBezTo>
                <a:cubicBezTo>
                  <a:pt x="460305" y="110617"/>
                  <a:pt x="466091" y="112524"/>
                  <a:pt x="473164" y="112524"/>
                </a:cubicBezTo>
                <a:cubicBezTo>
                  <a:pt x="476379" y="112524"/>
                  <a:pt x="479809" y="111667"/>
                  <a:pt x="483452" y="109952"/>
                </a:cubicBezTo>
                <a:lnTo>
                  <a:pt x="492776" y="104969"/>
                </a:lnTo>
                <a:cubicBezTo>
                  <a:pt x="494383" y="104111"/>
                  <a:pt x="495535" y="103683"/>
                  <a:pt x="496232" y="103683"/>
                </a:cubicBezTo>
                <a:cubicBezTo>
                  <a:pt x="498214" y="103683"/>
                  <a:pt x="499929" y="104473"/>
                  <a:pt x="501376" y="106054"/>
                </a:cubicBezTo>
                <a:cubicBezTo>
                  <a:pt x="502822" y="107634"/>
                  <a:pt x="503546" y="109443"/>
                  <a:pt x="503546" y="111479"/>
                </a:cubicBezTo>
                <a:cubicBezTo>
                  <a:pt x="503546" y="115391"/>
                  <a:pt x="499420" y="119168"/>
                  <a:pt x="491168" y="122812"/>
                </a:cubicBezTo>
                <a:cubicBezTo>
                  <a:pt x="483935" y="126027"/>
                  <a:pt x="477933" y="127634"/>
                  <a:pt x="473164" y="127634"/>
                </a:cubicBezTo>
                <a:close/>
                <a:moveTo>
                  <a:pt x="574959" y="54082"/>
                </a:moveTo>
                <a:cubicBezTo>
                  <a:pt x="573834" y="54082"/>
                  <a:pt x="572508" y="54028"/>
                  <a:pt x="570980" y="53921"/>
                </a:cubicBezTo>
                <a:cubicBezTo>
                  <a:pt x="569453" y="53812"/>
                  <a:pt x="568127" y="53758"/>
                  <a:pt x="567002" y="53758"/>
                </a:cubicBezTo>
                <a:cubicBezTo>
                  <a:pt x="565770" y="53758"/>
                  <a:pt x="562126" y="54164"/>
                  <a:pt x="556071" y="54976"/>
                </a:cubicBezTo>
                <a:lnTo>
                  <a:pt x="557598" y="102424"/>
                </a:lnTo>
                <a:lnTo>
                  <a:pt x="557679" y="105958"/>
                </a:lnTo>
                <a:lnTo>
                  <a:pt x="557759" y="110052"/>
                </a:lnTo>
                <a:cubicBezTo>
                  <a:pt x="557973" y="121774"/>
                  <a:pt x="555160" y="127634"/>
                  <a:pt x="549320" y="127634"/>
                </a:cubicBezTo>
                <a:cubicBezTo>
                  <a:pt x="547176" y="127634"/>
                  <a:pt x="545314" y="126938"/>
                  <a:pt x="543734" y="125547"/>
                </a:cubicBezTo>
                <a:cubicBezTo>
                  <a:pt x="542153" y="124155"/>
                  <a:pt x="541363" y="122416"/>
                  <a:pt x="541363" y="120328"/>
                </a:cubicBezTo>
                <a:cubicBezTo>
                  <a:pt x="541363" y="118295"/>
                  <a:pt x="541443" y="115245"/>
                  <a:pt x="541604" y="111178"/>
                </a:cubicBezTo>
                <a:cubicBezTo>
                  <a:pt x="541764" y="107109"/>
                  <a:pt x="541845" y="104057"/>
                  <a:pt x="541845" y="102022"/>
                </a:cubicBezTo>
                <a:lnTo>
                  <a:pt x="540237" y="55137"/>
                </a:lnTo>
                <a:cubicBezTo>
                  <a:pt x="536326" y="54976"/>
                  <a:pt x="530378" y="54518"/>
                  <a:pt x="522394" y="53763"/>
                </a:cubicBezTo>
                <a:cubicBezTo>
                  <a:pt x="517625" y="53116"/>
                  <a:pt x="515241" y="50452"/>
                  <a:pt x="515241" y="45768"/>
                </a:cubicBezTo>
                <a:cubicBezTo>
                  <a:pt x="515241" y="43399"/>
                  <a:pt x="515964" y="41435"/>
                  <a:pt x="517411" y="39876"/>
                </a:cubicBezTo>
                <a:cubicBezTo>
                  <a:pt x="518858" y="38315"/>
                  <a:pt x="520706" y="37535"/>
                  <a:pt x="522957" y="37535"/>
                </a:cubicBezTo>
                <a:lnTo>
                  <a:pt x="539836" y="38901"/>
                </a:lnTo>
                <a:cubicBezTo>
                  <a:pt x="539836" y="36160"/>
                  <a:pt x="539715" y="32493"/>
                  <a:pt x="539474" y="27900"/>
                </a:cubicBezTo>
                <a:cubicBezTo>
                  <a:pt x="539233" y="23305"/>
                  <a:pt x="539112" y="19987"/>
                  <a:pt x="539112" y="17946"/>
                </a:cubicBezTo>
                <a:cubicBezTo>
                  <a:pt x="539112" y="15689"/>
                  <a:pt x="539889" y="13822"/>
                  <a:pt x="541443" y="12345"/>
                </a:cubicBezTo>
                <a:cubicBezTo>
                  <a:pt x="542997" y="10866"/>
                  <a:pt x="544899" y="10127"/>
                  <a:pt x="547150" y="10127"/>
                </a:cubicBezTo>
                <a:cubicBezTo>
                  <a:pt x="551972" y="10127"/>
                  <a:pt x="554785" y="14065"/>
                  <a:pt x="555589" y="21942"/>
                </a:cubicBezTo>
                <a:cubicBezTo>
                  <a:pt x="555750" y="23925"/>
                  <a:pt x="555830" y="26309"/>
                  <a:pt x="555830" y="29095"/>
                </a:cubicBezTo>
                <a:lnTo>
                  <a:pt x="555669" y="33757"/>
                </a:lnTo>
                <a:lnTo>
                  <a:pt x="555589" y="38740"/>
                </a:lnTo>
                <a:cubicBezTo>
                  <a:pt x="562233" y="37883"/>
                  <a:pt x="566037" y="37454"/>
                  <a:pt x="567002" y="37454"/>
                </a:cubicBezTo>
                <a:cubicBezTo>
                  <a:pt x="572575" y="37454"/>
                  <a:pt x="576218" y="37722"/>
                  <a:pt x="577933" y="38258"/>
                </a:cubicBezTo>
                <a:cubicBezTo>
                  <a:pt x="581201" y="39336"/>
                  <a:pt x="582836" y="41878"/>
                  <a:pt x="582836" y="45884"/>
                </a:cubicBezTo>
                <a:cubicBezTo>
                  <a:pt x="582836" y="48265"/>
                  <a:pt x="582099" y="50226"/>
                  <a:pt x="580625" y="51768"/>
                </a:cubicBezTo>
                <a:cubicBezTo>
                  <a:pt x="579152" y="53311"/>
                  <a:pt x="577263" y="54082"/>
                  <a:pt x="574959" y="5408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4" name="Text patch">
            <a:extLst xmlns:a="http://schemas.openxmlformats.org/drawingml/2006/main">
              <a:ext uri="{FF2B5EF4-FFF2-40B4-BE49-F238E27FC236}">
                <a16:creationId xmlns:a16="http://schemas.microsoft.com/office/drawing/2014/main" id="{847CFC08-69DE-4C91-AEB1-85404E0F9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6405" y="1955993"/>
            <a:ext cx="410392" cy="175537"/>
          </a:xfrm>
          <a:custGeom xmlns:a="http://schemas.openxmlformats.org/drawingml/2006/main">
            <a:pathLst>
              <a:path w="410392" h="175537">
                <a:moveTo>
                  <a:pt x="35767" y="131653"/>
                </a:moveTo>
                <a:cubicBezTo>
                  <a:pt x="30408" y="131653"/>
                  <a:pt x="24514" y="130796"/>
                  <a:pt x="18084" y="129081"/>
                </a:cubicBezTo>
                <a:lnTo>
                  <a:pt x="17923" y="167500"/>
                </a:lnTo>
                <a:cubicBezTo>
                  <a:pt x="17923" y="169857"/>
                  <a:pt x="17187" y="171786"/>
                  <a:pt x="15713" y="173287"/>
                </a:cubicBezTo>
                <a:cubicBezTo>
                  <a:pt x="14240" y="174787"/>
                  <a:pt x="12351" y="175537"/>
                  <a:pt x="10047" y="175537"/>
                </a:cubicBezTo>
                <a:cubicBezTo>
                  <a:pt x="7743" y="175537"/>
                  <a:pt x="5854" y="174786"/>
                  <a:pt x="4380" y="173284"/>
                </a:cubicBezTo>
                <a:cubicBezTo>
                  <a:pt x="2907" y="171782"/>
                  <a:pt x="2170" y="169851"/>
                  <a:pt x="2170" y="167490"/>
                </a:cubicBezTo>
                <a:lnTo>
                  <a:pt x="2411" y="135302"/>
                </a:lnTo>
                <a:lnTo>
                  <a:pt x="2411" y="103195"/>
                </a:lnTo>
                <a:cubicBezTo>
                  <a:pt x="2250" y="91446"/>
                  <a:pt x="1849" y="80743"/>
                  <a:pt x="1206" y="71088"/>
                </a:cubicBezTo>
                <a:lnTo>
                  <a:pt x="0" y="54752"/>
                </a:lnTo>
                <a:cubicBezTo>
                  <a:pt x="0" y="50943"/>
                  <a:pt x="697" y="47724"/>
                  <a:pt x="2090" y="45095"/>
                </a:cubicBezTo>
                <a:cubicBezTo>
                  <a:pt x="3697" y="41930"/>
                  <a:pt x="6028" y="40348"/>
                  <a:pt x="9082" y="40348"/>
                </a:cubicBezTo>
                <a:cubicBezTo>
                  <a:pt x="11172" y="40348"/>
                  <a:pt x="12927" y="41095"/>
                  <a:pt x="14347" y="42591"/>
                </a:cubicBezTo>
                <a:cubicBezTo>
                  <a:pt x="15767" y="44086"/>
                  <a:pt x="16477" y="45910"/>
                  <a:pt x="16477" y="48064"/>
                </a:cubicBezTo>
                <a:cubicBezTo>
                  <a:pt x="16477" y="48546"/>
                  <a:pt x="16396" y="49430"/>
                  <a:pt x="16236" y="50716"/>
                </a:cubicBezTo>
                <a:cubicBezTo>
                  <a:pt x="15968" y="52377"/>
                  <a:pt x="15780" y="53904"/>
                  <a:pt x="15673" y="55297"/>
                </a:cubicBezTo>
                <a:cubicBezTo>
                  <a:pt x="20281" y="52136"/>
                  <a:pt x="24728" y="49765"/>
                  <a:pt x="29015" y="48184"/>
                </a:cubicBezTo>
                <a:cubicBezTo>
                  <a:pt x="33302" y="46604"/>
                  <a:pt x="37401" y="45813"/>
                  <a:pt x="41312" y="45813"/>
                </a:cubicBezTo>
                <a:cubicBezTo>
                  <a:pt x="52297" y="45813"/>
                  <a:pt x="60334" y="50693"/>
                  <a:pt x="65425" y="60454"/>
                </a:cubicBezTo>
                <a:cubicBezTo>
                  <a:pt x="69443" y="68178"/>
                  <a:pt x="71453" y="78396"/>
                  <a:pt x="71453" y="91107"/>
                </a:cubicBezTo>
                <a:cubicBezTo>
                  <a:pt x="71453" y="102691"/>
                  <a:pt x="68345" y="112238"/>
                  <a:pt x="62129" y="119747"/>
                </a:cubicBezTo>
                <a:cubicBezTo>
                  <a:pt x="55539" y="127684"/>
                  <a:pt x="46751" y="131653"/>
                  <a:pt x="35767" y="131653"/>
                </a:cubicBezTo>
                <a:moveTo>
                  <a:pt x="41312" y="61888"/>
                </a:moveTo>
                <a:cubicBezTo>
                  <a:pt x="36383" y="61888"/>
                  <a:pt x="31935" y="62987"/>
                  <a:pt x="27970" y="65183"/>
                </a:cubicBezTo>
                <a:cubicBezTo>
                  <a:pt x="25130" y="66737"/>
                  <a:pt x="21540" y="69577"/>
                  <a:pt x="17200" y="73703"/>
                </a:cubicBezTo>
                <a:cubicBezTo>
                  <a:pt x="17897" y="85866"/>
                  <a:pt x="18245" y="98646"/>
                  <a:pt x="18245" y="112042"/>
                </a:cubicBezTo>
                <a:cubicBezTo>
                  <a:pt x="24085" y="114292"/>
                  <a:pt x="29926" y="115417"/>
                  <a:pt x="35767" y="115417"/>
                </a:cubicBezTo>
                <a:cubicBezTo>
                  <a:pt x="42464" y="115417"/>
                  <a:pt x="47582" y="112926"/>
                  <a:pt x="51118" y="107943"/>
                </a:cubicBezTo>
                <a:cubicBezTo>
                  <a:pt x="54172" y="103602"/>
                  <a:pt x="55699" y="97976"/>
                  <a:pt x="55699" y="91064"/>
                </a:cubicBezTo>
                <a:cubicBezTo>
                  <a:pt x="55699" y="81312"/>
                  <a:pt x="54507" y="74011"/>
                  <a:pt x="52123" y="69162"/>
                </a:cubicBezTo>
                <a:cubicBezTo>
                  <a:pt x="49738" y="64313"/>
                  <a:pt x="46135" y="61888"/>
                  <a:pt x="41312" y="61888"/>
                </a:cubicBezTo>
                <a:close/>
                <a:moveTo>
                  <a:pt x="152248" y="134064"/>
                </a:moveTo>
                <a:cubicBezTo>
                  <a:pt x="151230" y="134064"/>
                  <a:pt x="149381" y="132875"/>
                  <a:pt x="146702" y="130498"/>
                </a:cubicBezTo>
                <a:cubicBezTo>
                  <a:pt x="144291" y="128282"/>
                  <a:pt x="142496" y="126310"/>
                  <a:pt x="141317" y="124580"/>
                </a:cubicBezTo>
                <a:cubicBezTo>
                  <a:pt x="136173" y="127393"/>
                  <a:pt x="131646" y="129516"/>
                  <a:pt x="127734" y="130950"/>
                </a:cubicBezTo>
                <a:cubicBezTo>
                  <a:pt x="123822" y="132383"/>
                  <a:pt x="120554" y="133100"/>
                  <a:pt x="117928" y="133100"/>
                </a:cubicBezTo>
                <a:cubicBezTo>
                  <a:pt x="105390" y="133100"/>
                  <a:pt x="96254" y="129563"/>
                  <a:pt x="90521" y="122490"/>
                </a:cubicBezTo>
                <a:cubicBezTo>
                  <a:pt x="85109" y="115846"/>
                  <a:pt x="82403" y="105665"/>
                  <a:pt x="82403" y="91948"/>
                </a:cubicBezTo>
                <a:cubicBezTo>
                  <a:pt x="82403" y="78981"/>
                  <a:pt x="86864" y="67889"/>
                  <a:pt x="95785" y="58673"/>
                </a:cubicBezTo>
                <a:cubicBezTo>
                  <a:pt x="104707" y="49457"/>
                  <a:pt x="115356" y="44849"/>
                  <a:pt x="127734" y="44849"/>
                </a:cubicBezTo>
                <a:cubicBezTo>
                  <a:pt x="132396" y="44849"/>
                  <a:pt x="137620" y="46054"/>
                  <a:pt x="143407" y="48466"/>
                </a:cubicBezTo>
                <a:cubicBezTo>
                  <a:pt x="150694" y="51466"/>
                  <a:pt x="154338" y="55083"/>
                  <a:pt x="154338" y="59316"/>
                </a:cubicBezTo>
                <a:cubicBezTo>
                  <a:pt x="154338" y="60763"/>
                  <a:pt x="153802" y="62049"/>
                  <a:pt x="152730" y="63174"/>
                </a:cubicBezTo>
                <a:cubicBezTo>
                  <a:pt x="152195" y="65210"/>
                  <a:pt x="151779" y="68559"/>
                  <a:pt x="151485" y="73221"/>
                </a:cubicBezTo>
                <a:cubicBezTo>
                  <a:pt x="151190" y="77883"/>
                  <a:pt x="151016" y="83857"/>
                  <a:pt x="150962" y="91144"/>
                </a:cubicBezTo>
                <a:cubicBezTo>
                  <a:pt x="150909" y="97789"/>
                  <a:pt x="151364" y="103040"/>
                  <a:pt x="152328" y="106898"/>
                </a:cubicBezTo>
                <a:cubicBezTo>
                  <a:pt x="152864" y="109255"/>
                  <a:pt x="154552" y="113971"/>
                  <a:pt x="157392" y="121043"/>
                </a:cubicBezTo>
                <a:cubicBezTo>
                  <a:pt x="157767" y="122008"/>
                  <a:pt x="158383" y="123428"/>
                  <a:pt x="159241" y="125303"/>
                </a:cubicBezTo>
                <a:lnTo>
                  <a:pt x="159723" y="126670"/>
                </a:lnTo>
                <a:cubicBezTo>
                  <a:pt x="159723" y="128813"/>
                  <a:pt x="158973" y="130581"/>
                  <a:pt x="157472" y="131974"/>
                </a:cubicBezTo>
                <a:cubicBezTo>
                  <a:pt x="155972" y="133368"/>
                  <a:pt x="154231" y="134064"/>
                  <a:pt x="152248" y="134064"/>
                </a:cubicBezTo>
                <a:moveTo>
                  <a:pt x="135530" y="78234"/>
                </a:moveTo>
                <a:cubicBezTo>
                  <a:pt x="135530" y="75935"/>
                  <a:pt x="135678" y="73437"/>
                  <a:pt x="135972" y="70739"/>
                </a:cubicBezTo>
                <a:cubicBezTo>
                  <a:pt x="136267" y="68040"/>
                  <a:pt x="136709" y="65168"/>
                  <a:pt x="137299" y="62122"/>
                </a:cubicBezTo>
                <a:cubicBezTo>
                  <a:pt x="135316" y="61105"/>
                  <a:pt x="133615" y="60357"/>
                  <a:pt x="132195" y="59876"/>
                </a:cubicBezTo>
                <a:cubicBezTo>
                  <a:pt x="130775" y="59396"/>
                  <a:pt x="129636" y="59155"/>
                  <a:pt x="128779" y="59155"/>
                </a:cubicBezTo>
                <a:cubicBezTo>
                  <a:pt x="120474" y="59155"/>
                  <a:pt x="113307" y="62535"/>
                  <a:pt x="107279" y="69295"/>
                </a:cubicBezTo>
                <a:cubicBezTo>
                  <a:pt x="101251" y="76055"/>
                  <a:pt x="98237" y="83844"/>
                  <a:pt x="98237" y="92661"/>
                </a:cubicBezTo>
                <a:cubicBezTo>
                  <a:pt x="98237" y="101426"/>
                  <a:pt x="99791" y="107999"/>
                  <a:pt x="102898" y="112381"/>
                </a:cubicBezTo>
                <a:cubicBezTo>
                  <a:pt x="106006" y="116763"/>
                  <a:pt x="110668" y="118954"/>
                  <a:pt x="116883" y="118954"/>
                </a:cubicBezTo>
                <a:cubicBezTo>
                  <a:pt x="122027" y="118954"/>
                  <a:pt x="126394" y="118019"/>
                  <a:pt x="129984" y="116148"/>
                </a:cubicBezTo>
                <a:cubicBezTo>
                  <a:pt x="131913" y="115133"/>
                  <a:pt x="134619" y="113103"/>
                  <a:pt x="138102" y="110057"/>
                </a:cubicBezTo>
                <a:cubicBezTo>
                  <a:pt x="136388" y="95895"/>
                  <a:pt x="135530" y="85287"/>
                  <a:pt x="135530" y="78234"/>
                </a:cubicBezTo>
                <a:close/>
                <a:moveTo>
                  <a:pt x="227014" y="60351"/>
                </a:moveTo>
                <a:cubicBezTo>
                  <a:pt x="225889" y="60351"/>
                  <a:pt x="224563" y="60297"/>
                  <a:pt x="223036" y="60190"/>
                </a:cubicBezTo>
                <a:cubicBezTo>
                  <a:pt x="221509" y="60081"/>
                  <a:pt x="220183" y="60027"/>
                  <a:pt x="219057" y="60027"/>
                </a:cubicBezTo>
                <a:cubicBezTo>
                  <a:pt x="217825" y="60027"/>
                  <a:pt x="214181" y="60433"/>
                  <a:pt x="208126" y="61245"/>
                </a:cubicBezTo>
                <a:lnTo>
                  <a:pt x="209654" y="108694"/>
                </a:lnTo>
                <a:lnTo>
                  <a:pt x="209734" y="112227"/>
                </a:lnTo>
                <a:lnTo>
                  <a:pt x="209814" y="116322"/>
                </a:lnTo>
                <a:cubicBezTo>
                  <a:pt x="210029" y="128043"/>
                  <a:pt x="207216" y="133903"/>
                  <a:pt x="201375" y="133903"/>
                </a:cubicBezTo>
                <a:cubicBezTo>
                  <a:pt x="199232" y="133903"/>
                  <a:pt x="197370" y="133208"/>
                  <a:pt x="195789" y="131816"/>
                </a:cubicBezTo>
                <a:cubicBezTo>
                  <a:pt x="194208" y="130425"/>
                  <a:pt x="193418" y="128685"/>
                  <a:pt x="193418" y="126597"/>
                </a:cubicBezTo>
                <a:cubicBezTo>
                  <a:pt x="193418" y="124564"/>
                  <a:pt x="193498" y="121514"/>
                  <a:pt x="193659" y="117447"/>
                </a:cubicBezTo>
                <a:cubicBezTo>
                  <a:pt x="193820" y="113378"/>
                  <a:pt x="193900" y="110326"/>
                  <a:pt x="193900" y="108292"/>
                </a:cubicBezTo>
                <a:lnTo>
                  <a:pt x="192293" y="61406"/>
                </a:lnTo>
                <a:cubicBezTo>
                  <a:pt x="188381" y="61245"/>
                  <a:pt x="182434" y="60787"/>
                  <a:pt x="174450" y="60032"/>
                </a:cubicBezTo>
                <a:cubicBezTo>
                  <a:pt x="169681" y="59386"/>
                  <a:pt x="167296" y="56721"/>
                  <a:pt x="167296" y="52037"/>
                </a:cubicBezTo>
                <a:cubicBezTo>
                  <a:pt x="167296" y="49668"/>
                  <a:pt x="168020" y="47704"/>
                  <a:pt x="169466" y="46145"/>
                </a:cubicBezTo>
                <a:cubicBezTo>
                  <a:pt x="170913" y="44584"/>
                  <a:pt x="172762" y="43804"/>
                  <a:pt x="175012" y="43804"/>
                </a:cubicBezTo>
                <a:lnTo>
                  <a:pt x="191891" y="45170"/>
                </a:lnTo>
                <a:cubicBezTo>
                  <a:pt x="191891" y="42429"/>
                  <a:pt x="191770" y="38762"/>
                  <a:pt x="191529" y="34169"/>
                </a:cubicBezTo>
                <a:cubicBezTo>
                  <a:pt x="191288" y="29574"/>
                  <a:pt x="191168" y="26256"/>
                  <a:pt x="191168" y="24215"/>
                </a:cubicBezTo>
                <a:cubicBezTo>
                  <a:pt x="191168" y="21958"/>
                  <a:pt x="191944" y="20091"/>
                  <a:pt x="193498" y="18614"/>
                </a:cubicBezTo>
                <a:cubicBezTo>
                  <a:pt x="195052" y="17136"/>
                  <a:pt x="196954" y="16396"/>
                  <a:pt x="199205" y="16396"/>
                </a:cubicBezTo>
                <a:cubicBezTo>
                  <a:pt x="204027" y="16396"/>
                  <a:pt x="206840" y="20335"/>
                  <a:pt x="207644" y="28211"/>
                </a:cubicBezTo>
                <a:cubicBezTo>
                  <a:pt x="207805" y="30194"/>
                  <a:pt x="207885" y="32578"/>
                  <a:pt x="207885" y="35365"/>
                </a:cubicBezTo>
                <a:lnTo>
                  <a:pt x="207725" y="40026"/>
                </a:lnTo>
                <a:lnTo>
                  <a:pt x="207644" y="45010"/>
                </a:lnTo>
                <a:cubicBezTo>
                  <a:pt x="214288" y="44152"/>
                  <a:pt x="218093" y="43724"/>
                  <a:pt x="219057" y="43724"/>
                </a:cubicBezTo>
                <a:cubicBezTo>
                  <a:pt x="224630" y="43724"/>
                  <a:pt x="228274" y="43991"/>
                  <a:pt x="229988" y="44527"/>
                </a:cubicBezTo>
                <a:cubicBezTo>
                  <a:pt x="233257" y="45606"/>
                  <a:pt x="234891" y="48147"/>
                  <a:pt x="234891" y="52153"/>
                </a:cubicBezTo>
                <a:cubicBezTo>
                  <a:pt x="234891" y="54534"/>
                  <a:pt x="234154" y="56496"/>
                  <a:pt x="232681" y="58038"/>
                </a:cubicBezTo>
                <a:cubicBezTo>
                  <a:pt x="231207" y="59580"/>
                  <a:pt x="229318" y="60351"/>
                  <a:pt x="227014" y="60351"/>
                </a:cubicBezTo>
                <a:close/>
                <a:moveTo>
                  <a:pt x="286897" y="133903"/>
                </a:moveTo>
                <a:cubicBezTo>
                  <a:pt x="275912" y="133903"/>
                  <a:pt x="266750" y="130575"/>
                  <a:pt x="259409" y="123919"/>
                </a:cubicBezTo>
                <a:cubicBezTo>
                  <a:pt x="251693" y="116942"/>
                  <a:pt x="247835" y="107736"/>
                  <a:pt x="247835" y="96301"/>
                </a:cubicBezTo>
                <a:cubicBezTo>
                  <a:pt x="247835" y="85405"/>
                  <a:pt x="251452" y="74160"/>
                  <a:pt x="258686" y="62566"/>
                </a:cubicBezTo>
                <a:cubicBezTo>
                  <a:pt x="266723" y="49683"/>
                  <a:pt x="275778" y="43241"/>
                  <a:pt x="285852" y="43241"/>
                </a:cubicBezTo>
                <a:cubicBezTo>
                  <a:pt x="291103" y="43241"/>
                  <a:pt x="296970" y="44478"/>
                  <a:pt x="303454" y="46951"/>
                </a:cubicBezTo>
                <a:cubicBezTo>
                  <a:pt x="311652" y="50124"/>
                  <a:pt x="315751" y="53996"/>
                  <a:pt x="315751" y="58565"/>
                </a:cubicBezTo>
                <a:cubicBezTo>
                  <a:pt x="315751" y="60608"/>
                  <a:pt x="315081" y="62423"/>
                  <a:pt x="313742" y="64010"/>
                </a:cubicBezTo>
                <a:cubicBezTo>
                  <a:pt x="312402" y="65596"/>
                  <a:pt x="310741" y="66389"/>
                  <a:pt x="308759" y="66389"/>
                </a:cubicBezTo>
                <a:cubicBezTo>
                  <a:pt x="307205" y="66389"/>
                  <a:pt x="305852" y="65916"/>
                  <a:pt x="304700" y="64970"/>
                </a:cubicBezTo>
                <a:cubicBezTo>
                  <a:pt x="303548" y="64022"/>
                  <a:pt x="302436" y="63088"/>
                  <a:pt x="301364" y="62167"/>
                </a:cubicBezTo>
                <a:cubicBezTo>
                  <a:pt x="298203" y="59623"/>
                  <a:pt x="293032" y="58352"/>
                  <a:pt x="285852" y="58352"/>
                </a:cubicBezTo>
                <a:cubicBezTo>
                  <a:pt x="280387" y="58352"/>
                  <a:pt x="274975" y="63241"/>
                  <a:pt x="269616" y="73020"/>
                </a:cubicBezTo>
                <a:cubicBezTo>
                  <a:pt x="264740" y="81992"/>
                  <a:pt x="262302" y="89755"/>
                  <a:pt x="262302" y="96308"/>
                </a:cubicBezTo>
                <a:cubicBezTo>
                  <a:pt x="262302" y="103400"/>
                  <a:pt x="264714" y="108987"/>
                  <a:pt x="269536" y="113071"/>
                </a:cubicBezTo>
                <a:cubicBezTo>
                  <a:pt x="274037" y="116886"/>
                  <a:pt x="279824" y="118793"/>
                  <a:pt x="286897" y="118793"/>
                </a:cubicBezTo>
                <a:cubicBezTo>
                  <a:pt x="290112" y="118793"/>
                  <a:pt x="293541" y="117936"/>
                  <a:pt x="297185" y="116221"/>
                </a:cubicBezTo>
                <a:lnTo>
                  <a:pt x="306508" y="111238"/>
                </a:lnTo>
                <a:cubicBezTo>
                  <a:pt x="308116" y="110381"/>
                  <a:pt x="309268" y="109952"/>
                  <a:pt x="309964" y="109952"/>
                </a:cubicBezTo>
                <a:cubicBezTo>
                  <a:pt x="311947" y="109952"/>
                  <a:pt x="313661" y="110742"/>
                  <a:pt x="315108" y="112323"/>
                </a:cubicBezTo>
                <a:cubicBezTo>
                  <a:pt x="316555" y="113904"/>
                  <a:pt x="317278" y="115712"/>
                  <a:pt x="317278" y="117748"/>
                </a:cubicBezTo>
                <a:cubicBezTo>
                  <a:pt x="317278" y="121660"/>
                  <a:pt x="313152" y="125437"/>
                  <a:pt x="304901" y="129081"/>
                </a:cubicBezTo>
                <a:cubicBezTo>
                  <a:pt x="297667" y="132296"/>
                  <a:pt x="291666" y="133903"/>
                  <a:pt x="286897" y="133903"/>
                </a:cubicBezTo>
                <a:close/>
                <a:moveTo>
                  <a:pt x="402194" y="133743"/>
                </a:moveTo>
                <a:cubicBezTo>
                  <a:pt x="398390" y="133743"/>
                  <a:pt x="395898" y="131709"/>
                  <a:pt x="394720" y="127642"/>
                </a:cubicBezTo>
                <a:cubicBezTo>
                  <a:pt x="393487" y="123253"/>
                  <a:pt x="392362" y="117017"/>
                  <a:pt x="391344" y="108935"/>
                </a:cubicBezTo>
                <a:cubicBezTo>
                  <a:pt x="390379" y="101173"/>
                  <a:pt x="389897" y="94805"/>
                  <a:pt x="389897" y="89828"/>
                </a:cubicBezTo>
                <a:cubicBezTo>
                  <a:pt x="389897" y="88437"/>
                  <a:pt x="389964" y="86323"/>
                  <a:pt x="390098" y="83486"/>
                </a:cubicBezTo>
                <a:cubicBezTo>
                  <a:pt x="390232" y="80648"/>
                  <a:pt x="390299" y="78533"/>
                  <a:pt x="390299" y="77142"/>
                </a:cubicBezTo>
                <a:cubicBezTo>
                  <a:pt x="390299" y="67080"/>
                  <a:pt x="387781" y="62049"/>
                  <a:pt x="382744" y="62049"/>
                </a:cubicBezTo>
                <a:cubicBezTo>
                  <a:pt x="375939" y="62049"/>
                  <a:pt x="369857" y="65130"/>
                  <a:pt x="364499" y="71292"/>
                </a:cubicBezTo>
                <a:cubicBezTo>
                  <a:pt x="361766" y="74453"/>
                  <a:pt x="358015" y="80481"/>
                  <a:pt x="353246" y="89376"/>
                </a:cubicBezTo>
                <a:cubicBezTo>
                  <a:pt x="353246" y="109751"/>
                  <a:pt x="352389" y="121810"/>
                  <a:pt x="350674" y="125554"/>
                </a:cubicBezTo>
                <a:cubicBezTo>
                  <a:pt x="349174" y="128870"/>
                  <a:pt x="346843" y="130528"/>
                  <a:pt x="343682" y="130528"/>
                </a:cubicBezTo>
                <a:cubicBezTo>
                  <a:pt x="341485" y="130528"/>
                  <a:pt x="339556" y="129777"/>
                  <a:pt x="337895" y="128277"/>
                </a:cubicBezTo>
                <a:cubicBezTo>
                  <a:pt x="336234" y="126777"/>
                  <a:pt x="335403" y="124955"/>
                  <a:pt x="335403" y="122812"/>
                </a:cubicBezTo>
                <a:cubicBezTo>
                  <a:pt x="335403" y="122062"/>
                  <a:pt x="335645" y="120883"/>
                  <a:pt x="336127" y="119275"/>
                </a:cubicBezTo>
                <a:cubicBezTo>
                  <a:pt x="336555" y="117936"/>
                  <a:pt x="336850" y="114024"/>
                  <a:pt x="337011" y="107541"/>
                </a:cubicBezTo>
                <a:lnTo>
                  <a:pt x="337252" y="95645"/>
                </a:lnTo>
                <a:lnTo>
                  <a:pt x="337493" y="36570"/>
                </a:lnTo>
                <a:cubicBezTo>
                  <a:pt x="337868" y="29926"/>
                  <a:pt x="338056" y="25452"/>
                  <a:pt x="338056" y="23148"/>
                </a:cubicBezTo>
                <a:cubicBezTo>
                  <a:pt x="338056" y="20415"/>
                  <a:pt x="337801" y="17830"/>
                  <a:pt x="337292" y="15392"/>
                </a:cubicBezTo>
                <a:cubicBezTo>
                  <a:pt x="336783" y="12954"/>
                  <a:pt x="336529" y="10422"/>
                  <a:pt x="336529" y="7796"/>
                </a:cubicBezTo>
                <a:cubicBezTo>
                  <a:pt x="336529" y="5546"/>
                  <a:pt x="337306" y="3684"/>
                  <a:pt x="338859" y="2210"/>
                </a:cubicBezTo>
                <a:cubicBezTo>
                  <a:pt x="340413" y="737"/>
                  <a:pt x="342316" y="0"/>
                  <a:pt x="344566" y="0"/>
                </a:cubicBezTo>
                <a:cubicBezTo>
                  <a:pt x="348960" y="0"/>
                  <a:pt x="351532" y="2358"/>
                  <a:pt x="352282" y="7073"/>
                </a:cubicBezTo>
                <a:cubicBezTo>
                  <a:pt x="353139" y="12270"/>
                  <a:pt x="353568" y="16959"/>
                  <a:pt x="353568" y="21138"/>
                </a:cubicBezTo>
                <a:cubicBezTo>
                  <a:pt x="353568" y="26765"/>
                  <a:pt x="353380" y="32632"/>
                  <a:pt x="353005" y="38740"/>
                </a:cubicBezTo>
                <a:cubicBezTo>
                  <a:pt x="352684" y="44581"/>
                  <a:pt x="352550" y="50448"/>
                  <a:pt x="352603" y="56342"/>
                </a:cubicBezTo>
                <a:lnTo>
                  <a:pt x="352684" y="63415"/>
                </a:lnTo>
                <a:cubicBezTo>
                  <a:pt x="357078" y="57521"/>
                  <a:pt x="361780" y="53114"/>
                  <a:pt x="366789" y="50194"/>
                </a:cubicBezTo>
                <a:cubicBezTo>
                  <a:pt x="371799" y="47273"/>
                  <a:pt x="377118" y="45813"/>
                  <a:pt x="382744" y="45813"/>
                </a:cubicBezTo>
                <a:cubicBezTo>
                  <a:pt x="391639" y="45813"/>
                  <a:pt x="397747" y="48707"/>
                  <a:pt x="401069" y="54494"/>
                </a:cubicBezTo>
                <a:cubicBezTo>
                  <a:pt x="403427" y="58566"/>
                  <a:pt x="404766" y="65425"/>
                  <a:pt x="405088" y="75069"/>
                </a:cubicBezTo>
                <a:lnTo>
                  <a:pt x="405731" y="90421"/>
                </a:lnTo>
                <a:lnTo>
                  <a:pt x="407338" y="107139"/>
                </a:lnTo>
                <a:cubicBezTo>
                  <a:pt x="408088" y="113408"/>
                  <a:pt x="408999" y="118927"/>
                  <a:pt x="410071" y="123696"/>
                </a:cubicBezTo>
                <a:cubicBezTo>
                  <a:pt x="410285" y="124607"/>
                  <a:pt x="410392" y="125384"/>
                  <a:pt x="410392" y="126027"/>
                </a:cubicBezTo>
                <a:cubicBezTo>
                  <a:pt x="410392" y="128224"/>
                  <a:pt x="409589" y="130059"/>
                  <a:pt x="407981" y="131532"/>
                </a:cubicBezTo>
                <a:cubicBezTo>
                  <a:pt x="406374" y="133006"/>
                  <a:pt x="404445" y="133743"/>
                  <a:pt x="402194" y="13374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30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97e7daca664a6f"/>
          <a:stretch xmlns:a="http://schemas.openxmlformats.org/drawingml/2006/main"/>
        </p:blipFill>
        <p:spPr>
          <a:xfrm xmlns:a="http://schemas.openxmlformats.org/drawingml/2006/main">
            <a:off x="8732167" y="1588591"/>
            <a:ext cx="388963" cy="388963"/>
          </a:xfrm>
          <a:prstGeom xmlns:a="http://schemas.openxmlformats.org/drawingml/2006/main" prst="rect">
            <a:avLst/>
          </a:prstGeom>
        </p:spPr>
      </p:pic>
      <p:sp>
        <p:nvSpPr>
          <p:cNvPr id="1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45B26F9-FD2D-47B1-9FBC-A062870A0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6977" y="560651"/>
            <a:ext cx="2438633" cy="1034735"/>
          </a:xfrm>
          <a:custGeom xmlns:a="http://schemas.openxmlformats.org/drawingml/2006/main">
            <a:pathLst>
              <a:path w="2438633" h="1034735">
                <a:moveTo>
                  <a:pt x="234" y="78730"/>
                </a:moveTo>
                <a:cubicBezTo>
                  <a:pt x="0" y="35557"/>
                  <a:pt x="35089" y="469"/>
                  <a:pt x="78964" y="0"/>
                </a:cubicBezTo>
                <a:lnTo>
                  <a:pt x="2360724" y="0"/>
                </a:lnTo>
                <a:cubicBezTo>
                  <a:pt x="2403545" y="469"/>
                  <a:pt x="2438633" y="35557"/>
                  <a:pt x="2438048" y="78730"/>
                </a:cubicBezTo>
                <a:lnTo>
                  <a:pt x="2438048" y="956005"/>
                </a:lnTo>
                <a:cubicBezTo>
                  <a:pt x="2438633" y="999295"/>
                  <a:pt x="2403545" y="1034384"/>
                  <a:pt x="2360724" y="1034735"/>
                </a:cubicBezTo>
                <a:lnTo>
                  <a:pt x="78964" y="1034735"/>
                </a:lnTo>
                <a:cubicBezTo>
                  <a:pt x="35089" y="1034384"/>
                  <a:pt x="0" y="999295"/>
                  <a:pt x="234" y="956005"/>
                </a:cubicBezTo>
                <a:lnTo>
                  <a:pt x="234" y="78730"/>
                </a:lnTo>
              </a:path>
            </a:pathLst>
          </a:custGeom>
          <a:solidFill xmlns:a="http://schemas.openxmlformats.org/drawingml/2006/main">
            <a:srgbClr val="DAE3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94B26EB-7F12-4AF6-9AC4-EE3DDC3EF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1119" y="555261"/>
            <a:ext cx="2450349" cy="1045631"/>
          </a:xfrm>
          <a:custGeom xmlns:a="http://schemas.openxmlformats.org/drawingml/2006/main">
            <a:pathLst>
              <a:path w="2450349" h="1045631">
                <a:moveTo>
                  <a:pt x="2648" y="982459"/>
                </a:moveTo>
                <a:lnTo>
                  <a:pt x="3784" y="986454"/>
                </a:lnTo>
                <a:lnTo>
                  <a:pt x="5108" y="990367"/>
                </a:lnTo>
                <a:lnTo>
                  <a:pt x="6619" y="994199"/>
                </a:lnTo>
                <a:lnTo>
                  <a:pt x="8306" y="997924"/>
                </a:lnTo>
                <a:lnTo>
                  <a:pt x="10169" y="1001556"/>
                </a:lnTo>
                <a:lnTo>
                  <a:pt x="12196" y="1005082"/>
                </a:lnTo>
                <a:lnTo>
                  <a:pt x="14387" y="1008503"/>
                </a:lnTo>
                <a:lnTo>
                  <a:pt x="16730" y="1011807"/>
                </a:lnTo>
                <a:lnTo>
                  <a:pt x="19237" y="1014982"/>
                </a:lnTo>
                <a:lnTo>
                  <a:pt x="21873" y="1018040"/>
                </a:lnTo>
                <a:lnTo>
                  <a:pt x="24662" y="1020969"/>
                </a:lnTo>
                <a:lnTo>
                  <a:pt x="27591" y="1023757"/>
                </a:lnTo>
                <a:lnTo>
                  <a:pt x="30648" y="1026393"/>
                </a:lnTo>
                <a:lnTo>
                  <a:pt x="33823" y="1028901"/>
                </a:lnTo>
                <a:lnTo>
                  <a:pt x="37127" y="1031244"/>
                </a:lnTo>
                <a:lnTo>
                  <a:pt x="40548" y="1033435"/>
                </a:lnTo>
                <a:lnTo>
                  <a:pt x="44075" y="1035461"/>
                </a:lnTo>
                <a:lnTo>
                  <a:pt x="47707" y="1037324"/>
                </a:lnTo>
                <a:lnTo>
                  <a:pt x="51432" y="1039011"/>
                </a:lnTo>
                <a:lnTo>
                  <a:pt x="55263" y="1040523"/>
                </a:lnTo>
                <a:lnTo>
                  <a:pt x="59176" y="1041847"/>
                </a:lnTo>
                <a:lnTo>
                  <a:pt x="63171" y="1042983"/>
                </a:lnTo>
                <a:lnTo>
                  <a:pt x="67248" y="1043920"/>
                </a:lnTo>
                <a:lnTo>
                  <a:pt x="71396" y="1044658"/>
                </a:lnTo>
                <a:lnTo>
                  <a:pt x="75613" y="1045197"/>
                </a:lnTo>
                <a:lnTo>
                  <a:pt x="79890" y="1045525"/>
                </a:lnTo>
                <a:lnTo>
                  <a:pt x="84143" y="1045631"/>
                </a:lnTo>
                <a:lnTo>
                  <a:pt x="2366207" y="1045631"/>
                </a:lnTo>
                <a:lnTo>
                  <a:pt x="2370459" y="1045525"/>
                </a:lnTo>
                <a:lnTo>
                  <a:pt x="2374736" y="1045197"/>
                </a:lnTo>
                <a:lnTo>
                  <a:pt x="2378953" y="1044658"/>
                </a:lnTo>
                <a:lnTo>
                  <a:pt x="2383101" y="1043920"/>
                </a:lnTo>
                <a:lnTo>
                  <a:pt x="2387178" y="1042983"/>
                </a:lnTo>
                <a:lnTo>
                  <a:pt x="2391173" y="1041847"/>
                </a:lnTo>
                <a:lnTo>
                  <a:pt x="2395086" y="1040523"/>
                </a:lnTo>
                <a:lnTo>
                  <a:pt x="2398917" y="1039011"/>
                </a:lnTo>
                <a:lnTo>
                  <a:pt x="2402643" y="1037324"/>
                </a:lnTo>
                <a:lnTo>
                  <a:pt x="2406274" y="1035461"/>
                </a:lnTo>
                <a:lnTo>
                  <a:pt x="2409801" y="1033435"/>
                </a:lnTo>
                <a:lnTo>
                  <a:pt x="2413222" y="1031244"/>
                </a:lnTo>
                <a:lnTo>
                  <a:pt x="2416526" y="1028901"/>
                </a:lnTo>
                <a:lnTo>
                  <a:pt x="2419701" y="1026393"/>
                </a:lnTo>
                <a:lnTo>
                  <a:pt x="2422759" y="1023757"/>
                </a:lnTo>
                <a:lnTo>
                  <a:pt x="2425687" y="1020969"/>
                </a:lnTo>
                <a:lnTo>
                  <a:pt x="2428476" y="1018040"/>
                </a:lnTo>
                <a:lnTo>
                  <a:pt x="2431112" y="1014982"/>
                </a:lnTo>
                <a:lnTo>
                  <a:pt x="2433619" y="1011807"/>
                </a:lnTo>
                <a:lnTo>
                  <a:pt x="2435962" y="1008503"/>
                </a:lnTo>
                <a:lnTo>
                  <a:pt x="2438153" y="1005082"/>
                </a:lnTo>
                <a:lnTo>
                  <a:pt x="2440180" y="1001556"/>
                </a:lnTo>
                <a:lnTo>
                  <a:pt x="2442043" y="997924"/>
                </a:lnTo>
                <a:lnTo>
                  <a:pt x="2443730" y="994199"/>
                </a:lnTo>
                <a:lnTo>
                  <a:pt x="2445241" y="990367"/>
                </a:lnTo>
                <a:lnTo>
                  <a:pt x="2446565" y="986454"/>
                </a:lnTo>
                <a:lnTo>
                  <a:pt x="2447701" y="982459"/>
                </a:lnTo>
                <a:lnTo>
                  <a:pt x="2448639" y="978382"/>
                </a:lnTo>
                <a:lnTo>
                  <a:pt x="2449377" y="974235"/>
                </a:lnTo>
                <a:lnTo>
                  <a:pt x="2449916" y="970017"/>
                </a:lnTo>
                <a:lnTo>
                  <a:pt x="2450244" y="965741"/>
                </a:lnTo>
                <a:lnTo>
                  <a:pt x="2450349" y="961488"/>
                </a:lnTo>
                <a:lnTo>
                  <a:pt x="2450349" y="84143"/>
                </a:lnTo>
                <a:lnTo>
                  <a:pt x="2450244" y="79890"/>
                </a:lnTo>
                <a:lnTo>
                  <a:pt x="2449916" y="75613"/>
                </a:lnTo>
                <a:lnTo>
                  <a:pt x="2449377" y="71396"/>
                </a:lnTo>
                <a:lnTo>
                  <a:pt x="2448639" y="67248"/>
                </a:lnTo>
                <a:lnTo>
                  <a:pt x="2447701" y="63171"/>
                </a:lnTo>
                <a:lnTo>
                  <a:pt x="2446565" y="59176"/>
                </a:lnTo>
                <a:lnTo>
                  <a:pt x="2445241" y="55263"/>
                </a:lnTo>
                <a:lnTo>
                  <a:pt x="2443730" y="51432"/>
                </a:lnTo>
                <a:lnTo>
                  <a:pt x="2442043" y="47707"/>
                </a:lnTo>
                <a:lnTo>
                  <a:pt x="2440180" y="44075"/>
                </a:lnTo>
                <a:lnTo>
                  <a:pt x="2438153" y="40548"/>
                </a:lnTo>
                <a:lnTo>
                  <a:pt x="2435962" y="37127"/>
                </a:lnTo>
                <a:lnTo>
                  <a:pt x="2433619" y="33823"/>
                </a:lnTo>
                <a:lnTo>
                  <a:pt x="2431112" y="30648"/>
                </a:lnTo>
                <a:lnTo>
                  <a:pt x="2428476" y="27591"/>
                </a:lnTo>
                <a:lnTo>
                  <a:pt x="2425687" y="24662"/>
                </a:lnTo>
                <a:lnTo>
                  <a:pt x="2422759" y="21873"/>
                </a:lnTo>
                <a:lnTo>
                  <a:pt x="2419701" y="19237"/>
                </a:lnTo>
                <a:lnTo>
                  <a:pt x="2416526" y="16730"/>
                </a:lnTo>
                <a:lnTo>
                  <a:pt x="2413222" y="14387"/>
                </a:lnTo>
                <a:lnTo>
                  <a:pt x="2409801" y="12196"/>
                </a:lnTo>
                <a:lnTo>
                  <a:pt x="2406274" y="10169"/>
                </a:lnTo>
                <a:lnTo>
                  <a:pt x="2402643" y="8306"/>
                </a:lnTo>
                <a:lnTo>
                  <a:pt x="2398917" y="6619"/>
                </a:lnTo>
                <a:lnTo>
                  <a:pt x="2395086" y="5108"/>
                </a:lnTo>
                <a:lnTo>
                  <a:pt x="2391173" y="3784"/>
                </a:lnTo>
                <a:lnTo>
                  <a:pt x="2387178" y="2648"/>
                </a:lnTo>
                <a:lnTo>
                  <a:pt x="2383101" y="1710"/>
                </a:lnTo>
                <a:lnTo>
                  <a:pt x="2378953" y="972"/>
                </a:lnTo>
                <a:lnTo>
                  <a:pt x="2374736" y="433"/>
                </a:lnTo>
                <a:lnTo>
                  <a:pt x="2370459" y="105"/>
                </a:lnTo>
                <a:lnTo>
                  <a:pt x="2366207" y="0"/>
                </a:lnTo>
                <a:lnTo>
                  <a:pt x="84143" y="0"/>
                </a:lnTo>
                <a:lnTo>
                  <a:pt x="79890" y="105"/>
                </a:lnTo>
                <a:lnTo>
                  <a:pt x="75613" y="433"/>
                </a:lnTo>
                <a:lnTo>
                  <a:pt x="71396" y="972"/>
                </a:lnTo>
                <a:lnTo>
                  <a:pt x="67248" y="1710"/>
                </a:lnTo>
                <a:lnTo>
                  <a:pt x="63171" y="2648"/>
                </a:lnTo>
                <a:lnTo>
                  <a:pt x="59176" y="3784"/>
                </a:lnTo>
                <a:lnTo>
                  <a:pt x="55263" y="5108"/>
                </a:lnTo>
                <a:lnTo>
                  <a:pt x="51432" y="6619"/>
                </a:lnTo>
                <a:lnTo>
                  <a:pt x="47707" y="8306"/>
                </a:lnTo>
                <a:lnTo>
                  <a:pt x="44075" y="10169"/>
                </a:lnTo>
                <a:lnTo>
                  <a:pt x="40548" y="12196"/>
                </a:lnTo>
                <a:lnTo>
                  <a:pt x="37127" y="14387"/>
                </a:lnTo>
                <a:lnTo>
                  <a:pt x="33823" y="16730"/>
                </a:lnTo>
                <a:lnTo>
                  <a:pt x="30648" y="19237"/>
                </a:lnTo>
                <a:lnTo>
                  <a:pt x="27591" y="21873"/>
                </a:lnTo>
                <a:lnTo>
                  <a:pt x="24662" y="24662"/>
                </a:lnTo>
                <a:lnTo>
                  <a:pt x="21873" y="27591"/>
                </a:lnTo>
                <a:lnTo>
                  <a:pt x="19237" y="30648"/>
                </a:lnTo>
                <a:lnTo>
                  <a:pt x="16730" y="33823"/>
                </a:lnTo>
                <a:lnTo>
                  <a:pt x="14387" y="37127"/>
                </a:lnTo>
                <a:lnTo>
                  <a:pt x="12196" y="40548"/>
                </a:lnTo>
                <a:lnTo>
                  <a:pt x="10169" y="44075"/>
                </a:lnTo>
                <a:lnTo>
                  <a:pt x="8306" y="47707"/>
                </a:lnTo>
                <a:lnTo>
                  <a:pt x="6619" y="51432"/>
                </a:lnTo>
                <a:lnTo>
                  <a:pt x="5108" y="55263"/>
                </a:lnTo>
                <a:lnTo>
                  <a:pt x="3784" y="59176"/>
                </a:lnTo>
                <a:lnTo>
                  <a:pt x="2648" y="63171"/>
                </a:lnTo>
                <a:lnTo>
                  <a:pt x="1710" y="67248"/>
                </a:lnTo>
                <a:lnTo>
                  <a:pt x="972" y="71396"/>
                </a:lnTo>
                <a:lnTo>
                  <a:pt x="433" y="75613"/>
                </a:lnTo>
                <a:lnTo>
                  <a:pt x="105" y="79890"/>
                </a:lnTo>
                <a:lnTo>
                  <a:pt x="0" y="84143"/>
                </a:lnTo>
                <a:lnTo>
                  <a:pt x="0" y="961488"/>
                </a:lnTo>
                <a:lnTo>
                  <a:pt x="105" y="965741"/>
                </a:lnTo>
                <a:lnTo>
                  <a:pt x="433" y="970017"/>
                </a:lnTo>
                <a:lnTo>
                  <a:pt x="972" y="974235"/>
                </a:lnTo>
                <a:lnTo>
                  <a:pt x="1710" y="978382"/>
                </a:lnTo>
                <a:lnTo>
                  <a:pt x="2648" y="982459"/>
                </a:lnTo>
                <a:close/>
                <a:moveTo>
                  <a:pt x="13993" y="66130"/>
                </a:moveTo>
                <a:lnTo>
                  <a:pt x="15013" y="62538"/>
                </a:lnTo>
                <a:lnTo>
                  <a:pt x="16081" y="59374"/>
                </a:lnTo>
                <a:lnTo>
                  <a:pt x="17435" y="55944"/>
                </a:lnTo>
                <a:lnTo>
                  <a:pt x="18808" y="52912"/>
                </a:lnTo>
                <a:lnTo>
                  <a:pt x="20526" y="49534"/>
                </a:lnTo>
                <a:lnTo>
                  <a:pt x="20397" y="49792"/>
                </a:lnTo>
                <a:lnTo>
                  <a:pt x="22236" y="46582"/>
                </a:lnTo>
                <a:lnTo>
                  <a:pt x="24037" y="43777"/>
                </a:lnTo>
                <a:lnTo>
                  <a:pt x="26196" y="40724"/>
                </a:lnTo>
                <a:lnTo>
                  <a:pt x="26032" y="40958"/>
                </a:lnTo>
                <a:lnTo>
                  <a:pt x="28285" y="38079"/>
                </a:lnTo>
                <a:lnTo>
                  <a:pt x="30606" y="35405"/>
                </a:lnTo>
                <a:lnTo>
                  <a:pt x="32953" y="32953"/>
                </a:lnTo>
                <a:lnTo>
                  <a:pt x="35405" y="30606"/>
                </a:lnTo>
                <a:lnTo>
                  <a:pt x="38079" y="28285"/>
                </a:lnTo>
                <a:lnTo>
                  <a:pt x="40958" y="26032"/>
                </a:lnTo>
                <a:lnTo>
                  <a:pt x="40724" y="26196"/>
                </a:lnTo>
                <a:lnTo>
                  <a:pt x="43777" y="24037"/>
                </a:lnTo>
                <a:lnTo>
                  <a:pt x="46582" y="22236"/>
                </a:lnTo>
                <a:lnTo>
                  <a:pt x="49792" y="20397"/>
                </a:lnTo>
                <a:lnTo>
                  <a:pt x="49534" y="20526"/>
                </a:lnTo>
                <a:lnTo>
                  <a:pt x="52912" y="18808"/>
                </a:lnTo>
                <a:lnTo>
                  <a:pt x="55944" y="17435"/>
                </a:lnTo>
                <a:lnTo>
                  <a:pt x="59374" y="16081"/>
                </a:lnTo>
                <a:lnTo>
                  <a:pt x="62538" y="15013"/>
                </a:lnTo>
                <a:lnTo>
                  <a:pt x="66130" y="13993"/>
                </a:lnTo>
                <a:lnTo>
                  <a:pt x="69626" y="13184"/>
                </a:lnTo>
                <a:lnTo>
                  <a:pt x="73127" y="12558"/>
                </a:lnTo>
                <a:lnTo>
                  <a:pt x="76946" y="12079"/>
                </a:lnTo>
                <a:lnTo>
                  <a:pt x="80628" y="11798"/>
                </a:lnTo>
                <a:lnTo>
                  <a:pt x="80335" y="11821"/>
                </a:lnTo>
                <a:lnTo>
                  <a:pt x="84365" y="11716"/>
                </a:lnTo>
                <a:lnTo>
                  <a:pt x="2365984" y="11716"/>
                </a:lnTo>
                <a:lnTo>
                  <a:pt x="2370014" y="11821"/>
                </a:lnTo>
                <a:lnTo>
                  <a:pt x="2369721" y="11798"/>
                </a:lnTo>
                <a:lnTo>
                  <a:pt x="2373420" y="12081"/>
                </a:lnTo>
                <a:lnTo>
                  <a:pt x="2377222" y="12558"/>
                </a:lnTo>
                <a:lnTo>
                  <a:pt x="2380723" y="13184"/>
                </a:lnTo>
                <a:lnTo>
                  <a:pt x="2384157" y="13979"/>
                </a:lnTo>
                <a:lnTo>
                  <a:pt x="2387812" y="15013"/>
                </a:lnTo>
                <a:lnTo>
                  <a:pt x="2390975" y="16081"/>
                </a:lnTo>
                <a:lnTo>
                  <a:pt x="2394405" y="17435"/>
                </a:lnTo>
                <a:lnTo>
                  <a:pt x="2397438" y="18808"/>
                </a:lnTo>
                <a:lnTo>
                  <a:pt x="2400815" y="20526"/>
                </a:lnTo>
                <a:lnTo>
                  <a:pt x="2400557" y="20397"/>
                </a:lnTo>
                <a:lnTo>
                  <a:pt x="2403838" y="22283"/>
                </a:lnTo>
                <a:lnTo>
                  <a:pt x="2403603" y="22131"/>
                </a:lnTo>
                <a:lnTo>
                  <a:pt x="2406572" y="24037"/>
                </a:lnTo>
                <a:lnTo>
                  <a:pt x="2409625" y="26196"/>
                </a:lnTo>
                <a:lnTo>
                  <a:pt x="2409391" y="26032"/>
                </a:lnTo>
                <a:lnTo>
                  <a:pt x="2412270" y="28285"/>
                </a:lnTo>
                <a:lnTo>
                  <a:pt x="2414944" y="30606"/>
                </a:lnTo>
                <a:lnTo>
                  <a:pt x="2417396" y="32953"/>
                </a:lnTo>
                <a:lnTo>
                  <a:pt x="2419900" y="35569"/>
                </a:lnTo>
                <a:lnTo>
                  <a:pt x="2419701" y="35370"/>
                </a:lnTo>
                <a:lnTo>
                  <a:pt x="2422068" y="38085"/>
                </a:lnTo>
                <a:lnTo>
                  <a:pt x="2424317" y="40958"/>
                </a:lnTo>
                <a:lnTo>
                  <a:pt x="2424153" y="40724"/>
                </a:lnTo>
                <a:lnTo>
                  <a:pt x="2426312" y="43777"/>
                </a:lnTo>
                <a:lnTo>
                  <a:pt x="2428113" y="46582"/>
                </a:lnTo>
                <a:lnTo>
                  <a:pt x="2429952" y="49792"/>
                </a:lnTo>
                <a:lnTo>
                  <a:pt x="2429823" y="49534"/>
                </a:lnTo>
                <a:lnTo>
                  <a:pt x="2431541" y="52912"/>
                </a:lnTo>
                <a:lnTo>
                  <a:pt x="2432914" y="55944"/>
                </a:lnTo>
                <a:lnTo>
                  <a:pt x="2434268" y="59374"/>
                </a:lnTo>
                <a:lnTo>
                  <a:pt x="2435336" y="62538"/>
                </a:lnTo>
                <a:lnTo>
                  <a:pt x="2436356" y="66130"/>
                </a:lnTo>
                <a:lnTo>
                  <a:pt x="2437165" y="69626"/>
                </a:lnTo>
                <a:lnTo>
                  <a:pt x="2437791" y="73127"/>
                </a:lnTo>
                <a:lnTo>
                  <a:pt x="2438268" y="76929"/>
                </a:lnTo>
                <a:lnTo>
                  <a:pt x="2438551" y="80628"/>
                </a:lnTo>
                <a:lnTo>
                  <a:pt x="2438528" y="80335"/>
                </a:lnTo>
                <a:lnTo>
                  <a:pt x="2438633" y="84365"/>
                </a:lnTo>
                <a:lnTo>
                  <a:pt x="2438633" y="961266"/>
                </a:lnTo>
                <a:lnTo>
                  <a:pt x="2438528" y="965296"/>
                </a:lnTo>
                <a:lnTo>
                  <a:pt x="2438551" y="965003"/>
                </a:lnTo>
                <a:lnTo>
                  <a:pt x="2438268" y="968702"/>
                </a:lnTo>
                <a:lnTo>
                  <a:pt x="2437791" y="972503"/>
                </a:lnTo>
                <a:lnTo>
                  <a:pt x="2437165" y="976005"/>
                </a:lnTo>
                <a:lnTo>
                  <a:pt x="2436370" y="979438"/>
                </a:lnTo>
                <a:lnTo>
                  <a:pt x="2435336" y="983093"/>
                </a:lnTo>
                <a:lnTo>
                  <a:pt x="2434268" y="986257"/>
                </a:lnTo>
                <a:lnTo>
                  <a:pt x="2432914" y="989687"/>
                </a:lnTo>
                <a:lnTo>
                  <a:pt x="2431541" y="992719"/>
                </a:lnTo>
                <a:lnTo>
                  <a:pt x="2429823" y="996096"/>
                </a:lnTo>
                <a:lnTo>
                  <a:pt x="2429952" y="995839"/>
                </a:lnTo>
                <a:lnTo>
                  <a:pt x="2428066" y="999119"/>
                </a:lnTo>
                <a:lnTo>
                  <a:pt x="2428218" y="998885"/>
                </a:lnTo>
                <a:lnTo>
                  <a:pt x="2426312" y="1001854"/>
                </a:lnTo>
                <a:lnTo>
                  <a:pt x="2424153" y="1004907"/>
                </a:lnTo>
                <a:lnTo>
                  <a:pt x="2424317" y="1004672"/>
                </a:lnTo>
                <a:lnTo>
                  <a:pt x="2422068" y="1007545"/>
                </a:lnTo>
                <a:lnTo>
                  <a:pt x="2419701" y="1010261"/>
                </a:lnTo>
                <a:lnTo>
                  <a:pt x="2419900" y="1010062"/>
                </a:lnTo>
                <a:lnTo>
                  <a:pt x="2417396" y="1012678"/>
                </a:lnTo>
                <a:lnTo>
                  <a:pt x="2414944" y="1015024"/>
                </a:lnTo>
                <a:lnTo>
                  <a:pt x="2412270" y="1017345"/>
                </a:lnTo>
                <a:lnTo>
                  <a:pt x="2409391" y="1019598"/>
                </a:lnTo>
                <a:lnTo>
                  <a:pt x="2409625" y="1019434"/>
                </a:lnTo>
                <a:lnTo>
                  <a:pt x="2406572" y="1021593"/>
                </a:lnTo>
                <a:lnTo>
                  <a:pt x="2403603" y="1023500"/>
                </a:lnTo>
                <a:lnTo>
                  <a:pt x="2403838" y="1023347"/>
                </a:lnTo>
                <a:lnTo>
                  <a:pt x="2400557" y="1025234"/>
                </a:lnTo>
                <a:lnTo>
                  <a:pt x="2400815" y="1025105"/>
                </a:lnTo>
                <a:lnTo>
                  <a:pt x="2397438" y="1026823"/>
                </a:lnTo>
                <a:lnTo>
                  <a:pt x="2394405" y="1028195"/>
                </a:lnTo>
                <a:lnTo>
                  <a:pt x="2390975" y="1029549"/>
                </a:lnTo>
                <a:lnTo>
                  <a:pt x="2387812" y="1030617"/>
                </a:lnTo>
                <a:lnTo>
                  <a:pt x="2384157" y="1031652"/>
                </a:lnTo>
                <a:lnTo>
                  <a:pt x="2380723" y="1032447"/>
                </a:lnTo>
                <a:lnTo>
                  <a:pt x="2377222" y="1033073"/>
                </a:lnTo>
                <a:lnTo>
                  <a:pt x="2373420" y="1033549"/>
                </a:lnTo>
                <a:lnTo>
                  <a:pt x="2369721" y="1033833"/>
                </a:lnTo>
                <a:lnTo>
                  <a:pt x="2370014" y="1033809"/>
                </a:lnTo>
                <a:lnTo>
                  <a:pt x="2365984" y="1033915"/>
                </a:lnTo>
                <a:lnTo>
                  <a:pt x="84365" y="1033915"/>
                </a:lnTo>
                <a:lnTo>
                  <a:pt x="80335" y="1033809"/>
                </a:lnTo>
                <a:lnTo>
                  <a:pt x="80628" y="1033833"/>
                </a:lnTo>
                <a:lnTo>
                  <a:pt x="76946" y="1033551"/>
                </a:lnTo>
                <a:lnTo>
                  <a:pt x="73127" y="1033073"/>
                </a:lnTo>
                <a:lnTo>
                  <a:pt x="69626" y="1032447"/>
                </a:lnTo>
                <a:lnTo>
                  <a:pt x="66130" y="1031637"/>
                </a:lnTo>
                <a:lnTo>
                  <a:pt x="62538" y="1030617"/>
                </a:lnTo>
                <a:lnTo>
                  <a:pt x="59374" y="1029549"/>
                </a:lnTo>
                <a:lnTo>
                  <a:pt x="55944" y="1028195"/>
                </a:lnTo>
                <a:lnTo>
                  <a:pt x="52912" y="1026823"/>
                </a:lnTo>
                <a:lnTo>
                  <a:pt x="49534" y="1025105"/>
                </a:lnTo>
                <a:lnTo>
                  <a:pt x="49792" y="1025234"/>
                </a:lnTo>
                <a:lnTo>
                  <a:pt x="46582" y="1023394"/>
                </a:lnTo>
                <a:lnTo>
                  <a:pt x="43777" y="1021593"/>
                </a:lnTo>
                <a:lnTo>
                  <a:pt x="40724" y="1019434"/>
                </a:lnTo>
                <a:lnTo>
                  <a:pt x="40958" y="1019598"/>
                </a:lnTo>
                <a:lnTo>
                  <a:pt x="38079" y="1017345"/>
                </a:lnTo>
                <a:lnTo>
                  <a:pt x="35405" y="1015024"/>
                </a:lnTo>
                <a:lnTo>
                  <a:pt x="32953" y="1012678"/>
                </a:lnTo>
                <a:lnTo>
                  <a:pt x="30606" y="1010226"/>
                </a:lnTo>
                <a:lnTo>
                  <a:pt x="28285" y="1007551"/>
                </a:lnTo>
                <a:lnTo>
                  <a:pt x="26032" y="1004672"/>
                </a:lnTo>
                <a:lnTo>
                  <a:pt x="26196" y="1004907"/>
                </a:lnTo>
                <a:lnTo>
                  <a:pt x="24037" y="1001854"/>
                </a:lnTo>
                <a:lnTo>
                  <a:pt x="22131" y="998885"/>
                </a:lnTo>
                <a:lnTo>
                  <a:pt x="22283" y="999119"/>
                </a:lnTo>
                <a:lnTo>
                  <a:pt x="20397" y="995839"/>
                </a:lnTo>
                <a:lnTo>
                  <a:pt x="20526" y="996096"/>
                </a:lnTo>
                <a:lnTo>
                  <a:pt x="18808" y="992719"/>
                </a:lnTo>
                <a:lnTo>
                  <a:pt x="17435" y="989687"/>
                </a:lnTo>
                <a:lnTo>
                  <a:pt x="16081" y="986257"/>
                </a:lnTo>
                <a:lnTo>
                  <a:pt x="15013" y="983093"/>
                </a:lnTo>
                <a:lnTo>
                  <a:pt x="13979" y="979438"/>
                </a:lnTo>
                <a:lnTo>
                  <a:pt x="13184" y="976005"/>
                </a:lnTo>
                <a:lnTo>
                  <a:pt x="12558" y="972503"/>
                </a:lnTo>
                <a:lnTo>
                  <a:pt x="12081" y="968702"/>
                </a:lnTo>
                <a:lnTo>
                  <a:pt x="11798" y="965003"/>
                </a:lnTo>
                <a:lnTo>
                  <a:pt x="11821" y="965296"/>
                </a:lnTo>
                <a:lnTo>
                  <a:pt x="11716" y="961266"/>
                </a:lnTo>
                <a:lnTo>
                  <a:pt x="11716" y="84365"/>
                </a:lnTo>
                <a:lnTo>
                  <a:pt x="11821" y="80335"/>
                </a:lnTo>
                <a:lnTo>
                  <a:pt x="11798" y="80628"/>
                </a:lnTo>
                <a:lnTo>
                  <a:pt x="12081" y="76929"/>
                </a:lnTo>
                <a:lnTo>
                  <a:pt x="12558" y="73127"/>
                </a:lnTo>
                <a:lnTo>
                  <a:pt x="13184" y="69626"/>
                </a:lnTo>
                <a:lnTo>
                  <a:pt x="13993" y="66130"/>
                </a:lnTo>
                <a:close/>
              </a:path>
            </a:pathLst>
          </a:custGeom>
          <a:solidFill xmlns:a="http://schemas.openxmlformats.org/drawingml/2006/main">
            <a:srgbClr val="91ACE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8" name="Text FaultLocalization">
            <a:extLst xmlns:a="http://schemas.openxmlformats.org/drawingml/2006/main">
              <a:ext uri="{FF2B5EF4-FFF2-40B4-BE49-F238E27FC236}">
                <a16:creationId xmlns:a16="http://schemas.microsoft.com/office/drawing/2014/main" id="{DFE3C1F1-4D31-4A0E-B7BB-E28A75D3E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3924" y="773411"/>
            <a:ext cx="1513528" cy="156573"/>
          </a:xfrm>
          <a:custGeom xmlns:a="http://schemas.openxmlformats.org/drawingml/2006/main">
            <a:pathLst>
              <a:path w="1513528" h="156573">
                <a:moveTo>
                  <a:pt x="85130" y="27008"/>
                </a:moveTo>
                <a:cubicBezTo>
                  <a:pt x="84035" y="27008"/>
                  <a:pt x="82879" y="26765"/>
                  <a:pt x="81663" y="26278"/>
                </a:cubicBezTo>
                <a:cubicBezTo>
                  <a:pt x="74120" y="23480"/>
                  <a:pt x="64144" y="22081"/>
                  <a:pt x="51735" y="22081"/>
                </a:cubicBezTo>
                <a:cubicBezTo>
                  <a:pt x="47720" y="22081"/>
                  <a:pt x="43021" y="22377"/>
                  <a:pt x="37638" y="22970"/>
                </a:cubicBezTo>
                <a:cubicBezTo>
                  <a:pt x="32254" y="23564"/>
                  <a:pt x="26217" y="24484"/>
                  <a:pt x="19526" y="25731"/>
                </a:cubicBezTo>
                <a:lnTo>
                  <a:pt x="19344" y="65148"/>
                </a:lnTo>
                <a:cubicBezTo>
                  <a:pt x="31084" y="61985"/>
                  <a:pt x="39904" y="60403"/>
                  <a:pt x="45804" y="60403"/>
                </a:cubicBezTo>
                <a:cubicBezTo>
                  <a:pt x="55172" y="60403"/>
                  <a:pt x="64874" y="60950"/>
                  <a:pt x="74911" y="62045"/>
                </a:cubicBezTo>
                <a:cubicBezTo>
                  <a:pt x="80629" y="62654"/>
                  <a:pt x="83488" y="65756"/>
                  <a:pt x="83488" y="71352"/>
                </a:cubicBezTo>
                <a:cubicBezTo>
                  <a:pt x="83488" y="74090"/>
                  <a:pt x="82606" y="76355"/>
                  <a:pt x="80842" y="78150"/>
                </a:cubicBezTo>
                <a:cubicBezTo>
                  <a:pt x="79077" y="79944"/>
                  <a:pt x="76888" y="80842"/>
                  <a:pt x="74272" y="80842"/>
                </a:cubicBezTo>
                <a:cubicBezTo>
                  <a:pt x="71109" y="80842"/>
                  <a:pt x="66364" y="80568"/>
                  <a:pt x="60038" y="80020"/>
                </a:cubicBezTo>
                <a:cubicBezTo>
                  <a:pt x="53712" y="79473"/>
                  <a:pt x="48967" y="79199"/>
                  <a:pt x="45804" y="79199"/>
                </a:cubicBezTo>
                <a:cubicBezTo>
                  <a:pt x="41668" y="79199"/>
                  <a:pt x="32726" y="80963"/>
                  <a:pt x="18979" y="84491"/>
                </a:cubicBezTo>
                <a:lnTo>
                  <a:pt x="18157" y="147267"/>
                </a:lnTo>
                <a:cubicBezTo>
                  <a:pt x="18157" y="149882"/>
                  <a:pt x="17306" y="152087"/>
                  <a:pt x="15603" y="153882"/>
                </a:cubicBezTo>
                <a:cubicBezTo>
                  <a:pt x="13899" y="155676"/>
                  <a:pt x="11740" y="156573"/>
                  <a:pt x="9124" y="156573"/>
                </a:cubicBezTo>
                <a:cubicBezTo>
                  <a:pt x="6509" y="156573"/>
                  <a:pt x="4334" y="155676"/>
                  <a:pt x="2600" y="153882"/>
                </a:cubicBezTo>
                <a:cubicBezTo>
                  <a:pt x="867" y="152087"/>
                  <a:pt x="0" y="149882"/>
                  <a:pt x="0" y="147267"/>
                </a:cubicBezTo>
                <a:cubicBezTo>
                  <a:pt x="0" y="135283"/>
                  <a:pt x="228" y="117293"/>
                  <a:pt x="684" y="93296"/>
                </a:cubicBezTo>
                <a:cubicBezTo>
                  <a:pt x="1141" y="69299"/>
                  <a:pt x="1369" y="51309"/>
                  <a:pt x="1369" y="39326"/>
                </a:cubicBezTo>
                <a:cubicBezTo>
                  <a:pt x="1369" y="36649"/>
                  <a:pt x="1323" y="32619"/>
                  <a:pt x="1232" y="27236"/>
                </a:cubicBezTo>
                <a:cubicBezTo>
                  <a:pt x="1141" y="21853"/>
                  <a:pt x="1095" y="17823"/>
                  <a:pt x="1095" y="15146"/>
                </a:cubicBezTo>
                <a:cubicBezTo>
                  <a:pt x="1095" y="12470"/>
                  <a:pt x="1931" y="10219"/>
                  <a:pt x="3604" y="8394"/>
                </a:cubicBezTo>
                <a:cubicBezTo>
                  <a:pt x="5277" y="6570"/>
                  <a:pt x="7452" y="5657"/>
                  <a:pt x="10128" y="5657"/>
                </a:cubicBezTo>
                <a:cubicBezTo>
                  <a:pt x="12135" y="5657"/>
                  <a:pt x="13930" y="6205"/>
                  <a:pt x="15511" y="7299"/>
                </a:cubicBezTo>
                <a:cubicBezTo>
                  <a:pt x="23054" y="5952"/>
                  <a:pt x="29837" y="4946"/>
                  <a:pt x="35859" y="4283"/>
                </a:cubicBezTo>
                <a:cubicBezTo>
                  <a:pt x="41881" y="3617"/>
                  <a:pt x="47173" y="3285"/>
                  <a:pt x="51735" y="3285"/>
                </a:cubicBezTo>
                <a:cubicBezTo>
                  <a:pt x="58730" y="3285"/>
                  <a:pt x="66729" y="4292"/>
                  <a:pt x="75732" y="6307"/>
                </a:cubicBezTo>
                <a:cubicBezTo>
                  <a:pt x="87959" y="9117"/>
                  <a:pt x="94072" y="12781"/>
                  <a:pt x="94072" y="17299"/>
                </a:cubicBezTo>
                <a:cubicBezTo>
                  <a:pt x="94072" y="19742"/>
                  <a:pt x="93281" y="21910"/>
                  <a:pt x="91699" y="23803"/>
                </a:cubicBezTo>
                <a:cubicBezTo>
                  <a:pt x="89935" y="25940"/>
                  <a:pt x="87746" y="27008"/>
                  <a:pt x="85130" y="27008"/>
                </a:cubicBezTo>
                <a:close/>
                <a:moveTo>
                  <a:pt x="181802" y="152924"/>
                </a:moveTo>
                <a:cubicBezTo>
                  <a:pt x="180646" y="152924"/>
                  <a:pt x="178547" y="151574"/>
                  <a:pt x="175506" y="148875"/>
                </a:cubicBezTo>
                <a:cubicBezTo>
                  <a:pt x="172769" y="146360"/>
                  <a:pt x="170731" y="144121"/>
                  <a:pt x="169393" y="142157"/>
                </a:cubicBezTo>
                <a:cubicBezTo>
                  <a:pt x="163553" y="145351"/>
                  <a:pt x="158413" y="147761"/>
                  <a:pt x="153973" y="149388"/>
                </a:cubicBezTo>
                <a:cubicBezTo>
                  <a:pt x="149532" y="151015"/>
                  <a:pt x="145822" y="151829"/>
                  <a:pt x="142841" y="151829"/>
                </a:cubicBezTo>
                <a:cubicBezTo>
                  <a:pt x="128607" y="151829"/>
                  <a:pt x="118236" y="147814"/>
                  <a:pt x="111727" y="139785"/>
                </a:cubicBezTo>
                <a:cubicBezTo>
                  <a:pt x="105583" y="132242"/>
                  <a:pt x="102511" y="120684"/>
                  <a:pt x="102511" y="105112"/>
                </a:cubicBezTo>
                <a:cubicBezTo>
                  <a:pt x="102511" y="90392"/>
                  <a:pt x="107575" y="77800"/>
                  <a:pt x="117703" y="67338"/>
                </a:cubicBezTo>
                <a:cubicBezTo>
                  <a:pt x="127831" y="56875"/>
                  <a:pt x="139921" y="51644"/>
                  <a:pt x="153973" y="51644"/>
                </a:cubicBezTo>
                <a:cubicBezTo>
                  <a:pt x="159265" y="51644"/>
                  <a:pt x="165196" y="53012"/>
                  <a:pt x="171765" y="55750"/>
                </a:cubicBezTo>
                <a:cubicBezTo>
                  <a:pt x="180038" y="59156"/>
                  <a:pt x="184174" y="63262"/>
                  <a:pt x="184174" y="68067"/>
                </a:cubicBezTo>
                <a:cubicBezTo>
                  <a:pt x="184174" y="69710"/>
                  <a:pt x="183566" y="71170"/>
                  <a:pt x="182349" y="72447"/>
                </a:cubicBezTo>
                <a:cubicBezTo>
                  <a:pt x="181741" y="74759"/>
                  <a:pt x="181270" y="78560"/>
                  <a:pt x="180935" y="83853"/>
                </a:cubicBezTo>
                <a:cubicBezTo>
                  <a:pt x="180600" y="89145"/>
                  <a:pt x="180403" y="95927"/>
                  <a:pt x="180342" y="104200"/>
                </a:cubicBezTo>
                <a:cubicBezTo>
                  <a:pt x="180281" y="111743"/>
                  <a:pt x="180798" y="117704"/>
                  <a:pt x="181893" y="122083"/>
                </a:cubicBezTo>
                <a:cubicBezTo>
                  <a:pt x="182501" y="124760"/>
                  <a:pt x="184417" y="130113"/>
                  <a:pt x="187641" y="138142"/>
                </a:cubicBezTo>
                <a:cubicBezTo>
                  <a:pt x="188067" y="139237"/>
                  <a:pt x="188767" y="140849"/>
                  <a:pt x="189740" y="142978"/>
                </a:cubicBezTo>
                <a:lnTo>
                  <a:pt x="190287" y="144529"/>
                </a:lnTo>
                <a:cubicBezTo>
                  <a:pt x="190287" y="146962"/>
                  <a:pt x="189436" y="148970"/>
                  <a:pt x="187733" y="150551"/>
                </a:cubicBezTo>
                <a:cubicBezTo>
                  <a:pt x="186029" y="152133"/>
                  <a:pt x="184052" y="152924"/>
                  <a:pt x="181802" y="152924"/>
                </a:cubicBezTo>
                <a:moveTo>
                  <a:pt x="162823" y="89544"/>
                </a:moveTo>
                <a:cubicBezTo>
                  <a:pt x="162823" y="86934"/>
                  <a:pt x="162990" y="84098"/>
                  <a:pt x="163325" y="81035"/>
                </a:cubicBezTo>
                <a:cubicBezTo>
                  <a:pt x="163660" y="77971"/>
                  <a:pt x="164161" y="74710"/>
                  <a:pt x="164831" y="71252"/>
                </a:cubicBezTo>
                <a:cubicBezTo>
                  <a:pt x="162580" y="70099"/>
                  <a:pt x="160649" y="69249"/>
                  <a:pt x="159037" y="68703"/>
                </a:cubicBezTo>
                <a:cubicBezTo>
                  <a:pt x="157425" y="68158"/>
                  <a:pt x="156132" y="67885"/>
                  <a:pt x="155159" y="67885"/>
                </a:cubicBezTo>
                <a:cubicBezTo>
                  <a:pt x="145730" y="67885"/>
                  <a:pt x="137594" y="71722"/>
                  <a:pt x="130751" y="79396"/>
                </a:cubicBezTo>
                <a:cubicBezTo>
                  <a:pt x="123908" y="87070"/>
                  <a:pt x="120486" y="95912"/>
                  <a:pt x="120486" y="105922"/>
                </a:cubicBezTo>
                <a:cubicBezTo>
                  <a:pt x="120486" y="115871"/>
                  <a:pt x="122250" y="123333"/>
                  <a:pt x="125778" y="128308"/>
                </a:cubicBezTo>
                <a:cubicBezTo>
                  <a:pt x="129306" y="133283"/>
                  <a:pt x="134599" y="135770"/>
                  <a:pt x="141655" y="135770"/>
                </a:cubicBezTo>
                <a:cubicBezTo>
                  <a:pt x="147494" y="135770"/>
                  <a:pt x="152452" y="134708"/>
                  <a:pt x="156527" y="132585"/>
                </a:cubicBezTo>
                <a:cubicBezTo>
                  <a:pt x="158717" y="131433"/>
                  <a:pt x="161789" y="129128"/>
                  <a:pt x="165743" y="125670"/>
                </a:cubicBezTo>
                <a:cubicBezTo>
                  <a:pt x="163796" y="109593"/>
                  <a:pt x="162823" y="97550"/>
                  <a:pt x="162823" y="89544"/>
                </a:cubicBezTo>
                <a:close/>
                <a:moveTo>
                  <a:pt x="281064" y="93616"/>
                </a:moveTo>
                <a:cubicBezTo>
                  <a:pt x="281064" y="97995"/>
                  <a:pt x="281095" y="104565"/>
                  <a:pt x="281156" y="113324"/>
                </a:cubicBezTo>
                <a:cubicBezTo>
                  <a:pt x="281217" y="122083"/>
                  <a:pt x="281247" y="128653"/>
                  <a:pt x="281247" y="133033"/>
                </a:cubicBezTo>
                <a:cubicBezTo>
                  <a:pt x="281247" y="134371"/>
                  <a:pt x="281353" y="136409"/>
                  <a:pt x="281566" y="139146"/>
                </a:cubicBezTo>
                <a:cubicBezTo>
                  <a:pt x="281779" y="141883"/>
                  <a:pt x="281886" y="143921"/>
                  <a:pt x="281886" y="145259"/>
                </a:cubicBezTo>
                <a:cubicBezTo>
                  <a:pt x="281886" y="147875"/>
                  <a:pt x="281004" y="150019"/>
                  <a:pt x="279240" y="151692"/>
                </a:cubicBezTo>
                <a:cubicBezTo>
                  <a:pt x="277476" y="153365"/>
                  <a:pt x="275316" y="154201"/>
                  <a:pt x="272761" y="154201"/>
                </a:cubicBezTo>
                <a:cubicBezTo>
                  <a:pt x="268077" y="154201"/>
                  <a:pt x="265097" y="151312"/>
                  <a:pt x="263819" y="145533"/>
                </a:cubicBezTo>
                <a:cubicBezTo>
                  <a:pt x="256216" y="149487"/>
                  <a:pt x="247457" y="151464"/>
                  <a:pt x="237541" y="151464"/>
                </a:cubicBezTo>
                <a:cubicBezTo>
                  <a:pt x="229573" y="151464"/>
                  <a:pt x="222973" y="149700"/>
                  <a:pt x="217742" y="146172"/>
                </a:cubicBezTo>
                <a:cubicBezTo>
                  <a:pt x="211963" y="142279"/>
                  <a:pt x="208526" y="136591"/>
                  <a:pt x="207431" y="129109"/>
                </a:cubicBezTo>
                <a:cubicBezTo>
                  <a:pt x="205059" y="112990"/>
                  <a:pt x="203873" y="98634"/>
                  <a:pt x="203873" y="86042"/>
                </a:cubicBezTo>
                <a:cubicBezTo>
                  <a:pt x="203873" y="77709"/>
                  <a:pt x="204785" y="68220"/>
                  <a:pt x="206610" y="57574"/>
                </a:cubicBezTo>
                <a:cubicBezTo>
                  <a:pt x="207462" y="52282"/>
                  <a:pt x="210351" y="49636"/>
                  <a:pt x="215278" y="49636"/>
                </a:cubicBezTo>
                <a:cubicBezTo>
                  <a:pt x="217894" y="49636"/>
                  <a:pt x="220084" y="50472"/>
                  <a:pt x="221848" y="52143"/>
                </a:cubicBezTo>
                <a:cubicBezTo>
                  <a:pt x="223612" y="53814"/>
                  <a:pt x="224494" y="55956"/>
                  <a:pt x="224494" y="58570"/>
                </a:cubicBezTo>
                <a:cubicBezTo>
                  <a:pt x="224494" y="61364"/>
                  <a:pt x="224053" y="65830"/>
                  <a:pt x="223171" y="71968"/>
                </a:cubicBezTo>
                <a:cubicBezTo>
                  <a:pt x="222289" y="78104"/>
                  <a:pt x="221848" y="82782"/>
                  <a:pt x="221848" y="86002"/>
                </a:cubicBezTo>
                <a:cubicBezTo>
                  <a:pt x="221848" y="96149"/>
                  <a:pt x="222182" y="104839"/>
                  <a:pt x="222851" y="112070"/>
                </a:cubicBezTo>
                <a:cubicBezTo>
                  <a:pt x="223520" y="119301"/>
                  <a:pt x="224524" y="125103"/>
                  <a:pt x="225862" y="129477"/>
                </a:cubicBezTo>
                <a:cubicBezTo>
                  <a:pt x="227870" y="130572"/>
                  <a:pt x="229847" y="131408"/>
                  <a:pt x="231793" y="131986"/>
                </a:cubicBezTo>
                <a:cubicBezTo>
                  <a:pt x="233740" y="132562"/>
                  <a:pt x="235656" y="132850"/>
                  <a:pt x="237541" y="132850"/>
                </a:cubicBezTo>
                <a:cubicBezTo>
                  <a:pt x="245692" y="132850"/>
                  <a:pt x="254300" y="131544"/>
                  <a:pt x="263363" y="128932"/>
                </a:cubicBezTo>
                <a:lnTo>
                  <a:pt x="263272" y="110430"/>
                </a:lnTo>
                <a:lnTo>
                  <a:pt x="263090" y="92749"/>
                </a:lnTo>
                <a:cubicBezTo>
                  <a:pt x="263090" y="79623"/>
                  <a:pt x="263667" y="68230"/>
                  <a:pt x="264823" y="58570"/>
                </a:cubicBezTo>
                <a:cubicBezTo>
                  <a:pt x="265492" y="52979"/>
                  <a:pt x="268442" y="50184"/>
                  <a:pt x="273674" y="50184"/>
                </a:cubicBezTo>
                <a:cubicBezTo>
                  <a:pt x="276289" y="50184"/>
                  <a:pt x="278479" y="51035"/>
                  <a:pt x="280243" y="52739"/>
                </a:cubicBezTo>
                <a:cubicBezTo>
                  <a:pt x="282007" y="54442"/>
                  <a:pt x="282828" y="56571"/>
                  <a:pt x="282707" y="59126"/>
                </a:cubicBezTo>
                <a:lnTo>
                  <a:pt x="281064" y="93616"/>
                </a:lnTo>
                <a:close/>
                <a:moveTo>
                  <a:pt x="327026" y="75184"/>
                </a:moveTo>
                <a:lnTo>
                  <a:pt x="325658" y="120587"/>
                </a:lnTo>
                <a:cubicBezTo>
                  <a:pt x="325658" y="125398"/>
                  <a:pt x="325414" y="132462"/>
                  <a:pt x="324928" y="141781"/>
                </a:cubicBezTo>
                <a:cubicBezTo>
                  <a:pt x="324320" y="147871"/>
                  <a:pt x="321339" y="150916"/>
                  <a:pt x="315986" y="150916"/>
                </a:cubicBezTo>
                <a:cubicBezTo>
                  <a:pt x="310025" y="150916"/>
                  <a:pt x="307044" y="147810"/>
                  <a:pt x="307044" y="141598"/>
                </a:cubicBezTo>
                <a:cubicBezTo>
                  <a:pt x="307044" y="134228"/>
                  <a:pt x="307379" y="123159"/>
                  <a:pt x="308048" y="108391"/>
                </a:cubicBezTo>
                <a:cubicBezTo>
                  <a:pt x="308717" y="93623"/>
                  <a:pt x="309052" y="82554"/>
                  <a:pt x="309052" y="75184"/>
                </a:cubicBezTo>
                <a:cubicBezTo>
                  <a:pt x="309052" y="65562"/>
                  <a:pt x="309204" y="54554"/>
                  <a:pt x="309508" y="42160"/>
                </a:cubicBezTo>
                <a:cubicBezTo>
                  <a:pt x="309812" y="29766"/>
                  <a:pt x="309964" y="18758"/>
                  <a:pt x="309964" y="9136"/>
                </a:cubicBezTo>
                <a:cubicBezTo>
                  <a:pt x="309964" y="3045"/>
                  <a:pt x="312945" y="0"/>
                  <a:pt x="318906" y="0"/>
                </a:cubicBezTo>
                <a:cubicBezTo>
                  <a:pt x="324928" y="0"/>
                  <a:pt x="327939" y="3045"/>
                  <a:pt x="327939" y="9136"/>
                </a:cubicBezTo>
                <a:cubicBezTo>
                  <a:pt x="327939" y="18758"/>
                  <a:pt x="327787" y="29766"/>
                  <a:pt x="327483" y="42160"/>
                </a:cubicBezTo>
                <a:cubicBezTo>
                  <a:pt x="327179" y="54554"/>
                  <a:pt x="327026" y="65562"/>
                  <a:pt x="327026" y="75184"/>
                </a:cubicBezTo>
                <a:close/>
                <a:moveTo>
                  <a:pt x="416442" y="69242"/>
                </a:moveTo>
                <a:cubicBezTo>
                  <a:pt x="415164" y="69242"/>
                  <a:pt x="413659" y="69181"/>
                  <a:pt x="411925" y="69060"/>
                </a:cubicBezTo>
                <a:cubicBezTo>
                  <a:pt x="410192" y="68936"/>
                  <a:pt x="408686" y="68874"/>
                  <a:pt x="407409" y="68874"/>
                </a:cubicBezTo>
                <a:cubicBezTo>
                  <a:pt x="406010" y="68874"/>
                  <a:pt x="401873" y="69335"/>
                  <a:pt x="395000" y="70257"/>
                </a:cubicBezTo>
                <a:lnTo>
                  <a:pt x="396733" y="124122"/>
                </a:lnTo>
                <a:lnTo>
                  <a:pt x="396824" y="128134"/>
                </a:lnTo>
                <a:lnTo>
                  <a:pt x="396916" y="132782"/>
                </a:lnTo>
                <a:cubicBezTo>
                  <a:pt x="397159" y="146088"/>
                  <a:pt x="393965" y="152741"/>
                  <a:pt x="387335" y="152741"/>
                </a:cubicBezTo>
                <a:cubicBezTo>
                  <a:pt x="384902" y="152741"/>
                  <a:pt x="382788" y="151951"/>
                  <a:pt x="380994" y="150372"/>
                </a:cubicBezTo>
                <a:cubicBezTo>
                  <a:pt x="379199" y="148792"/>
                  <a:pt x="378302" y="146817"/>
                  <a:pt x="378302" y="144447"/>
                </a:cubicBezTo>
                <a:cubicBezTo>
                  <a:pt x="378302" y="142139"/>
                  <a:pt x="378393" y="138676"/>
                  <a:pt x="378576" y="134059"/>
                </a:cubicBezTo>
                <a:cubicBezTo>
                  <a:pt x="378758" y="129440"/>
                  <a:pt x="378849" y="125976"/>
                  <a:pt x="378849" y="123666"/>
                </a:cubicBezTo>
                <a:lnTo>
                  <a:pt x="377025" y="70440"/>
                </a:lnTo>
                <a:cubicBezTo>
                  <a:pt x="372584" y="70257"/>
                  <a:pt x="365832" y="69737"/>
                  <a:pt x="356769" y="68880"/>
                </a:cubicBezTo>
                <a:cubicBezTo>
                  <a:pt x="351355" y="68146"/>
                  <a:pt x="348648" y="65121"/>
                  <a:pt x="348648" y="59804"/>
                </a:cubicBezTo>
                <a:cubicBezTo>
                  <a:pt x="348648" y="57114"/>
                  <a:pt x="349469" y="54885"/>
                  <a:pt x="351112" y="53115"/>
                </a:cubicBezTo>
                <a:cubicBezTo>
                  <a:pt x="352754" y="51343"/>
                  <a:pt x="354853" y="50458"/>
                  <a:pt x="357407" y="50458"/>
                </a:cubicBezTo>
                <a:lnTo>
                  <a:pt x="376568" y="52009"/>
                </a:lnTo>
                <a:cubicBezTo>
                  <a:pt x="376568" y="48897"/>
                  <a:pt x="376432" y="44734"/>
                  <a:pt x="376158" y="39520"/>
                </a:cubicBezTo>
                <a:cubicBezTo>
                  <a:pt x="375884" y="34304"/>
                  <a:pt x="375747" y="30537"/>
                  <a:pt x="375747" y="28220"/>
                </a:cubicBezTo>
                <a:cubicBezTo>
                  <a:pt x="375747" y="25657"/>
                  <a:pt x="376629" y="23538"/>
                  <a:pt x="378393" y="21861"/>
                </a:cubicBezTo>
                <a:cubicBezTo>
                  <a:pt x="380157" y="20183"/>
                  <a:pt x="382317" y="19344"/>
                  <a:pt x="384872" y="19344"/>
                </a:cubicBezTo>
                <a:cubicBezTo>
                  <a:pt x="390346" y="19344"/>
                  <a:pt x="393540" y="23814"/>
                  <a:pt x="394452" y="32756"/>
                </a:cubicBezTo>
                <a:cubicBezTo>
                  <a:pt x="394635" y="35007"/>
                  <a:pt x="394726" y="37714"/>
                  <a:pt x="394726" y="40877"/>
                </a:cubicBezTo>
                <a:lnTo>
                  <a:pt x="394543" y="46169"/>
                </a:lnTo>
                <a:lnTo>
                  <a:pt x="394452" y="51826"/>
                </a:lnTo>
                <a:cubicBezTo>
                  <a:pt x="401995" y="50853"/>
                  <a:pt x="406314" y="50366"/>
                  <a:pt x="407409" y="50366"/>
                </a:cubicBezTo>
                <a:cubicBezTo>
                  <a:pt x="413735" y="50366"/>
                  <a:pt x="417871" y="50670"/>
                  <a:pt x="419818" y="51279"/>
                </a:cubicBezTo>
                <a:cubicBezTo>
                  <a:pt x="423528" y="52503"/>
                  <a:pt x="425384" y="55388"/>
                  <a:pt x="425384" y="59935"/>
                </a:cubicBezTo>
                <a:cubicBezTo>
                  <a:pt x="425384" y="62638"/>
                  <a:pt x="424547" y="64865"/>
                  <a:pt x="422874" y="66616"/>
                </a:cubicBezTo>
                <a:cubicBezTo>
                  <a:pt x="421202" y="68367"/>
                  <a:pt x="419057" y="69242"/>
                  <a:pt x="416442" y="69242"/>
                </a:cubicBezTo>
                <a:close/>
                <a:moveTo>
                  <a:pt x="580931" y="143252"/>
                </a:moveTo>
                <a:cubicBezTo>
                  <a:pt x="574057" y="146476"/>
                  <a:pt x="563260" y="149365"/>
                  <a:pt x="548539" y="151920"/>
                </a:cubicBezTo>
                <a:cubicBezTo>
                  <a:pt x="534975" y="154292"/>
                  <a:pt x="523904" y="155479"/>
                  <a:pt x="515327" y="155479"/>
                </a:cubicBezTo>
                <a:cubicBezTo>
                  <a:pt x="509183" y="155479"/>
                  <a:pt x="504773" y="154535"/>
                  <a:pt x="502097" y="152647"/>
                </a:cubicBezTo>
                <a:cubicBezTo>
                  <a:pt x="498447" y="150092"/>
                  <a:pt x="496622" y="145406"/>
                  <a:pt x="496622" y="138587"/>
                </a:cubicBezTo>
                <a:lnTo>
                  <a:pt x="498447" y="108368"/>
                </a:lnTo>
                <a:cubicBezTo>
                  <a:pt x="500028" y="80492"/>
                  <a:pt x="500819" y="49572"/>
                  <a:pt x="500819" y="15608"/>
                </a:cubicBezTo>
                <a:cubicBezTo>
                  <a:pt x="500819" y="12991"/>
                  <a:pt x="501686" y="10770"/>
                  <a:pt x="503420" y="8945"/>
                </a:cubicBezTo>
                <a:cubicBezTo>
                  <a:pt x="505153" y="7118"/>
                  <a:pt x="507297" y="6205"/>
                  <a:pt x="509852" y="6205"/>
                </a:cubicBezTo>
                <a:cubicBezTo>
                  <a:pt x="512468" y="6205"/>
                  <a:pt x="514642" y="7117"/>
                  <a:pt x="516376" y="8942"/>
                </a:cubicBezTo>
                <a:cubicBezTo>
                  <a:pt x="518110" y="10767"/>
                  <a:pt x="518977" y="12987"/>
                  <a:pt x="518977" y="15603"/>
                </a:cubicBezTo>
                <a:cubicBezTo>
                  <a:pt x="518977" y="49971"/>
                  <a:pt x="518155" y="81237"/>
                  <a:pt x="516513" y="109401"/>
                </a:cubicBezTo>
                <a:lnTo>
                  <a:pt x="515327" y="123270"/>
                </a:lnTo>
                <a:cubicBezTo>
                  <a:pt x="514840" y="128318"/>
                  <a:pt x="514658" y="132789"/>
                  <a:pt x="514779" y="136682"/>
                </a:cubicBezTo>
                <a:cubicBezTo>
                  <a:pt x="530656" y="136865"/>
                  <a:pt x="550729" y="133124"/>
                  <a:pt x="575000" y="125459"/>
                </a:cubicBezTo>
                <a:cubicBezTo>
                  <a:pt x="576034" y="125155"/>
                  <a:pt x="577007" y="125003"/>
                  <a:pt x="577920" y="125003"/>
                </a:cubicBezTo>
                <a:cubicBezTo>
                  <a:pt x="580535" y="125003"/>
                  <a:pt x="582725" y="126042"/>
                  <a:pt x="584489" y="128120"/>
                </a:cubicBezTo>
                <a:cubicBezTo>
                  <a:pt x="586010" y="130015"/>
                  <a:pt x="586770" y="132186"/>
                  <a:pt x="586770" y="134632"/>
                </a:cubicBezTo>
                <a:cubicBezTo>
                  <a:pt x="586770" y="138544"/>
                  <a:pt x="584824" y="141418"/>
                  <a:pt x="580931" y="143252"/>
                </a:cubicBezTo>
                <a:close/>
                <a:moveTo>
                  <a:pt x="637403" y="152376"/>
                </a:moveTo>
                <a:cubicBezTo>
                  <a:pt x="627184" y="152376"/>
                  <a:pt x="618394" y="148598"/>
                  <a:pt x="611034" y="141042"/>
                </a:cubicBezTo>
                <a:cubicBezTo>
                  <a:pt x="602822" y="132633"/>
                  <a:pt x="598503" y="121328"/>
                  <a:pt x="598078" y="107128"/>
                </a:cubicBezTo>
                <a:cubicBezTo>
                  <a:pt x="597713" y="93356"/>
                  <a:pt x="601180" y="81229"/>
                  <a:pt x="608479" y="70748"/>
                </a:cubicBezTo>
                <a:cubicBezTo>
                  <a:pt x="616995" y="58377"/>
                  <a:pt x="628857" y="52191"/>
                  <a:pt x="644064" y="52191"/>
                </a:cubicBezTo>
                <a:cubicBezTo>
                  <a:pt x="656230" y="52191"/>
                  <a:pt x="665446" y="57767"/>
                  <a:pt x="671711" y="68920"/>
                </a:cubicBezTo>
                <a:cubicBezTo>
                  <a:pt x="676699" y="77938"/>
                  <a:pt x="679102" y="88784"/>
                  <a:pt x="678919" y="101460"/>
                </a:cubicBezTo>
                <a:cubicBezTo>
                  <a:pt x="678737" y="114988"/>
                  <a:pt x="675209" y="126537"/>
                  <a:pt x="668335" y="136106"/>
                </a:cubicBezTo>
                <a:cubicBezTo>
                  <a:pt x="660549" y="146953"/>
                  <a:pt x="650238" y="152376"/>
                  <a:pt x="637403" y="152376"/>
                </a:cubicBezTo>
                <a:moveTo>
                  <a:pt x="642878" y="70805"/>
                </a:moveTo>
                <a:cubicBezTo>
                  <a:pt x="633936" y="70744"/>
                  <a:pt x="626971" y="75008"/>
                  <a:pt x="621983" y="83596"/>
                </a:cubicBezTo>
                <a:cubicBezTo>
                  <a:pt x="618029" y="90481"/>
                  <a:pt x="616053" y="98339"/>
                  <a:pt x="616053" y="107171"/>
                </a:cubicBezTo>
                <a:cubicBezTo>
                  <a:pt x="616053" y="116004"/>
                  <a:pt x="618455" y="122889"/>
                  <a:pt x="623261" y="127823"/>
                </a:cubicBezTo>
                <a:cubicBezTo>
                  <a:pt x="627275" y="131904"/>
                  <a:pt x="631990" y="133945"/>
                  <a:pt x="637403" y="133945"/>
                </a:cubicBezTo>
                <a:cubicBezTo>
                  <a:pt x="643730" y="133945"/>
                  <a:pt x="649174" y="131630"/>
                  <a:pt x="653736" y="126999"/>
                </a:cubicBezTo>
                <a:cubicBezTo>
                  <a:pt x="658906" y="121884"/>
                  <a:pt x="661644" y="114970"/>
                  <a:pt x="661948" y="106258"/>
                </a:cubicBezTo>
                <a:cubicBezTo>
                  <a:pt x="662799" y="82684"/>
                  <a:pt x="656443" y="70866"/>
                  <a:pt x="642878" y="70805"/>
                </a:cubicBezTo>
                <a:close/>
                <a:moveTo>
                  <a:pt x="742841" y="152741"/>
                </a:moveTo>
                <a:cubicBezTo>
                  <a:pt x="730372" y="152741"/>
                  <a:pt x="719970" y="148963"/>
                  <a:pt x="711636" y="141407"/>
                </a:cubicBezTo>
                <a:cubicBezTo>
                  <a:pt x="702877" y="133486"/>
                  <a:pt x="698497" y="123035"/>
                  <a:pt x="698497" y="110054"/>
                </a:cubicBezTo>
                <a:cubicBezTo>
                  <a:pt x="698497" y="97684"/>
                  <a:pt x="702603" y="84919"/>
                  <a:pt x="710815" y="71757"/>
                </a:cubicBezTo>
                <a:cubicBezTo>
                  <a:pt x="719939" y="57132"/>
                  <a:pt x="730219" y="49819"/>
                  <a:pt x="741655" y="49819"/>
                </a:cubicBezTo>
                <a:cubicBezTo>
                  <a:pt x="747617" y="49819"/>
                  <a:pt x="754277" y="51223"/>
                  <a:pt x="761638" y="54030"/>
                </a:cubicBezTo>
                <a:cubicBezTo>
                  <a:pt x="770944" y="57632"/>
                  <a:pt x="775598" y="62027"/>
                  <a:pt x="775598" y="67215"/>
                </a:cubicBezTo>
                <a:cubicBezTo>
                  <a:pt x="775598" y="69534"/>
                  <a:pt x="774837" y="71595"/>
                  <a:pt x="773317" y="73397"/>
                </a:cubicBezTo>
                <a:cubicBezTo>
                  <a:pt x="771796" y="75197"/>
                  <a:pt x="769910" y="76097"/>
                  <a:pt x="767660" y="76097"/>
                </a:cubicBezTo>
                <a:cubicBezTo>
                  <a:pt x="765896" y="76097"/>
                  <a:pt x="764360" y="75560"/>
                  <a:pt x="763052" y="74486"/>
                </a:cubicBezTo>
                <a:cubicBezTo>
                  <a:pt x="761744" y="73410"/>
                  <a:pt x="760482" y="72349"/>
                  <a:pt x="759265" y="71304"/>
                </a:cubicBezTo>
                <a:cubicBezTo>
                  <a:pt x="755676" y="68416"/>
                  <a:pt x="749806" y="66973"/>
                  <a:pt x="741655" y="66973"/>
                </a:cubicBezTo>
                <a:cubicBezTo>
                  <a:pt x="735451" y="66973"/>
                  <a:pt x="729307" y="72523"/>
                  <a:pt x="723224" y="83624"/>
                </a:cubicBezTo>
                <a:cubicBezTo>
                  <a:pt x="717689" y="93809"/>
                  <a:pt x="714921" y="102622"/>
                  <a:pt x="714921" y="110062"/>
                </a:cubicBezTo>
                <a:cubicBezTo>
                  <a:pt x="714921" y="118113"/>
                  <a:pt x="717658" y="124456"/>
                  <a:pt x="723133" y="129092"/>
                </a:cubicBezTo>
                <a:cubicBezTo>
                  <a:pt x="728243" y="133422"/>
                  <a:pt x="734812" y="135587"/>
                  <a:pt x="742841" y="135587"/>
                </a:cubicBezTo>
                <a:cubicBezTo>
                  <a:pt x="746491" y="135587"/>
                  <a:pt x="750384" y="134614"/>
                  <a:pt x="754521" y="132668"/>
                </a:cubicBezTo>
                <a:lnTo>
                  <a:pt x="765105" y="127011"/>
                </a:lnTo>
                <a:cubicBezTo>
                  <a:pt x="766930" y="126037"/>
                  <a:pt x="768238" y="125551"/>
                  <a:pt x="769028" y="125551"/>
                </a:cubicBezTo>
                <a:cubicBezTo>
                  <a:pt x="771279" y="125551"/>
                  <a:pt x="773225" y="126448"/>
                  <a:pt x="774868" y="128242"/>
                </a:cubicBezTo>
                <a:cubicBezTo>
                  <a:pt x="776510" y="130037"/>
                  <a:pt x="777331" y="132090"/>
                  <a:pt x="777331" y="134401"/>
                </a:cubicBezTo>
                <a:cubicBezTo>
                  <a:pt x="777331" y="138842"/>
                  <a:pt x="772648" y="143130"/>
                  <a:pt x="763280" y="147267"/>
                </a:cubicBezTo>
                <a:cubicBezTo>
                  <a:pt x="755068" y="150916"/>
                  <a:pt x="748255" y="152741"/>
                  <a:pt x="742841" y="152741"/>
                </a:cubicBezTo>
                <a:close/>
                <a:moveTo>
                  <a:pt x="868930" y="152924"/>
                </a:moveTo>
                <a:cubicBezTo>
                  <a:pt x="867774" y="152924"/>
                  <a:pt x="865675" y="151574"/>
                  <a:pt x="862634" y="148875"/>
                </a:cubicBezTo>
                <a:cubicBezTo>
                  <a:pt x="859897" y="146360"/>
                  <a:pt x="857859" y="144121"/>
                  <a:pt x="856521" y="142157"/>
                </a:cubicBezTo>
                <a:cubicBezTo>
                  <a:pt x="850681" y="145351"/>
                  <a:pt x="845541" y="147761"/>
                  <a:pt x="841100" y="149388"/>
                </a:cubicBezTo>
                <a:cubicBezTo>
                  <a:pt x="836660" y="151015"/>
                  <a:pt x="832949" y="151829"/>
                  <a:pt x="829969" y="151829"/>
                </a:cubicBezTo>
                <a:cubicBezTo>
                  <a:pt x="815735" y="151829"/>
                  <a:pt x="805364" y="147814"/>
                  <a:pt x="798855" y="139785"/>
                </a:cubicBezTo>
                <a:cubicBezTo>
                  <a:pt x="792711" y="132242"/>
                  <a:pt x="789639" y="120684"/>
                  <a:pt x="789639" y="105112"/>
                </a:cubicBezTo>
                <a:cubicBezTo>
                  <a:pt x="789639" y="90392"/>
                  <a:pt x="794703" y="77800"/>
                  <a:pt x="804831" y="67338"/>
                </a:cubicBezTo>
                <a:cubicBezTo>
                  <a:pt x="814959" y="56875"/>
                  <a:pt x="827049" y="51644"/>
                  <a:pt x="841100" y="51644"/>
                </a:cubicBezTo>
                <a:cubicBezTo>
                  <a:pt x="846393" y="51644"/>
                  <a:pt x="852323" y="53012"/>
                  <a:pt x="858893" y="55750"/>
                </a:cubicBezTo>
                <a:cubicBezTo>
                  <a:pt x="867166" y="59156"/>
                  <a:pt x="871302" y="63262"/>
                  <a:pt x="871302" y="68067"/>
                </a:cubicBezTo>
                <a:cubicBezTo>
                  <a:pt x="871302" y="69710"/>
                  <a:pt x="870694" y="71170"/>
                  <a:pt x="869477" y="72447"/>
                </a:cubicBezTo>
                <a:cubicBezTo>
                  <a:pt x="868869" y="74759"/>
                  <a:pt x="868397" y="78560"/>
                  <a:pt x="868063" y="83853"/>
                </a:cubicBezTo>
                <a:cubicBezTo>
                  <a:pt x="867728" y="89145"/>
                  <a:pt x="867531" y="95927"/>
                  <a:pt x="867470" y="104200"/>
                </a:cubicBezTo>
                <a:cubicBezTo>
                  <a:pt x="867409" y="111743"/>
                  <a:pt x="867926" y="117704"/>
                  <a:pt x="869021" y="122083"/>
                </a:cubicBezTo>
                <a:cubicBezTo>
                  <a:pt x="869629" y="124760"/>
                  <a:pt x="871545" y="130113"/>
                  <a:pt x="874769" y="138142"/>
                </a:cubicBezTo>
                <a:cubicBezTo>
                  <a:pt x="875195" y="139237"/>
                  <a:pt x="875895" y="140849"/>
                  <a:pt x="876868" y="142978"/>
                </a:cubicBezTo>
                <a:lnTo>
                  <a:pt x="877415" y="144529"/>
                </a:lnTo>
                <a:cubicBezTo>
                  <a:pt x="877415" y="146962"/>
                  <a:pt x="876564" y="148970"/>
                  <a:pt x="874860" y="150551"/>
                </a:cubicBezTo>
                <a:cubicBezTo>
                  <a:pt x="873157" y="152133"/>
                  <a:pt x="871180" y="152924"/>
                  <a:pt x="868930" y="152924"/>
                </a:cubicBezTo>
                <a:moveTo>
                  <a:pt x="849951" y="89544"/>
                </a:moveTo>
                <a:cubicBezTo>
                  <a:pt x="849951" y="86934"/>
                  <a:pt x="850118" y="84098"/>
                  <a:pt x="850453" y="81035"/>
                </a:cubicBezTo>
                <a:cubicBezTo>
                  <a:pt x="850787" y="77971"/>
                  <a:pt x="851289" y="74710"/>
                  <a:pt x="851958" y="71252"/>
                </a:cubicBezTo>
                <a:cubicBezTo>
                  <a:pt x="849708" y="70099"/>
                  <a:pt x="847776" y="69249"/>
                  <a:pt x="846164" y="68703"/>
                </a:cubicBezTo>
                <a:cubicBezTo>
                  <a:pt x="844553" y="68158"/>
                  <a:pt x="843260" y="67885"/>
                  <a:pt x="842287" y="67885"/>
                </a:cubicBezTo>
                <a:cubicBezTo>
                  <a:pt x="832858" y="67885"/>
                  <a:pt x="824722" y="71722"/>
                  <a:pt x="817879" y="79396"/>
                </a:cubicBezTo>
                <a:cubicBezTo>
                  <a:pt x="811036" y="87070"/>
                  <a:pt x="807614" y="95912"/>
                  <a:pt x="807614" y="105922"/>
                </a:cubicBezTo>
                <a:cubicBezTo>
                  <a:pt x="807614" y="115871"/>
                  <a:pt x="809378" y="123333"/>
                  <a:pt x="812906" y="128308"/>
                </a:cubicBezTo>
                <a:cubicBezTo>
                  <a:pt x="816434" y="133283"/>
                  <a:pt x="821726" y="135770"/>
                  <a:pt x="828783" y="135770"/>
                </a:cubicBezTo>
                <a:cubicBezTo>
                  <a:pt x="834622" y="135770"/>
                  <a:pt x="839580" y="134708"/>
                  <a:pt x="843655" y="132585"/>
                </a:cubicBezTo>
                <a:cubicBezTo>
                  <a:pt x="845845" y="131433"/>
                  <a:pt x="848917" y="129128"/>
                  <a:pt x="852871" y="125670"/>
                </a:cubicBezTo>
                <a:cubicBezTo>
                  <a:pt x="850924" y="109593"/>
                  <a:pt x="849951" y="97550"/>
                  <a:pt x="849951" y="89544"/>
                </a:cubicBezTo>
                <a:close/>
                <a:moveTo>
                  <a:pt x="916914" y="75184"/>
                </a:moveTo>
                <a:lnTo>
                  <a:pt x="915546" y="120587"/>
                </a:lnTo>
                <a:cubicBezTo>
                  <a:pt x="915546" y="125398"/>
                  <a:pt x="915302" y="132462"/>
                  <a:pt x="914816" y="141781"/>
                </a:cubicBezTo>
                <a:cubicBezTo>
                  <a:pt x="914207" y="147871"/>
                  <a:pt x="911227" y="150916"/>
                  <a:pt x="905874" y="150916"/>
                </a:cubicBezTo>
                <a:cubicBezTo>
                  <a:pt x="899913" y="150916"/>
                  <a:pt x="896932" y="147810"/>
                  <a:pt x="896932" y="141598"/>
                </a:cubicBezTo>
                <a:cubicBezTo>
                  <a:pt x="896932" y="134228"/>
                  <a:pt x="897266" y="123159"/>
                  <a:pt x="897936" y="108391"/>
                </a:cubicBezTo>
                <a:cubicBezTo>
                  <a:pt x="898605" y="93623"/>
                  <a:pt x="898939" y="82554"/>
                  <a:pt x="898939" y="75184"/>
                </a:cubicBezTo>
                <a:cubicBezTo>
                  <a:pt x="898939" y="65562"/>
                  <a:pt x="899091" y="54554"/>
                  <a:pt x="899395" y="42160"/>
                </a:cubicBezTo>
                <a:cubicBezTo>
                  <a:pt x="899700" y="29766"/>
                  <a:pt x="899852" y="18758"/>
                  <a:pt x="899852" y="9136"/>
                </a:cubicBezTo>
                <a:cubicBezTo>
                  <a:pt x="899852" y="3045"/>
                  <a:pt x="902832" y="0"/>
                  <a:pt x="908794" y="0"/>
                </a:cubicBezTo>
                <a:cubicBezTo>
                  <a:pt x="914816" y="0"/>
                  <a:pt x="917827" y="3045"/>
                  <a:pt x="917827" y="9136"/>
                </a:cubicBezTo>
                <a:cubicBezTo>
                  <a:pt x="917827" y="18758"/>
                  <a:pt x="917675" y="29766"/>
                  <a:pt x="917370" y="42160"/>
                </a:cubicBezTo>
                <a:cubicBezTo>
                  <a:pt x="917066" y="54554"/>
                  <a:pt x="916914" y="65562"/>
                  <a:pt x="916914" y="75184"/>
                </a:cubicBezTo>
                <a:close/>
                <a:moveTo>
                  <a:pt x="962715" y="31388"/>
                </a:moveTo>
                <a:cubicBezTo>
                  <a:pt x="959795" y="31388"/>
                  <a:pt x="957270" y="30354"/>
                  <a:pt x="955141" y="28285"/>
                </a:cubicBezTo>
                <a:cubicBezTo>
                  <a:pt x="953012" y="26217"/>
                  <a:pt x="951948" y="23723"/>
                  <a:pt x="951948" y="20803"/>
                </a:cubicBezTo>
                <a:cubicBezTo>
                  <a:pt x="951948" y="17884"/>
                  <a:pt x="953012" y="15390"/>
                  <a:pt x="955141" y="13322"/>
                </a:cubicBezTo>
                <a:cubicBezTo>
                  <a:pt x="957270" y="11253"/>
                  <a:pt x="959795" y="10219"/>
                  <a:pt x="962715" y="10219"/>
                </a:cubicBezTo>
                <a:cubicBezTo>
                  <a:pt x="965634" y="10219"/>
                  <a:pt x="968144" y="11253"/>
                  <a:pt x="970242" y="13322"/>
                </a:cubicBezTo>
                <a:cubicBezTo>
                  <a:pt x="972341" y="15390"/>
                  <a:pt x="973390" y="17884"/>
                  <a:pt x="973390" y="20803"/>
                </a:cubicBezTo>
                <a:cubicBezTo>
                  <a:pt x="973390" y="23723"/>
                  <a:pt x="972341" y="26217"/>
                  <a:pt x="970242" y="28285"/>
                </a:cubicBezTo>
                <a:cubicBezTo>
                  <a:pt x="968144" y="30354"/>
                  <a:pt x="965634" y="31388"/>
                  <a:pt x="962715" y="31388"/>
                </a:cubicBezTo>
                <a:moveTo>
                  <a:pt x="966821" y="105529"/>
                </a:moveTo>
                <a:cubicBezTo>
                  <a:pt x="966821" y="109182"/>
                  <a:pt x="966927" y="114647"/>
                  <a:pt x="967140" y="121924"/>
                </a:cubicBezTo>
                <a:cubicBezTo>
                  <a:pt x="967353" y="129199"/>
                  <a:pt x="967459" y="134663"/>
                  <a:pt x="967459" y="138316"/>
                </a:cubicBezTo>
                <a:cubicBezTo>
                  <a:pt x="967459" y="140995"/>
                  <a:pt x="966638" y="143186"/>
                  <a:pt x="964996" y="144891"/>
                </a:cubicBezTo>
                <a:cubicBezTo>
                  <a:pt x="963353" y="146597"/>
                  <a:pt x="961194" y="147449"/>
                  <a:pt x="958517" y="147449"/>
                </a:cubicBezTo>
                <a:cubicBezTo>
                  <a:pt x="955902" y="147449"/>
                  <a:pt x="953758" y="146597"/>
                  <a:pt x="952085" y="144891"/>
                </a:cubicBezTo>
                <a:cubicBezTo>
                  <a:pt x="950412" y="143186"/>
                  <a:pt x="949576" y="140995"/>
                  <a:pt x="949576" y="138316"/>
                </a:cubicBezTo>
                <a:cubicBezTo>
                  <a:pt x="949576" y="134663"/>
                  <a:pt x="949469" y="129199"/>
                  <a:pt x="949256" y="121924"/>
                </a:cubicBezTo>
                <a:cubicBezTo>
                  <a:pt x="949043" y="114647"/>
                  <a:pt x="948937" y="109182"/>
                  <a:pt x="948937" y="105529"/>
                </a:cubicBezTo>
                <a:cubicBezTo>
                  <a:pt x="948937" y="99805"/>
                  <a:pt x="949241" y="92666"/>
                  <a:pt x="949849" y="84112"/>
                </a:cubicBezTo>
                <a:cubicBezTo>
                  <a:pt x="950458" y="75556"/>
                  <a:pt x="950762" y="68416"/>
                  <a:pt x="950762" y="62693"/>
                </a:cubicBezTo>
                <a:cubicBezTo>
                  <a:pt x="950762" y="59953"/>
                  <a:pt x="951598" y="57731"/>
                  <a:pt x="953271" y="56026"/>
                </a:cubicBezTo>
                <a:cubicBezTo>
                  <a:pt x="954944" y="54321"/>
                  <a:pt x="957088" y="53469"/>
                  <a:pt x="959704" y="53469"/>
                </a:cubicBezTo>
                <a:cubicBezTo>
                  <a:pt x="962319" y="53469"/>
                  <a:pt x="964463" y="54321"/>
                  <a:pt x="966136" y="56026"/>
                </a:cubicBezTo>
                <a:cubicBezTo>
                  <a:pt x="967809" y="57731"/>
                  <a:pt x="968645" y="59953"/>
                  <a:pt x="968645" y="62693"/>
                </a:cubicBezTo>
                <a:cubicBezTo>
                  <a:pt x="968645" y="68416"/>
                  <a:pt x="968341" y="75556"/>
                  <a:pt x="967733" y="84112"/>
                </a:cubicBezTo>
                <a:cubicBezTo>
                  <a:pt x="967125" y="92666"/>
                  <a:pt x="966821" y="99805"/>
                  <a:pt x="966821" y="105529"/>
                </a:cubicBezTo>
                <a:close/>
                <a:moveTo>
                  <a:pt x="1073284" y="73174"/>
                </a:moveTo>
                <a:cubicBezTo>
                  <a:pt x="1067870" y="79683"/>
                  <a:pt x="1060935" y="89111"/>
                  <a:pt x="1052480" y="101460"/>
                </a:cubicBezTo>
                <a:cubicBezTo>
                  <a:pt x="1042687" y="115817"/>
                  <a:pt x="1035509" y="125977"/>
                  <a:pt x="1030947" y="131938"/>
                </a:cubicBezTo>
                <a:cubicBezTo>
                  <a:pt x="1037334" y="131573"/>
                  <a:pt x="1042900" y="131390"/>
                  <a:pt x="1047644" y="131390"/>
                </a:cubicBezTo>
                <a:cubicBezTo>
                  <a:pt x="1050017" y="131390"/>
                  <a:pt x="1053545" y="131847"/>
                  <a:pt x="1058229" y="132759"/>
                </a:cubicBezTo>
                <a:cubicBezTo>
                  <a:pt x="1062912" y="133671"/>
                  <a:pt x="1066440" y="134128"/>
                  <a:pt x="1068813" y="134128"/>
                </a:cubicBezTo>
                <a:cubicBezTo>
                  <a:pt x="1071489" y="134128"/>
                  <a:pt x="1073664" y="134994"/>
                  <a:pt x="1075337" y="136728"/>
                </a:cubicBezTo>
                <a:cubicBezTo>
                  <a:pt x="1077009" y="138462"/>
                  <a:pt x="1077846" y="140667"/>
                  <a:pt x="1077846" y="143343"/>
                </a:cubicBezTo>
                <a:cubicBezTo>
                  <a:pt x="1077846" y="146080"/>
                  <a:pt x="1077009" y="148301"/>
                  <a:pt x="1075337" y="150004"/>
                </a:cubicBezTo>
                <a:cubicBezTo>
                  <a:pt x="1073664" y="151707"/>
                  <a:pt x="1071489" y="152559"/>
                  <a:pt x="1068813" y="152559"/>
                </a:cubicBezTo>
                <a:cubicBezTo>
                  <a:pt x="1066440" y="152559"/>
                  <a:pt x="1062912" y="152133"/>
                  <a:pt x="1058229" y="151281"/>
                </a:cubicBezTo>
                <a:cubicBezTo>
                  <a:pt x="1053545" y="150430"/>
                  <a:pt x="1050017" y="150004"/>
                  <a:pt x="1047644" y="150004"/>
                </a:cubicBezTo>
                <a:cubicBezTo>
                  <a:pt x="1033958" y="150004"/>
                  <a:pt x="1020971" y="151223"/>
                  <a:pt x="1008683" y="153662"/>
                </a:cubicBezTo>
                <a:cubicBezTo>
                  <a:pt x="1007406" y="153900"/>
                  <a:pt x="1006281" y="154019"/>
                  <a:pt x="1005307" y="154019"/>
                </a:cubicBezTo>
                <a:cubicBezTo>
                  <a:pt x="999407" y="154019"/>
                  <a:pt x="996457" y="151425"/>
                  <a:pt x="996457" y="146237"/>
                </a:cubicBezTo>
                <a:cubicBezTo>
                  <a:pt x="996457" y="143186"/>
                  <a:pt x="997978" y="140257"/>
                  <a:pt x="1001019" y="137449"/>
                </a:cubicBezTo>
                <a:cubicBezTo>
                  <a:pt x="1016895" y="123105"/>
                  <a:pt x="1034171" y="100769"/>
                  <a:pt x="1052845" y="70440"/>
                </a:cubicBezTo>
                <a:cubicBezTo>
                  <a:pt x="1044755" y="70926"/>
                  <a:pt x="1038885" y="71170"/>
                  <a:pt x="1035235" y="71170"/>
                </a:cubicBezTo>
                <a:cubicBezTo>
                  <a:pt x="1026233" y="71170"/>
                  <a:pt x="1016987" y="70440"/>
                  <a:pt x="1007497" y="68980"/>
                </a:cubicBezTo>
                <a:cubicBezTo>
                  <a:pt x="1002084" y="68189"/>
                  <a:pt x="999377" y="65178"/>
                  <a:pt x="999377" y="59947"/>
                </a:cubicBezTo>
                <a:cubicBezTo>
                  <a:pt x="999377" y="57270"/>
                  <a:pt x="1000198" y="55035"/>
                  <a:pt x="1001840" y="53240"/>
                </a:cubicBezTo>
                <a:cubicBezTo>
                  <a:pt x="1003483" y="51446"/>
                  <a:pt x="1005551" y="50549"/>
                  <a:pt x="1008045" y="50549"/>
                </a:cubicBezTo>
                <a:cubicBezTo>
                  <a:pt x="1011025" y="50549"/>
                  <a:pt x="1015527" y="50883"/>
                  <a:pt x="1021549" y="51552"/>
                </a:cubicBezTo>
                <a:cubicBezTo>
                  <a:pt x="1027571" y="52222"/>
                  <a:pt x="1032133" y="52556"/>
                  <a:pt x="1035235" y="52556"/>
                </a:cubicBezTo>
                <a:cubicBezTo>
                  <a:pt x="1039372" y="52556"/>
                  <a:pt x="1045576" y="52282"/>
                  <a:pt x="1053849" y="51735"/>
                </a:cubicBezTo>
                <a:cubicBezTo>
                  <a:pt x="1062122" y="51187"/>
                  <a:pt x="1068326" y="50914"/>
                  <a:pt x="1072463" y="50914"/>
                </a:cubicBezTo>
                <a:cubicBezTo>
                  <a:pt x="1077633" y="50914"/>
                  <a:pt x="1080218" y="53051"/>
                  <a:pt x="1080218" y="57326"/>
                </a:cubicBezTo>
                <a:cubicBezTo>
                  <a:pt x="1080218" y="62273"/>
                  <a:pt x="1077907" y="67555"/>
                  <a:pt x="1073284" y="73174"/>
                </a:cubicBezTo>
                <a:close/>
                <a:moveTo>
                  <a:pt x="1170024" y="152924"/>
                </a:moveTo>
                <a:cubicBezTo>
                  <a:pt x="1168869" y="152924"/>
                  <a:pt x="1166770" y="151574"/>
                  <a:pt x="1163729" y="148875"/>
                </a:cubicBezTo>
                <a:cubicBezTo>
                  <a:pt x="1160991" y="146360"/>
                  <a:pt x="1158954" y="144121"/>
                  <a:pt x="1157615" y="142157"/>
                </a:cubicBezTo>
                <a:cubicBezTo>
                  <a:pt x="1151776" y="145351"/>
                  <a:pt x="1146636" y="147761"/>
                  <a:pt x="1142195" y="149388"/>
                </a:cubicBezTo>
                <a:cubicBezTo>
                  <a:pt x="1137755" y="151015"/>
                  <a:pt x="1134044" y="151829"/>
                  <a:pt x="1131064" y="151829"/>
                </a:cubicBezTo>
                <a:cubicBezTo>
                  <a:pt x="1116830" y="151829"/>
                  <a:pt x="1106458" y="147814"/>
                  <a:pt x="1099950" y="139785"/>
                </a:cubicBezTo>
                <a:cubicBezTo>
                  <a:pt x="1093806" y="132242"/>
                  <a:pt x="1090734" y="120684"/>
                  <a:pt x="1090734" y="105112"/>
                </a:cubicBezTo>
                <a:cubicBezTo>
                  <a:pt x="1090734" y="90392"/>
                  <a:pt x="1095798" y="77800"/>
                  <a:pt x="1105926" y="67338"/>
                </a:cubicBezTo>
                <a:cubicBezTo>
                  <a:pt x="1116054" y="56875"/>
                  <a:pt x="1128144" y="51644"/>
                  <a:pt x="1142195" y="51644"/>
                </a:cubicBezTo>
                <a:cubicBezTo>
                  <a:pt x="1147487" y="51644"/>
                  <a:pt x="1153418" y="53012"/>
                  <a:pt x="1159988" y="55750"/>
                </a:cubicBezTo>
                <a:cubicBezTo>
                  <a:pt x="1168260" y="59156"/>
                  <a:pt x="1172397" y="63262"/>
                  <a:pt x="1172397" y="68067"/>
                </a:cubicBezTo>
                <a:cubicBezTo>
                  <a:pt x="1172397" y="69710"/>
                  <a:pt x="1171788" y="71170"/>
                  <a:pt x="1170572" y="72447"/>
                </a:cubicBezTo>
                <a:cubicBezTo>
                  <a:pt x="1169964" y="74759"/>
                  <a:pt x="1169492" y="78560"/>
                  <a:pt x="1169158" y="83853"/>
                </a:cubicBezTo>
                <a:cubicBezTo>
                  <a:pt x="1168823" y="89145"/>
                  <a:pt x="1168625" y="95927"/>
                  <a:pt x="1168565" y="104200"/>
                </a:cubicBezTo>
                <a:cubicBezTo>
                  <a:pt x="1168504" y="111743"/>
                  <a:pt x="1169021" y="117704"/>
                  <a:pt x="1170116" y="122083"/>
                </a:cubicBezTo>
                <a:cubicBezTo>
                  <a:pt x="1170724" y="124760"/>
                  <a:pt x="1172640" y="130113"/>
                  <a:pt x="1175864" y="138142"/>
                </a:cubicBezTo>
                <a:cubicBezTo>
                  <a:pt x="1176290" y="139237"/>
                  <a:pt x="1176989" y="140849"/>
                  <a:pt x="1177963" y="142978"/>
                </a:cubicBezTo>
                <a:lnTo>
                  <a:pt x="1178510" y="144529"/>
                </a:lnTo>
                <a:cubicBezTo>
                  <a:pt x="1178510" y="146962"/>
                  <a:pt x="1177658" y="148970"/>
                  <a:pt x="1175955" y="150551"/>
                </a:cubicBezTo>
                <a:cubicBezTo>
                  <a:pt x="1174252" y="152133"/>
                  <a:pt x="1172275" y="152924"/>
                  <a:pt x="1170024" y="152924"/>
                </a:cubicBezTo>
                <a:moveTo>
                  <a:pt x="1151046" y="89544"/>
                </a:moveTo>
                <a:cubicBezTo>
                  <a:pt x="1151046" y="86934"/>
                  <a:pt x="1151213" y="84098"/>
                  <a:pt x="1151548" y="81035"/>
                </a:cubicBezTo>
                <a:cubicBezTo>
                  <a:pt x="1151882" y="77971"/>
                  <a:pt x="1152384" y="74710"/>
                  <a:pt x="1153053" y="71252"/>
                </a:cubicBezTo>
                <a:cubicBezTo>
                  <a:pt x="1150803" y="70099"/>
                  <a:pt x="1148871" y="69249"/>
                  <a:pt x="1147259" y="68703"/>
                </a:cubicBezTo>
                <a:cubicBezTo>
                  <a:pt x="1145647" y="68158"/>
                  <a:pt x="1144355" y="67885"/>
                  <a:pt x="1143381" y="67885"/>
                </a:cubicBezTo>
                <a:cubicBezTo>
                  <a:pt x="1133953" y="67885"/>
                  <a:pt x="1125817" y="71722"/>
                  <a:pt x="1118974" y="79396"/>
                </a:cubicBezTo>
                <a:cubicBezTo>
                  <a:pt x="1112131" y="87070"/>
                  <a:pt x="1108709" y="95912"/>
                  <a:pt x="1108709" y="105922"/>
                </a:cubicBezTo>
                <a:cubicBezTo>
                  <a:pt x="1108709" y="115871"/>
                  <a:pt x="1110473" y="123333"/>
                  <a:pt x="1114001" y="128308"/>
                </a:cubicBezTo>
                <a:cubicBezTo>
                  <a:pt x="1117529" y="133283"/>
                  <a:pt x="1122821" y="135770"/>
                  <a:pt x="1129877" y="135770"/>
                </a:cubicBezTo>
                <a:cubicBezTo>
                  <a:pt x="1135717" y="135770"/>
                  <a:pt x="1140675" y="134708"/>
                  <a:pt x="1144750" y="132585"/>
                </a:cubicBezTo>
                <a:cubicBezTo>
                  <a:pt x="1146940" y="131433"/>
                  <a:pt x="1150012" y="129128"/>
                  <a:pt x="1153966" y="125670"/>
                </a:cubicBezTo>
                <a:cubicBezTo>
                  <a:pt x="1152019" y="109593"/>
                  <a:pt x="1151046" y="97550"/>
                  <a:pt x="1151046" y="89544"/>
                </a:cubicBezTo>
                <a:close/>
                <a:moveTo>
                  <a:pt x="1255875" y="69242"/>
                </a:moveTo>
                <a:cubicBezTo>
                  <a:pt x="1254598" y="69242"/>
                  <a:pt x="1253092" y="69181"/>
                  <a:pt x="1251358" y="69060"/>
                </a:cubicBezTo>
                <a:cubicBezTo>
                  <a:pt x="1249625" y="68936"/>
                  <a:pt x="1248119" y="68874"/>
                  <a:pt x="1246842" y="68874"/>
                </a:cubicBezTo>
                <a:cubicBezTo>
                  <a:pt x="1245443" y="68874"/>
                  <a:pt x="1241306" y="69335"/>
                  <a:pt x="1234433" y="70257"/>
                </a:cubicBezTo>
                <a:lnTo>
                  <a:pt x="1236166" y="124122"/>
                </a:lnTo>
                <a:lnTo>
                  <a:pt x="1236258" y="128134"/>
                </a:lnTo>
                <a:lnTo>
                  <a:pt x="1236349" y="132782"/>
                </a:lnTo>
                <a:cubicBezTo>
                  <a:pt x="1236592" y="146088"/>
                  <a:pt x="1233399" y="152741"/>
                  <a:pt x="1226768" y="152741"/>
                </a:cubicBezTo>
                <a:cubicBezTo>
                  <a:pt x="1224335" y="152741"/>
                  <a:pt x="1222221" y="151951"/>
                  <a:pt x="1220427" y="150372"/>
                </a:cubicBezTo>
                <a:cubicBezTo>
                  <a:pt x="1218632" y="148792"/>
                  <a:pt x="1217735" y="146817"/>
                  <a:pt x="1217735" y="144447"/>
                </a:cubicBezTo>
                <a:cubicBezTo>
                  <a:pt x="1217735" y="142139"/>
                  <a:pt x="1217826" y="138676"/>
                  <a:pt x="1218009" y="134059"/>
                </a:cubicBezTo>
                <a:cubicBezTo>
                  <a:pt x="1218191" y="129440"/>
                  <a:pt x="1218283" y="125976"/>
                  <a:pt x="1218283" y="123666"/>
                </a:cubicBezTo>
                <a:lnTo>
                  <a:pt x="1216458" y="70440"/>
                </a:lnTo>
                <a:cubicBezTo>
                  <a:pt x="1212017" y="70257"/>
                  <a:pt x="1205265" y="69737"/>
                  <a:pt x="1196202" y="68880"/>
                </a:cubicBezTo>
                <a:cubicBezTo>
                  <a:pt x="1190788" y="68146"/>
                  <a:pt x="1188081" y="65121"/>
                  <a:pt x="1188081" y="59804"/>
                </a:cubicBezTo>
                <a:cubicBezTo>
                  <a:pt x="1188081" y="57114"/>
                  <a:pt x="1188902" y="54885"/>
                  <a:pt x="1190545" y="53115"/>
                </a:cubicBezTo>
                <a:cubicBezTo>
                  <a:pt x="1192187" y="51343"/>
                  <a:pt x="1194286" y="50458"/>
                  <a:pt x="1196841" y="50458"/>
                </a:cubicBezTo>
                <a:lnTo>
                  <a:pt x="1216002" y="52009"/>
                </a:lnTo>
                <a:cubicBezTo>
                  <a:pt x="1216002" y="48897"/>
                  <a:pt x="1215865" y="44734"/>
                  <a:pt x="1215591" y="39520"/>
                </a:cubicBezTo>
                <a:cubicBezTo>
                  <a:pt x="1215317" y="34304"/>
                  <a:pt x="1215180" y="30537"/>
                  <a:pt x="1215180" y="28220"/>
                </a:cubicBezTo>
                <a:cubicBezTo>
                  <a:pt x="1215180" y="25657"/>
                  <a:pt x="1216062" y="23538"/>
                  <a:pt x="1217826" y="21861"/>
                </a:cubicBezTo>
                <a:cubicBezTo>
                  <a:pt x="1219591" y="20183"/>
                  <a:pt x="1221750" y="19344"/>
                  <a:pt x="1224305" y="19344"/>
                </a:cubicBezTo>
                <a:cubicBezTo>
                  <a:pt x="1229779" y="19344"/>
                  <a:pt x="1232973" y="23814"/>
                  <a:pt x="1233885" y="32756"/>
                </a:cubicBezTo>
                <a:cubicBezTo>
                  <a:pt x="1234068" y="35007"/>
                  <a:pt x="1234159" y="37714"/>
                  <a:pt x="1234159" y="40877"/>
                </a:cubicBezTo>
                <a:lnTo>
                  <a:pt x="1233977" y="46169"/>
                </a:lnTo>
                <a:lnTo>
                  <a:pt x="1233885" y="51826"/>
                </a:lnTo>
                <a:cubicBezTo>
                  <a:pt x="1241428" y="50853"/>
                  <a:pt x="1245747" y="50366"/>
                  <a:pt x="1246842" y="50366"/>
                </a:cubicBezTo>
                <a:cubicBezTo>
                  <a:pt x="1253168" y="50366"/>
                  <a:pt x="1257304" y="50670"/>
                  <a:pt x="1259251" y="51279"/>
                </a:cubicBezTo>
                <a:cubicBezTo>
                  <a:pt x="1262961" y="52503"/>
                  <a:pt x="1264817" y="55388"/>
                  <a:pt x="1264817" y="59935"/>
                </a:cubicBezTo>
                <a:cubicBezTo>
                  <a:pt x="1264817" y="62638"/>
                  <a:pt x="1263980" y="64865"/>
                  <a:pt x="1262308" y="66616"/>
                </a:cubicBezTo>
                <a:cubicBezTo>
                  <a:pt x="1260635" y="68367"/>
                  <a:pt x="1258491" y="69242"/>
                  <a:pt x="1255875" y="69242"/>
                </a:cubicBezTo>
                <a:close/>
                <a:moveTo>
                  <a:pt x="1300714" y="31388"/>
                </a:moveTo>
                <a:cubicBezTo>
                  <a:pt x="1297794" y="31388"/>
                  <a:pt x="1295270" y="30354"/>
                  <a:pt x="1293141" y="28285"/>
                </a:cubicBezTo>
                <a:cubicBezTo>
                  <a:pt x="1291012" y="26217"/>
                  <a:pt x="1289948" y="23723"/>
                  <a:pt x="1289948" y="20803"/>
                </a:cubicBezTo>
                <a:cubicBezTo>
                  <a:pt x="1289948" y="17884"/>
                  <a:pt x="1291012" y="15390"/>
                  <a:pt x="1293141" y="13322"/>
                </a:cubicBezTo>
                <a:cubicBezTo>
                  <a:pt x="1295270" y="11253"/>
                  <a:pt x="1297794" y="10219"/>
                  <a:pt x="1300714" y="10219"/>
                </a:cubicBezTo>
                <a:cubicBezTo>
                  <a:pt x="1303634" y="10219"/>
                  <a:pt x="1306143" y="11253"/>
                  <a:pt x="1308242" y="13322"/>
                </a:cubicBezTo>
                <a:cubicBezTo>
                  <a:pt x="1310340" y="15390"/>
                  <a:pt x="1311390" y="17884"/>
                  <a:pt x="1311390" y="20803"/>
                </a:cubicBezTo>
                <a:cubicBezTo>
                  <a:pt x="1311390" y="23723"/>
                  <a:pt x="1310340" y="26217"/>
                  <a:pt x="1308242" y="28285"/>
                </a:cubicBezTo>
                <a:cubicBezTo>
                  <a:pt x="1306143" y="30354"/>
                  <a:pt x="1303634" y="31388"/>
                  <a:pt x="1300714" y="31388"/>
                </a:cubicBezTo>
                <a:moveTo>
                  <a:pt x="1304820" y="105529"/>
                </a:moveTo>
                <a:cubicBezTo>
                  <a:pt x="1304820" y="109182"/>
                  <a:pt x="1304927" y="114647"/>
                  <a:pt x="1305140" y="121924"/>
                </a:cubicBezTo>
                <a:cubicBezTo>
                  <a:pt x="1305352" y="129199"/>
                  <a:pt x="1305459" y="134663"/>
                  <a:pt x="1305459" y="138316"/>
                </a:cubicBezTo>
                <a:cubicBezTo>
                  <a:pt x="1305459" y="140995"/>
                  <a:pt x="1304638" y="143186"/>
                  <a:pt x="1302995" y="144891"/>
                </a:cubicBezTo>
                <a:cubicBezTo>
                  <a:pt x="1301353" y="146597"/>
                  <a:pt x="1299194" y="147449"/>
                  <a:pt x="1296517" y="147449"/>
                </a:cubicBezTo>
                <a:cubicBezTo>
                  <a:pt x="1293901" y="147449"/>
                  <a:pt x="1291757" y="146597"/>
                  <a:pt x="1290084" y="144891"/>
                </a:cubicBezTo>
                <a:cubicBezTo>
                  <a:pt x="1288412" y="143186"/>
                  <a:pt x="1287575" y="140995"/>
                  <a:pt x="1287575" y="138316"/>
                </a:cubicBezTo>
                <a:cubicBezTo>
                  <a:pt x="1287575" y="134663"/>
                  <a:pt x="1287469" y="129199"/>
                  <a:pt x="1287256" y="121924"/>
                </a:cubicBezTo>
                <a:cubicBezTo>
                  <a:pt x="1287043" y="114647"/>
                  <a:pt x="1286937" y="109182"/>
                  <a:pt x="1286937" y="105529"/>
                </a:cubicBezTo>
                <a:cubicBezTo>
                  <a:pt x="1286937" y="99805"/>
                  <a:pt x="1287241" y="92666"/>
                  <a:pt x="1287849" y="84112"/>
                </a:cubicBezTo>
                <a:cubicBezTo>
                  <a:pt x="1288457" y="75556"/>
                  <a:pt x="1288761" y="68416"/>
                  <a:pt x="1288761" y="62693"/>
                </a:cubicBezTo>
                <a:cubicBezTo>
                  <a:pt x="1288761" y="59953"/>
                  <a:pt x="1289598" y="57731"/>
                  <a:pt x="1291271" y="56026"/>
                </a:cubicBezTo>
                <a:cubicBezTo>
                  <a:pt x="1292943" y="54321"/>
                  <a:pt x="1295088" y="53469"/>
                  <a:pt x="1297703" y="53469"/>
                </a:cubicBezTo>
                <a:cubicBezTo>
                  <a:pt x="1300319" y="53469"/>
                  <a:pt x="1302463" y="54321"/>
                  <a:pt x="1304136" y="56026"/>
                </a:cubicBezTo>
                <a:cubicBezTo>
                  <a:pt x="1305809" y="57731"/>
                  <a:pt x="1306645" y="59953"/>
                  <a:pt x="1306645" y="62693"/>
                </a:cubicBezTo>
                <a:cubicBezTo>
                  <a:pt x="1306645" y="68416"/>
                  <a:pt x="1306341" y="75556"/>
                  <a:pt x="1305733" y="84112"/>
                </a:cubicBezTo>
                <a:cubicBezTo>
                  <a:pt x="1305124" y="92666"/>
                  <a:pt x="1304820" y="99805"/>
                  <a:pt x="1304820" y="105529"/>
                </a:cubicBezTo>
                <a:close/>
                <a:moveTo>
                  <a:pt x="1370224" y="152376"/>
                </a:moveTo>
                <a:cubicBezTo>
                  <a:pt x="1360005" y="152376"/>
                  <a:pt x="1351215" y="148598"/>
                  <a:pt x="1343855" y="141042"/>
                </a:cubicBezTo>
                <a:cubicBezTo>
                  <a:pt x="1335643" y="132633"/>
                  <a:pt x="1331324" y="121328"/>
                  <a:pt x="1330898" y="107128"/>
                </a:cubicBezTo>
                <a:cubicBezTo>
                  <a:pt x="1330533" y="93356"/>
                  <a:pt x="1334000" y="81229"/>
                  <a:pt x="1341300" y="70748"/>
                </a:cubicBezTo>
                <a:cubicBezTo>
                  <a:pt x="1349816" y="58377"/>
                  <a:pt x="1361677" y="52191"/>
                  <a:pt x="1376885" y="52191"/>
                </a:cubicBezTo>
                <a:cubicBezTo>
                  <a:pt x="1389050" y="52191"/>
                  <a:pt x="1398266" y="57767"/>
                  <a:pt x="1404531" y="68920"/>
                </a:cubicBezTo>
                <a:cubicBezTo>
                  <a:pt x="1409519" y="77938"/>
                  <a:pt x="1411922" y="88784"/>
                  <a:pt x="1411740" y="101460"/>
                </a:cubicBezTo>
                <a:cubicBezTo>
                  <a:pt x="1411557" y="114988"/>
                  <a:pt x="1408029" y="126537"/>
                  <a:pt x="1401155" y="136106"/>
                </a:cubicBezTo>
                <a:cubicBezTo>
                  <a:pt x="1393369" y="146953"/>
                  <a:pt x="1383059" y="152376"/>
                  <a:pt x="1370224" y="152376"/>
                </a:cubicBezTo>
                <a:moveTo>
                  <a:pt x="1375698" y="70805"/>
                </a:moveTo>
                <a:cubicBezTo>
                  <a:pt x="1366757" y="70744"/>
                  <a:pt x="1359792" y="75008"/>
                  <a:pt x="1354804" y="83596"/>
                </a:cubicBezTo>
                <a:cubicBezTo>
                  <a:pt x="1350850" y="90481"/>
                  <a:pt x="1348873" y="98339"/>
                  <a:pt x="1348873" y="107171"/>
                </a:cubicBezTo>
                <a:cubicBezTo>
                  <a:pt x="1348873" y="116004"/>
                  <a:pt x="1351276" y="122889"/>
                  <a:pt x="1356081" y="127823"/>
                </a:cubicBezTo>
                <a:cubicBezTo>
                  <a:pt x="1360096" y="131904"/>
                  <a:pt x="1364810" y="133945"/>
                  <a:pt x="1370224" y="133945"/>
                </a:cubicBezTo>
                <a:cubicBezTo>
                  <a:pt x="1376550" y="133945"/>
                  <a:pt x="1381994" y="131630"/>
                  <a:pt x="1386556" y="126999"/>
                </a:cubicBezTo>
                <a:cubicBezTo>
                  <a:pt x="1391727" y="121884"/>
                  <a:pt x="1394464" y="114970"/>
                  <a:pt x="1394768" y="106258"/>
                </a:cubicBezTo>
                <a:cubicBezTo>
                  <a:pt x="1395620" y="82684"/>
                  <a:pt x="1389263" y="70866"/>
                  <a:pt x="1375698" y="70805"/>
                </a:cubicBezTo>
                <a:close/>
                <a:moveTo>
                  <a:pt x="1504404" y="153471"/>
                </a:moveTo>
                <a:cubicBezTo>
                  <a:pt x="1499172" y="153471"/>
                  <a:pt x="1496222" y="150607"/>
                  <a:pt x="1495553" y="144877"/>
                </a:cubicBezTo>
                <a:lnTo>
                  <a:pt x="1492998" y="124852"/>
                </a:lnTo>
                <a:cubicBezTo>
                  <a:pt x="1492147" y="117720"/>
                  <a:pt x="1491721" y="111045"/>
                  <a:pt x="1491721" y="104827"/>
                </a:cubicBezTo>
                <a:cubicBezTo>
                  <a:pt x="1491721" y="103120"/>
                  <a:pt x="1491827" y="100225"/>
                  <a:pt x="1492040" y="96142"/>
                </a:cubicBezTo>
                <a:cubicBezTo>
                  <a:pt x="1492253" y="92057"/>
                  <a:pt x="1492359" y="89161"/>
                  <a:pt x="1492359" y="87454"/>
                </a:cubicBezTo>
                <a:cubicBezTo>
                  <a:pt x="1492359" y="74286"/>
                  <a:pt x="1489926" y="67703"/>
                  <a:pt x="1485060" y="67703"/>
                </a:cubicBezTo>
                <a:cubicBezTo>
                  <a:pt x="1478247" y="67703"/>
                  <a:pt x="1471738" y="71752"/>
                  <a:pt x="1465534" y="79852"/>
                </a:cubicBezTo>
                <a:cubicBezTo>
                  <a:pt x="1459938" y="87220"/>
                  <a:pt x="1455558" y="96536"/>
                  <a:pt x="1452395" y="107801"/>
                </a:cubicBezTo>
                <a:cubicBezTo>
                  <a:pt x="1452273" y="110177"/>
                  <a:pt x="1452000" y="113162"/>
                  <a:pt x="1451574" y="116754"/>
                </a:cubicBezTo>
                <a:cubicBezTo>
                  <a:pt x="1451209" y="119800"/>
                  <a:pt x="1451026" y="122753"/>
                  <a:pt x="1451026" y="125613"/>
                </a:cubicBezTo>
                <a:cubicBezTo>
                  <a:pt x="1451026" y="127440"/>
                  <a:pt x="1451209" y="130180"/>
                  <a:pt x="1451574" y="133834"/>
                </a:cubicBezTo>
                <a:cubicBezTo>
                  <a:pt x="1451939" y="137487"/>
                  <a:pt x="1452121" y="140228"/>
                  <a:pt x="1452121" y="142054"/>
                </a:cubicBezTo>
                <a:cubicBezTo>
                  <a:pt x="1452121" y="144795"/>
                  <a:pt x="1451285" y="147019"/>
                  <a:pt x="1449612" y="148724"/>
                </a:cubicBezTo>
                <a:cubicBezTo>
                  <a:pt x="1447939" y="150429"/>
                  <a:pt x="1445795" y="151281"/>
                  <a:pt x="1443179" y="151281"/>
                </a:cubicBezTo>
                <a:cubicBezTo>
                  <a:pt x="1440503" y="151281"/>
                  <a:pt x="1438343" y="150428"/>
                  <a:pt x="1436701" y="148721"/>
                </a:cubicBezTo>
                <a:cubicBezTo>
                  <a:pt x="1435059" y="147016"/>
                  <a:pt x="1434237" y="144792"/>
                  <a:pt x="1434237" y="142049"/>
                </a:cubicBezTo>
                <a:cubicBezTo>
                  <a:pt x="1434237" y="140222"/>
                  <a:pt x="1434040" y="137481"/>
                  <a:pt x="1433644" y="133825"/>
                </a:cubicBezTo>
                <a:cubicBezTo>
                  <a:pt x="1433249" y="130168"/>
                  <a:pt x="1433051" y="127425"/>
                  <a:pt x="1433051" y="125596"/>
                </a:cubicBezTo>
                <a:cubicBezTo>
                  <a:pt x="1433051" y="119320"/>
                  <a:pt x="1433492" y="110621"/>
                  <a:pt x="1434374" y="99501"/>
                </a:cubicBezTo>
                <a:cubicBezTo>
                  <a:pt x="1435256" y="88381"/>
                  <a:pt x="1435697" y="79682"/>
                  <a:pt x="1435697" y="73405"/>
                </a:cubicBezTo>
                <a:cubicBezTo>
                  <a:pt x="1435697" y="71455"/>
                  <a:pt x="1435591" y="68561"/>
                  <a:pt x="1435378" y="64723"/>
                </a:cubicBezTo>
                <a:cubicBezTo>
                  <a:pt x="1435165" y="60883"/>
                  <a:pt x="1435059" y="57989"/>
                  <a:pt x="1435059" y="56040"/>
                </a:cubicBezTo>
                <a:cubicBezTo>
                  <a:pt x="1435059" y="53419"/>
                  <a:pt x="1435925" y="51271"/>
                  <a:pt x="1437659" y="49596"/>
                </a:cubicBezTo>
                <a:cubicBezTo>
                  <a:pt x="1439393" y="47920"/>
                  <a:pt x="1441537" y="47082"/>
                  <a:pt x="1444092" y="47082"/>
                </a:cubicBezTo>
                <a:cubicBezTo>
                  <a:pt x="1449688" y="47082"/>
                  <a:pt x="1452760" y="51052"/>
                  <a:pt x="1453307" y="58992"/>
                </a:cubicBezTo>
                <a:lnTo>
                  <a:pt x="1453581" y="69710"/>
                </a:lnTo>
                <a:cubicBezTo>
                  <a:pt x="1463800" y="56084"/>
                  <a:pt x="1474293" y="49271"/>
                  <a:pt x="1485060" y="49271"/>
                </a:cubicBezTo>
                <a:cubicBezTo>
                  <a:pt x="1494793" y="49271"/>
                  <a:pt x="1501575" y="53567"/>
                  <a:pt x="1505407" y="62159"/>
                </a:cubicBezTo>
                <a:cubicBezTo>
                  <a:pt x="1508023" y="67887"/>
                  <a:pt x="1509452" y="76357"/>
                  <a:pt x="1509696" y="87571"/>
                </a:cubicBezTo>
                <a:lnTo>
                  <a:pt x="1509696" y="96801"/>
                </a:lnTo>
                <a:lnTo>
                  <a:pt x="1509604" y="105300"/>
                </a:lnTo>
                <a:cubicBezTo>
                  <a:pt x="1509604" y="110359"/>
                  <a:pt x="1510258" y="116895"/>
                  <a:pt x="1511566" y="124909"/>
                </a:cubicBezTo>
                <a:cubicBezTo>
                  <a:pt x="1512874" y="132921"/>
                  <a:pt x="1513528" y="139425"/>
                  <a:pt x="1513528" y="144421"/>
                </a:cubicBezTo>
                <a:cubicBezTo>
                  <a:pt x="1513528" y="147103"/>
                  <a:pt x="1512661" y="149282"/>
                  <a:pt x="1510927" y="150956"/>
                </a:cubicBezTo>
                <a:cubicBezTo>
                  <a:pt x="1509194" y="152633"/>
                  <a:pt x="1507019" y="153471"/>
                  <a:pt x="1504404" y="15347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30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e19a15a01c43ae"/>
          <a:stretch xmlns:a="http://schemas.openxmlformats.org/drawingml/2006/main"/>
        </p:blipFill>
        <p:spPr>
          <a:xfrm xmlns:a="http://schemas.openxmlformats.org/drawingml/2006/main">
            <a:off x="3454561" y="1134359"/>
            <a:ext cx="276984" cy="276984"/>
          </a:xfrm>
          <a:prstGeom xmlns:a="http://schemas.openxmlformats.org/drawingml/2006/main" prst="rect">
            <a:avLst/>
          </a:prstGeom>
        </p:spPr>
      </p:pic>
      <p:sp>
        <p:nvSpPr>
          <p:cNvPr id="130" name="Text Class/function/code">
            <a:extLst xmlns:a="http://schemas.openxmlformats.org/drawingml/2006/main">
              <a:ext uri="{FF2B5EF4-FFF2-40B4-BE49-F238E27FC236}">
                <a16:creationId xmlns:a16="http://schemas.microsoft.com/office/drawing/2014/main" id="{84C93420-A55E-4C75-9D41-41DA23AB9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8200" y="1230257"/>
            <a:ext cx="1555043" cy="122008"/>
          </a:xfrm>
          <a:custGeom xmlns:a="http://schemas.openxmlformats.org/drawingml/2006/main">
            <a:pathLst>
              <a:path w="1555043" h="122008">
                <a:moveTo>
                  <a:pt x="88572" y="78526"/>
                </a:moveTo>
                <a:lnTo>
                  <a:pt x="104165" y="82464"/>
                </a:lnTo>
                <a:cubicBezTo>
                  <a:pt x="100896" y="95270"/>
                  <a:pt x="95016" y="105036"/>
                  <a:pt x="86523" y="111760"/>
                </a:cubicBezTo>
                <a:cubicBezTo>
                  <a:pt x="78030" y="118485"/>
                  <a:pt x="67648" y="121847"/>
                  <a:pt x="55378" y="121847"/>
                </a:cubicBezTo>
                <a:cubicBezTo>
                  <a:pt x="42679" y="121847"/>
                  <a:pt x="32351" y="119262"/>
                  <a:pt x="24394" y="114091"/>
                </a:cubicBezTo>
                <a:cubicBezTo>
                  <a:pt x="16437" y="108920"/>
                  <a:pt x="10382" y="101432"/>
                  <a:pt x="6229" y="91627"/>
                </a:cubicBezTo>
                <a:cubicBezTo>
                  <a:pt x="2076" y="81821"/>
                  <a:pt x="0" y="71292"/>
                  <a:pt x="0" y="60039"/>
                </a:cubicBezTo>
                <a:cubicBezTo>
                  <a:pt x="0" y="47769"/>
                  <a:pt x="2344" y="37066"/>
                  <a:pt x="7033" y="27930"/>
                </a:cubicBezTo>
                <a:cubicBezTo>
                  <a:pt x="11721" y="18794"/>
                  <a:pt x="18392" y="11855"/>
                  <a:pt x="27046" y="7113"/>
                </a:cubicBezTo>
                <a:cubicBezTo>
                  <a:pt x="35700" y="2371"/>
                  <a:pt x="45224" y="0"/>
                  <a:pt x="55619" y="0"/>
                </a:cubicBezTo>
                <a:cubicBezTo>
                  <a:pt x="67407" y="0"/>
                  <a:pt x="77320" y="3001"/>
                  <a:pt x="85357" y="9002"/>
                </a:cubicBezTo>
                <a:cubicBezTo>
                  <a:pt x="93395" y="15003"/>
                  <a:pt x="98994" y="23442"/>
                  <a:pt x="102156" y="34320"/>
                </a:cubicBezTo>
                <a:lnTo>
                  <a:pt x="86804" y="37937"/>
                </a:lnTo>
                <a:cubicBezTo>
                  <a:pt x="84071" y="29363"/>
                  <a:pt x="80106" y="23121"/>
                  <a:pt x="74909" y="19209"/>
                </a:cubicBezTo>
                <a:cubicBezTo>
                  <a:pt x="69711" y="15298"/>
                  <a:pt x="63174" y="13342"/>
                  <a:pt x="55297" y="13342"/>
                </a:cubicBezTo>
                <a:cubicBezTo>
                  <a:pt x="46242" y="13342"/>
                  <a:pt x="38673" y="15512"/>
                  <a:pt x="32592" y="19852"/>
                </a:cubicBezTo>
                <a:cubicBezTo>
                  <a:pt x="26510" y="24193"/>
                  <a:pt x="22237" y="30020"/>
                  <a:pt x="19772" y="37334"/>
                </a:cubicBezTo>
                <a:cubicBezTo>
                  <a:pt x="17307" y="44648"/>
                  <a:pt x="16075" y="52190"/>
                  <a:pt x="16075" y="59959"/>
                </a:cubicBezTo>
                <a:cubicBezTo>
                  <a:pt x="16075" y="69979"/>
                  <a:pt x="17535" y="78726"/>
                  <a:pt x="20455" y="86201"/>
                </a:cubicBezTo>
                <a:cubicBezTo>
                  <a:pt x="23375" y="93676"/>
                  <a:pt x="27917" y="99262"/>
                  <a:pt x="34079" y="102959"/>
                </a:cubicBezTo>
                <a:cubicBezTo>
                  <a:pt x="40241" y="106657"/>
                  <a:pt x="46912" y="108505"/>
                  <a:pt x="54092" y="108505"/>
                </a:cubicBezTo>
                <a:cubicBezTo>
                  <a:pt x="62826" y="108505"/>
                  <a:pt x="70220" y="105987"/>
                  <a:pt x="76275" y="100950"/>
                </a:cubicBezTo>
                <a:cubicBezTo>
                  <a:pt x="82330" y="95913"/>
                  <a:pt x="86429" y="88438"/>
                  <a:pt x="88572" y="78526"/>
                </a:cubicBezTo>
                <a:close/>
                <a:moveTo>
                  <a:pt x="120660" y="119918"/>
                </a:moveTo>
                <a:lnTo>
                  <a:pt x="120660" y="2090"/>
                </a:lnTo>
                <a:lnTo>
                  <a:pt x="135128" y="2090"/>
                </a:lnTo>
                <a:lnTo>
                  <a:pt x="135128" y="119918"/>
                </a:lnTo>
                <a:lnTo>
                  <a:pt x="120660" y="119918"/>
                </a:lnTo>
                <a:close/>
                <a:moveTo>
                  <a:pt x="213000" y="109148"/>
                </a:moveTo>
                <a:cubicBezTo>
                  <a:pt x="207641" y="113791"/>
                  <a:pt x="202484" y="117069"/>
                  <a:pt x="197528" y="118981"/>
                </a:cubicBezTo>
                <a:cubicBezTo>
                  <a:pt x="192571" y="120892"/>
                  <a:pt x="187253" y="121847"/>
                  <a:pt x="181573" y="121847"/>
                </a:cubicBezTo>
                <a:cubicBezTo>
                  <a:pt x="172196" y="121847"/>
                  <a:pt x="164989" y="119557"/>
                  <a:pt x="159953" y="114975"/>
                </a:cubicBezTo>
                <a:cubicBezTo>
                  <a:pt x="154916" y="110394"/>
                  <a:pt x="152397" y="104540"/>
                  <a:pt x="152397" y="97413"/>
                </a:cubicBezTo>
                <a:cubicBezTo>
                  <a:pt x="152397" y="93234"/>
                  <a:pt x="153349" y="89416"/>
                  <a:pt x="155251" y="85960"/>
                </a:cubicBezTo>
                <a:cubicBezTo>
                  <a:pt x="157153" y="82504"/>
                  <a:pt x="159644" y="79731"/>
                  <a:pt x="162726" y="77641"/>
                </a:cubicBezTo>
                <a:cubicBezTo>
                  <a:pt x="165807" y="75552"/>
                  <a:pt x="169276" y="73971"/>
                  <a:pt x="173134" y="72899"/>
                </a:cubicBezTo>
                <a:cubicBezTo>
                  <a:pt x="175974" y="72149"/>
                  <a:pt x="180260" y="71426"/>
                  <a:pt x="185994" y="70729"/>
                </a:cubicBezTo>
                <a:cubicBezTo>
                  <a:pt x="197675" y="69336"/>
                  <a:pt x="206275" y="67675"/>
                  <a:pt x="211794" y="65746"/>
                </a:cubicBezTo>
                <a:cubicBezTo>
                  <a:pt x="211848" y="63772"/>
                  <a:pt x="211874" y="62518"/>
                  <a:pt x="211874" y="61984"/>
                </a:cubicBezTo>
                <a:cubicBezTo>
                  <a:pt x="211874" y="56111"/>
                  <a:pt x="210508" y="51974"/>
                  <a:pt x="207775" y="49573"/>
                </a:cubicBezTo>
                <a:cubicBezTo>
                  <a:pt x="204078" y="46316"/>
                  <a:pt x="198586" y="44688"/>
                  <a:pt x="191299" y="44688"/>
                </a:cubicBezTo>
                <a:cubicBezTo>
                  <a:pt x="184494" y="44688"/>
                  <a:pt x="179470" y="45880"/>
                  <a:pt x="176228" y="48265"/>
                </a:cubicBezTo>
                <a:cubicBezTo>
                  <a:pt x="172987" y="50649"/>
                  <a:pt x="170589" y="54869"/>
                  <a:pt x="169035" y="60924"/>
                </a:cubicBezTo>
                <a:lnTo>
                  <a:pt x="154889" y="58995"/>
                </a:lnTo>
                <a:cubicBezTo>
                  <a:pt x="156175" y="52921"/>
                  <a:pt x="158292" y="48017"/>
                  <a:pt x="161239" y="44281"/>
                </a:cubicBezTo>
                <a:cubicBezTo>
                  <a:pt x="164186" y="40545"/>
                  <a:pt x="168445" y="37670"/>
                  <a:pt x="174018" y="35656"/>
                </a:cubicBezTo>
                <a:cubicBezTo>
                  <a:pt x="179591" y="33640"/>
                  <a:pt x="186047" y="32632"/>
                  <a:pt x="193388" y="32632"/>
                </a:cubicBezTo>
                <a:cubicBezTo>
                  <a:pt x="200676" y="32632"/>
                  <a:pt x="206596" y="33493"/>
                  <a:pt x="211151" y="35214"/>
                </a:cubicBezTo>
                <a:cubicBezTo>
                  <a:pt x="215705" y="36934"/>
                  <a:pt x="219054" y="39098"/>
                  <a:pt x="221198" y="41707"/>
                </a:cubicBezTo>
                <a:cubicBezTo>
                  <a:pt x="223341" y="44314"/>
                  <a:pt x="224841" y="47607"/>
                  <a:pt x="225699" y="51588"/>
                </a:cubicBezTo>
                <a:cubicBezTo>
                  <a:pt x="226181" y="54061"/>
                  <a:pt x="226422" y="58503"/>
                  <a:pt x="226422" y="64915"/>
                </a:cubicBezTo>
                <a:lnTo>
                  <a:pt x="226422" y="84149"/>
                </a:lnTo>
                <a:cubicBezTo>
                  <a:pt x="226422" y="97560"/>
                  <a:pt x="226730" y="106054"/>
                  <a:pt x="227346" y="109630"/>
                </a:cubicBezTo>
                <a:cubicBezTo>
                  <a:pt x="227963" y="113207"/>
                  <a:pt x="229182" y="116636"/>
                  <a:pt x="231003" y="119918"/>
                </a:cubicBezTo>
                <a:lnTo>
                  <a:pt x="215893" y="119918"/>
                </a:lnTo>
                <a:cubicBezTo>
                  <a:pt x="214393" y="116849"/>
                  <a:pt x="213428" y="113259"/>
                  <a:pt x="213000" y="109148"/>
                </a:cubicBezTo>
                <a:moveTo>
                  <a:pt x="211794" y="77159"/>
                </a:moveTo>
                <a:cubicBezTo>
                  <a:pt x="206543" y="79292"/>
                  <a:pt x="198666" y="81106"/>
                  <a:pt x="188164" y="82600"/>
                </a:cubicBezTo>
                <a:cubicBezTo>
                  <a:pt x="182216" y="83452"/>
                  <a:pt x="178010" y="84411"/>
                  <a:pt x="175545" y="85478"/>
                </a:cubicBezTo>
                <a:cubicBezTo>
                  <a:pt x="173080" y="86545"/>
                  <a:pt x="171178" y="88104"/>
                  <a:pt x="169839" y="90157"/>
                </a:cubicBezTo>
                <a:cubicBezTo>
                  <a:pt x="168499" y="92210"/>
                  <a:pt x="167829" y="94490"/>
                  <a:pt x="167829" y="96997"/>
                </a:cubicBezTo>
                <a:cubicBezTo>
                  <a:pt x="167829" y="100836"/>
                  <a:pt x="169289" y="104036"/>
                  <a:pt x="172210" y="106596"/>
                </a:cubicBezTo>
                <a:cubicBezTo>
                  <a:pt x="175130" y="109155"/>
                  <a:pt x="179403" y="110434"/>
                  <a:pt x="185029" y="110434"/>
                </a:cubicBezTo>
                <a:cubicBezTo>
                  <a:pt x="190602" y="110434"/>
                  <a:pt x="195558" y="109219"/>
                  <a:pt x="199899" y="106790"/>
                </a:cubicBezTo>
                <a:cubicBezTo>
                  <a:pt x="204239" y="104358"/>
                  <a:pt x="207427" y="101037"/>
                  <a:pt x="209463" y="96826"/>
                </a:cubicBezTo>
                <a:cubicBezTo>
                  <a:pt x="211017" y="93576"/>
                  <a:pt x="211794" y="88779"/>
                  <a:pt x="211794" y="82436"/>
                </a:cubicBezTo>
                <a:lnTo>
                  <a:pt x="211794" y="77159"/>
                </a:lnTo>
                <a:close/>
                <a:moveTo>
                  <a:pt x="242896" y="94359"/>
                </a:moveTo>
                <a:lnTo>
                  <a:pt x="257203" y="92109"/>
                </a:lnTo>
                <a:cubicBezTo>
                  <a:pt x="258007" y="97867"/>
                  <a:pt x="260244" y="102281"/>
                  <a:pt x="263914" y="105350"/>
                </a:cubicBezTo>
                <a:cubicBezTo>
                  <a:pt x="267584" y="108418"/>
                  <a:pt x="272715" y="109952"/>
                  <a:pt x="279306" y="109952"/>
                </a:cubicBezTo>
                <a:cubicBezTo>
                  <a:pt x="285950" y="109952"/>
                  <a:pt x="290880" y="108599"/>
                  <a:pt x="294095" y="105893"/>
                </a:cubicBezTo>
                <a:cubicBezTo>
                  <a:pt x="297309" y="103187"/>
                  <a:pt x="298917" y="100012"/>
                  <a:pt x="298917" y="96369"/>
                </a:cubicBezTo>
                <a:cubicBezTo>
                  <a:pt x="298917" y="93100"/>
                  <a:pt x="297497" y="90528"/>
                  <a:pt x="294657" y="88653"/>
                </a:cubicBezTo>
                <a:cubicBezTo>
                  <a:pt x="292675" y="87367"/>
                  <a:pt x="287745" y="85732"/>
                  <a:pt x="279868" y="83750"/>
                </a:cubicBezTo>
                <a:cubicBezTo>
                  <a:pt x="269259" y="81071"/>
                  <a:pt x="261905" y="78753"/>
                  <a:pt x="257806" y="76798"/>
                </a:cubicBezTo>
                <a:cubicBezTo>
                  <a:pt x="253706" y="74842"/>
                  <a:pt x="250599" y="72136"/>
                  <a:pt x="248482" y="68680"/>
                </a:cubicBezTo>
                <a:cubicBezTo>
                  <a:pt x="246366" y="65224"/>
                  <a:pt x="245307" y="61406"/>
                  <a:pt x="245307" y="57226"/>
                </a:cubicBezTo>
                <a:cubicBezTo>
                  <a:pt x="245307" y="53422"/>
                  <a:pt x="246178" y="49899"/>
                  <a:pt x="247920" y="46657"/>
                </a:cubicBezTo>
                <a:cubicBezTo>
                  <a:pt x="249661" y="43415"/>
                  <a:pt x="252032" y="40723"/>
                  <a:pt x="255033" y="38580"/>
                </a:cubicBezTo>
                <a:cubicBezTo>
                  <a:pt x="257283" y="36919"/>
                  <a:pt x="260351" y="35512"/>
                  <a:pt x="264235" y="34360"/>
                </a:cubicBezTo>
                <a:cubicBezTo>
                  <a:pt x="268120" y="33208"/>
                  <a:pt x="272286" y="32632"/>
                  <a:pt x="276734" y="32632"/>
                </a:cubicBezTo>
                <a:cubicBezTo>
                  <a:pt x="283432" y="32632"/>
                  <a:pt x="289312" y="33596"/>
                  <a:pt x="294376" y="35525"/>
                </a:cubicBezTo>
                <a:cubicBezTo>
                  <a:pt x="299439" y="37454"/>
                  <a:pt x="303177" y="40067"/>
                  <a:pt x="305588" y="43362"/>
                </a:cubicBezTo>
                <a:cubicBezTo>
                  <a:pt x="307999" y="46657"/>
                  <a:pt x="309660" y="51064"/>
                  <a:pt x="310571" y="56583"/>
                </a:cubicBezTo>
                <a:lnTo>
                  <a:pt x="296425" y="58512"/>
                </a:lnTo>
                <a:cubicBezTo>
                  <a:pt x="295782" y="54119"/>
                  <a:pt x="293920" y="50689"/>
                  <a:pt x="290839" y="48224"/>
                </a:cubicBezTo>
                <a:cubicBezTo>
                  <a:pt x="287758" y="45760"/>
                  <a:pt x="283405" y="44527"/>
                  <a:pt x="277779" y="44527"/>
                </a:cubicBezTo>
                <a:cubicBezTo>
                  <a:pt x="271134" y="44527"/>
                  <a:pt x="266392" y="45626"/>
                  <a:pt x="263552" y="47823"/>
                </a:cubicBezTo>
                <a:cubicBezTo>
                  <a:pt x="260712" y="50020"/>
                  <a:pt x="259292" y="52591"/>
                  <a:pt x="259292" y="55539"/>
                </a:cubicBezTo>
                <a:cubicBezTo>
                  <a:pt x="259292" y="57414"/>
                  <a:pt x="259882" y="59102"/>
                  <a:pt x="261061" y="60602"/>
                </a:cubicBezTo>
                <a:cubicBezTo>
                  <a:pt x="262240" y="62156"/>
                  <a:pt x="264088" y="63442"/>
                  <a:pt x="266607" y="64460"/>
                </a:cubicBezTo>
                <a:cubicBezTo>
                  <a:pt x="268053" y="64996"/>
                  <a:pt x="272313" y="66228"/>
                  <a:pt x="279386" y="68157"/>
                </a:cubicBezTo>
                <a:cubicBezTo>
                  <a:pt x="289620" y="70890"/>
                  <a:pt x="296760" y="73127"/>
                  <a:pt x="300806" y="74869"/>
                </a:cubicBezTo>
                <a:cubicBezTo>
                  <a:pt x="304851" y="76610"/>
                  <a:pt x="308026" y="79142"/>
                  <a:pt x="310330" y="82464"/>
                </a:cubicBezTo>
                <a:cubicBezTo>
                  <a:pt x="312634" y="85786"/>
                  <a:pt x="313786" y="89912"/>
                  <a:pt x="313786" y="94842"/>
                </a:cubicBezTo>
                <a:cubicBezTo>
                  <a:pt x="313786" y="99664"/>
                  <a:pt x="312380" y="104205"/>
                  <a:pt x="309567" y="108465"/>
                </a:cubicBezTo>
                <a:cubicBezTo>
                  <a:pt x="306753" y="112725"/>
                  <a:pt x="302695" y="116020"/>
                  <a:pt x="297390" y="118351"/>
                </a:cubicBezTo>
                <a:cubicBezTo>
                  <a:pt x="292085" y="120682"/>
                  <a:pt x="286084" y="121847"/>
                  <a:pt x="279386" y="121847"/>
                </a:cubicBezTo>
                <a:cubicBezTo>
                  <a:pt x="268294" y="121847"/>
                  <a:pt x="259842" y="119536"/>
                  <a:pt x="254028" y="114915"/>
                </a:cubicBezTo>
                <a:cubicBezTo>
                  <a:pt x="248214" y="110293"/>
                  <a:pt x="244504" y="103442"/>
                  <a:pt x="242896" y="94359"/>
                </a:cubicBezTo>
                <a:close/>
                <a:moveTo>
                  <a:pt x="324906" y="94359"/>
                </a:moveTo>
                <a:lnTo>
                  <a:pt x="339213" y="92109"/>
                </a:lnTo>
                <a:cubicBezTo>
                  <a:pt x="340017" y="97867"/>
                  <a:pt x="342254" y="102281"/>
                  <a:pt x="345924" y="105350"/>
                </a:cubicBezTo>
                <a:cubicBezTo>
                  <a:pt x="349595" y="108418"/>
                  <a:pt x="354725" y="109952"/>
                  <a:pt x="361316" y="109952"/>
                </a:cubicBezTo>
                <a:cubicBezTo>
                  <a:pt x="367960" y="109952"/>
                  <a:pt x="372890" y="108599"/>
                  <a:pt x="376105" y="105893"/>
                </a:cubicBezTo>
                <a:cubicBezTo>
                  <a:pt x="379320" y="103187"/>
                  <a:pt x="380927" y="100012"/>
                  <a:pt x="380927" y="96369"/>
                </a:cubicBezTo>
                <a:cubicBezTo>
                  <a:pt x="380927" y="93100"/>
                  <a:pt x="379507" y="90528"/>
                  <a:pt x="376667" y="88653"/>
                </a:cubicBezTo>
                <a:cubicBezTo>
                  <a:pt x="374685" y="87367"/>
                  <a:pt x="369755" y="85732"/>
                  <a:pt x="361879" y="83750"/>
                </a:cubicBezTo>
                <a:cubicBezTo>
                  <a:pt x="351269" y="81071"/>
                  <a:pt x="343915" y="78753"/>
                  <a:pt x="339816" y="76798"/>
                </a:cubicBezTo>
                <a:cubicBezTo>
                  <a:pt x="335717" y="74842"/>
                  <a:pt x="332609" y="72136"/>
                  <a:pt x="330492" y="68680"/>
                </a:cubicBezTo>
                <a:cubicBezTo>
                  <a:pt x="328376" y="65224"/>
                  <a:pt x="327318" y="61406"/>
                  <a:pt x="327318" y="57226"/>
                </a:cubicBezTo>
                <a:cubicBezTo>
                  <a:pt x="327318" y="53422"/>
                  <a:pt x="328188" y="49899"/>
                  <a:pt x="329930" y="46657"/>
                </a:cubicBezTo>
                <a:cubicBezTo>
                  <a:pt x="331671" y="43415"/>
                  <a:pt x="334042" y="40723"/>
                  <a:pt x="337043" y="38580"/>
                </a:cubicBezTo>
                <a:cubicBezTo>
                  <a:pt x="339293" y="36919"/>
                  <a:pt x="342361" y="35512"/>
                  <a:pt x="346246" y="34360"/>
                </a:cubicBezTo>
                <a:cubicBezTo>
                  <a:pt x="350131" y="33208"/>
                  <a:pt x="354297" y="32632"/>
                  <a:pt x="358744" y="32632"/>
                </a:cubicBezTo>
                <a:cubicBezTo>
                  <a:pt x="365442" y="32632"/>
                  <a:pt x="371322" y="33596"/>
                  <a:pt x="376386" y="35525"/>
                </a:cubicBezTo>
                <a:cubicBezTo>
                  <a:pt x="381450" y="37454"/>
                  <a:pt x="385187" y="40067"/>
                  <a:pt x="387598" y="43362"/>
                </a:cubicBezTo>
                <a:cubicBezTo>
                  <a:pt x="390009" y="46657"/>
                  <a:pt x="391671" y="51064"/>
                  <a:pt x="392581" y="56583"/>
                </a:cubicBezTo>
                <a:lnTo>
                  <a:pt x="378436" y="58512"/>
                </a:lnTo>
                <a:cubicBezTo>
                  <a:pt x="377793" y="54119"/>
                  <a:pt x="375931" y="50689"/>
                  <a:pt x="372850" y="48224"/>
                </a:cubicBezTo>
                <a:cubicBezTo>
                  <a:pt x="369769" y="45760"/>
                  <a:pt x="365415" y="44527"/>
                  <a:pt x="359789" y="44527"/>
                </a:cubicBezTo>
                <a:cubicBezTo>
                  <a:pt x="353145" y="44527"/>
                  <a:pt x="348402" y="45626"/>
                  <a:pt x="345563" y="47823"/>
                </a:cubicBezTo>
                <a:cubicBezTo>
                  <a:pt x="342723" y="50020"/>
                  <a:pt x="341303" y="52591"/>
                  <a:pt x="341303" y="55539"/>
                </a:cubicBezTo>
                <a:cubicBezTo>
                  <a:pt x="341303" y="57414"/>
                  <a:pt x="341892" y="59102"/>
                  <a:pt x="343071" y="60602"/>
                </a:cubicBezTo>
                <a:cubicBezTo>
                  <a:pt x="344250" y="62156"/>
                  <a:pt x="346098" y="63442"/>
                  <a:pt x="348617" y="64460"/>
                </a:cubicBezTo>
                <a:cubicBezTo>
                  <a:pt x="350064" y="64996"/>
                  <a:pt x="354323" y="66228"/>
                  <a:pt x="361396" y="68157"/>
                </a:cubicBezTo>
                <a:cubicBezTo>
                  <a:pt x="371631" y="70890"/>
                  <a:pt x="378770" y="73127"/>
                  <a:pt x="382816" y="74869"/>
                </a:cubicBezTo>
                <a:cubicBezTo>
                  <a:pt x="386861" y="76610"/>
                  <a:pt x="390036" y="79142"/>
                  <a:pt x="392340" y="82464"/>
                </a:cubicBezTo>
                <a:cubicBezTo>
                  <a:pt x="394644" y="85786"/>
                  <a:pt x="395796" y="89912"/>
                  <a:pt x="395796" y="94842"/>
                </a:cubicBezTo>
                <a:cubicBezTo>
                  <a:pt x="395796" y="99664"/>
                  <a:pt x="394390" y="104205"/>
                  <a:pt x="391577" y="108465"/>
                </a:cubicBezTo>
                <a:cubicBezTo>
                  <a:pt x="388764" y="112725"/>
                  <a:pt x="384705" y="116020"/>
                  <a:pt x="379400" y="118351"/>
                </a:cubicBezTo>
                <a:cubicBezTo>
                  <a:pt x="374095" y="120682"/>
                  <a:pt x="368094" y="121847"/>
                  <a:pt x="361396" y="121847"/>
                </a:cubicBezTo>
                <a:cubicBezTo>
                  <a:pt x="350305" y="121847"/>
                  <a:pt x="341852" y="119536"/>
                  <a:pt x="336038" y="114915"/>
                </a:cubicBezTo>
                <a:cubicBezTo>
                  <a:pt x="330224" y="110293"/>
                  <a:pt x="326514" y="103442"/>
                  <a:pt x="324906" y="94359"/>
                </a:cubicBezTo>
                <a:close/>
                <a:moveTo>
                  <a:pt x="447544" y="122008"/>
                </a:moveTo>
                <a:lnTo>
                  <a:pt x="481703" y="0"/>
                </a:lnTo>
                <a:lnTo>
                  <a:pt x="493277" y="0"/>
                </a:lnTo>
                <a:lnTo>
                  <a:pt x="459198" y="122008"/>
                </a:lnTo>
                <a:lnTo>
                  <a:pt x="447544" y="122008"/>
                </a:lnTo>
                <a:close/>
                <a:moveTo>
                  <a:pt x="553233" y="119918"/>
                </a:moveTo>
                <a:lnTo>
                  <a:pt x="553233" y="45813"/>
                </a:lnTo>
                <a:lnTo>
                  <a:pt x="540454" y="45813"/>
                </a:lnTo>
                <a:lnTo>
                  <a:pt x="540454" y="34561"/>
                </a:lnTo>
                <a:lnTo>
                  <a:pt x="553233" y="34561"/>
                </a:lnTo>
                <a:lnTo>
                  <a:pt x="553233" y="25499"/>
                </a:lnTo>
                <a:cubicBezTo>
                  <a:pt x="553233" y="19779"/>
                  <a:pt x="553742" y="15529"/>
                  <a:pt x="554760" y="12749"/>
                </a:cubicBezTo>
                <a:cubicBezTo>
                  <a:pt x="556154" y="9009"/>
                  <a:pt x="558605" y="5975"/>
                  <a:pt x="562115" y="3649"/>
                </a:cubicBezTo>
                <a:cubicBezTo>
                  <a:pt x="565624" y="1324"/>
                  <a:pt x="570541" y="161"/>
                  <a:pt x="576863" y="161"/>
                </a:cubicBezTo>
                <a:cubicBezTo>
                  <a:pt x="580936" y="161"/>
                  <a:pt x="585437" y="646"/>
                  <a:pt x="590366" y="1615"/>
                </a:cubicBezTo>
                <a:lnTo>
                  <a:pt x="588196" y="14302"/>
                </a:lnTo>
                <a:cubicBezTo>
                  <a:pt x="585196" y="13769"/>
                  <a:pt x="582356" y="13503"/>
                  <a:pt x="579676" y="13503"/>
                </a:cubicBezTo>
                <a:cubicBezTo>
                  <a:pt x="575283" y="13503"/>
                  <a:pt x="572175" y="14434"/>
                  <a:pt x="570353" y="16296"/>
                </a:cubicBezTo>
                <a:cubicBezTo>
                  <a:pt x="568531" y="18156"/>
                  <a:pt x="567620" y="21639"/>
                  <a:pt x="567620" y="26744"/>
                </a:cubicBezTo>
                <a:lnTo>
                  <a:pt x="567620" y="34561"/>
                </a:lnTo>
                <a:lnTo>
                  <a:pt x="584258" y="34561"/>
                </a:lnTo>
                <a:lnTo>
                  <a:pt x="584258" y="45813"/>
                </a:lnTo>
                <a:lnTo>
                  <a:pt x="567620" y="45813"/>
                </a:lnTo>
                <a:lnTo>
                  <a:pt x="567620" y="119918"/>
                </a:lnTo>
                <a:lnTo>
                  <a:pt x="553233" y="119918"/>
                </a:lnTo>
                <a:close/>
                <a:moveTo>
                  <a:pt x="651409" y="119918"/>
                </a:moveTo>
                <a:lnTo>
                  <a:pt x="651409" y="107302"/>
                </a:lnTo>
                <a:cubicBezTo>
                  <a:pt x="644765" y="116999"/>
                  <a:pt x="635736" y="121847"/>
                  <a:pt x="624323" y="121847"/>
                </a:cubicBezTo>
                <a:cubicBezTo>
                  <a:pt x="619286" y="121847"/>
                  <a:pt x="614584" y="120883"/>
                  <a:pt x="610217" y="118954"/>
                </a:cubicBezTo>
                <a:cubicBezTo>
                  <a:pt x="605850" y="117025"/>
                  <a:pt x="602609" y="114600"/>
                  <a:pt x="600492" y="111680"/>
                </a:cubicBezTo>
                <a:cubicBezTo>
                  <a:pt x="598376" y="108760"/>
                  <a:pt x="596889" y="105183"/>
                  <a:pt x="596031" y="100950"/>
                </a:cubicBezTo>
                <a:cubicBezTo>
                  <a:pt x="595442" y="98110"/>
                  <a:pt x="595147" y="93609"/>
                  <a:pt x="595147" y="87447"/>
                </a:cubicBezTo>
                <a:lnTo>
                  <a:pt x="595147" y="34561"/>
                </a:lnTo>
                <a:lnTo>
                  <a:pt x="609615" y="34561"/>
                </a:lnTo>
                <a:lnTo>
                  <a:pt x="609615" y="81851"/>
                </a:lnTo>
                <a:cubicBezTo>
                  <a:pt x="609615" y="89398"/>
                  <a:pt x="609909" y="94482"/>
                  <a:pt x="610499" y="97105"/>
                </a:cubicBezTo>
                <a:cubicBezTo>
                  <a:pt x="611410" y="100906"/>
                  <a:pt x="613339" y="103890"/>
                  <a:pt x="616286" y="106059"/>
                </a:cubicBezTo>
                <a:cubicBezTo>
                  <a:pt x="619233" y="108225"/>
                  <a:pt x="622876" y="109309"/>
                  <a:pt x="627217" y="109309"/>
                </a:cubicBezTo>
                <a:cubicBezTo>
                  <a:pt x="631557" y="109309"/>
                  <a:pt x="635629" y="108199"/>
                  <a:pt x="639433" y="105978"/>
                </a:cubicBezTo>
                <a:cubicBezTo>
                  <a:pt x="643238" y="103756"/>
                  <a:pt x="645930" y="100732"/>
                  <a:pt x="647511" y="96906"/>
                </a:cubicBezTo>
                <a:cubicBezTo>
                  <a:pt x="649092" y="93078"/>
                  <a:pt x="649882" y="87525"/>
                  <a:pt x="649882" y="80246"/>
                </a:cubicBezTo>
                <a:lnTo>
                  <a:pt x="649882" y="34561"/>
                </a:lnTo>
                <a:lnTo>
                  <a:pt x="664349" y="34561"/>
                </a:lnTo>
                <a:lnTo>
                  <a:pt x="664349" y="119918"/>
                </a:lnTo>
                <a:lnTo>
                  <a:pt x="651409" y="119918"/>
                </a:lnTo>
                <a:close/>
                <a:moveTo>
                  <a:pt x="686852" y="119918"/>
                </a:moveTo>
                <a:lnTo>
                  <a:pt x="686852" y="34561"/>
                </a:lnTo>
                <a:lnTo>
                  <a:pt x="699872" y="34561"/>
                </a:lnTo>
                <a:lnTo>
                  <a:pt x="699872" y="46697"/>
                </a:lnTo>
                <a:cubicBezTo>
                  <a:pt x="706141" y="37320"/>
                  <a:pt x="715197" y="32632"/>
                  <a:pt x="727039" y="32632"/>
                </a:cubicBezTo>
                <a:cubicBezTo>
                  <a:pt x="732183" y="32632"/>
                  <a:pt x="736911" y="33556"/>
                  <a:pt x="741225" y="35405"/>
                </a:cubicBezTo>
                <a:cubicBezTo>
                  <a:pt x="745538" y="37253"/>
                  <a:pt x="748766" y="39678"/>
                  <a:pt x="750910" y="42679"/>
                </a:cubicBezTo>
                <a:cubicBezTo>
                  <a:pt x="753053" y="45679"/>
                  <a:pt x="754553" y="49243"/>
                  <a:pt x="755411" y="53368"/>
                </a:cubicBezTo>
                <a:cubicBezTo>
                  <a:pt x="755947" y="56048"/>
                  <a:pt x="756214" y="60736"/>
                  <a:pt x="756214" y="67434"/>
                </a:cubicBezTo>
                <a:lnTo>
                  <a:pt x="756214" y="119918"/>
                </a:lnTo>
                <a:lnTo>
                  <a:pt x="741747" y="119918"/>
                </a:lnTo>
                <a:lnTo>
                  <a:pt x="741747" y="67997"/>
                </a:lnTo>
                <a:cubicBezTo>
                  <a:pt x="741747" y="62102"/>
                  <a:pt x="741185" y="57695"/>
                  <a:pt x="740059" y="54775"/>
                </a:cubicBezTo>
                <a:cubicBezTo>
                  <a:pt x="738934" y="51855"/>
                  <a:pt x="736938" y="49524"/>
                  <a:pt x="734071" y="47782"/>
                </a:cubicBezTo>
                <a:cubicBezTo>
                  <a:pt x="731205" y="46041"/>
                  <a:pt x="727842" y="45170"/>
                  <a:pt x="723984" y="45170"/>
                </a:cubicBezTo>
                <a:cubicBezTo>
                  <a:pt x="717822" y="45170"/>
                  <a:pt x="712504" y="47126"/>
                  <a:pt x="708030" y="51038"/>
                </a:cubicBezTo>
                <a:cubicBezTo>
                  <a:pt x="703556" y="54949"/>
                  <a:pt x="701319" y="62370"/>
                  <a:pt x="701319" y="73301"/>
                </a:cubicBezTo>
                <a:lnTo>
                  <a:pt x="701319" y="119918"/>
                </a:lnTo>
                <a:lnTo>
                  <a:pt x="686852" y="119918"/>
                </a:lnTo>
                <a:close/>
                <a:moveTo>
                  <a:pt x="833934" y="88572"/>
                </a:moveTo>
                <a:lnTo>
                  <a:pt x="848160" y="90501"/>
                </a:lnTo>
                <a:cubicBezTo>
                  <a:pt x="846606" y="100307"/>
                  <a:pt x="842628" y="107983"/>
                  <a:pt x="836224" y="113529"/>
                </a:cubicBezTo>
                <a:cubicBezTo>
                  <a:pt x="829821" y="119074"/>
                  <a:pt x="821958" y="121847"/>
                  <a:pt x="812635" y="121847"/>
                </a:cubicBezTo>
                <a:cubicBezTo>
                  <a:pt x="800954" y="121847"/>
                  <a:pt x="791563" y="118029"/>
                  <a:pt x="784463" y="110394"/>
                </a:cubicBezTo>
                <a:cubicBezTo>
                  <a:pt x="777364" y="102758"/>
                  <a:pt x="773814" y="91814"/>
                  <a:pt x="773814" y="77561"/>
                </a:cubicBezTo>
                <a:cubicBezTo>
                  <a:pt x="773814" y="68345"/>
                  <a:pt x="775341" y="60281"/>
                  <a:pt x="778395" y="53368"/>
                </a:cubicBezTo>
                <a:cubicBezTo>
                  <a:pt x="781449" y="46456"/>
                  <a:pt x="786098" y="41272"/>
                  <a:pt x="792340" y="37816"/>
                </a:cubicBezTo>
                <a:cubicBezTo>
                  <a:pt x="798582" y="34360"/>
                  <a:pt x="805374" y="32632"/>
                  <a:pt x="812715" y="32632"/>
                </a:cubicBezTo>
                <a:cubicBezTo>
                  <a:pt x="821985" y="32632"/>
                  <a:pt x="829567" y="34963"/>
                  <a:pt x="835461" y="39624"/>
                </a:cubicBezTo>
                <a:cubicBezTo>
                  <a:pt x="841355" y="44284"/>
                  <a:pt x="845133" y="50902"/>
                  <a:pt x="846794" y="59477"/>
                </a:cubicBezTo>
                <a:lnTo>
                  <a:pt x="832728" y="61727"/>
                </a:lnTo>
                <a:cubicBezTo>
                  <a:pt x="831389" y="56021"/>
                  <a:pt x="829018" y="51727"/>
                  <a:pt x="825615" y="48847"/>
                </a:cubicBezTo>
                <a:cubicBezTo>
                  <a:pt x="822212" y="45967"/>
                  <a:pt x="818100" y="44527"/>
                  <a:pt x="813278" y="44527"/>
                </a:cubicBezTo>
                <a:cubicBezTo>
                  <a:pt x="805990" y="44527"/>
                  <a:pt x="800069" y="47139"/>
                  <a:pt x="795515" y="52364"/>
                </a:cubicBezTo>
                <a:cubicBezTo>
                  <a:pt x="790960" y="57588"/>
                  <a:pt x="788683" y="65853"/>
                  <a:pt x="788683" y="77159"/>
                </a:cubicBezTo>
                <a:cubicBezTo>
                  <a:pt x="788683" y="88626"/>
                  <a:pt x="790880" y="96958"/>
                  <a:pt x="795274" y="102156"/>
                </a:cubicBezTo>
                <a:cubicBezTo>
                  <a:pt x="799668" y="107353"/>
                  <a:pt x="805401" y="109952"/>
                  <a:pt x="812474" y="109952"/>
                </a:cubicBezTo>
                <a:cubicBezTo>
                  <a:pt x="818154" y="109952"/>
                  <a:pt x="822896" y="108204"/>
                  <a:pt x="826700" y="104707"/>
                </a:cubicBezTo>
                <a:cubicBezTo>
                  <a:pt x="830504" y="101211"/>
                  <a:pt x="832916" y="95833"/>
                  <a:pt x="833934" y="88572"/>
                </a:cubicBezTo>
                <a:close/>
                <a:moveTo>
                  <a:pt x="891832" y="106978"/>
                </a:moveTo>
                <a:lnTo>
                  <a:pt x="893921" y="119757"/>
                </a:lnTo>
                <a:cubicBezTo>
                  <a:pt x="889849" y="120615"/>
                  <a:pt x="886206" y="121043"/>
                  <a:pt x="882991" y="121043"/>
                </a:cubicBezTo>
                <a:cubicBezTo>
                  <a:pt x="877739" y="121043"/>
                  <a:pt x="873667" y="120213"/>
                  <a:pt x="870774" y="118552"/>
                </a:cubicBezTo>
                <a:cubicBezTo>
                  <a:pt x="867880" y="116891"/>
                  <a:pt x="865844" y="114707"/>
                  <a:pt x="864665" y="112001"/>
                </a:cubicBezTo>
                <a:cubicBezTo>
                  <a:pt x="863486" y="109295"/>
                  <a:pt x="862897" y="103602"/>
                  <a:pt x="862897" y="94922"/>
                </a:cubicBezTo>
                <a:lnTo>
                  <a:pt x="862897" y="45813"/>
                </a:lnTo>
                <a:lnTo>
                  <a:pt x="852288" y="45813"/>
                </a:lnTo>
                <a:lnTo>
                  <a:pt x="852288" y="34561"/>
                </a:lnTo>
                <a:lnTo>
                  <a:pt x="862897" y="34561"/>
                </a:lnTo>
                <a:lnTo>
                  <a:pt x="862897" y="13422"/>
                </a:lnTo>
                <a:lnTo>
                  <a:pt x="877284" y="4742"/>
                </a:lnTo>
                <a:lnTo>
                  <a:pt x="877284" y="34561"/>
                </a:lnTo>
                <a:lnTo>
                  <a:pt x="891832" y="34561"/>
                </a:lnTo>
                <a:lnTo>
                  <a:pt x="891832" y="45813"/>
                </a:lnTo>
                <a:lnTo>
                  <a:pt x="877284" y="45813"/>
                </a:lnTo>
                <a:lnTo>
                  <a:pt x="877284" y="95726"/>
                </a:lnTo>
                <a:cubicBezTo>
                  <a:pt x="877284" y="99851"/>
                  <a:pt x="877539" y="102504"/>
                  <a:pt x="878048" y="103683"/>
                </a:cubicBezTo>
                <a:cubicBezTo>
                  <a:pt x="878557" y="104861"/>
                  <a:pt x="879387" y="105799"/>
                  <a:pt x="880539" y="106496"/>
                </a:cubicBezTo>
                <a:cubicBezTo>
                  <a:pt x="881691" y="107192"/>
                  <a:pt x="883339" y="107541"/>
                  <a:pt x="885482" y="107541"/>
                </a:cubicBezTo>
                <a:cubicBezTo>
                  <a:pt x="887090" y="107541"/>
                  <a:pt x="889206" y="107353"/>
                  <a:pt x="891832" y="106978"/>
                </a:cubicBezTo>
                <a:close/>
                <a:moveTo>
                  <a:pt x="906016" y="18647"/>
                </a:moveTo>
                <a:lnTo>
                  <a:pt x="906016" y="2090"/>
                </a:lnTo>
                <a:lnTo>
                  <a:pt x="920484" y="2090"/>
                </a:lnTo>
                <a:lnTo>
                  <a:pt x="920484" y="18647"/>
                </a:lnTo>
                <a:lnTo>
                  <a:pt x="906016" y="18647"/>
                </a:lnTo>
                <a:moveTo>
                  <a:pt x="906016" y="119918"/>
                </a:moveTo>
                <a:lnTo>
                  <a:pt x="906016" y="34561"/>
                </a:lnTo>
                <a:lnTo>
                  <a:pt x="920484" y="34561"/>
                </a:lnTo>
                <a:lnTo>
                  <a:pt x="920484" y="119918"/>
                </a:lnTo>
                <a:lnTo>
                  <a:pt x="906016" y="119918"/>
                </a:lnTo>
                <a:close/>
                <a:moveTo>
                  <a:pt x="936870" y="77240"/>
                </a:moveTo>
                <a:cubicBezTo>
                  <a:pt x="936870" y="61433"/>
                  <a:pt x="941263" y="49725"/>
                  <a:pt x="950051" y="42116"/>
                </a:cubicBezTo>
                <a:cubicBezTo>
                  <a:pt x="957392" y="35793"/>
                  <a:pt x="966340" y="32632"/>
                  <a:pt x="976896" y="32632"/>
                </a:cubicBezTo>
                <a:cubicBezTo>
                  <a:pt x="988631" y="32632"/>
                  <a:pt x="998222" y="36476"/>
                  <a:pt x="1005670" y="44166"/>
                </a:cubicBezTo>
                <a:cubicBezTo>
                  <a:pt x="1013118" y="51855"/>
                  <a:pt x="1016842" y="62478"/>
                  <a:pt x="1016842" y="76034"/>
                </a:cubicBezTo>
                <a:cubicBezTo>
                  <a:pt x="1016842" y="87018"/>
                  <a:pt x="1015194" y="95659"/>
                  <a:pt x="1011899" y="101955"/>
                </a:cubicBezTo>
                <a:cubicBezTo>
                  <a:pt x="1008604" y="108251"/>
                  <a:pt x="1003808" y="113140"/>
                  <a:pt x="997512" y="116623"/>
                </a:cubicBezTo>
                <a:cubicBezTo>
                  <a:pt x="991216" y="120106"/>
                  <a:pt x="984344" y="121847"/>
                  <a:pt x="976896" y="121847"/>
                </a:cubicBezTo>
                <a:cubicBezTo>
                  <a:pt x="964947" y="121847"/>
                  <a:pt x="955289" y="118016"/>
                  <a:pt x="947921" y="110354"/>
                </a:cubicBezTo>
                <a:cubicBezTo>
                  <a:pt x="940553" y="102691"/>
                  <a:pt x="936870" y="91653"/>
                  <a:pt x="936870" y="77240"/>
                </a:cubicBezTo>
                <a:moveTo>
                  <a:pt x="951739" y="77280"/>
                </a:moveTo>
                <a:cubicBezTo>
                  <a:pt x="951739" y="88197"/>
                  <a:pt x="954123" y="96372"/>
                  <a:pt x="958892" y="101804"/>
                </a:cubicBezTo>
                <a:cubicBezTo>
                  <a:pt x="963661" y="107236"/>
                  <a:pt x="969662" y="109952"/>
                  <a:pt x="976896" y="109952"/>
                </a:cubicBezTo>
                <a:cubicBezTo>
                  <a:pt x="984076" y="109952"/>
                  <a:pt x="990050" y="107222"/>
                  <a:pt x="994819" y="101764"/>
                </a:cubicBezTo>
                <a:cubicBezTo>
                  <a:pt x="999588" y="96305"/>
                  <a:pt x="1001973" y="87983"/>
                  <a:pt x="1001973" y="76798"/>
                </a:cubicBezTo>
                <a:cubicBezTo>
                  <a:pt x="1001973" y="66255"/>
                  <a:pt x="999575" y="58268"/>
                  <a:pt x="994779" y="52836"/>
                </a:cubicBezTo>
                <a:cubicBezTo>
                  <a:pt x="989983" y="47404"/>
                  <a:pt x="984022" y="44688"/>
                  <a:pt x="976896" y="44688"/>
                </a:cubicBezTo>
                <a:cubicBezTo>
                  <a:pt x="969662" y="44688"/>
                  <a:pt x="963661" y="47391"/>
                  <a:pt x="958892" y="52796"/>
                </a:cubicBezTo>
                <a:cubicBezTo>
                  <a:pt x="954123" y="58201"/>
                  <a:pt x="951739" y="66362"/>
                  <a:pt x="951739" y="77280"/>
                </a:cubicBezTo>
                <a:close/>
                <a:moveTo>
                  <a:pt x="1033637" y="119918"/>
                </a:moveTo>
                <a:lnTo>
                  <a:pt x="1033637" y="34561"/>
                </a:lnTo>
                <a:lnTo>
                  <a:pt x="1046658" y="34561"/>
                </a:lnTo>
                <a:lnTo>
                  <a:pt x="1046658" y="46697"/>
                </a:lnTo>
                <a:cubicBezTo>
                  <a:pt x="1052927" y="37320"/>
                  <a:pt x="1061983" y="32632"/>
                  <a:pt x="1073825" y="32632"/>
                </a:cubicBezTo>
                <a:cubicBezTo>
                  <a:pt x="1078969" y="32632"/>
                  <a:pt x="1083697" y="33556"/>
                  <a:pt x="1088011" y="35405"/>
                </a:cubicBezTo>
                <a:cubicBezTo>
                  <a:pt x="1092324" y="37253"/>
                  <a:pt x="1095552" y="39678"/>
                  <a:pt x="1097696" y="42679"/>
                </a:cubicBezTo>
                <a:cubicBezTo>
                  <a:pt x="1099839" y="45679"/>
                  <a:pt x="1101339" y="49243"/>
                  <a:pt x="1102197" y="53368"/>
                </a:cubicBezTo>
                <a:cubicBezTo>
                  <a:pt x="1102732" y="56048"/>
                  <a:pt x="1103000" y="60736"/>
                  <a:pt x="1103000" y="67434"/>
                </a:cubicBezTo>
                <a:lnTo>
                  <a:pt x="1103000" y="119918"/>
                </a:lnTo>
                <a:lnTo>
                  <a:pt x="1088533" y="119918"/>
                </a:lnTo>
                <a:lnTo>
                  <a:pt x="1088533" y="67997"/>
                </a:lnTo>
                <a:cubicBezTo>
                  <a:pt x="1088533" y="62102"/>
                  <a:pt x="1087970" y="57695"/>
                  <a:pt x="1086845" y="54775"/>
                </a:cubicBezTo>
                <a:cubicBezTo>
                  <a:pt x="1085720" y="51855"/>
                  <a:pt x="1083724" y="49524"/>
                  <a:pt x="1080857" y="47782"/>
                </a:cubicBezTo>
                <a:cubicBezTo>
                  <a:pt x="1077991" y="46041"/>
                  <a:pt x="1074628" y="45170"/>
                  <a:pt x="1070770" y="45170"/>
                </a:cubicBezTo>
                <a:cubicBezTo>
                  <a:pt x="1064608" y="45170"/>
                  <a:pt x="1059290" y="47126"/>
                  <a:pt x="1054816" y="51038"/>
                </a:cubicBezTo>
                <a:cubicBezTo>
                  <a:pt x="1050342" y="54949"/>
                  <a:pt x="1048105" y="62370"/>
                  <a:pt x="1048105" y="73301"/>
                </a:cubicBezTo>
                <a:lnTo>
                  <a:pt x="1048105" y="119918"/>
                </a:lnTo>
                <a:lnTo>
                  <a:pt x="1033637" y="119918"/>
                </a:lnTo>
                <a:close/>
                <a:moveTo>
                  <a:pt x="1114170" y="122008"/>
                </a:moveTo>
                <a:lnTo>
                  <a:pt x="1148329" y="0"/>
                </a:lnTo>
                <a:lnTo>
                  <a:pt x="1159903" y="0"/>
                </a:lnTo>
                <a:lnTo>
                  <a:pt x="1125824" y="122008"/>
                </a:lnTo>
                <a:lnTo>
                  <a:pt x="1114170" y="122008"/>
                </a:lnTo>
                <a:close/>
                <a:moveTo>
                  <a:pt x="1272102" y="88572"/>
                </a:moveTo>
                <a:lnTo>
                  <a:pt x="1286329" y="90501"/>
                </a:lnTo>
                <a:cubicBezTo>
                  <a:pt x="1284775" y="100307"/>
                  <a:pt x="1280796" y="107983"/>
                  <a:pt x="1274393" y="113529"/>
                </a:cubicBezTo>
                <a:cubicBezTo>
                  <a:pt x="1267990" y="119074"/>
                  <a:pt x="1260127" y="121847"/>
                  <a:pt x="1250803" y="121847"/>
                </a:cubicBezTo>
                <a:cubicBezTo>
                  <a:pt x="1239122" y="121847"/>
                  <a:pt x="1229732" y="118029"/>
                  <a:pt x="1222632" y="110394"/>
                </a:cubicBezTo>
                <a:cubicBezTo>
                  <a:pt x="1215532" y="102758"/>
                  <a:pt x="1211983" y="91814"/>
                  <a:pt x="1211983" y="77561"/>
                </a:cubicBezTo>
                <a:cubicBezTo>
                  <a:pt x="1211983" y="68345"/>
                  <a:pt x="1213510" y="60281"/>
                  <a:pt x="1216564" y="53368"/>
                </a:cubicBezTo>
                <a:cubicBezTo>
                  <a:pt x="1219618" y="46456"/>
                  <a:pt x="1224266" y="41272"/>
                  <a:pt x="1230509" y="37816"/>
                </a:cubicBezTo>
                <a:cubicBezTo>
                  <a:pt x="1236751" y="34360"/>
                  <a:pt x="1243543" y="32632"/>
                  <a:pt x="1250884" y="32632"/>
                </a:cubicBezTo>
                <a:cubicBezTo>
                  <a:pt x="1260154" y="32632"/>
                  <a:pt x="1267735" y="34963"/>
                  <a:pt x="1273630" y="39624"/>
                </a:cubicBezTo>
                <a:cubicBezTo>
                  <a:pt x="1279524" y="44284"/>
                  <a:pt x="1283301" y="50902"/>
                  <a:pt x="1284962" y="59477"/>
                </a:cubicBezTo>
                <a:lnTo>
                  <a:pt x="1270897" y="61727"/>
                </a:lnTo>
                <a:cubicBezTo>
                  <a:pt x="1269557" y="56021"/>
                  <a:pt x="1267186" y="51727"/>
                  <a:pt x="1263784" y="48847"/>
                </a:cubicBezTo>
                <a:cubicBezTo>
                  <a:pt x="1260381" y="45967"/>
                  <a:pt x="1256269" y="44527"/>
                  <a:pt x="1251446" y="44527"/>
                </a:cubicBezTo>
                <a:cubicBezTo>
                  <a:pt x="1244159" y="44527"/>
                  <a:pt x="1238238" y="47139"/>
                  <a:pt x="1233684" y="52364"/>
                </a:cubicBezTo>
                <a:cubicBezTo>
                  <a:pt x="1229129" y="57588"/>
                  <a:pt x="1226852" y="65853"/>
                  <a:pt x="1226852" y="77159"/>
                </a:cubicBezTo>
                <a:cubicBezTo>
                  <a:pt x="1226852" y="88626"/>
                  <a:pt x="1229049" y="96958"/>
                  <a:pt x="1233443" y="102156"/>
                </a:cubicBezTo>
                <a:cubicBezTo>
                  <a:pt x="1237836" y="107353"/>
                  <a:pt x="1243570" y="109952"/>
                  <a:pt x="1250643" y="109952"/>
                </a:cubicBezTo>
                <a:cubicBezTo>
                  <a:pt x="1256322" y="109952"/>
                  <a:pt x="1261064" y="108204"/>
                  <a:pt x="1264869" y="104707"/>
                </a:cubicBezTo>
                <a:cubicBezTo>
                  <a:pt x="1268673" y="101211"/>
                  <a:pt x="1271084" y="95833"/>
                  <a:pt x="1272102" y="88572"/>
                </a:cubicBezTo>
                <a:close/>
                <a:moveTo>
                  <a:pt x="1293028" y="77240"/>
                </a:moveTo>
                <a:cubicBezTo>
                  <a:pt x="1293028" y="61433"/>
                  <a:pt x="1297422" y="49725"/>
                  <a:pt x="1306209" y="42116"/>
                </a:cubicBezTo>
                <a:cubicBezTo>
                  <a:pt x="1313550" y="35793"/>
                  <a:pt x="1322499" y="32632"/>
                  <a:pt x="1333054" y="32632"/>
                </a:cubicBezTo>
                <a:cubicBezTo>
                  <a:pt x="1344789" y="32632"/>
                  <a:pt x="1354380" y="36476"/>
                  <a:pt x="1361828" y="44166"/>
                </a:cubicBezTo>
                <a:cubicBezTo>
                  <a:pt x="1369276" y="51855"/>
                  <a:pt x="1373000" y="62478"/>
                  <a:pt x="1373000" y="76034"/>
                </a:cubicBezTo>
                <a:cubicBezTo>
                  <a:pt x="1373000" y="87018"/>
                  <a:pt x="1371353" y="95659"/>
                  <a:pt x="1368057" y="101955"/>
                </a:cubicBezTo>
                <a:cubicBezTo>
                  <a:pt x="1364762" y="108251"/>
                  <a:pt x="1359966" y="113140"/>
                  <a:pt x="1353670" y="116623"/>
                </a:cubicBezTo>
                <a:cubicBezTo>
                  <a:pt x="1347374" y="120106"/>
                  <a:pt x="1340502" y="121847"/>
                  <a:pt x="1333054" y="121847"/>
                </a:cubicBezTo>
                <a:cubicBezTo>
                  <a:pt x="1321105" y="121847"/>
                  <a:pt x="1311447" y="118016"/>
                  <a:pt x="1304080" y="110354"/>
                </a:cubicBezTo>
                <a:cubicBezTo>
                  <a:pt x="1296712" y="102691"/>
                  <a:pt x="1293028" y="91653"/>
                  <a:pt x="1293028" y="77240"/>
                </a:cubicBezTo>
                <a:moveTo>
                  <a:pt x="1307897" y="77280"/>
                </a:moveTo>
                <a:cubicBezTo>
                  <a:pt x="1307897" y="88197"/>
                  <a:pt x="1310282" y="96372"/>
                  <a:pt x="1315051" y="101804"/>
                </a:cubicBezTo>
                <a:cubicBezTo>
                  <a:pt x="1319819" y="107236"/>
                  <a:pt x="1325821" y="109952"/>
                  <a:pt x="1333054" y="109952"/>
                </a:cubicBezTo>
                <a:cubicBezTo>
                  <a:pt x="1340235" y="109952"/>
                  <a:pt x="1346209" y="107222"/>
                  <a:pt x="1350978" y="101764"/>
                </a:cubicBezTo>
                <a:cubicBezTo>
                  <a:pt x="1355747" y="96305"/>
                  <a:pt x="1358131" y="87983"/>
                  <a:pt x="1358131" y="76798"/>
                </a:cubicBezTo>
                <a:cubicBezTo>
                  <a:pt x="1358131" y="66255"/>
                  <a:pt x="1355733" y="58268"/>
                  <a:pt x="1350938" y="52836"/>
                </a:cubicBezTo>
                <a:cubicBezTo>
                  <a:pt x="1346142" y="47404"/>
                  <a:pt x="1340181" y="44688"/>
                  <a:pt x="1333054" y="44688"/>
                </a:cubicBezTo>
                <a:cubicBezTo>
                  <a:pt x="1325821" y="44688"/>
                  <a:pt x="1319819" y="47391"/>
                  <a:pt x="1315051" y="52796"/>
                </a:cubicBezTo>
                <a:cubicBezTo>
                  <a:pt x="1310282" y="58201"/>
                  <a:pt x="1307897" y="66362"/>
                  <a:pt x="1307897" y="77280"/>
                </a:cubicBezTo>
                <a:close/>
                <a:moveTo>
                  <a:pt x="1445174" y="119918"/>
                </a:moveTo>
                <a:lnTo>
                  <a:pt x="1445174" y="109148"/>
                </a:lnTo>
                <a:cubicBezTo>
                  <a:pt x="1439762" y="117614"/>
                  <a:pt x="1431805" y="121847"/>
                  <a:pt x="1421303" y="121847"/>
                </a:cubicBezTo>
                <a:cubicBezTo>
                  <a:pt x="1414498" y="121847"/>
                  <a:pt x="1408242" y="119972"/>
                  <a:pt x="1402535" y="116221"/>
                </a:cubicBezTo>
                <a:cubicBezTo>
                  <a:pt x="1396829" y="112470"/>
                  <a:pt x="1392408" y="107233"/>
                  <a:pt x="1389274" y="100508"/>
                </a:cubicBezTo>
                <a:cubicBezTo>
                  <a:pt x="1386139" y="93783"/>
                  <a:pt x="1384572" y="86054"/>
                  <a:pt x="1384572" y="77320"/>
                </a:cubicBezTo>
                <a:cubicBezTo>
                  <a:pt x="1384572" y="68800"/>
                  <a:pt x="1385992" y="61071"/>
                  <a:pt x="1388832" y="54132"/>
                </a:cubicBezTo>
                <a:cubicBezTo>
                  <a:pt x="1391671" y="47193"/>
                  <a:pt x="1395931" y="41875"/>
                  <a:pt x="1401611" y="38178"/>
                </a:cubicBezTo>
                <a:cubicBezTo>
                  <a:pt x="1407291" y="34481"/>
                  <a:pt x="1413640" y="32632"/>
                  <a:pt x="1420660" y="32632"/>
                </a:cubicBezTo>
                <a:cubicBezTo>
                  <a:pt x="1425804" y="32632"/>
                  <a:pt x="1430385" y="33724"/>
                  <a:pt x="1434404" y="35910"/>
                </a:cubicBezTo>
                <a:cubicBezTo>
                  <a:pt x="1438422" y="38093"/>
                  <a:pt x="1441691" y="40938"/>
                  <a:pt x="1444209" y="44444"/>
                </a:cubicBezTo>
                <a:lnTo>
                  <a:pt x="1444209" y="2090"/>
                </a:lnTo>
                <a:lnTo>
                  <a:pt x="1458596" y="2090"/>
                </a:lnTo>
                <a:lnTo>
                  <a:pt x="1458596" y="119918"/>
                </a:lnTo>
                <a:lnTo>
                  <a:pt x="1445174" y="119918"/>
                </a:lnTo>
                <a:moveTo>
                  <a:pt x="1399441" y="77360"/>
                </a:moveTo>
                <a:cubicBezTo>
                  <a:pt x="1399441" y="88278"/>
                  <a:pt x="1401745" y="96439"/>
                  <a:pt x="1406353" y="101844"/>
                </a:cubicBezTo>
                <a:cubicBezTo>
                  <a:pt x="1410961" y="107249"/>
                  <a:pt x="1416400" y="109952"/>
                  <a:pt x="1422669" y="109952"/>
                </a:cubicBezTo>
                <a:cubicBezTo>
                  <a:pt x="1428992" y="109952"/>
                  <a:pt x="1434363" y="107370"/>
                  <a:pt x="1438784" y="102206"/>
                </a:cubicBezTo>
                <a:cubicBezTo>
                  <a:pt x="1443205" y="97042"/>
                  <a:pt x="1445415" y="89161"/>
                  <a:pt x="1445415" y="78563"/>
                </a:cubicBezTo>
                <a:cubicBezTo>
                  <a:pt x="1445415" y="66897"/>
                  <a:pt x="1443164" y="58335"/>
                  <a:pt x="1438663" y="52876"/>
                </a:cubicBezTo>
                <a:cubicBezTo>
                  <a:pt x="1434163" y="47417"/>
                  <a:pt x="1428617" y="44688"/>
                  <a:pt x="1422026" y="44688"/>
                </a:cubicBezTo>
                <a:cubicBezTo>
                  <a:pt x="1415596" y="44688"/>
                  <a:pt x="1410224" y="47310"/>
                  <a:pt x="1405911" y="52555"/>
                </a:cubicBezTo>
                <a:cubicBezTo>
                  <a:pt x="1401598" y="57799"/>
                  <a:pt x="1399441" y="66068"/>
                  <a:pt x="1399441" y="77360"/>
                </a:cubicBezTo>
                <a:close/>
                <a:moveTo>
                  <a:pt x="1539611" y="92270"/>
                </a:moveTo>
                <a:lnTo>
                  <a:pt x="1554560" y="94199"/>
                </a:lnTo>
                <a:cubicBezTo>
                  <a:pt x="1552203" y="102958"/>
                  <a:pt x="1547836" y="109756"/>
                  <a:pt x="1541459" y="114593"/>
                </a:cubicBezTo>
                <a:cubicBezTo>
                  <a:pt x="1535083" y="119429"/>
                  <a:pt x="1526939" y="121847"/>
                  <a:pt x="1517026" y="121847"/>
                </a:cubicBezTo>
                <a:cubicBezTo>
                  <a:pt x="1504541" y="121847"/>
                  <a:pt x="1494642" y="118003"/>
                  <a:pt x="1487327" y="110314"/>
                </a:cubicBezTo>
                <a:cubicBezTo>
                  <a:pt x="1480013" y="102624"/>
                  <a:pt x="1476356" y="91841"/>
                  <a:pt x="1476356" y="77963"/>
                </a:cubicBezTo>
                <a:cubicBezTo>
                  <a:pt x="1476356" y="63603"/>
                  <a:pt x="1480054" y="52458"/>
                  <a:pt x="1487448" y="44527"/>
                </a:cubicBezTo>
                <a:cubicBezTo>
                  <a:pt x="1494842" y="36597"/>
                  <a:pt x="1504434" y="32632"/>
                  <a:pt x="1516222" y="32632"/>
                </a:cubicBezTo>
                <a:cubicBezTo>
                  <a:pt x="1527635" y="32632"/>
                  <a:pt x="1536959" y="36511"/>
                  <a:pt x="1544192" y="44269"/>
                </a:cubicBezTo>
                <a:cubicBezTo>
                  <a:pt x="1551426" y="52025"/>
                  <a:pt x="1555043" y="62937"/>
                  <a:pt x="1555043" y="77006"/>
                </a:cubicBezTo>
                <a:cubicBezTo>
                  <a:pt x="1555043" y="77862"/>
                  <a:pt x="1555016" y="79145"/>
                  <a:pt x="1554962" y="80856"/>
                </a:cubicBezTo>
                <a:lnTo>
                  <a:pt x="1491306" y="80856"/>
                </a:lnTo>
                <a:cubicBezTo>
                  <a:pt x="1491842" y="90260"/>
                  <a:pt x="1494494" y="97460"/>
                  <a:pt x="1499263" y="102457"/>
                </a:cubicBezTo>
                <a:cubicBezTo>
                  <a:pt x="1504032" y="107454"/>
                  <a:pt x="1509980" y="109952"/>
                  <a:pt x="1517106" y="109952"/>
                </a:cubicBezTo>
                <a:cubicBezTo>
                  <a:pt x="1522411" y="109952"/>
                  <a:pt x="1526939" y="108546"/>
                  <a:pt x="1530689" y="105735"/>
                </a:cubicBezTo>
                <a:cubicBezTo>
                  <a:pt x="1534440" y="102922"/>
                  <a:pt x="1537414" y="98433"/>
                  <a:pt x="1539611" y="92270"/>
                </a:cubicBezTo>
                <a:moveTo>
                  <a:pt x="1492110" y="68961"/>
                </a:moveTo>
                <a:lnTo>
                  <a:pt x="1539772" y="68961"/>
                </a:lnTo>
                <a:cubicBezTo>
                  <a:pt x="1539129" y="61804"/>
                  <a:pt x="1537307" y="56437"/>
                  <a:pt x="1534306" y="52859"/>
                </a:cubicBezTo>
                <a:cubicBezTo>
                  <a:pt x="1529698" y="47304"/>
                  <a:pt x="1523724" y="44527"/>
                  <a:pt x="1516383" y="44527"/>
                </a:cubicBezTo>
                <a:cubicBezTo>
                  <a:pt x="1509738" y="44527"/>
                  <a:pt x="1504152" y="46744"/>
                  <a:pt x="1499625" y="51178"/>
                </a:cubicBezTo>
                <a:cubicBezTo>
                  <a:pt x="1495097" y="55611"/>
                  <a:pt x="1492592" y="61538"/>
                  <a:pt x="1492110" y="6896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ED00AEA-371B-4AF0-97F1-29B592AE2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429" y="564634"/>
            <a:ext cx="2439688" cy="1036844"/>
          </a:xfrm>
          <a:custGeom xmlns:a="http://schemas.openxmlformats.org/drawingml/2006/main">
            <a:pathLst>
              <a:path w="2439688" h="1036844">
                <a:moveTo>
                  <a:pt x="469" y="78964"/>
                </a:moveTo>
                <a:cubicBezTo>
                  <a:pt x="0" y="35182"/>
                  <a:pt x="35182" y="0"/>
                  <a:pt x="79198" y="234"/>
                </a:cubicBezTo>
                <a:lnTo>
                  <a:pt x="2360958" y="234"/>
                </a:lnTo>
                <a:cubicBezTo>
                  <a:pt x="2404037" y="0"/>
                  <a:pt x="2439219" y="35182"/>
                  <a:pt x="2439688" y="78964"/>
                </a:cubicBezTo>
                <a:lnTo>
                  <a:pt x="2439688" y="957645"/>
                </a:lnTo>
                <a:cubicBezTo>
                  <a:pt x="2439219" y="1001661"/>
                  <a:pt x="2404037" y="1036844"/>
                  <a:pt x="2360958" y="1036375"/>
                </a:cubicBezTo>
                <a:lnTo>
                  <a:pt x="79198" y="1036375"/>
                </a:lnTo>
                <a:cubicBezTo>
                  <a:pt x="35182" y="1036844"/>
                  <a:pt x="0" y="1001661"/>
                  <a:pt x="469" y="957645"/>
                </a:cubicBezTo>
                <a:lnTo>
                  <a:pt x="469" y="78964"/>
                </a:lnTo>
              </a:path>
            </a:pathLst>
          </a:custGeom>
          <a:solidFill xmlns:a="http://schemas.openxmlformats.org/drawingml/2006/main">
            <a:srgbClr val="FFF2C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BCA4A69-23D7-4C6D-BB25-250E9E5DB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571" y="558776"/>
            <a:ext cx="2450935" cy="1048560"/>
          </a:xfrm>
          <a:custGeom xmlns:a="http://schemas.openxmlformats.org/drawingml/2006/main">
            <a:pathLst>
              <a:path w="2450935" h="1048560">
                <a:moveTo>
                  <a:pt x="2659" y="985213"/>
                </a:moveTo>
                <a:lnTo>
                  <a:pt x="3796" y="989231"/>
                </a:lnTo>
                <a:lnTo>
                  <a:pt x="5120" y="993156"/>
                </a:lnTo>
                <a:lnTo>
                  <a:pt x="6631" y="996987"/>
                </a:lnTo>
                <a:lnTo>
                  <a:pt x="8330" y="1000736"/>
                </a:lnTo>
                <a:lnTo>
                  <a:pt x="10193" y="1004368"/>
                </a:lnTo>
                <a:lnTo>
                  <a:pt x="12231" y="1007906"/>
                </a:lnTo>
                <a:lnTo>
                  <a:pt x="14422" y="1011339"/>
                </a:lnTo>
                <a:lnTo>
                  <a:pt x="16777" y="1014643"/>
                </a:lnTo>
                <a:lnTo>
                  <a:pt x="19284" y="1017829"/>
                </a:lnTo>
                <a:lnTo>
                  <a:pt x="21932" y="1020899"/>
                </a:lnTo>
                <a:lnTo>
                  <a:pt x="24732" y="1023828"/>
                </a:lnTo>
                <a:lnTo>
                  <a:pt x="27661" y="1026628"/>
                </a:lnTo>
                <a:lnTo>
                  <a:pt x="30730" y="1029276"/>
                </a:lnTo>
                <a:lnTo>
                  <a:pt x="33917" y="1031783"/>
                </a:lnTo>
                <a:lnTo>
                  <a:pt x="37221" y="1034138"/>
                </a:lnTo>
                <a:lnTo>
                  <a:pt x="40654" y="1036328"/>
                </a:lnTo>
                <a:lnTo>
                  <a:pt x="44192" y="1038367"/>
                </a:lnTo>
                <a:lnTo>
                  <a:pt x="47824" y="1040230"/>
                </a:lnTo>
                <a:lnTo>
                  <a:pt x="51573" y="1041929"/>
                </a:lnTo>
                <a:lnTo>
                  <a:pt x="55404" y="1043440"/>
                </a:lnTo>
                <a:lnTo>
                  <a:pt x="59329" y="1044764"/>
                </a:lnTo>
                <a:lnTo>
                  <a:pt x="63347" y="1045900"/>
                </a:lnTo>
                <a:lnTo>
                  <a:pt x="67424" y="1046849"/>
                </a:lnTo>
                <a:lnTo>
                  <a:pt x="71583" y="1047587"/>
                </a:lnTo>
                <a:lnTo>
                  <a:pt x="75813" y="1048126"/>
                </a:lnTo>
                <a:lnTo>
                  <a:pt x="80101" y="1048454"/>
                </a:lnTo>
                <a:lnTo>
                  <a:pt x="84365" y="1048560"/>
                </a:lnTo>
                <a:lnTo>
                  <a:pt x="2366570" y="1048560"/>
                </a:lnTo>
                <a:lnTo>
                  <a:pt x="2370834" y="1048454"/>
                </a:lnTo>
                <a:lnTo>
                  <a:pt x="2375122" y="1048126"/>
                </a:lnTo>
                <a:lnTo>
                  <a:pt x="2379352" y="1047587"/>
                </a:lnTo>
                <a:lnTo>
                  <a:pt x="2383511" y="1046849"/>
                </a:lnTo>
                <a:lnTo>
                  <a:pt x="2387588" y="1045900"/>
                </a:lnTo>
                <a:lnTo>
                  <a:pt x="2391606" y="1044764"/>
                </a:lnTo>
                <a:lnTo>
                  <a:pt x="2395531" y="1043440"/>
                </a:lnTo>
                <a:lnTo>
                  <a:pt x="2399362" y="1041929"/>
                </a:lnTo>
                <a:lnTo>
                  <a:pt x="2403111" y="1040230"/>
                </a:lnTo>
                <a:lnTo>
                  <a:pt x="2406743" y="1038367"/>
                </a:lnTo>
                <a:lnTo>
                  <a:pt x="2410281" y="1036328"/>
                </a:lnTo>
                <a:lnTo>
                  <a:pt x="2413714" y="1034138"/>
                </a:lnTo>
                <a:lnTo>
                  <a:pt x="2417018" y="1031783"/>
                </a:lnTo>
                <a:lnTo>
                  <a:pt x="2420204" y="1029276"/>
                </a:lnTo>
                <a:lnTo>
                  <a:pt x="2423274" y="1026628"/>
                </a:lnTo>
                <a:lnTo>
                  <a:pt x="2426203" y="1023828"/>
                </a:lnTo>
                <a:lnTo>
                  <a:pt x="2429003" y="1020899"/>
                </a:lnTo>
                <a:lnTo>
                  <a:pt x="2431651" y="1017829"/>
                </a:lnTo>
                <a:lnTo>
                  <a:pt x="2434158" y="1014643"/>
                </a:lnTo>
                <a:lnTo>
                  <a:pt x="2436513" y="1011339"/>
                </a:lnTo>
                <a:lnTo>
                  <a:pt x="2438704" y="1007906"/>
                </a:lnTo>
                <a:lnTo>
                  <a:pt x="2440742" y="1004368"/>
                </a:lnTo>
                <a:lnTo>
                  <a:pt x="2442605" y="1000736"/>
                </a:lnTo>
                <a:lnTo>
                  <a:pt x="2444304" y="996987"/>
                </a:lnTo>
                <a:lnTo>
                  <a:pt x="2445815" y="993156"/>
                </a:lnTo>
                <a:lnTo>
                  <a:pt x="2447139" y="989231"/>
                </a:lnTo>
                <a:lnTo>
                  <a:pt x="2448275" y="985213"/>
                </a:lnTo>
                <a:lnTo>
                  <a:pt x="2449224" y="981135"/>
                </a:lnTo>
                <a:lnTo>
                  <a:pt x="2449962" y="976976"/>
                </a:lnTo>
                <a:lnTo>
                  <a:pt x="2450501" y="972747"/>
                </a:lnTo>
                <a:lnTo>
                  <a:pt x="2450829" y="968459"/>
                </a:lnTo>
                <a:lnTo>
                  <a:pt x="2450935" y="964195"/>
                </a:lnTo>
                <a:lnTo>
                  <a:pt x="2450935" y="84365"/>
                </a:lnTo>
                <a:lnTo>
                  <a:pt x="2450829" y="80101"/>
                </a:lnTo>
                <a:lnTo>
                  <a:pt x="2450501" y="75813"/>
                </a:lnTo>
                <a:lnTo>
                  <a:pt x="2449962" y="71583"/>
                </a:lnTo>
                <a:lnTo>
                  <a:pt x="2449224" y="67424"/>
                </a:lnTo>
                <a:lnTo>
                  <a:pt x="2448275" y="63347"/>
                </a:lnTo>
                <a:lnTo>
                  <a:pt x="2447139" y="59329"/>
                </a:lnTo>
                <a:lnTo>
                  <a:pt x="2445815" y="55404"/>
                </a:lnTo>
                <a:lnTo>
                  <a:pt x="2444304" y="51573"/>
                </a:lnTo>
                <a:lnTo>
                  <a:pt x="2442605" y="47824"/>
                </a:lnTo>
                <a:lnTo>
                  <a:pt x="2440742" y="44192"/>
                </a:lnTo>
                <a:lnTo>
                  <a:pt x="2438704" y="40654"/>
                </a:lnTo>
                <a:lnTo>
                  <a:pt x="2436513" y="37221"/>
                </a:lnTo>
                <a:lnTo>
                  <a:pt x="2434158" y="33917"/>
                </a:lnTo>
                <a:lnTo>
                  <a:pt x="2431651" y="30730"/>
                </a:lnTo>
                <a:lnTo>
                  <a:pt x="2429003" y="27661"/>
                </a:lnTo>
                <a:lnTo>
                  <a:pt x="2426203" y="24732"/>
                </a:lnTo>
                <a:lnTo>
                  <a:pt x="2423274" y="21932"/>
                </a:lnTo>
                <a:lnTo>
                  <a:pt x="2420204" y="19284"/>
                </a:lnTo>
                <a:lnTo>
                  <a:pt x="2417018" y="16777"/>
                </a:lnTo>
                <a:lnTo>
                  <a:pt x="2413714" y="14422"/>
                </a:lnTo>
                <a:lnTo>
                  <a:pt x="2410281" y="12231"/>
                </a:lnTo>
                <a:lnTo>
                  <a:pt x="2406743" y="10193"/>
                </a:lnTo>
                <a:lnTo>
                  <a:pt x="2403111" y="8330"/>
                </a:lnTo>
                <a:lnTo>
                  <a:pt x="2399362" y="6631"/>
                </a:lnTo>
                <a:lnTo>
                  <a:pt x="2395531" y="5120"/>
                </a:lnTo>
                <a:lnTo>
                  <a:pt x="2391606" y="3796"/>
                </a:lnTo>
                <a:lnTo>
                  <a:pt x="2387588" y="2659"/>
                </a:lnTo>
                <a:lnTo>
                  <a:pt x="2383511" y="1710"/>
                </a:lnTo>
                <a:lnTo>
                  <a:pt x="2379352" y="972"/>
                </a:lnTo>
                <a:lnTo>
                  <a:pt x="2375122" y="433"/>
                </a:lnTo>
                <a:lnTo>
                  <a:pt x="2370834" y="105"/>
                </a:lnTo>
                <a:lnTo>
                  <a:pt x="2366570" y="0"/>
                </a:lnTo>
                <a:lnTo>
                  <a:pt x="84365" y="0"/>
                </a:lnTo>
                <a:lnTo>
                  <a:pt x="80101" y="105"/>
                </a:lnTo>
                <a:lnTo>
                  <a:pt x="75813" y="433"/>
                </a:lnTo>
                <a:lnTo>
                  <a:pt x="71583" y="972"/>
                </a:lnTo>
                <a:lnTo>
                  <a:pt x="67424" y="1710"/>
                </a:lnTo>
                <a:lnTo>
                  <a:pt x="63347" y="2659"/>
                </a:lnTo>
                <a:lnTo>
                  <a:pt x="59329" y="3796"/>
                </a:lnTo>
                <a:lnTo>
                  <a:pt x="55404" y="5120"/>
                </a:lnTo>
                <a:lnTo>
                  <a:pt x="51573" y="6631"/>
                </a:lnTo>
                <a:lnTo>
                  <a:pt x="47824" y="8330"/>
                </a:lnTo>
                <a:lnTo>
                  <a:pt x="44192" y="10193"/>
                </a:lnTo>
                <a:lnTo>
                  <a:pt x="40654" y="12231"/>
                </a:lnTo>
                <a:lnTo>
                  <a:pt x="37221" y="14422"/>
                </a:lnTo>
                <a:lnTo>
                  <a:pt x="33917" y="16777"/>
                </a:lnTo>
                <a:lnTo>
                  <a:pt x="30730" y="19284"/>
                </a:lnTo>
                <a:lnTo>
                  <a:pt x="27661" y="21932"/>
                </a:lnTo>
                <a:lnTo>
                  <a:pt x="24732" y="24732"/>
                </a:lnTo>
                <a:lnTo>
                  <a:pt x="21932" y="27661"/>
                </a:lnTo>
                <a:lnTo>
                  <a:pt x="19284" y="30730"/>
                </a:lnTo>
                <a:lnTo>
                  <a:pt x="16777" y="33917"/>
                </a:lnTo>
                <a:lnTo>
                  <a:pt x="14422" y="37221"/>
                </a:lnTo>
                <a:lnTo>
                  <a:pt x="12231" y="40654"/>
                </a:lnTo>
                <a:lnTo>
                  <a:pt x="10193" y="44192"/>
                </a:lnTo>
                <a:lnTo>
                  <a:pt x="8330" y="47824"/>
                </a:lnTo>
                <a:lnTo>
                  <a:pt x="6631" y="51573"/>
                </a:lnTo>
                <a:lnTo>
                  <a:pt x="5120" y="55404"/>
                </a:lnTo>
                <a:lnTo>
                  <a:pt x="3796" y="59329"/>
                </a:lnTo>
                <a:lnTo>
                  <a:pt x="2659" y="63347"/>
                </a:lnTo>
                <a:lnTo>
                  <a:pt x="1710" y="67424"/>
                </a:lnTo>
                <a:lnTo>
                  <a:pt x="972" y="71583"/>
                </a:lnTo>
                <a:lnTo>
                  <a:pt x="433" y="75813"/>
                </a:lnTo>
                <a:lnTo>
                  <a:pt x="105" y="80101"/>
                </a:lnTo>
                <a:lnTo>
                  <a:pt x="0" y="84365"/>
                </a:lnTo>
                <a:lnTo>
                  <a:pt x="0" y="964195"/>
                </a:lnTo>
                <a:lnTo>
                  <a:pt x="105" y="968459"/>
                </a:lnTo>
                <a:lnTo>
                  <a:pt x="433" y="972747"/>
                </a:lnTo>
                <a:lnTo>
                  <a:pt x="972" y="976976"/>
                </a:lnTo>
                <a:lnTo>
                  <a:pt x="1710" y="981135"/>
                </a:lnTo>
                <a:lnTo>
                  <a:pt x="2659" y="985213"/>
                </a:lnTo>
                <a:close/>
                <a:moveTo>
                  <a:pt x="13993" y="66308"/>
                </a:moveTo>
                <a:lnTo>
                  <a:pt x="15022" y="62701"/>
                </a:lnTo>
                <a:lnTo>
                  <a:pt x="16147" y="59390"/>
                </a:lnTo>
                <a:lnTo>
                  <a:pt x="17480" y="56001"/>
                </a:lnTo>
                <a:lnTo>
                  <a:pt x="17374" y="56271"/>
                </a:lnTo>
                <a:lnTo>
                  <a:pt x="18917" y="52840"/>
                </a:lnTo>
                <a:lnTo>
                  <a:pt x="20547" y="49679"/>
                </a:lnTo>
                <a:lnTo>
                  <a:pt x="22319" y="46617"/>
                </a:lnTo>
                <a:lnTo>
                  <a:pt x="22166" y="46851"/>
                </a:lnTo>
                <a:lnTo>
                  <a:pt x="24076" y="43865"/>
                </a:lnTo>
                <a:lnTo>
                  <a:pt x="26139" y="40964"/>
                </a:lnTo>
                <a:lnTo>
                  <a:pt x="28345" y="38160"/>
                </a:lnTo>
                <a:lnTo>
                  <a:pt x="30564" y="35592"/>
                </a:lnTo>
                <a:lnTo>
                  <a:pt x="33017" y="33017"/>
                </a:lnTo>
                <a:lnTo>
                  <a:pt x="35592" y="30564"/>
                </a:lnTo>
                <a:lnTo>
                  <a:pt x="38160" y="28345"/>
                </a:lnTo>
                <a:lnTo>
                  <a:pt x="40964" y="26139"/>
                </a:lnTo>
                <a:lnTo>
                  <a:pt x="43865" y="24076"/>
                </a:lnTo>
                <a:lnTo>
                  <a:pt x="46851" y="22166"/>
                </a:lnTo>
                <a:lnTo>
                  <a:pt x="46617" y="22319"/>
                </a:lnTo>
                <a:lnTo>
                  <a:pt x="49679" y="20547"/>
                </a:lnTo>
                <a:lnTo>
                  <a:pt x="52840" y="18917"/>
                </a:lnTo>
                <a:lnTo>
                  <a:pt x="56271" y="17374"/>
                </a:lnTo>
                <a:lnTo>
                  <a:pt x="56001" y="17480"/>
                </a:lnTo>
                <a:lnTo>
                  <a:pt x="59390" y="16147"/>
                </a:lnTo>
                <a:lnTo>
                  <a:pt x="62701" y="15022"/>
                </a:lnTo>
                <a:lnTo>
                  <a:pt x="66308" y="13993"/>
                </a:lnTo>
                <a:lnTo>
                  <a:pt x="69762" y="13193"/>
                </a:lnTo>
                <a:lnTo>
                  <a:pt x="73314" y="12558"/>
                </a:lnTo>
                <a:lnTo>
                  <a:pt x="77127" y="12082"/>
                </a:lnTo>
                <a:lnTo>
                  <a:pt x="80839" y="11798"/>
                </a:lnTo>
                <a:lnTo>
                  <a:pt x="80546" y="11821"/>
                </a:lnTo>
                <a:lnTo>
                  <a:pt x="84588" y="11716"/>
                </a:lnTo>
                <a:lnTo>
                  <a:pt x="2366347" y="11716"/>
                </a:lnTo>
                <a:lnTo>
                  <a:pt x="2370389" y="11821"/>
                </a:lnTo>
                <a:lnTo>
                  <a:pt x="2370096" y="11798"/>
                </a:lnTo>
                <a:lnTo>
                  <a:pt x="2373808" y="12082"/>
                </a:lnTo>
                <a:lnTo>
                  <a:pt x="2377621" y="12558"/>
                </a:lnTo>
                <a:lnTo>
                  <a:pt x="2381173" y="13193"/>
                </a:lnTo>
                <a:lnTo>
                  <a:pt x="2384627" y="13993"/>
                </a:lnTo>
                <a:lnTo>
                  <a:pt x="2388234" y="15022"/>
                </a:lnTo>
                <a:lnTo>
                  <a:pt x="2391545" y="16147"/>
                </a:lnTo>
                <a:lnTo>
                  <a:pt x="2394934" y="17480"/>
                </a:lnTo>
                <a:lnTo>
                  <a:pt x="2394664" y="17374"/>
                </a:lnTo>
                <a:lnTo>
                  <a:pt x="2398095" y="18917"/>
                </a:lnTo>
                <a:lnTo>
                  <a:pt x="2401152" y="20493"/>
                </a:lnTo>
                <a:lnTo>
                  <a:pt x="2404318" y="22319"/>
                </a:lnTo>
                <a:lnTo>
                  <a:pt x="2404084" y="22166"/>
                </a:lnTo>
                <a:lnTo>
                  <a:pt x="2407070" y="24076"/>
                </a:lnTo>
                <a:lnTo>
                  <a:pt x="2409971" y="26139"/>
                </a:lnTo>
                <a:lnTo>
                  <a:pt x="2412775" y="28345"/>
                </a:lnTo>
                <a:lnTo>
                  <a:pt x="2415343" y="30564"/>
                </a:lnTo>
                <a:lnTo>
                  <a:pt x="2417918" y="33017"/>
                </a:lnTo>
                <a:lnTo>
                  <a:pt x="2420371" y="35592"/>
                </a:lnTo>
                <a:lnTo>
                  <a:pt x="2422590" y="38160"/>
                </a:lnTo>
                <a:lnTo>
                  <a:pt x="2424796" y="40964"/>
                </a:lnTo>
                <a:lnTo>
                  <a:pt x="2426858" y="43865"/>
                </a:lnTo>
                <a:lnTo>
                  <a:pt x="2428769" y="46851"/>
                </a:lnTo>
                <a:lnTo>
                  <a:pt x="2428616" y="46617"/>
                </a:lnTo>
                <a:lnTo>
                  <a:pt x="2430388" y="49679"/>
                </a:lnTo>
                <a:lnTo>
                  <a:pt x="2432018" y="52840"/>
                </a:lnTo>
                <a:lnTo>
                  <a:pt x="2433560" y="56271"/>
                </a:lnTo>
                <a:lnTo>
                  <a:pt x="2433455" y="56001"/>
                </a:lnTo>
                <a:lnTo>
                  <a:pt x="2434788" y="59390"/>
                </a:lnTo>
                <a:lnTo>
                  <a:pt x="2435913" y="62701"/>
                </a:lnTo>
                <a:lnTo>
                  <a:pt x="2436942" y="66308"/>
                </a:lnTo>
                <a:lnTo>
                  <a:pt x="2437778" y="69920"/>
                </a:lnTo>
                <a:lnTo>
                  <a:pt x="2437708" y="69638"/>
                </a:lnTo>
                <a:lnTo>
                  <a:pt x="2438399" y="73505"/>
                </a:lnTo>
                <a:lnTo>
                  <a:pt x="2438364" y="73212"/>
                </a:lnTo>
                <a:lnTo>
                  <a:pt x="2438853" y="77127"/>
                </a:lnTo>
                <a:lnTo>
                  <a:pt x="2439137" y="80839"/>
                </a:lnTo>
                <a:lnTo>
                  <a:pt x="2439114" y="80546"/>
                </a:lnTo>
                <a:lnTo>
                  <a:pt x="2439219" y="84588"/>
                </a:lnTo>
                <a:lnTo>
                  <a:pt x="2439219" y="963972"/>
                </a:lnTo>
                <a:lnTo>
                  <a:pt x="2439114" y="968014"/>
                </a:lnTo>
                <a:lnTo>
                  <a:pt x="2439137" y="967721"/>
                </a:lnTo>
                <a:lnTo>
                  <a:pt x="2438853" y="971433"/>
                </a:lnTo>
                <a:lnTo>
                  <a:pt x="2438364" y="975348"/>
                </a:lnTo>
                <a:lnTo>
                  <a:pt x="2438399" y="975055"/>
                </a:lnTo>
                <a:lnTo>
                  <a:pt x="2437708" y="978921"/>
                </a:lnTo>
                <a:lnTo>
                  <a:pt x="2437778" y="978640"/>
                </a:lnTo>
                <a:lnTo>
                  <a:pt x="2436942" y="982252"/>
                </a:lnTo>
                <a:lnTo>
                  <a:pt x="2435913" y="985859"/>
                </a:lnTo>
                <a:lnTo>
                  <a:pt x="2434788" y="989170"/>
                </a:lnTo>
                <a:lnTo>
                  <a:pt x="2433455" y="992558"/>
                </a:lnTo>
                <a:lnTo>
                  <a:pt x="2433560" y="992289"/>
                </a:lnTo>
                <a:lnTo>
                  <a:pt x="2432018" y="995719"/>
                </a:lnTo>
                <a:lnTo>
                  <a:pt x="2430441" y="998777"/>
                </a:lnTo>
                <a:lnTo>
                  <a:pt x="2428616" y="1001943"/>
                </a:lnTo>
                <a:lnTo>
                  <a:pt x="2428769" y="1001708"/>
                </a:lnTo>
                <a:lnTo>
                  <a:pt x="2426858" y="1004695"/>
                </a:lnTo>
                <a:lnTo>
                  <a:pt x="2424796" y="1007595"/>
                </a:lnTo>
                <a:lnTo>
                  <a:pt x="2422590" y="1010400"/>
                </a:lnTo>
                <a:lnTo>
                  <a:pt x="2420371" y="1012967"/>
                </a:lnTo>
                <a:lnTo>
                  <a:pt x="2417918" y="1015542"/>
                </a:lnTo>
                <a:lnTo>
                  <a:pt x="2415343" y="1017996"/>
                </a:lnTo>
                <a:lnTo>
                  <a:pt x="2412775" y="1020215"/>
                </a:lnTo>
                <a:lnTo>
                  <a:pt x="2409971" y="1022421"/>
                </a:lnTo>
                <a:lnTo>
                  <a:pt x="2407070" y="1024483"/>
                </a:lnTo>
                <a:lnTo>
                  <a:pt x="2404084" y="1026393"/>
                </a:lnTo>
                <a:lnTo>
                  <a:pt x="2404318" y="1026241"/>
                </a:lnTo>
                <a:lnTo>
                  <a:pt x="2401152" y="1028066"/>
                </a:lnTo>
                <a:lnTo>
                  <a:pt x="2398095" y="1029643"/>
                </a:lnTo>
                <a:lnTo>
                  <a:pt x="2394664" y="1031185"/>
                </a:lnTo>
                <a:lnTo>
                  <a:pt x="2394934" y="1031080"/>
                </a:lnTo>
                <a:lnTo>
                  <a:pt x="2391545" y="1032413"/>
                </a:lnTo>
                <a:lnTo>
                  <a:pt x="2388234" y="1033538"/>
                </a:lnTo>
                <a:lnTo>
                  <a:pt x="2384627" y="1034567"/>
                </a:lnTo>
                <a:lnTo>
                  <a:pt x="2381180" y="1035365"/>
                </a:lnTo>
                <a:lnTo>
                  <a:pt x="2377430" y="1036024"/>
                </a:lnTo>
                <a:lnTo>
                  <a:pt x="2377723" y="1035989"/>
                </a:lnTo>
                <a:lnTo>
                  <a:pt x="2373808" y="1036478"/>
                </a:lnTo>
                <a:lnTo>
                  <a:pt x="2370096" y="1036762"/>
                </a:lnTo>
                <a:lnTo>
                  <a:pt x="2370389" y="1036738"/>
                </a:lnTo>
                <a:lnTo>
                  <a:pt x="2366347" y="1036844"/>
                </a:lnTo>
                <a:lnTo>
                  <a:pt x="84588" y="1036844"/>
                </a:lnTo>
                <a:lnTo>
                  <a:pt x="80546" y="1036738"/>
                </a:lnTo>
                <a:lnTo>
                  <a:pt x="80839" y="1036762"/>
                </a:lnTo>
                <a:lnTo>
                  <a:pt x="77127" y="1036478"/>
                </a:lnTo>
                <a:lnTo>
                  <a:pt x="73212" y="1035989"/>
                </a:lnTo>
                <a:lnTo>
                  <a:pt x="73505" y="1036024"/>
                </a:lnTo>
                <a:lnTo>
                  <a:pt x="69755" y="1035365"/>
                </a:lnTo>
                <a:lnTo>
                  <a:pt x="66308" y="1034567"/>
                </a:lnTo>
                <a:lnTo>
                  <a:pt x="62701" y="1033538"/>
                </a:lnTo>
                <a:lnTo>
                  <a:pt x="59390" y="1032413"/>
                </a:lnTo>
                <a:lnTo>
                  <a:pt x="56001" y="1031080"/>
                </a:lnTo>
                <a:lnTo>
                  <a:pt x="56271" y="1031185"/>
                </a:lnTo>
                <a:lnTo>
                  <a:pt x="52840" y="1029643"/>
                </a:lnTo>
                <a:lnTo>
                  <a:pt x="49679" y="1028013"/>
                </a:lnTo>
                <a:lnTo>
                  <a:pt x="46617" y="1026241"/>
                </a:lnTo>
                <a:lnTo>
                  <a:pt x="46851" y="1026393"/>
                </a:lnTo>
                <a:lnTo>
                  <a:pt x="43865" y="1024483"/>
                </a:lnTo>
                <a:lnTo>
                  <a:pt x="40964" y="1022421"/>
                </a:lnTo>
                <a:lnTo>
                  <a:pt x="38160" y="1020215"/>
                </a:lnTo>
                <a:lnTo>
                  <a:pt x="35592" y="1017996"/>
                </a:lnTo>
                <a:lnTo>
                  <a:pt x="33017" y="1015542"/>
                </a:lnTo>
                <a:lnTo>
                  <a:pt x="30564" y="1012967"/>
                </a:lnTo>
                <a:lnTo>
                  <a:pt x="28345" y="1010400"/>
                </a:lnTo>
                <a:lnTo>
                  <a:pt x="26139" y="1007595"/>
                </a:lnTo>
                <a:lnTo>
                  <a:pt x="24076" y="1004695"/>
                </a:lnTo>
                <a:lnTo>
                  <a:pt x="22166" y="1001708"/>
                </a:lnTo>
                <a:lnTo>
                  <a:pt x="22319" y="1001943"/>
                </a:lnTo>
                <a:lnTo>
                  <a:pt x="20493" y="998777"/>
                </a:lnTo>
                <a:lnTo>
                  <a:pt x="18917" y="995719"/>
                </a:lnTo>
                <a:lnTo>
                  <a:pt x="17374" y="992289"/>
                </a:lnTo>
                <a:lnTo>
                  <a:pt x="17480" y="992558"/>
                </a:lnTo>
                <a:lnTo>
                  <a:pt x="16147" y="989170"/>
                </a:lnTo>
                <a:lnTo>
                  <a:pt x="15022" y="985859"/>
                </a:lnTo>
                <a:lnTo>
                  <a:pt x="13993" y="982252"/>
                </a:lnTo>
                <a:lnTo>
                  <a:pt x="13193" y="978798"/>
                </a:lnTo>
                <a:lnTo>
                  <a:pt x="12558" y="975246"/>
                </a:lnTo>
                <a:lnTo>
                  <a:pt x="12082" y="971433"/>
                </a:lnTo>
                <a:lnTo>
                  <a:pt x="11798" y="967721"/>
                </a:lnTo>
                <a:lnTo>
                  <a:pt x="11821" y="968014"/>
                </a:lnTo>
                <a:lnTo>
                  <a:pt x="11716" y="963972"/>
                </a:lnTo>
                <a:lnTo>
                  <a:pt x="11716" y="84588"/>
                </a:lnTo>
                <a:lnTo>
                  <a:pt x="11821" y="80546"/>
                </a:lnTo>
                <a:lnTo>
                  <a:pt x="11798" y="80839"/>
                </a:lnTo>
                <a:lnTo>
                  <a:pt x="12082" y="77127"/>
                </a:lnTo>
                <a:lnTo>
                  <a:pt x="12558" y="73314"/>
                </a:lnTo>
                <a:lnTo>
                  <a:pt x="13193" y="69762"/>
                </a:lnTo>
                <a:lnTo>
                  <a:pt x="13993" y="66308"/>
                </a:lnTo>
                <a:close/>
              </a:path>
            </a:pathLst>
          </a:custGeom>
          <a:solidFill xmlns:a="http://schemas.openxmlformats.org/drawingml/2006/main">
            <a:srgbClr val="FED96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3" name="Text Repo.Understanding">
            <a:extLst xmlns:a="http://schemas.openxmlformats.org/drawingml/2006/main">
              <a:ext uri="{FF2B5EF4-FFF2-40B4-BE49-F238E27FC236}">
                <a16:creationId xmlns:a16="http://schemas.microsoft.com/office/drawing/2014/main" id="{FA20FFCB-E4E5-405F-BCB9-E7677CB9A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280" y="780201"/>
            <a:ext cx="1778506" cy="198545"/>
          </a:xfrm>
          <a:custGeom xmlns:a="http://schemas.openxmlformats.org/drawingml/2006/main">
            <a:pathLst>
              <a:path w="1778506" h="198545">
                <a:moveTo>
                  <a:pt x="92064" y="146537"/>
                </a:moveTo>
                <a:cubicBezTo>
                  <a:pt x="89753" y="146537"/>
                  <a:pt x="87594" y="145561"/>
                  <a:pt x="85586" y="143608"/>
                </a:cubicBezTo>
                <a:cubicBezTo>
                  <a:pt x="65452" y="123660"/>
                  <a:pt x="43067" y="110239"/>
                  <a:pt x="18431" y="103344"/>
                </a:cubicBezTo>
                <a:lnTo>
                  <a:pt x="19161" y="121277"/>
                </a:lnTo>
                <a:lnTo>
                  <a:pt x="19617" y="139303"/>
                </a:lnTo>
                <a:cubicBezTo>
                  <a:pt x="19617" y="141987"/>
                  <a:pt x="18750" y="144228"/>
                  <a:pt x="17017" y="146026"/>
                </a:cubicBezTo>
                <a:cubicBezTo>
                  <a:pt x="15283" y="147826"/>
                  <a:pt x="13109" y="148727"/>
                  <a:pt x="10493" y="148727"/>
                </a:cubicBezTo>
                <a:cubicBezTo>
                  <a:pt x="7877" y="148727"/>
                  <a:pt x="5703" y="147828"/>
                  <a:pt x="3969" y="146032"/>
                </a:cubicBezTo>
                <a:cubicBezTo>
                  <a:pt x="2235" y="144238"/>
                  <a:pt x="1369" y="142001"/>
                  <a:pt x="1369" y="139323"/>
                </a:cubicBezTo>
                <a:cubicBezTo>
                  <a:pt x="1369" y="134513"/>
                  <a:pt x="1141" y="127346"/>
                  <a:pt x="684" y="117821"/>
                </a:cubicBezTo>
                <a:cubicBezTo>
                  <a:pt x="228" y="108295"/>
                  <a:pt x="0" y="101128"/>
                  <a:pt x="0" y="96319"/>
                </a:cubicBezTo>
                <a:cubicBezTo>
                  <a:pt x="0" y="90719"/>
                  <a:pt x="608" y="82380"/>
                  <a:pt x="1825" y="71304"/>
                </a:cubicBezTo>
                <a:cubicBezTo>
                  <a:pt x="3041" y="60225"/>
                  <a:pt x="3650" y="51916"/>
                  <a:pt x="3650" y="46377"/>
                </a:cubicBezTo>
                <a:cubicBezTo>
                  <a:pt x="3650" y="43273"/>
                  <a:pt x="3361" y="38678"/>
                  <a:pt x="2783" y="32591"/>
                </a:cubicBezTo>
                <a:cubicBezTo>
                  <a:pt x="2205" y="26504"/>
                  <a:pt x="1916" y="21909"/>
                  <a:pt x="1916" y="18805"/>
                </a:cubicBezTo>
                <a:cubicBezTo>
                  <a:pt x="1916" y="15336"/>
                  <a:pt x="2889" y="12292"/>
                  <a:pt x="4836" y="9675"/>
                </a:cubicBezTo>
                <a:cubicBezTo>
                  <a:pt x="7147" y="6449"/>
                  <a:pt x="10341" y="4988"/>
                  <a:pt x="14416" y="5292"/>
                </a:cubicBezTo>
                <a:lnTo>
                  <a:pt x="36406" y="7026"/>
                </a:lnTo>
                <a:cubicBezTo>
                  <a:pt x="44740" y="8062"/>
                  <a:pt x="51765" y="10101"/>
                  <a:pt x="57483" y="13145"/>
                </a:cubicBezTo>
                <a:cubicBezTo>
                  <a:pt x="82119" y="26231"/>
                  <a:pt x="94437" y="42209"/>
                  <a:pt x="94437" y="61079"/>
                </a:cubicBezTo>
                <a:cubicBezTo>
                  <a:pt x="94437" y="70330"/>
                  <a:pt x="90240" y="78517"/>
                  <a:pt x="81845" y="85638"/>
                </a:cubicBezTo>
                <a:cubicBezTo>
                  <a:pt x="75093" y="91359"/>
                  <a:pt x="66668" y="95711"/>
                  <a:pt x="56571" y="98694"/>
                </a:cubicBezTo>
                <a:cubicBezTo>
                  <a:pt x="75489" y="108860"/>
                  <a:pt x="89631" y="119572"/>
                  <a:pt x="98999" y="130831"/>
                </a:cubicBezTo>
                <a:cubicBezTo>
                  <a:pt x="100580" y="132780"/>
                  <a:pt x="101371" y="134850"/>
                  <a:pt x="101371" y="137042"/>
                </a:cubicBezTo>
                <a:cubicBezTo>
                  <a:pt x="101371" y="139598"/>
                  <a:pt x="100444" y="141821"/>
                  <a:pt x="98588" y="143708"/>
                </a:cubicBezTo>
                <a:cubicBezTo>
                  <a:pt x="96733" y="145594"/>
                  <a:pt x="94558" y="146537"/>
                  <a:pt x="92064" y="146537"/>
                </a:cubicBezTo>
                <a:moveTo>
                  <a:pt x="33942" y="25910"/>
                </a:moveTo>
                <a:lnTo>
                  <a:pt x="20438" y="24818"/>
                </a:lnTo>
                <a:lnTo>
                  <a:pt x="21351" y="35824"/>
                </a:lnTo>
                <a:cubicBezTo>
                  <a:pt x="21777" y="40312"/>
                  <a:pt x="21990" y="43981"/>
                  <a:pt x="21990" y="46831"/>
                </a:cubicBezTo>
                <a:cubicBezTo>
                  <a:pt x="21990" y="51682"/>
                  <a:pt x="21594" y="57715"/>
                  <a:pt x="20803" y="64931"/>
                </a:cubicBezTo>
                <a:lnTo>
                  <a:pt x="18887" y="83031"/>
                </a:lnTo>
                <a:cubicBezTo>
                  <a:pt x="19739" y="83031"/>
                  <a:pt x="21062" y="83062"/>
                  <a:pt x="22856" y="83123"/>
                </a:cubicBezTo>
                <a:cubicBezTo>
                  <a:pt x="24651" y="83183"/>
                  <a:pt x="26004" y="83214"/>
                  <a:pt x="26917" y="83214"/>
                </a:cubicBezTo>
                <a:cubicBezTo>
                  <a:pt x="42428" y="83214"/>
                  <a:pt x="54046" y="81152"/>
                  <a:pt x="61772" y="77029"/>
                </a:cubicBezTo>
                <a:cubicBezTo>
                  <a:pt x="65178" y="75149"/>
                  <a:pt x="68341" y="72693"/>
                  <a:pt x="71261" y="69661"/>
                </a:cubicBezTo>
                <a:cubicBezTo>
                  <a:pt x="74485" y="66264"/>
                  <a:pt x="76097" y="63384"/>
                  <a:pt x="76097" y="61019"/>
                </a:cubicBezTo>
                <a:cubicBezTo>
                  <a:pt x="76097" y="52590"/>
                  <a:pt x="71291" y="44738"/>
                  <a:pt x="61680" y="37461"/>
                </a:cubicBezTo>
                <a:cubicBezTo>
                  <a:pt x="52860" y="30791"/>
                  <a:pt x="43614" y="26941"/>
                  <a:pt x="33942" y="25910"/>
                </a:cubicBezTo>
                <a:close/>
                <a:moveTo>
                  <a:pt x="162361" y="149639"/>
                </a:moveTo>
                <a:cubicBezTo>
                  <a:pt x="148614" y="149639"/>
                  <a:pt x="137482" y="146199"/>
                  <a:pt x="128966" y="139320"/>
                </a:cubicBezTo>
                <a:cubicBezTo>
                  <a:pt x="119659" y="131709"/>
                  <a:pt x="115006" y="121053"/>
                  <a:pt x="115006" y="107353"/>
                </a:cubicBezTo>
                <a:cubicBezTo>
                  <a:pt x="115006" y="91525"/>
                  <a:pt x="118838" y="78253"/>
                  <a:pt x="126503" y="67537"/>
                </a:cubicBezTo>
                <a:cubicBezTo>
                  <a:pt x="134836" y="55847"/>
                  <a:pt x="145968" y="50001"/>
                  <a:pt x="159898" y="50001"/>
                </a:cubicBezTo>
                <a:cubicBezTo>
                  <a:pt x="169995" y="50001"/>
                  <a:pt x="178238" y="51705"/>
                  <a:pt x="184625" y="55111"/>
                </a:cubicBezTo>
                <a:cubicBezTo>
                  <a:pt x="192472" y="59308"/>
                  <a:pt x="196395" y="65756"/>
                  <a:pt x="196395" y="74455"/>
                </a:cubicBezTo>
                <a:cubicBezTo>
                  <a:pt x="196395" y="80537"/>
                  <a:pt x="192958" y="86073"/>
                  <a:pt x="186085" y="91061"/>
                </a:cubicBezTo>
                <a:cubicBezTo>
                  <a:pt x="183043" y="93251"/>
                  <a:pt x="176595" y="96657"/>
                  <a:pt x="166741" y="101280"/>
                </a:cubicBezTo>
                <a:lnTo>
                  <a:pt x="131886" y="117795"/>
                </a:lnTo>
                <a:cubicBezTo>
                  <a:pt x="135292" y="122844"/>
                  <a:pt x="139535" y="126646"/>
                  <a:pt x="144615" y="129200"/>
                </a:cubicBezTo>
                <a:cubicBezTo>
                  <a:pt x="149694" y="131755"/>
                  <a:pt x="155609" y="133033"/>
                  <a:pt x="162361" y="133033"/>
                </a:cubicBezTo>
                <a:cubicBezTo>
                  <a:pt x="166559" y="133033"/>
                  <a:pt x="171486" y="132242"/>
                  <a:pt x="177143" y="130660"/>
                </a:cubicBezTo>
                <a:cubicBezTo>
                  <a:pt x="184321" y="128653"/>
                  <a:pt x="188944" y="126022"/>
                  <a:pt x="191012" y="122768"/>
                </a:cubicBezTo>
                <a:cubicBezTo>
                  <a:pt x="193080" y="119513"/>
                  <a:pt x="195300" y="117886"/>
                  <a:pt x="197672" y="117886"/>
                </a:cubicBezTo>
                <a:cubicBezTo>
                  <a:pt x="199801" y="117886"/>
                  <a:pt x="201702" y="118695"/>
                  <a:pt x="203375" y="120313"/>
                </a:cubicBezTo>
                <a:cubicBezTo>
                  <a:pt x="205048" y="121929"/>
                  <a:pt x="205884" y="123804"/>
                  <a:pt x="205884" y="125939"/>
                </a:cubicBezTo>
                <a:cubicBezTo>
                  <a:pt x="205884" y="132710"/>
                  <a:pt x="200440" y="138536"/>
                  <a:pt x="189552" y="143417"/>
                </a:cubicBezTo>
                <a:cubicBezTo>
                  <a:pt x="180245" y="147565"/>
                  <a:pt x="171182" y="149639"/>
                  <a:pt x="162361" y="149639"/>
                </a:cubicBezTo>
                <a:moveTo>
                  <a:pt x="159898" y="66425"/>
                </a:moveTo>
                <a:cubicBezTo>
                  <a:pt x="152477" y="66425"/>
                  <a:pt x="146303" y="69299"/>
                  <a:pt x="141375" y="75048"/>
                </a:cubicBezTo>
                <a:cubicBezTo>
                  <a:pt x="136448" y="80796"/>
                  <a:pt x="132768" y="89449"/>
                  <a:pt x="130335" y="101006"/>
                </a:cubicBezTo>
                <a:lnTo>
                  <a:pt x="158347" y="87685"/>
                </a:lnTo>
                <a:cubicBezTo>
                  <a:pt x="169357" y="82332"/>
                  <a:pt x="177204" y="77678"/>
                  <a:pt x="181887" y="73725"/>
                </a:cubicBezTo>
                <a:cubicBezTo>
                  <a:pt x="176656" y="68858"/>
                  <a:pt x="169326" y="66425"/>
                  <a:pt x="159898" y="66425"/>
                </a:cubicBezTo>
                <a:close/>
                <a:moveTo>
                  <a:pt x="261042" y="148727"/>
                </a:moveTo>
                <a:cubicBezTo>
                  <a:pt x="254959" y="148727"/>
                  <a:pt x="248268" y="147753"/>
                  <a:pt x="240968" y="145807"/>
                </a:cubicBezTo>
                <a:lnTo>
                  <a:pt x="240786" y="189421"/>
                </a:lnTo>
                <a:cubicBezTo>
                  <a:pt x="240786" y="192097"/>
                  <a:pt x="239950" y="194287"/>
                  <a:pt x="238277" y="195991"/>
                </a:cubicBezTo>
                <a:cubicBezTo>
                  <a:pt x="236604" y="197694"/>
                  <a:pt x="234460" y="198545"/>
                  <a:pt x="231844" y="198545"/>
                </a:cubicBezTo>
                <a:cubicBezTo>
                  <a:pt x="229228" y="198545"/>
                  <a:pt x="227084" y="197693"/>
                  <a:pt x="225411" y="195988"/>
                </a:cubicBezTo>
                <a:cubicBezTo>
                  <a:pt x="223739" y="194283"/>
                  <a:pt x="222902" y="192090"/>
                  <a:pt x="222902" y="189410"/>
                </a:cubicBezTo>
                <a:lnTo>
                  <a:pt x="223176" y="152870"/>
                </a:lnTo>
                <a:lnTo>
                  <a:pt x="223176" y="116421"/>
                </a:lnTo>
                <a:cubicBezTo>
                  <a:pt x="222994" y="103082"/>
                  <a:pt x="222537" y="90932"/>
                  <a:pt x="221807" y="79972"/>
                </a:cubicBezTo>
                <a:lnTo>
                  <a:pt x="220439" y="61427"/>
                </a:lnTo>
                <a:cubicBezTo>
                  <a:pt x="220439" y="57102"/>
                  <a:pt x="221229" y="53448"/>
                  <a:pt x="222811" y="50463"/>
                </a:cubicBezTo>
                <a:cubicBezTo>
                  <a:pt x="224636" y="46871"/>
                  <a:pt x="227282" y="45074"/>
                  <a:pt x="230749" y="45074"/>
                </a:cubicBezTo>
                <a:cubicBezTo>
                  <a:pt x="233122" y="45074"/>
                  <a:pt x="235114" y="45923"/>
                  <a:pt x="236726" y="47620"/>
                </a:cubicBezTo>
                <a:cubicBezTo>
                  <a:pt x="238338" y="49318"/>
                  <a:pt x="239144" y="51389"/>
                  <a:pt x="239144" y="53834"/>
                </a:cubicBezTo>
                <a:cubicBezTo>
                  <a:pt x="239144" y="54381"/>
                  <a:pt x="239052" y="55385"/>
                  <a:pt x="238870" y="56845"/>
                </a:cubicBezTo>
                <a:cubicBezTo>
                  <a:pt x="238566" y="58730"/>
                  <a:pt x="238353" y="60464"/>
                  <a:pt x="238231" y="62045"/>
                </a:cubicBezTo>
                <a:cubicBezTo>
                  <a:pt x="243462" y="58457"/>
                  <a:pt x="248511" y="55765"/>
                  <a:pt x="253378" y="53970"/>
                </a:cubicBezTo>
                <a:cubicBezTo>
                  <a:pt x="258244" y="52176"/>
                  <a:pt x="262897" y="51279"/>
                  <a:pt x="267338" y="51279"/>
                </a:cubicBezTo>
                <a:cubicBezTo>
                  <a:pt x="279808" y="51279"/>
                  <a:pt x="288932" y="56819"/>
                  <a:pt x="294711" y="67899"/>
                </a:cubicBezTo>
                <a:cubicBezTo>
                  <a:pt x="299273" y="76668"/>
                  <a:pt x="301554" y="88267"/>
                  <a:pt x="301554" y="102697"/>
                </a:cubicBezTo>
                <a:cubicBezTo>
                  <a:pt x="301554" y="115848"/>
                  <a:pt x="298026" y="126686"/>
                  <a:pt x="290970" y="135211"/>
                </a:cubicBezTo>
                <a:cubicBezTo>
                  <a:pt x="283488" y="144221"/>
                  <a:pt x="273512" y="148727"/>
                  <a:pt x="261042" y="148727"/>
                </a:cubicBezTo>
                <a:moveTo>
                  <a:pt x="267338" y="69527"/>
                </a:moveTo>
                <a:cubicBezTo>
                  <a:pt x="261741" y="69527"/>
                  <a:pt x="256693" y="70774"/>
                  <a:pt x="252191" y="73268"/>
                </a:cubicBezTo>
                <a:cubicBezTo>
                  <a:pt x="248967" y="75032"/>
                  <a:pt x="244892" y="78256"/>
                  <a:pt x="239965" y="82940"/>
                </a:cubicBezTo>
                <a:cubicBezTo>
                  <a:pt x="240756" y="96748"/>
                  <a:pt x="241151" y="111256"/>
                  <a:pt x="241151" y="126463"/>
                </a:cubicBezTo>
                <a:cubicBezTo>
                  <a:pt x="247781" y="129018"/>
                  <a:pt x="254412" y="130295"/>
                  <a:pt x="261042" y="130295"/>
                </a:cubicBezTo>
                <a:cubicBezTo>
                  <a:pt x="268646" y="130295"/>
                  <a:pt x="274455" y="127467"/>
                  <a:pt x="278469" y="121810"/>
                </a:cubicBezTo>
                <a:cubicBezTo>
                  <a:pt x="281937" y="116883"/>
                  <a:pt x="283670" y="110496"/>
                  <a:pt x="283670" y="102649"/>
                </a:cubicBezTo>
                <a:cubicBezTo>
                  <a:pt x="283670" y="91578"/>
                  <a:pt x="282317" y="83290"/>
                  <a:pt x="279610" y="77785"/>
                </a:cubicBezTo>
                <a:cubicBezTo>
                  <a:pt x="276903" y="72280"/>
                  <a:pt x="272812" y="69527"/>
                  <a:pt x="267338" y="69527"/>
                </a:cubicBezTo>
                <a:close/>
                <a:moveTo>
                  <a:pt x="356649" y="150916"/>
                </a:moveTo>
                <a:cubicBezTo>
                  <a:pt x="346430" y="150916"/>
                  <a:pt x="337640" y="147138"/>
                  <a:pt x="330280" y="139582"/>
                </a:cubicBezTo>
                <a:cubicBezTo>
                  <a:pt x="322068" y="131173"/>
                  <a:pt x="317749" y="119868"/>
                  <a:pt x="317324" y="105668"/>
                </a:cubicBezTo>
                <a:cubicBezTo>
                  <a:pt x="316959" y="91896"/>
                  <a:pt x="320426" y="79769"/>
                  <a:pt x="327725" y="69288"/>
                </a:cubicBezTo>
                <a:cubicBezTo>
                  <a:pt x="336241" y="56917"/>
                  <a:pt x="348103" y="50731"/>
                  <a:pt x="363310" y="50731"/>
                </a:cubicBezTo>
                <a:cubicBezTo>
                  <a:pt x="375476" y="50731"/>
                  <a:pt x="384692" y="56308"/>
                  <a:pt x="390957" y="67460"/>
                </a:cubicBezTo>
                <a:cubicBezTo>
                  <a:pt x="395945" y="76478"/>
                  <a:pt x="398348" y="87325"/>
                  <a:pt x="398165" y="100000"/>
                </a:cubicBezTo>
                <a:cubicBezTo>
                  <a:pt x="397983" y="113528"/>
                  <a:pt x="394455" y="125077"/>
                  <a:pt x="387581" y="134647"/>
                </a:cubicBezTo>
                <a:cubicBezTo>
                  <a:pt x="379795" y="145493"/>
                  <a:pt x="369484" y="150916"/>
                  <a:pt x="356649" y="150916"/>
                </a:cubicBezTo>
                <a:moveTo>
                  <a:pt x="362124" y="69345"/>
                </a:moveTo>
                <a:cubicBezTo>
                  <a:pt x="353182" y="69284"/>
                  <a:pt x="346217" y="73548"/>
                  <a:pt x="341229" y="82136"/>
                </a:cubicBezTo>
                <a:cubicBezTo>
                  <a:pt x="337275" y="89021"/>
                  <a:pt x="335299" y="96879"/>
                  <a:pt x="335299" y="105711"/>
                </a:cubicBezTo>
                <a:cubicBezTo>
                  <a:pt x="335299" y="114545"/>
                  <a:pt x="337701" y="121429"/>
                  <a:pt x="342507" y="126363"/>
                </a:cubicBezTo>
                <a:cubicBezTo>
                  <a:pt x="346521" y="130445"/>
                  <a:pt x="351236" y="132485"/>
                  <a:pt x="356649" y="132485"/>
                </a:cubicBezTo>
                <a:cubicBezTo>
                  <a:pt x="362976" y="132485"/>
                  <a:pt x="368420" y="130170"/>
                  <a:pt x="372982" y="125539"/>
                </a:cubicBezTo>
                <a:cubicBezTo>
                  <a:pt x="378152" y="120424"/>
                  <a:pt x="380890" y="113510"/>
                  <a:pt x="381194" y="104799"/>
                </a:cubicBezTo>
                <a:cubicBezTo>
                  <a:pt x="382046" y="81224"/>
                  <a:pt x="375689" y="69406"/>
                  <a:pt x="362124" y="69345"/>
                </a:cubicBezTo>
                <a:close/>
                <a:moveTo>
                  <a:pt x="432524" y="154019"/>
                </a:moveTo>
                <a:cubicBezTo>
                  <a:pt x="429361" y="154019"/>
                  <a:pt x="426685" y="152924"/>
                  <a:pt x="424495" y="150734"/>
                </a:cubicBezTo>
                <a:cubicBezTo>
                  <a:pt x="422305" y="148544"/>
                  <a:pt x="421210" y="145868"/>
                  <a:pt x="421210" y="142704"/>
                </a:cubicBezTo>
                <a:cubicBezTo>
                  <a:pt x="421210" y="139602"/>
                  <a:pt x="422305" y="136941"/>
                  <a:pt x="424495" y="134721"/>
                </a:cubicBezTo>
                <a:cubicBezTo>
                  <a:pt x="426685" y="132500"/>
                  <a:pt x="429361" y="131390"/>
                  <a:pt x="432524" y="131390"/>
                </a:cubicBezTo>
                <a:cubicBezTo>
                  <a:pt x="435627" y="131390"/>
                  <a:pt x="438288" y="132500"/>
                  <a:pt x="440508" y="134721"/>
                </a:cubicBezTo>
                <a:cubicBezTo>
                  <a:pt x="442728" y="136941"/>
                  <a:pt x="443839" y="139602"/>
                  <a:pt x="443839" y="142704"/>
                </a:cubicBezTo>
                <a:cubicBezTo>
                  <a:pt x="443839" y="145868"/>
                  <a:pt x="442728" y="148544"/>
                  <a:pt x="440508" y="150734"/>
                </a:cubicBezTo>
                <a:cubicBezTo>
                  <a:pt x="438288" y="152924"/>
                  <a:pt x="435627" y="154019"/>
                  <a:pt x="432524" y="154019"/>
                </a:cubicBezTo>
                <a:close/>
                <a:moveTo>
                  <a:pt x="583343" y="149091"/>
                </a:moveTo>
                <a:cubicBezTo>
                  <a:pt x="564426" y="149091"/>
                  <a:pt x="550313" y="143647"/>
                  <a:pt x="541007" y="132759"/>
                </a:cubicBezTo>
                <a:cubicBezTo>
                  <a:pt x="533464" y="124000"/>
                  <a:pt x="528719" y="111043"/>
                  <a:pt x="526773" y="93889"/>
                </a:cubicBezTo>
                <a:cubicBezTo>
                  <a:pt x="525860" y="86164"/>
                  <a:pt x="525404" y="70744"/>
                  <a:pt x="525404" y="47629"/>
                </a:cubicBezTo>
                <a:cubicBezTo>
                  <a:pt x="525404" y="39113"/>
                  <a:pt x="525586" y="32239"/>
                  <a:pt x="525951" y="27008"/>
                </a:cubicBezTo>
                <a:cubicBezTo>
                  <a:pt x="526316" y="21473"/>
                  <a:pt x="526864" y="17610"/>
                  <a:pt x="527594" y="15420"/>
                </a:cubicBezTo>
                <a:cubicBezTo>
                  <a:pt x="529114" y="10980"/>
                  <a:pt x="531852" y="8759"/>
                  <a:pt x="535806" y="8759"/>
                </a:cubicBezTo>
                <a:cubicBezTo>
                  <a:pt x="541402" y="8759"/>
                  <a:pt x="544200" y="13899"/>
                  <a:pt x="544200" y="24179"/>
                </a:cubicBezTo>
                <a:lnTo>
                  <a:pt x="544200" y="77739"/>
                </a:lnTo>
                <a:cubicBezTo>
                  <a:pt x="544200" y="114602"/>
                  <a:pt x="557096" y="133033"/>
                  <a:pt x="582887" y="133033"/>
                </a:cubicBezTo>
                <a:cubicBezTo>
                  <a:pt x="607158" y="133033"/>
                  <a:pt x="619293" y="101987"/>
                  <a:pt x="619293" y="39896"/>
                </a:cubicBezTo>
                <a:cubicBezTo>
                  <a:pt x="619293" y="37583"/>
                  <a:pt x="619293" y="34600"/>
                  <a:pt x="619293" y="30949"/>
                </a:cubicBezTo>
                <a:cubicBezTo>
                  <a:pt x="619232" y="27295"/>
                  <a:pt x="619202" y="24860"/>
                  <a:pt x="619202" y="23643"/>
                </a:cubicBezTo>
                <a:cubicBezTo>
                  <a:pt x="619202" y="19870"/>
                  <a:pt x="619871" y="16552"/>
                  <a:pt x="621209" y="13689"/>
                </a:cubicBezTo>
                <a:cubicBezTo>
                  <a:pt x="622913" y="10038"/>
                  <a:pt x="625437" y="8212"/>
                  <a:pt x="628783" y="8212"/>
                </a:cubicBezTo>
                <a:cubicBezTo>
                  <a:pt x="634865" y="8212"/>
                  <a:pt x="637907" y="12382"/>
                  <a:pt x="637907" y="20721"/>
                </a:cubicBezTo>
                <a:cubicBezTo>
                  <a:pt x="637907" y="23217"/>
                  <a:pt x="637937" y="26990"/>
                  <a:pt x="637998" y="32041"/>
                </a:cubicBezTo>
                <a:cubicBezTo>
                  <a:pt x="637998" y="37093"/>
                  <a:pt x="637998" y="40867"/>
                  <a:pt x="637998" y="43363"/>
                </a:cubicBezTo>
                <a:cubicBezTo>
                  <a:pt x="637998" y="113849"/>
                  <a:pt x="619780" y="149091"/>
                  <a:pt x="583343" y="149091"/>
                </a:cubicBezTo>
                <a:close/>
                <a:moveTo>
                  <a:pt x="732174" y="152011"/>
                </a:moveTo>
                <a:cubicBezTo>
                  <a:pt x="726942" y="152011"/>
                  <a:pt x="723992" y="149147"/>
                  <a:pt x="723323" y="143417"/>
                </a:cubicBezTo>
                <a:lnTo>
                  <a:pt x="720768" y="123392"/>
                </a:lnTo>
                <a:cubicBezTo>
                  <a:pt x="719917" y="116260"/>
                  <a:pt x="719491" y="109585"/>
                  <a:pt x="719491" y="103367"/>
                </a:cubicBezTo>
                <a:cubicBezTo>
                  <a:pt x="719491" y="101660"/>
                  <a:pt x="719597" y="98765"/>
                  <a:pt x="719810" y="94682"/>
                </a:cubicBezTo>
                <a:cubicBezTo>
                  <a:pt x="720023" y="90597"/>
                  <a:pt x="720129" y="87701"/>
                  <a:pt x="720129" y="85994"/>
                </a:cubicBezTo>
                <a:cubicBezTo>
                  <a:pt x="720129" y="72826"/>
                  <a:pt x="717696" y="66243"/>
                  <a:pt x="712830" y="66243"/>
                </a:cubicBezTo>
                <a:cubicBezTo>
                  <a:pt x="706017" y="66243"/>
                  <a:pt x="699509" y="70292"/>
                  <a:pt x="693304" y="78392"/>
                </a:cubicBezTo>
                <a:cubicBezTo>
                  <a:pt x="687708" y="85760"/>
                  <a:pt x="683328" y="95076"/>
                  <a:pt x="680165" y="106341"/>
                </a:cubicBezTo>
                <a:cubicBezTo>
                  <a:pt x="680043" y="108717"/>
                  <a:pt x="679770" y="111702"/>
                  <a:pt x="679344" y="115294"/>
                </a:cubicBezTo>
                <a:cubicBezTo>
                  <a:pt x="678979" y="118340"/>
                  <a:pt x="678796" y="121293"/>
                  <a:pt x="678796" y="124154"/>
                </a:cubicBezTo>
                <a:cubicBezTo>
                  <a:pt x="678796" y="125980"/>
                  <a:pt x="678979" y="128720"/>
                  <a:pt x="679344" y="132374"/>
                </a:cubicBezTo>
                <a:cubicBezTo>
                  <a:pt x="679709" y="136028"/>
                  <a:pt x="679891" y="138768"/>
                  <a:pt x="679891" y="140594"/>
                </a:cubicBezTo>
                <a:cubicBezTo>
                  <a:pt x="679891" y="143336"/>
                  <a:pt x="679055" y="145559"/>
                  <a:pt x="677382" y="147264"/>
                </a:cubicBezTo>
                <a:cubicBezTo>
                  <a:pt x="675709" y="148969"/>
                  <a:pt x="673565" y="149821"/>
                  <a:pt x="670949" y="149821"/>
                </a:cubicBezTo>
                <a:cubicBezTo>
                  <a:pt x="668273" y="149821"/>
                  <a:pt x="666113" y="148968"/>
                  <a:pt x="664471" y="147261"/>
                </a:cubicBezTo>
                <a:cubicBezTo>
                  <a:pt x="662829" y="145556"/>
                  <a:pt x="662008" y="143332"/>
                  <a:pt x="662008" y="140589"/>
                </a:cubicBezTo>
                <a:cubicBezTo>
                  <a:pt x="662008" y="138762"/>
                  <a:pt x="661810" y="136021"/>
                  <a:pt x="661414" y="132365"/>
                </a:cubicBezTo>
                <a:cubicBezTo>
                  <a:pt x="661019" y="128708"/>
                  <a:pt x="660821" y="125965"/>
                  <a:pt x="660821" y="124136"/>
                </a:cubicBezTo>
                <a:cubicBezTo>
                  <a:pt x="660821" y="117860"/>
                  <a:pt x="661262" y="109161"/>
                  <a:pt x="662144" y="98041"/>
                </a:cubicBezTo>
                <a:cubicBezTo>
                  <a:pt x="663026" y="86921"/>
                  <a:pt x="663467" y="78222"/>
                  <a:pt x="663467" y="71945"/>
                </a:cubicBezTo>
                <a:cubicBezTo>
                  <a:pt x="663467" y="69995"/>
                  <a:pt x="663361" y="67101"/>
                  <a:pt x="663148" y="63263"/>
                </a:cubicBezTo>
                <a:cubicBezTo>
                  <a:pt x="662935" y="59423"/>
                  <a:pt x="662829" y="56529"/>
                  <a:pt x="662829" y="54581"/>
                </a:cubicBezTo>
                <a:cubicBezTo>
                  <a:pt x="662829" y="51959"/>
                  <a:pt x="663696" y="49811"/>
                  <a:pt x="665429" y="48137"/>
                </a:cubicBezTo>
                <a:cubicBezTo>
                  <a:pt x="667163" y="46460"/>
                  <a:pt x="669307" y="45622"/>
                  <a:pt x="671862" y="45622"/>
                </a:cubicBezTo>
                <a:cubicBezTo>
                  <a:pt x="677458" y="45622"/>
                  <a:pt x="680530" y="49592"/>
                  <a:pt x="681077" y="57532"/>
                </a:cubicBezTo>
                <a:lnTo>
                  <a:pt x="681351" y="68250"/>
                </a:lnTo>
                <a:cubicBezTo>
                  <a:pt x="691570" y="54624"/>
                  <a:pt x="702063" y="47811"/>
                  <a:pt x="712830" y="47811"/>
                </a:cubicBezTo>
                <a:cubicBezTo>
                  <a:pt x="722563" y="47811"/>
                  <a:pt x="729345" y="52108"/>
                  <a:pt x="733177" y="60700"/>
                </a:cubicBezTo>
                <a:cubicBezTo>
                  <a:pt x="735793" y="66427"/>
                  <a:pt x="737222" y="74897"/>
                  <a:pt x="737466" y="86111"/>
                </a:cubicBezTo>
                <a:lnTo>
                  <a:pt x="737466" y="95341"/>
                </a:lnTo>
                <a:lnTo>
                  <a:pt x="737374" y="103841"/>
                </a:lnTo>
                <a:cubicBezTo>
                  <a:pt x="737374" y="108899"/>
                  <a:pt x="738028" y="115435"/>
                  <a:pt x="739336" y="123449"/>
                </a:cubicBezTo>
                <a:cubicBezTo>
                  <a:pt x="740644" y="131462"/>
                  <a:pt x="741298" y="137966"/>
                  <a:pt x="741298" y="142961"/>
                </a:cubicBezTo>
                <a:cubicBezTo>
                  <a:pt x="741298" y="145643"/>
                  <a:pt x="740431" y="147822"/>
                  <a:pt x="738697" y="149496"/>
                </a:cubicBezTo>
                <a:cubicBezTo>
                  <a:pt x="736964" y="151173"/>
                  <a:pt x="734789" y="152011"/>
                  <a:pt x="732174" y="152011"/>
                </a:cubicBezTo>
                <a:close/>
                <a:moveTo>
                  <a:pt x="844637" y="64834"/>
                </a:moveTo>
                <a:cubicBezTo>
                  <a:pt x="843907" y="73770"/>
                  <a:pt x="843542" y="82706"/>
                  <a:pt x="843542" y="91642"/>
                </a:cubicBezTo>
                <a:cubicBezTo>
                  <a:pt x="843542" y="111887"/>
                  <a:pt x="844485" y="127176"/>
                  <a:pt x="846371" y="137509"/>
                </a:cubicBezTo>
                <a:cubicBezTo>
                  <a:pt x="846492" y="138361"/>
                  <a:pt x="846553" y="139060"/>
                  <a:pt x="846553" y="139608"/>
                </a:cubicBezTo>
                <a:cubicBezTo>
                  <a:pt x="846553" y="142039"/>
                  <a:pt x="845702" y="144045"/>
                  <a:pt x="843998" y="145624"/>
                </a:cubicBezTo>
                <a:cubicBezTo>
                  <a:pt x="842295" y="147206"/>
                  <a:pt x="840318" y="147997"/>
                  <a:pt x="838068" y="147997"/>
                </a:cubicBezTo>
                <a:cubicBezTo>
                  <a:pt x="834296" y="147997"/>
                  <a:pt x="831528" y="145259"/>
                  <a:pt x="829764" y="139785"/>
                </a:cubicBezTo>
                <a:cubicBezTo>
                  <a:pt x="825385" y="143009"/>
                  <a:pt x="820838" y="145457"/>
                  <a:pt x="816124" y="147130"/>
                </a:cubicBezTo>
                <a:cubicBezTo>
                  <a:pt x="811409" y="148803"/>
                  <a:pt x="806497" y="149639"/>
                  <a:pt x="801388" y="149639"/>
                </a:cubicBezTo>
                <a:cubicBezTo>
                  <a:pt x="788796" y="149639"/>
                  <a:pt x="778364" y="145438"/>
                  <a:pt x="770091" y="137036"/>
                </a:cubicBezTo>
                <a:cubicBezTo>
                  <a:pt x="761575" y="128452"/>
                  <a:pt x="757317" y="117431"/>
                  <a:pt x="757317" y="103975"/>
                </a:cubicBezTo>
                <a:cubicBezTo>
                  <a:pt x="757317" y="87718"/>
                  <a:pt x="761621" y="74689"/>
                  <a:pt x="770228" y="64888"/>
                </a:cubicBezTo>
                <a:cubicBezTo>
                  <a:pt x="778835" y="55085"/>
                  <a:pt x="790013" y="50184"/>
                  <a:pt x="803760" y="50184"/>
                </a:cubicBezTo>
                <a:cubicBezTo>
                  <a:pt x="810816" y="50184"/>
                  <a:pt x="816260" y="51279"/>
                  <a:pt x="820093" y="53469"/>
                </a:cubicBezTo>
                <a:lnTo>
                  <a:pt x="828669" y="59764"/>
                </a:lnTo>
                <a:cubicBezTo>
                  <a:pt x="829521" y="34190"/>
                  <a:pt x="830525" y="16970"/>
                  <a:pt x="831681" y="8106"/>
                </a:cubicBezTo>
                <a:cubicBezTo>
                  <a:pt x="832471" y="2702"/>
                  <a:pt x="835239" y="0"/>
                  <a:pt x="839984" y="0"/>
                </a:cubicBezTo>
                <a:cubicBezTo>
                  <a:pt x="845519" y="0"/>
                  <a:pt x="848287" y="2948"/>
                  <a:pt x="848287" y="8845"/>
                </a:cubicBezTo>
                <a:cubicBezTo>
                  <a:pt x="848287" y="17294"/>
                  <a:pt x="847070" y="35957"/>
                  <a:pt x="844637" y="64834"/>
                </a:cubicBezTo>
                <a:moveTo>
                  <a:pt x="804125" y="67155"/>
                </a:moveTo>
                <a:cubicBezTo>
                  <a:pt x="793906" y="67155"/>
                  <a:pt x="786241" y="70181"/>
                  <a:pt x="781132" y="76234"/>
                </a:cubicBezTo>
                <a:cubicBezTo>
                  <a:pt x="776022" y="82286"/>
                  <a:pt x="773467" y="91395"/>
                  <a:pt x="773467" y="103561"/>
                </a:cubicBezTo>
                <a:cubicBezTo>
                  <a:pt x="773467" y="111408"/>
                  <a:pt x="776250" y="118160"/>
                  <a:pt x="781816" y="123817"/>
                </a:cubicBezTo>
                <a:cubicBezTo>
                  <a:pt x="787382" y="129474"/>
                  <a:pt x="793906" y="132303"/>
                  <a:pt x="801388" y="132303"/>
                </a:cubicBezTo>
                <a:cubicBezTo>
                  <a:pt x="806497" y="132303"/>
                  <a:pt x="810816" y="131360"/>
                  <a:pt x="814344" y="129474"/>
                </a:cubicBezTo>
                <a:cubicBezTo>
                  <a:pt x="816412" y="128379"/>
                  <a:pt x="819788" y="125855"/>
                  <a:pt x="824472" y="121901"/>
                </a:cubicBezTo>
                <a:cubicBezTo>
                  <a:pt x="825385" y="121110"/>
                  <a:pt x="826267" y="120167"/>
                  <a:pt x="827118" y="119072"/>
                </a:cubicBezTo>
                <a:lnTo>
                  <a:pt x="826845" y="103287"/>
                </a:lnTo>
                <a:lnTo>
                  <a:pt x="826936" y="92703"/>
                </a:lnTo>
                <a:lnTo>
                  <a:pt x="827118" y="81936"/>
                </a:lnTo>
                <a:cubicBezTo>
                  <a:pt x="824807" y="77009"/>
                  <a:pt x="821735" y="73314"/>
                  <a:pt x="817903" y="70850"/>
                </a:cubicBezTo>
                <a:cubicBezTo>
                  <a:pt x="814071" y="68387"/>
                  <a:pt x="809478" y="67155"/>
                  <a:pt x="804125" y="67155"/>
                </a:cubicBezTo>
                <a:close/>
                <a:moveTo>
                  <a:pt x="913341" y="149639"/>
                </a:moveTo>
                <a:cubicBezTo>
                  <a:pt x="899594" y="149639"/>
                  <a:pt x="888462" y="146199"/>
                  <a:pt x="879946" y="139320"/>
                </a:cubicBezTo>
                <a:cubicBezTo>
                  <a:pt x="870639" y="131709"/>
                  <a:pt x="865986" y="121053"/>
                  <a:pt x="865986" y="107353"/>
                </a:cubicBezTo>
                <a:cubicBezTo>
                  <a:pt x="865986" y="91525"/>
                  <a:pt x="869818" y="78253"/>
                  <a:pt x="877482" y="67537"/>
                </a:cubicBezTo>
                <a:cubicBezTo>
                  <a:pt x="885816" y="55847"/>
                  <a:pt x="896948" y="50001"/>
                  <a:pt x="910877" y="50001"/>
                </a:cubicBezTo>
                <a:cubicBezTo>
                  <a:pt x="920975" y="50001"/>
                  <a:pt x="929217" y="51705"/>
                  <a:pt x="935604" y="55111"/>
                </a:cubicBezTo>
                <a:cubicBezTo>
                  <a:pt x="943451" y="59308"/>
                  <a:pt x="947375" y="65756"/>
                  <a:pt x="947375" y="74455"/>
                </a:cubicBezTo>
                <a:cubicBezTo>
                  <a:pt x="947375" y="80537"/>
                  <a:pt x="943938" y="86073"/>
                  <a:pt x="937064" y="91061"/>
                </a:cubicBezTo>
                <a:cubicBezTo>
                  <a:pt x="934023" y="93251"/>
                  <a:pt x="927575" y="96657"/>
                  <a:pt x="917721" y="101280"/>
                </a:cubicBezTo>
                <a:lnTo>
                  <a:pt x="882866" y="117795"/>
                </a:lnTo>
                <a:cubicBezTo>
                  <a:pt x="886272" y="122844"/>
                  <a:pt x="890515" y="126646"/>
                  <a:pt x="895594" y="129200"/>
                </a:cubicBezTo>
                <a:cubicBezTo>
                  <a:pt x="900673" y="131755"/>
                  <a:pt x="906589" y="133033"/>
                  <a:pt x="913341" y="133033"/>
                </a:cubicBezTo>
                <a:cubicBezTo>
                  <a:pt x="917538" y="133033"/>
                  <a:pt x="922465" y="132242"/>
                  <a:pt x="928122" y="130660"/>
                </a:cubicBezTo>
                <a:cubicBezTo>
                  <a:pt x="935300" y="128653"/>
                  <a:pt x="939923" y="126022"/>
                  <a:pt x="941991" y="122768"/>
                </a:cubicBezTo>
                <a:cubicBezTo>
                  <a:pt x="944060" y="119513"/>
                  <a:pt x="946280" y="117886"/>
                  <a:pt x="948652" y="117886"/>
                </a:cubicBezTo>
                <a:cubicBezTo>
                  <a:pt x="950781" y="117886"/>
                  <a:pt x="952682" y="118695"/>
                  <a:pt x="954355" y="120313"/>
                </a:cubicBezTo>
                <a:cubicBezTo>
                  <a:pt x="956028" y="121929"/>
                  <a:pt x="956864" y="123804"/>
                  <a:pt x="956864" y="125939"/>
                </a:cubicBezTo>
                <a:cubicBezTo>
                  <a:pt x="956864" y="132710"/>
                  <a:pt x="951420" y="138536"/>
                  <a:pt x="940531" y="143417"/>
                </a:cubicBezTo>
                <a:cubicBezTo>
                  <a:pt x="931225" y="147565"/>
                  <a:pt x="922161" y="149639"/>
                  <a:pt x="913341" y="149639"/>
                </a:cubicBezTo>
                <a:moveTo>
                  <a:pt x="910877" y="66425"/>
                </a:moveTo>
                <a:cubicBezTo>
                  <a:pt x="903456" y="66425"/>
                  <a:pt x="897282" y="69299"/>
                  <a:pt x="892355" y="75048"/>
                </a:cubicBezTo>
                <a:cubicBezTo>
                  <a:pt x="887428" y="80796"/>
                  <a:pt x="883748" y="89449"/>
                  <a:pt x="881315" y="101006"/>
                </a:cubicBezTo>
                <a:lnTo>
                  <a:pt x="909326" y="87685"/>
                </a:lnTo>
                <a:cubicBezTo>
                  <a:pt x="920336" y="82332"/>
                  <a:pt x="928183" y="77678"/>
                  <a:pt x="932867" y="73725"/>
                </a:cubicBezTo>
                <a:cubicBezTo>
                  <a:pt x="927636" y="68858"/>
                  <a:pt x="920306" y="66425"/>
                  <a:pt x="910877" y="66425"/>
                </a:cubicBezTo>
                <a:close/>
                <a:moveTo>
                  <a:pt x="1044230" y="77831"/>
                </a:moveTo>
                <a:cubicBezTo>
                  <a:pt x="1043804" y="85434"/>
                  <a:pt x="1040763" y="89236"/>
                  <a:pt x="1035106" y="89236"/>
                </a:cubicBezTo>
                <a:cubicBezTo>
                  <a:pt x="1029875" y="89236"/>
                  <a:pt x="1027259" y="86237"/>
                  <a:pt x="1027259" y="80240"/>
                </a:cubicBezTo>
                <a:cubicBezTo>
                  <a:pt x="1027259" y="79088"/>
                  <a:pt x="1027168" y="76967"/>
                  <a:pt x="1026985" y="73876"/>
                </a:cubicBezTo>
                <a:lnTo>
                  <a:pt x="1026711" y="66243"/>
                </a:lnTo>
                <a:cubicBezTo>
                  <a:pt x="1017100" y="67400"/>
                  <a:pt x="1009406" y="70113"/>
                  <a:pt x="1003627" y="74380"/>
                </a:cubicBezTo>
                <a:cubicBezTo>
                  <a:pt x="998213" y="78344"/>
                  <a:pt x="993712" y="84318"/>
                  <a:pt x="990123" y="92304"/>
                </a:cubicBezTo>
                <a:lnTo>
                  <a:pt x="990305" y="142411"/>
                </a:lnTo>
                <a:cubicBezTo>
                  <a:pt x="990305" y="148568"/>
                  <a:pt x="987294" y="151646"/>
                  <a:pt x="981272" y="151646"/>
                </a:cubicBezTo>
                <a:cubicBezTo>
                  <a:pt x="975919" y="151646"/>
                  <a:pt x="973243" y="148569"/>
                  <a:pt x="973243" y="142414"/>
                </a:cubicBezTo>
                <a:lnTo>
                  <a:pt x="973243" y="78244"/>
                </a:lnTo>
                <a:cubicBezTo>
                  <a:pt x="973243" y="76233"/>
                  <a:pt x="973319" y="73217"/>
                  <a:pt x="973471" y="69197"/>
                </a:cubicBezTo>
                <a:cubicBezTo>
                  <a:pt x="973623" y="65174"/>
                  <a:pt x="973699" y="62158"/>
                  <a:pt x="973699" y="60146"/>
                </a:cubicBezTo>
                <a:cubicBezTo>
                  <a:pt x="973699" y="53991"/>
                  <a:pt x="976376" y="50914"/>
                  <a:pt x="981729" y="50914"/>
                </a:cubicBezTo>
                <a:cubicBezTo>
                  <a:pt x="987690" y="50914"/>
                  <a:pt x="990701" y="55963"/>
                  <a:pt x="990762" y="66060"/>
                </a:cubicBezTo>
                <a:cubicBezTo>
                  <a:pt x="1002441" y="54746"/>
                  <a:pt x="1015397" y="49089"/>
                  <a:pt x="1029631" y="49089"/>
                </a:cubicBezTo>
                <a:cubicBezTo>
                  <a:pt x="1034558" y="49089"/>
                  <a:pt x="1038239" y="50944"/>
                  <a:pt x="1040672" y="54655"/>
                </a:cubicBezTo>
                <a:cubicBezTo>
                  <a:pt x="1043105" y="58365"/>
                  <a:pt x="1044321" y="63962"/>
                  <a:pt x="1044321" y="71443"/>
                </a:cubicBezTo>
                <a:cubicBezTo>
                  <a:pt x="1044321" y="74607"/>
                  <a:pt x="1044291" y="76736"/>
                  <a:pt x="1044230" y="77831"/>
                </a:cubicBezTo>
                <a:close/>
                <a:moveTo>
                  <a:pt x="1125043" y="75184"/>
                </a:moveTo>
                <a:cubicBezTo>
                  <a:pt x="1121698" y="75184"/>
                  <a:pt x="1119356" y="74067"/>
                  <a:pt x="1118018" y="71831"/>
                </a:cubicBezTo>
                <a:cubicBezTo>
                  <a:pt x="1117105" y="70261"/>
                  <a:pt x="1116314" y="66999"/>
                  <a:pt x="1115645" y="62045"/>
                </a:cubicBezTo>
                <a:cubicBezTo>
                  <a:pt x="1111083" y="63199"/>
                  <a:pt x="1104057" y="65325"/>
                  <a:pt x="1094568" y="68424"/>
                </a:cubicBezTo>
                <a:cubicBezTo>
                  <a:pt x="1084775" y="72313"/>
                  <a:pt x="1079848" y="77113"/>
                  <a:pt x="1079787" y="82823"/>
                </a:cubicBezTo>
                <a:cubicBezTo>
                  <a:pt x="1081612" y="83492"/>
                  <a:pt x="1083406" y="83979"/>
                  <a:pt x="1085170" y="84283"/>
                </a:cubicBezTo>
                <a:cubicBezTo>
                  <a:pt x="1099161" y="86773"/>
                  <a:pt x="1109562" y="90206"/>
                  <a:pt x="1116375" y="94582"/>
                </a:cubicBezTo>
                <a:cubicBezTo>
                  <a:pt x="1126290" y="100964"/>
                  <a:pt x="1131248" y="110201"/>
                  <a:pt x="1131248" y="122294"/>
                </a:cubicBezTo>
                <a:cubicBezTo>
                  <a:pt x="1131248" y="132200"/>
                  <a:pt x="1126959" y="139674"/>
                  <a:pt x="1118383" y="144718"/>
                </a:cubicBezTo>
                <a:cubicBezTo>
                  <a:pt x="1111266" y="148850"/>
                  <a:pt x="1102263" y="150916"/>
                  <a:pt x="1091375" y="150916"/>
                </a:cubicBezTo>
                <a:cubicBezTo>
                  <a:pt x="1083406" y="150916"/>
                  <a:pt x="1075802" y="149578"/>
                  <a:pt x="1068564" y="146902"/>
                </a:cubicBezTo>
                <a:cubicBezTo>
                  <a:pt x="1059196" y="143495"/>
                  <a:pt x="1054512" y="138751"/>
                  <a:pt x="1054512" y="132668"/>
                </a:cubicBezTo>
                <a:cubicBezTo>
                  <a:pt x="1054512" y="130235"/>
                  <a:pt x="1055470" y="128106"/>
                  <a:pt x="1057386" y="126281"/>
                </a:cubicBezTo>
                <a:cubicBezTo>
                  <a:pt x="1059303" y="124456"/>
                  <a:pt x="1061477" y="123543"/>
                  <a:pt x="1063910" y="123543"/>
                </a:cubicBezTo>
                <a:cubicBezTo>
                  <a:pt x="1065796" y="123543"/>
                  <a:pt x="1068229" y="125003"/>
                  <a:pt x="1071210" y="127923"/>
                </a:cubicBezTo>
                <a:cubicBezTo>
                  <a:pt x="1072670" y="129322"/>
                  <a:pt x="1075954" y="130478"/>
                  <a:pt x="1081064" y="131390"/>
                </a:cubicBezTo>
                <a:cubicBezTo>
                  <a:pt x="1085140" y="132120"/>
                  <a:pt x="1088576" y="132485"/>
                  <a:pt x="1091375" y="132485"/>
                </a:cubicBezTo>
                <a:cubicBezTo>
                  <a:pt x="1096484" y="132485"/>
                  <a:pt x="1100986" y="131878"/>
                  <a:pt x="1104879" y="130663"/>
                </a:cubicBezTo>
                <a:cubicBezTo>
                  <a:pt x="1110536" y="128901"/>
                  <a:pt x="1113364" y="126107"/>
                  <a:pt x="1113364" y="122280"/>
                </a:cubicBezTo>
                <a:cubicBezTo>
                  <a:pt x="1113364" y="114017"/>
                  <a:pt x="1107585" y="108427"/>
                  <a:pt x="1096028" y="105511"/>
                </a:cubicBezTo>
                <a:lnTo>
                  <a:pt x="1086539" y="103413"/>
                </a:lnTo>
                <a:cubicBezTo>
                  <a:pt x="1078448" y="101647"/>
                  <a:pt x="1072700" y="99577"/>
                  <a:pt x="1069294" y="97203"/>
                </a:cubicBezTo>
                <a:cubicBezTo>
                  <a:pt x="1064367" y="93794"/>
                  <a:pt x="1061903" y="88652"/>
                  <a:pt x="1061903" y="81777"/>
                </a:cubicBezTo>
                <a:cubicBezTo>
                  <a:pt x="1061903" y="69056"/>
                  <a:pt x="1067895" y="59987"/>
                  <a:pt x="1079878" y="54569"/>
                </a:cubicBezTo>
                <a:cubicBezTo>
                  <a:pt x="1083528" y="52927"/>
                  <a:pt x="1089367" y="50965"/>
                  <a:pt x="1097397" y="48684"/>
                </a:cubicBezTo>
                <a:cubicBezTo>
                  <a:pt x="1105426" y="46401"/>
                  <a:pt x="1111174" y="44468"/>
                  <a:pt x="1114642" y="42884"/>
                </a:cubicBezTo>
                <a:cubicBezTo>
                  <a:pt x="1117136" y="41789"/>
                  <a:pt x="1119842" y="41242"/>
                  <a:pt x="1122762" y="41242"/>
                </a:cubicBezTo>
                <a:cubicBezTo>
                  <a:pt x="1125378" y="41242"/>
                  <a:pt x="1127522" y="42094"/>
                  <a:pt x="1129195" y="43797"/>
                </a:cubicBezTo>
                <a:cubicBezTo>
                  <a:pt x="1130868" y="45500"/>
                  <a:pt x="1131704" y="47720"/>
                  <a:pt x="1131704" y="50458"/>
                </a:cubicBezTo>
                <a:cubicBezTo>
                  <a:pt x="1131704" y="52222"/>
                  <a:pt x="1132084" y="54807"/>
                  <a:pt x="1132845" y="58213"/>
                </a:cubicBezTo>
                <a:cubicBezTo>
                  <a:pt x="1133605" y="61620"/>
                  <a:pt x="1133985" y="64205"/>
                  <a:pt x="1133985" y="65969"/>
                </a:cubicBezTo>
                <a:cubicBezTo>
                  <a:pt x="1133985" y="68706"/>
                  <a:pt x="1133149" y="70926"/>
                  <a:pt x="1131476" y="72630"/>
                </a:cubicBezTo>
                <a:cubicBezTo>
                  <a:pt x="1129803" y="74333"/>
                  <a:pt x="1127659" y="75184"/>
                  <a:pt x="1125043" y="75184"/>
                </a:cubicBezTo>
                <a:close/>
                <a:moveTo>
                  <a:pt x="1215879" y="67782"/>
                </a:moveTo>
                <a:cubicBezTo>
                  <a:pt x="1214601" y="67782"/>
                  <a:pt x="1213096" y="67722"/>
                  <a:pt x="1211362" y="67600"/>
                </a:cubicBezTo>
                <a:cubicBezTo>
                  <a:pt x="1209629" y="67476"/>
                  <a:pt x="1208123" y="67415"/>
                  <a:pt x="1206846" y="67415"/>
                </a:cubicBezTo>
                <a:cubicBezTo>
                  <a:pt x="1205447" y="67415"/>
                  <a:pt x="1201310" y="67875"/>
                  <a:pt x="1194437" y="68797"/>
                </a:cubicBezTo>
                <a:lnTo>
                  <a:pt x="1196170" y="122662"/>
                </a:lnTo>
                <a:lnTo>
                  <a:pt x="1196261" y="126674"/>
                </a:lnTo>
                <a:lnTo>
                  <a:pt x="1196353" y="131322"/>
                </a:lnTo>
                <a:cubicBezTo>
                  <a:pt x="1196596" y="144628"/>
                  <a:pt x="1193402" y="151281"/>
                  <a:pt x="1186772" y="151281"/>
                </a:cubicBezTo>
                <a:cubicBezTo>
                  <a:pt x="1184339" y="151281"/>
                  <a:pt x="1182225" y="150492"/>
                  <a:pt x="1180431" y="148912"/>
                </a:cubicBezTo>
                <a:cubicBezTo>
                  <a:pt x="1178636" y="147332"/>
                  <a:pt x="1177739" y="145357"/>
                  <a:pt x="1177739" y="142987"/>
                </a:cubicBezTo>
                <a:cubicBezTo>
                  <a:pt x="1177739" y="140679"/>
                  <a:pt x="1177830" y="137217"/>
                  <a:pt x="1178013" y="132599"/>
                </a:cubicBezTo>
                <a:cubicBezTo>
                  <a:pt x="1178195" y="127980"/>
                  <a:pt x="1178287" y="124516"/>
                  <a:pt x="1178287" y="122206"/>
                </a:cubicBezTo>
                <a:lnTo>
                  <a:pt x="1176462" y="68980"/>
                </a:lnTo>
                <a:cubicBezTo>
                  <a:pt x="1172021" y="68797"/>
                  <a:pt x="1165269" y="68278"/>
                  <a:pt x="1156206" y="67420"/>
                </a:cubicBezTo>
                <a:cubicBezTo>
                  <a:pt x="1150792" y="66686"/>
                  <a:pt x="1148085" y="63661"/>
                  <a:pt x="1148085" y="58344"/>
                </a:cubicBezTo>
                <a:cubicBezTo>
                  <a:pt x="1148085" y="55655"/>
                  <a:pt x="1148906" y="53425"/>
                  <a:pt x="1150549" y="51655"/>
                </a:cubicBezTo>
                <a:cubicBezTo>
                  <a:pt x="1152191" y="49883"/>
                  <a:pt x="1154290" y="48998"/>
                  <a:pt x="1156844" y="48998"/>
                </a:cubicBezTo>
                <a:lnTo>
                  <a:pt x="1176005" y="50549"/>
                </a:lnTo>
                <a:cubicBezTo>
                  <a:pt x="1176005" y="47437"/>
                  <a:pt x="1175869" y="43274"/>
                  <a:pt x="1175595" y="38060"/>
                </a:cubicBezTo>
                <a:cubicBezTo>
                  <a:pt x="1175321" y="32844"/>
                  <a:pt x="1175184" y="29077"/>
                  <a:pt x="1175184" y="26760"/>
                </a:cubicBezTo>
                <a:cubicBezTo>
                  <a:pt x="1175184" y="24198"/>
                  <a:pt x="1176066" y="22078"/>
                  <a:pt x="1177830" y="20401"/>
                </a:cubicBezTo>
                <a:cubicBezTo>
                  <a:pt x="1179594" y="18723"/>
                  <a:pt x="1181754" y="17884"/>
                  <a:pt x="1184309" y="17884"/>
                </a:cubicBezTo>
                <a:cubicBezTo>
                  <a:pt x="1189783" y="17884"/>
                  <a:pt x="1192977" y="22355"/>
                  <a:pt x="1193889" y="31296"/>
                </a:cubicBezTo>
                <a:cubicBezTo>
                  <a:pt x="1194072" y="33547"/>
                  <a:pt x="1194163" y="36254"/>
                  <a:pt x="1194163" y="39417"/>
                </a:cubicBezTo>
                <a:lnTo>
                  <a:pt x="1193980" y="44709"/>
                </a:lnTo>
                <a:lnTo>
                  <a:pt x="1193889" y="50366"/>
                </a:lnTo>
                <a:cubicBezTo>
                  <a:pt x="1201432" y="49393"/>
                  <a:pt x="1205751" y="48906"/>
                  <a:pt x="1206846" y="48906"/>
                </a:cubicBezTo>
                <a:cubicBezTo>
                  <a:pt x="1213172" y="48906"/>
                  <a:pt x="1217308" y="49211"/>
                  <a:pt x="1219255" y="49819"/>
                </a:cubicBezTo>
                <a:cubicBezTo>
                  <a:pt x="1222965" y="51043"/>
                  <a:pt x="1224821" y="53929"/>
                  <a:pt x="1224821" y="58476"/>
                </a:cubicBezTo>
                <a:cubicBezTo>
                  <a:pt x="1224821" y="61179"/>
                  <a:pt x="1223984" y="63406"/>
                  <a:pt x="1222311" y="65156"/>
                </a:cubicBezTo>
                <a:cubicBezTo>
                  <a:pt x="1220639" y="66907"/>
                  <a:pt x="1218494" y="67782"/>
                  <a:pt x="1215879" y="67782"/>
                </a:cubicBezTo>
                <a:close/>
                <a:moveTo>
                  <a:pt x="1314552" y="151464"/>
                </a:moveTo>
                <a:cubicBezTo>
                  <a:pt x="1313396" y="151464"/>
                  <a:pt x="1311298" y="150114"/>
                  <a:pt x="1308256" y="147415"/>
                </a:cubicBezTo>
                <a:cubicBezTo>
                  <a:pt x="1305519" y="144900"/>
                  <a:pt x="1303481" y="142661"/>
                  <a:pt x="1302143" y="140697"/>
                </a:cubicBezTo>
                <a:cubicBezTo>
                  <a:pt x="1296303" y="143891"/>
                  <a:pt x="1291163" y="146301"/>
                  <a:pt x="1286723" y="147928"/>
                </a:cubicBezTo>
                <a:cubicBezTo>
                  <a:pt x="1282282" y="149555"/>
                  <a:pt x="1278572" y="150369"/>
                  <a:pt x="1275591" y="150369"/>
                </a:cubicBezTo>
                <a:cubicBezTo>
                  <a:pt x="1261357" y="150369"/>
                  <a:pt x="1250986" y="146354"/>
                  <a:pt x="1244477" y="138325"/>
                </a:cubicBezTo>
                <a:cubicBezTo>
                  <a:pt x="1238333" y="130782"/>
                  <a:pt x="1235262" y="119225"/>
                  <a:pt x="1235262" y="103652"/>
                </a:cubicBezTo>
                <a:cubicBezTo>
                  <a:pt x="1235262" y="88932"/>
                  <a:pt x="1240326" y="76340"/>
                  <a:pt x="1250454" y="65878"/>
                </a:cubicBezTo>
                <a:cubicBezTo>
                  <a:pt x="1260582" y="55415"/>
                  <a:pt x="1272671" y="50184"/>
                  <a:pt x="1286723" y="50184"/>
                </a:cubicBezTo>
                <a:cubicBezTo>
                  <a:pt x="1292015" y="50184"/>
                  <a:pt x="1297946" y="51552"/>
                  <a:pt x="1304515" y="54290"/>
                </a:cubicBezTo>
                <a:cubicBezTo>
                  <a:pt x="1312788" y="57696"/>
                  <a:pt x="1316924" y="61802"/>
                  <a:pt x="1316924" y="66608"/>
                </a:cubicBezTo>
                <a:cubicBezTo>
                  <a:pt x="1316924" y="68250"/>
                  <a:pt x="1316316" y="69710"/>
                  <a:pt x="1315099" y="70987"/>
                </a:cubicBezTo>
                <a:cubicBezTo>
                  <a:pt x="1314491" y="73299"/>
                  <a:pt x="1314020" y="77101"/>
                  <a:pt x="1313685" y="82393"/>
                </a:cubicBezTo>
                <a:cubicBezTo>
                  <a:pt x="1313351" y="87685"/>
                  <a:pt x="1313153" y="94467"/>
                  <a:pt x="1313092" y="102740"/>
                </a:cubicBezTo>
                <a:cubicBezTo>
                  <a:pt x="1313031" y="110283"/>
                  <a:pt x="1313548" y="116244"/>
                  <a:pt x="1314643" y="120624"/>
                </a:cubicBezTo>
                <a:cubicBezTo>
                  <a:pt x="1315251" y="123300"/>
                  <a:pt x="1317168" y="128653"/>
                  <a:pt x="1320391" y="136682"/>
                </a:cubicBezTo>
                <a:cubicBezTo>
                  <a:pt x="1320817" y="137777"/>
                  <a:pt x="1321517" y="139389"/>
                  <a:pt x="1322490" y="141518"/>
                </a:cubicBezTo>
                <a:lnTo>
                  <a:pt x="1323038" y="143069"/>
                </a:lnTo>
                <a:cubicBezTo>
                  <a:pt x="1323038" y="145503"/>
                  <a:pt x="1322186" y="147510"/>
                  <a:pt x="1320483" y="149091"/>
                </a:cubicBezTo>
                <a:cubicBezTo>
                  <a:pt x="1318780" y="150673"/>
                  <a:pt x="1316803" y="151464"/>
                  <a:pt x="1314552" y="151464"/>
                </a:cubicBezTo>
                <a:moveTo>
                  <a:pt x="1295573" y="88084"/>
                </a:moveTo>
                <a:cubicBezTo>
                  <a:pt x="1295573" y="85474"/>
                  <a:pt x="1295741" y="82638"/>
                  <a:pt x="1296075" y="79576"/>
                </a:cubicBezTo>
                <a:cubicBezTo>
                  <a:pt x="1296410" y="76511"/>
                  <a:pt x="1296912" y="73250"/>
                  <a:pt x="1297581" y="69793"/>
                </a:cubicBezTo>
                <a:cubicBezTo>
                  <a:pt x="1295330" y="68639"/>
                  <a:pt x="1293399" y="67789"/>
                  <a:pt x="1291787" y="67243"/>
                </a:cubicBezTo>
                <a:cubicBezTo>
                  <a:pt x="1290175" y="66698"/>
                  <a:pt x="1288882" y="66425"/>
                  <a:pt x="1287909" y="66425"/>
                </a:cubicBezTo>
                <a:cubicBezTo>
                  <a:pt x="1278480" y="66425"/>
                  <a:pt x="1270345" y="70262"/>
                  <a:pt x="1263501" y="77936"/>
                </a:cubicBezTo>
                <a:cubicBezTo>
                  <a:pt x="1256658" y="85610"/>
                  <a:pt x="1253236" y="94452"/>
                  <a:pt x="1253236" y="104462"/>
                </a:cubicBezTo>
                <a:cubicBezTo>
                  <a:pt x="1253236" y="114411"/>
                  <a:pt x="1255000" y="121873"/>
                  <a:pt x="1258529" y="126848"/>
                </a:cubicBezTo>
                <a:cubicBezTo>
                  <a:pt x="1262057" y="131823"/>
                  <a:pt x="1267349" y="134310"/>
                  <a:pt x="1274405" y="134310"/>
                </a:cubicBezTo>
                <a:cubicBezTo>
                  <a:pt x="1280244" y="134310"/>
                  <a:pt x="1285202" y="133248"/>
                  <a:pt x="1289278" y="131125"/>
                </a:cubicBezTo>
                <a:cubicBezTo>
                  <a:pt x="1291467" y="129973"/>
                  <a:pt x="1294539" y="127668"/>
                  <a:pt x="1298493" y="124211"/>
                </a:cubicBezTo>
                <a:cubicBezTo>
                  <a:pt x="1296547" y="108133"/>
                  <a:pt x="1295573" y="96091"/>
                  <a:pt x="1295573" y="88084"/>
                </a:cubicBezTo>
                <a:close/>
                <a:moveTo>
                  <a:pt x="1409344" y="152011"/>
                </a:moveTo>
                <a:cubicBezTo>
                  <a:pt x="1404112" y="152011"/>
                  <a:pt x="1401162" y="149147"/>
                  <a:pt x="1400493" y="143417"/>
                </a:cubicBezTo>
                <a:lnTo>
                  <a:pt x="1397938" y="123392"/>
                </a:lnTo>
                <a:cubicBezTo>
                  <a:pt x="1397087" y="116260"/>
                  <a:pt x="1396661" y="109585"/>
                  <a:pt x="1396661" y="103367"/>
                </a:cubicBezTo>
                <a:cubicBezTo>
                  <a:pt x="1396661" y="101660"/>
                  <a:pt x="1396767" y="98765"/>
                  <a:pt x="1396980" y="94682"/>
                </a:cubicBezTo>
                <a:cubicBezTo>
                  <a:pt x="1397193" y="90597"/>
                  <a:pt x="1397300" y="87701"/>
                  <a:pt x="1397300" y="85994"/>
                </a:cubicBezTo>
                <a:cubicBezTo>
                  <a:pt x="1397300" y="72826"/>
                  <a:pt x="1394866" y="66243"/>
                  <a:pt x="1390000" y="66243"/>
                </a:cubicBezTo>
                <a:cubicBezTo>
                  <a:pt x="1383187" y="66243"/>
                  <a:pt x="1376679" y="70292"/>
                  <a:pt x="1370474" y="78392"/>
                </a:cubicBezTo>
                <a:cubicBezTo>
                  <a:pt x="1364878" y="85760"/>
                  <a:pt x="1360498" y="95076"/>
                  <a:pt x="1357335" y="106341"/>
                </a:cubicBezTo>
                <a:cubicBezTo>
                  <a:pt x="1357213" y="108717"/>
                  <a:pt x="1356940" y="111702"/>
                  <a:pt x="1356514" y="115294"/>
                </a:cubicBezTo>
                <a:cubicBezTo>
                  <a:pt x="1356149" y="118340"/>
                  <a:pt x="1355966" y="121293"/>
                  <a:pt x="1355966" y="124154"/>
                </a:cubicBezTo>
                <a:cubicBezTo>
                  <a:pt x="1355966" y="125980"/>
                  <a:pt x="1356149" y="128720"/>
                  <a:pt x="1356514" y="132374"/>
                </a:cubicBezTo>
                <a:cubicBezTo>
                  <a:pt x="1356879" y="136028"/>
                  <a:pt x="1357061" y="138768"/>
                  <a:pt x="1357061" y="140594"/>
                </a:cubicBezTo>
                <a:cubicBezTo>
                  <a:pt x="1357061" y="143336"/>
                  <a:pt x="1356225" y="145559"/>
                  <a:pt x="1354552" y="147264"/>
                </a:cubicBezTo>
                <a:cubicBezTo>
                  <a:pt x="1352879" y="148969"/>
                  <a:pt x="1350735" y="149821"/>
                  <a:pt x="1348119" y="149821"/>
                </a:cubicBezTo>
                <a:cubicBezTo>
                  <a:pt x="1345443" y="149821"/>
                  <a:pt x="1343284" y="148968"/>
                  <a:pt x="1341641" y="147261"/>
                </a:cubicBezTo>
                <a:cubicBezTo>
                  <a:pt x="1339999" y="145556"/>
                  <a:pt x="1339178" y="143332"/>
                  <a:pt x="1339178" y="140589"/>
                </a:cubicBezTo>
                <a:cubicBezTo>
                  <a:pt x="1339178" y="138762"/>
                  <a:pt x="1338980" y="136021"/>
                  <a:pt x="1338585" y="132365"/>
                </a:cubicBezTo>
                <a:cubicBezTo>
                  <a:pt x="1338189" y="128708"/>
                  <a:pt x="1337991" y="125965"/>
                  <a:pt x="1337991" y="124136"/>
                </a:cubicBezTo>
                <a:cubicBezTo>
                  <a:pt x="1337991" y="117860"/>
                  <a:pt x="1338432" y="109161"/>
                  <a:pt x="1339314" y="98041"/>
                </a:cubicBezTo>
                <a:cubicBezTo>
                  <a:pt x="1340196" y="86921"/>
                  <a:pt x="1340637" y="78222"/>
                  <a:pt x="1340637" y="71945"/>
                </a:cubicBezTo>
                <a:cubicBezTo>
                  <a:pt x="1340637" y="69995"/>
                  <a:pt x="1340531" y="67101"/>
                  <a:pt x="1340318" y="63263"/>
                </a:cubicBezTo>
                <a:cubicBezTo>
                  <a:pt x="1340105" y="59423"/>
                  <a:pt x="1339999" y="56529"/>
                  <a:pt x="1339999" y="54581"/>
                </a:cubicBezTo>
                <a:cubicBezTo>
                  <a:pt x="1339999" y="51959"/>
                  <a:pt x="1340866" y="49811"/>
                  <a:pt x="1342599" y="48137"/>
                </a:cubicBezTo>
                <a:cubicBezTo>
                  <a:pt x="1344333" y="46460"/>
                  <a:pt x="1346477" y="45622"/>
                  <a:pt x="1349032" y="45622"/>
                </a:cubicBezTo>
                <a:cubicBezTo>
                  <a:pt x="1354628" y="45622"/>
                  <a:pt x="1357700" y="49592"/>
                  <a:pt x="1358247" y="57532"/>
                </a:cubicBezTo>
                <a:lnTo>
                  <a:pt x="1358521" y="68250"/>
                </a:lnTo>
                <a:cubicBezTo>
                  <a:pt x="1368740" y="54624"/>
                  <a:pt x="1379233" y="47811"/>
                  <a:pt x="1390000" y="47811"/>
                </a:cubicBezTo>
                <a:cubicBezTo>
                  <a:pt x="1399733" y="47811"/>
                  <a:pt x="1406515" y="52108"/>
                  <a:pt x="1410347" y="60700"/>
                </a:cubicBezTo>
                <a:cubicBezTo>
                  <a:pt x="1412963" y="66427"/>
                  <a:pt x="1414392" y="74897"/>
                  <a:pt x="1414636" y="86111"/>
                </a:cubicBezTo>
                <a:lnTo>
                  <a:pt x="1414636" y="95341"/>
                </a:lnTo>
                <a:lnTo>
                  <a:pt x="1414545" y="103841"/>
                </a:lnTo>
                <a:cubicBezTo>
                  <a:pt x="1414545" y="108899"/>
                  <a:pt x="1415198" y="115435"/>
                  <a:pt x="1416506" y="123449"/>
                </a:cubicBezTo>
                <a:cubicBezTo>
                  <a:pt x="1417814" y="131462"/>
                  <a:pt x="1418468" y="137966"/>
                  <a:pt x="1418468" y="142961"/>
                </a:cubicBezTo>
                <a:cubicBezTo>
                  <a:pt x="1418468" y="145643"/>
                  <a:pt x="1417601" y="147822"/>
                  <a:pt x="1415868" y="149496"/>
                </a:cubicBezTo>
                <a:cubicBezTo>
                  <a:pt x="1414134" y="151173"/>
                  <a:pt x="1411959" y="152011"/>
                  <a:pt x="1409344" y="152011"/>
                </a:cubicBezTo>
                <a:close/>
                <a:moveTo>
                  <a:pt x="1521807" y="64834"/>
                </a:moveTo>
                <a:cubicBezTo>
                  <a:pt x="1521077" y="73770"/>
                  <a:pt x="1520713" y="82706"/>
                  <a:pt x="1520713" y="91642"/>
                </a:cubicBezTo>
                <a:cubicBezTo>
                  <a:pt x="1520713" y="111887"/>
                  <a:pt x="1521655" y="127176"/>
                  <a:pt x="1523541" y="137509"/>
                </a:cubicBezTo>
                <a:cubicBezTo>
                  <a:pt x="1523663" y="138361"/>
                  <a:pt x="1523724" y="139060"/>
                  <a:pt x="1523724" y="139608"/>
                </a:cubicBezTo>
                <a:cubicBezTo>
                  <a:pt x="1523724" y="142039"/>
                  <a:pt x="1522872" y="144045"/>
                  <a:pt x="1521169" y="145624"/>
                </a:cubicBezTo>
                <a:cubicBezTo>
                  <a:pt x="1519466" y="147206"/>
                  <a:pt x="1517489" y="147997"/>
                  <a:pt x="1515238" y="147997"/>
                </a:cubicBezTo>
                <a:cubicBezTo>
                  <a:pt x="1511467" y="147997"/>
                  <a:pt x="1508699" y="145259"/>
                  <a:pt x="1506935" y="139785"/>
                </a:cubicBezTo>
                <a:cubicBezTo>
                  <a:pt x="1502555" y="143009"/>
                  <a:pt x="1498008" y="145457"/>
                  <a:pt x="1493294" y="147130"/>
                </a:cubicBezTo>
                <a:cubicBezTo>
                  <a:pt x="1488580" y="148803"/>
                  <a:pt x="1483668" y="149639"/>
                  <a:pt x="1478558" y="149639"/>
                </a:cubicBezTo>
                <a:cubicBezTo>
                  <a:pt x="1465967" y="149639"/>
                  <a:pt x="1455534" y="145438"/>
                  <a:pt x="1447262" y="137036"/>
                </a:cubicBezTo>
                <a:cubicBezTo>
                  <a:pt x="1438746" y="128452"/>
                  <a:pt x="1434488" y="117431"/>
                  <a:pt x="1434488" y="103975"/>
                </a:cubicBezTo>
                <a:cubicBezTo>
                  <a:pt x="1434488" y="87718"/>
                  <a:pt x="1438791" y="74689"/>
                  <a:pt x="1447399" y="64888"/>
                </a:cubicBezTo>
                <a:cubicBezTo>
                  <a:pt x="1456006" y="55085"/>
                  <a:pt x="1467183" y="50184"/>
                  <a:pt x="1480930" y="50184"/>
                </a:cubicBezTo>
                <a:cubicBezTo>
                  <a:pt x="1487987" y="50184"/>
                  <a:pt x="1493431" y="51279"/>
                  <a:pt x="1497263" y="53469"/>
                </a:cubicBezTo>
                <a:lnTo>
                  <a:pt x="1505840" y="59764"/>
                </a:lnTo>
                <a:cubicBezTo>
                  <a:pt x="1506691" y="34190"/>
                  <a:pt x="1507695" y="16970"/>
                  <a:pt x="1508851" y="8106"/>
                </a:cubicBezTo>
                <a:cubicBezTo>
                  <a:pt x="1509642" y="2702"/>
                  <a:pt x="1512409" y="0"/>
                  <a:pt x="1517154" y="0"/>
                </a:cubicBezTo>
                <a:cubicBezTo>
                  <a:pt x="1522689" y="0"/>
                  <a:pt x="1525457" y="2948"/>
                  <a:pt x="1525457" y="8845"/>
                </a:cubicBezTo>
                <a:cubicBezTo>
                  <a:pt x="1525457" y="17294"/>
                  <a:pt x="1524241" y="35957"/>
                  <a:pt x="1521807" y="64834"/>
                </a:cubicBezTo>
                <a:moveTo>
                  <a:pt x="1481295" y="67155"/>
                </a:moveTo>
                <a:cubicBezTo>
                  <a:pt x="1471076" y="67155"/>
                  <a:pt x="1463412" y="70181"/>
                  <a:pt x="1458302" y="76234"/>
                </a:cubicBezTo>
                <a:cubicBezTo>
                  <a:pt x="1453192" y="82286"/>
                  <a:pt x="1450638" y="91395"/>
                  <a:pt x="1450638" y="103561"/>
                </a:cubicBezTo>
                <a:cubicBezTo>
                  <a:pt x="1450638" y="111408"/>
                  <a:pt x="1453421" y="118160"/>
                  <a:pt x="1458986" y="123817"/>
                </a:cubicBezTo>
                <a:cubicBezTo>
                  <a:pt x="1464552" y="129474"/>
                  <a:pt x="1471076" y="132303"/>
                  <a:pt x="1478558" y="132303"/>
                </a:cubicBezTo>
                <a:cubicBezTo>
                  <a:pt x="1483668" y="132303"/>
                  <a:pt x="1487987" y="131360"/>
                  <a:pt x="1491515" y="129474"/>
                </a:cubicBezTo>
                <a:cubicBezTo>
                  <a:pt x="1493583" y="128379"/>
                  <a:pt x="1496959" y="125855"/>
                  <a:pt x="1501643" y="121901"/>
                </a:cubicBezTo>
                <a:cubicBezTo>
                  <a:pt x="1502555" y="121110"/>
                  <a:pt x="1503437" y="120167"/>
                  <a:pt x="1504289" y="119072"/>
                </a:cubicBezTo>
                <a:lnTo>
                  <a:pt x="1504015" y="103287"/>
                </a:lnTo>
                <a:lnTo>
                  <a:pt x="1504106" y="92703"/>
                </a:lnTo>
                <a:lnTo>
                  <a:pt x="1504289" y="81936"/>
                </a:lnTo>
                <a:cubicBezTo>
                  <a:pt x="1501977" y="77009"/>
                  <a:pt x="1498905" y="73314"/>
                  <a:pt x="1495073" y="70850"/>
                </a:cubicBezTo>
                <a:cubicBezTo>
                  <a:pt x="1491241" y="68387"/>
                  <a:pt x="1486648" y="67155"/>
                  <a:pt x="1481295" y="67155"/>
                </a:cubicBezTo>
                <a:close/>
                <a:moveTo>
                  <a:pt x="1565328" y="29928"/>
                </a:moveTo>
                <a:cubicBezTo>
                  <a:pt x="1562408" y="29928"/>
                  <a:pt x="1559883" y="28894"/>
                  <a:pt x="1557754" y="26826"/>
                </a:cubicBezTo>
                <a:cubicBezTo>
                  <a:pt x="1555625" y="24757"/>
                  <a:pt x="1554561" y="22263"/>
                  <a:pt x="1554561" y="19344"/>
                </a:cubicBezTo>
                <a:cubicBezTo>
                  <a:pt x="1554561" y="16424"/>
                  <a:pt x="1555625" y="13930"/>
                  <a:pt x="1557754" y="11862"/>
                </a:cubicBezTo>
                <a:cubicBezTo>
                  <a:pt x="1559883" y="9793"/>
                  <a:pt x="1562408" y="8759"/>
                  <a:pt x="1565328" y="8759"/>
                </a:cubicBezTo>
                <a:cubicBezTo>
                  <a:pt x="1568247" y="8759"/>
                  <a:pt x="1570757" y="9793"/>
                  <a:pt x="1572855" y="11862"/>
                </a:cubicBezTo>
                <a:cubicBezTo>
                  <a:pt x="1574954" y="13930"/>
                  <a:pt x="1576003" y="16424"/>
                  <a:pt x="1576003" y="19344"/>
                </a:cubicBezTo>
                <a:cubicBezTo>
                  <a:pt x="1576003" y="22263"/>
                  <a:pt x="1574954" y="24757"/>
                  <a:pt x="1572855" y="26826"/>
                </a:cubicBezTo>
                <a:cubicBezTo>
                  <a:pt x="1570757" y="28894"/>
                  <a:pt x="1568247" y="29928"/>
                  <a:pt x="1565328" y="29928"/>
                </a:cubicBezTo>
                <a:moveTo>
                  <a:pt x="1569434" y="104069"/>
                </a:moveTo>
                <a:cubicBezTo>
                  <a:pt x="1569434" y="107722"/>
                  <a:pt x="1569540" y="113187"/>
                  <a:pt x="1569753" y="120464"/>
                </a:cubicBezTo>
                <a:cubicBezTo>
                  <a:pt x="1569966" y="127739"/>
                  <a:pt x="1570072" y="133203"/>
                  <a:pt x="1570072" y="136856"/>
                </a:cubicBezTo>
                <a:cubicBezTo>
                  <a:pt x="1570072" y="139535"/>
                  <a:pt x="1569251" y="141726"/>
                  <a:pt x="1567609" y="143432"/>
                </a:cubicBezTo>
                <a:cubicBezTo>
                  <a:pt x="1565966" y="145137"/>
                  <a:pt x="1563807" y="145989"/>
                  <a:pt x="1561130" y="145989"/>
                </a:cubicBezTo>
                <a:cubicBezTo>
                  <a:pt x="1558515" y="145989"/>
                  <a:pt x="1556371" y="145137"/>
                  <a:pt x="1554698" y="143432"/>
                </a:cubicBezTo>
                <a:cubicBezTo>
                  <a:pt x="1553025" y="141726"/>
                  <a:pt x="1552189" y="139535"/>
                  <a:pt x="1552189" y="136856"/>
                </a:cubicBezTo>
                <a:cubicBezTo>
                  <a:pt x="1552189" y="133203"/>
                  <a:pt x="1552082" y="127739"/>
                  <a:pt x="1551869" y="120464"/>
                </a:cubicBezTo>
                <a:cubicBezTo>
                  <a:pt x="1551656" y="113187"/>
                  <a:pt x="1551550" y="107722"/>
                  <a:pt x="1551550" y="104069"/>
                </a:cubicBezTo>
                <a:cubicBezTo>
                  <a:pt x="1551550" y="98345"/>
                  <a:pt x="1551854" y="91206"/>
                  <a:pt x="1552462" y="82652"/>
                </a:cubicBezTo>
                <a:cubicBezTo>
                  <a:pt x="1553071" y="74096"/>
                  <a:pt x="1553375" y="66956"/>
                  <a:pt x="1553375" y="61233"/>
                </a:cubicBezTo>
                <a:cubicBezTo>
                  <a:pt x="1553375" y="58494"/>
                  <a:pt x="1554211" y="56271"/>
                  <a:pt x="1555884" y="54566"/>
                </a:cubicBezTo>
                <a:cubicBezTo>
                  <a:pt x="1557557" y="52861"/>
                  <a:pt x="1559701" y="52009"/>
                  <a:pt x="1562317" y="52009"/>
                </a:cubicBezTo>
                <a:cubicBezTo>
                  <a:pt x="1564932" y="52009"/>
                  <a:pt x="1567076" y="52861"/>
                  <a:pt x="1568749" y="54566"/>
                </a:cubicBezTo>
                <a:cubicBezTo>
                  <a:pt x="1570422" y="56271"/>
                  <a:pt x="1571258" y="58494"/>
                  <a:pt x="1571258" y="61233"/>
                </a:cubicBezTo>
                <a:cubicBezTo>
                  <a:pt x="1571258" y="66956"/>
                  <a:pt x="1570954" y="74096"/>
                  <a:pt x="1570346" y="82652"/>
                </a:cubicBezTo>
                <a:cubicBezTo>
                  <a:pt x="1569738" y="91206"/>
                  <a:pt x="1569434" y="98345"/>
                  <a:pt x="1569434" y="104069"/>
                </a:cubicBezTo>
                <a:close/>
                <a:moveTo>
                  <a:pt x="1670605" y="152011"/>
                </a:moveTo>
                <a:cubicBezTo>
                  <a:pt x="1665373" y="152011"/>
                  <a:pt x="1662423" y="149147"/>
                  <a:pt x="1661754" y="143417"/>
                </a:cubicBezTo>
                <a:lnTo>
                  <a:pt x="1659199" y="123392"/>
                </a:lnTo>
                <a:cubicBezTo>
                  <a:pt x="1658348" y="116260"/>
                  <a:pt x="1657922" y="109585"/>
                  <a:pt x="1657922" y="103367"/>
                </a:cubicBezTo>
                <a:cubicBezTo>
                  <a:pt x="1657922" y="101660"/>
                  <a:pt x="1658028" y="98765"/>
                  <a:pt x="1658241" y="94682"/>
                </a:cubicBezTo>
                <a:cubicBezTo>
                  <a:pt x="1658454" y="90597"/>
                  <a:pt x="1658560" y="87701"/>
                  <a:pt x="1658560" y="85994"/>
                </a:cubicBezTo>
                <a:cubicBezTo>
                  <a:pt x="1658560" y="72826"/>
                  <a:pt x="1656127" y="66243"/>
                  <a:pt x="1651261" y="66243"/>
                </a:cubicBezTo>
                <a:cubicBezTo>
                  <a:pt x="1644448" y="66243"/>
                  <a:pt x="1637940" y="70292"/>
                  <a:pt x="1631735" y="78392"/>
                </a:cubicBezTo>
                <a:cubicBezTo>
                  <a:pt x="1626139" y="85760"/>
                  <a:pt x="1621759" y="95076"/>
                  <a:pt x="1618596" y="106341"/>
                </a:cubicBezTo>
                <a:cubicBezTo>
                  <a:pt x="1618474" y="108717"/>
                  <a:pt x="1618201" y="111702"/>
                  <a:pt x="1617775" y="115294"/>
                </a:cubicBezTo>
                <a:cubicBezTo>
                  <a:pt x="1617410" y="118340"/>
                  <a:pt x="1617227" y="121293"/>
                  <a:pt x="1617227" y="124154"/>
                </a:cubicBezTo>
                <a:cubicBezTo>
                  <a:pt x="1617227" y="125980"/>
                  <a:pt x="1617410" y="128720"/>
                  <a:pt x="1617775" y="132374"/>
                </a:cubicBezTo>
                <a:cubicBezTo>
                  <a:pt x="1618140" y="136028"/>
                  <a:pt x="1618322" y="138768"/>
                  <a:pt x="1618322" y="140594"/>
                </a:cubicBezTo>
                <a:cubicBezTo>
                  <a:pt x="1618322" y="143336"/>
                  <a:pt x="1617486" y="145559"/>
                  <a:pt x="1615813" y="147264"/>
                </a:cubicBezTo>
                <a:cubicBezTo>
                  <a:pt x="1614140" y="148969"/>
                  <a:pt x="1611996" y="149821"/>
                  <a:pt x="1609380" y="149821"/>
                </a:cubicBezTo>
                <a:cubicBezTo>
                  <a:pt x="1606704" y="149821"/>
                  <a:pt x="1604544" y="148968"/>
                  <a:pt x="1602902" y="147261"/>
                </a:cubicBezTo>
                <a:cubicBezTo>
                  <a:pt x="1601260" y="145556"/>
                  <a:pt x="1600439" y="143332"/>
                  <a:pt x="1600439" y="140589"/>
                </a:cubicBezTo>
                <a:cubicBezTo>
                  <a:pt x="1600439" y="138762"/>
                  <a:pt x="1600241" y="136021"/>
                  <a:pt x="1599845" y="132365"/>
                </a:cubicBezTo>
                <a:cubicBezTo>
                  <a:pt x="1599450" y="128708"/>
                  <a:pt x="1599252" y="125965"/>
                  <a:pt x="1599252" y="124136"/>
                </a:cubicBezTo>
                <a:cubicBezTo>
                  <a:pt x="1599252" y="117860"/>
                  <a:pt x="1599693" y="109161"/>
                  <a:pt x="1600575" y="98041"/>
                </a:cubicBezTo>
                <a:cubicBezTo>
                  <a:pt x="1601457" y="86921"/>
                  <a:pt x="1601898" y="78222"/>
                  <a:pt x="1601898" y="71945"/>
                </a:cubicBezTo>
                <a:cubicBezTo>
                  <a:pt x="1601898" y="69995"/>
                  <a:pt x="1601792" y="67101"/>
                  <a:pt x="1601579" y="63263"/>
                </a:cubicBezTo>
                <a:cubicBezTo>
                  <a:pt x="1601366" y="59423"/>
                  <a:pt x="1601260" y="56529"/>
                  <a:pt x="1601260" y="54581"/>
                </a:cubicBezTo>
                <a:cubicBezTo>
                  <a:pt x="1601260" y="51959"/>
                  <a:pt x="1602127" y="49811"/>
                  <a:pt x="1603860" y="48137"/>
                </a:cubicBezTo>
                <a:cubicBezTo>
                  <a:pt x="1605594" y="46460"/>
                  <a:pt x="1607738" y="45622"/>
                  <a:pt x="1610293" y="45622"/>
                </a:cubicBezTo>
                <a:cubicBezTo>
                  <a:pt x="1615889" y="45622"/>
                  <a:pt x="1618961" y="49592"/>
                  <a:pt x="1619508" y="57532"/>
                </a:cubicBezTo>
                <a:lnTo>
                  <a:pt x="1619782" y="68250"/>
                </a:lnTo>
                <a:cubicBezTo>
                  <a:pt x="1630001" y="54624"/>
                  <a:pt x="1640494" y="47811"/>
                  <a:pt x="1651261" y="47811"/>
                </a:cubicBezTo>
                <a:cubicBezTo>
                  <a:pt x="1660994" y="47811"/>
                  <a:pt x="1667776" y="52108"/>
                  <a:pt x="1671608" y="60700"/>
                </a:cubicBezTo>
                <a:cubicBezTo>
                  <a:pt x="1674224" y="66427"/>
                  <a:pt x="1675653" y="74897"/>
                  <a:pt x="1675897" y="86111"/>
                </a:cubicBezTo>
                <a:lnTo>
                  <a:pt x="1675897" y="95341"/>
                </a:lnTo>
                <a:lnTo>
                  <a:pt x="1675805" y="103841"/>
                </a:lnTo>
                <a:cubicBezTo>
                  <a:pt x="1675805" y="108899"/>
                  <a:pt x="1676459" y="115435"/>
                  <a:pt x="1677767" y="123449"/>
                </a:cubicBezTo>
                <a:cubicBezTo>
                  <a:pt x="1679075" y="131462"/>
                  <a:pt x="1679729" y="137966"/>
                  <a:pt x="1679729" y="142961"/>
                </a:cubicBezTo>
                <a:cubicBezTo>
                  <a:pt x="1679729" y="145643"/>
                  <a:pt x="1678862" y="147822"/>
                  <a:pt x="1677128" y="149496"/>
                </a:cubicBezTo>
                <a:cubicBezTo>
                  <a:pt x="1675395" y="151173"/>
                  <a:pt x="1673220" y="152011"/>
                  <a:pt x="1670605" y="152011"/>
                </a:cubicBezTo>
                <a:close/>
                <a:moveTo>
                  <a:pt x="1774127" y="106116"/>
                </a:moveTo>
                <a:lnTo>
                  <a:pt x="1772028" y="136774"/>
                </a:lnTo>
                <a:cubicBezTo>
                  <a:pt x="1771663" y="148939"/>
                  <a:pt x="1770416" y="158885"/>
                  <a:pt x="1768287" y="166610"/>
                </a:cubicBezTo>
                <a:cubicBezTo>
                  <a:pt x="1765550" y="176464"/>
                  <a:pt x="1761170" y="183734"/>
                  <a:pt x="1755148" y="188417"/>
                </a:cubicBezTo>
                <a:cubicBezTo>
                  <a:pt x="1747848" y="194074"/>
                  <a:pt x="1737295" y="196903"/>
                  <a:pt x="1723487" y="196903"/>
                </a:cubicBezTo>
                <a:cubicBezTo>
                  <a:pt x="1715396" y="196903"/>
                  <a:pt x="1708614" y="196356"/>
                  <a:pt x="1703139" y="195261"/>
                </a:cubicBezTo>
                <a:cubicBezTo>
                  <a:pt x="1695475" y="193740"/>
                  <a:pt x="1691643" y="190577"/>
                  <a:pt x="1691643" y="185771"/>
                </a:cubicBezTo>
                <a:cubicBezTo>
                  <a:pt x="1691643" y="180358"/>
                  <a:pt x="1694289" y="177651"/>
                  <a:pt x="1699581" y="177651"/>
                </a:cubicBezTo>
                <a:cubicBezTo>
                  <a:pt x="1701771" y="177651"/>
                  <a:pt x="1705420" y="178183"/>
                  <a:pt x="1710530" y="179247"/>
                </a:cubicBezTo>
                <a:cubicBezTo>
                  <a:pt x="1715640" y="180312"/>
                  <a:pt x="1721297" y="180783"/>
                  <a:pt x="1727501" y="180662"/>
                </a:cubicBezTo>
                <a:cubicBezTo>
                  <a:pt x="1739180" y="180468"/>
                  <a:pt x="1747240" y="174478"/>
                  <a:pt x="1751681" y="162692"/>
                </a:cubicBezTo>
                <a:cubicBezTo>
                  <a:pt x="1754600" y="154834"/>
                  <a:pt x="1756152" y="142758"/>
                  <a:pt x="1756334" y="126463"/>
                </a:cubicBezTo>
                <a:cubicBezTo>
                  <a:pt x="1753049" y="133580"/>
                  <a:pt x="1749141" y="138918"/>
                  <a:pt x="1744609" y="142476"/>
                </a:cubicBezTo>
                <a:cubicBezTo>
                  <a:pt x="1740078" y="146035"/>
                  <a:pt x="1734892" y="147814"/>
                  <a:pt x="1729052" y="147814"/>
                </a:cubicBezTo>
                <a:cubicBezTo>
                  <a:pt x="1718042" y="147814"/>
                  <a:pt x="1709085" y="144054"/>
                  <a:pt x="1702181" y="136534"/>
                </a:cubicBezTo>
                <a:cubicBezTo>
                  <a:pt x="1695277" y="129014"/>
                  <a:pt x="1691825" y="119257"/>
                  <a:pt x="1691825" y="107262"/>
                </a:cubicBezTo>
                <a:cubicBezTo>
                  <a:pt x="1691825" y="90823"/>
                  <a:pt x="1696539" y="77581"/>
                  <a:pt x="1705968" y="67534"/>
                </a:cubicBezTo>
                <a:cubicBezTo>
                  <a:pt x="1715700" y="57184"/>
                  <a:pt x="1728961" y="52009"/>
                  <a:pt x="1745750" y="52009"/>
                </a:cubicBezTo>
                <a:cubicBezTo>
                  <a:pt x="1751407" y="52009"/>
                  <a:pt x="1756152" y="52739"/>
                  <a:pt x="1759984" y="54198"/>
                </a:cubicBezTo>
                <a:cubicBezTo>
                  <a:pt x="1763816" y="55658"/>
                  <a:pt x="1766736" y="57848"/>
                  <a:pt x="1768743" y="60768"/>
                </a:cubicBezTo>
                <a:cubicBezTo>
                  <a:pt x="1775252" y="60950"/>
                  <a:pt x="1778506" y="64570"/>
                  <a:pt x="1778506" y="71626"/>
                </a:cubicBezTo>
                <a:cubicBezTo>
                  <a:pt x="1778506" y="75945"/>
                  <a:pt x="1777867" y="81724"/>
                  <a:pt x="1776590" y="88962"/>
                </a:cubicBezTo>
                <a:cubicBezTo>
                  <a:pt x="1775191" y="97357"/>
                  <a:pt x="1774370" y="103074"/>
                  <a:pt x="1774127" y="106116"/>
                </a:cubicBezTo>
                <a:moveTo>
                  <a:pt x="1744837" y="70257"/>
                </a:moveTo>
                <a:cubicBezTo>
                  <a:pt x="1733280" y="70257"/>
                  <a:pt x="1724338" y="73844"/>
                  <a:pt x="1718012" y="81018"/>
                </a:cubicBezTo>
                <a:cubicBezTo>
                  <a:pt x="1712355" y="87479"/>
                  <a:pt x="1709526" y="95694"/>
                  <a:pt x="1709526" y="105663"/>
                </a:cubicBezTo>
                <a:cubicBezTo>
                  <a:pt x="1709526" y="113603"/>
                  <a:pt x="1711199" y="119571"/>
                  <a:pt x="1714545" y="123569"/>
                </a:cubicBezTo>
                <a:cubicBezTo>
                  <a:pt x="1717890" y="127567"/>
                  <a:pt x="1722909" y="129565"/>
                  <a:pt x="1729600" y="129565"/>
                </a:cubicBezTo>
                <a:cubicBezTo>
                  <a:pt x="1735744" y="129565"/>
                  <a:pt x="1741705" y="126444"/>
                  <a:pt x="1747483" y="120202"/>
                </a:cubicBezTo>
                <a:cubicBezTo>
                  <a:pt x="1752715" y="114451"/>
                  <a:pt x="1755695" y="108756"/>
                  <a:pt x="1756425" y="103116"/>
                </a:cubicBezTo>
                <a:cubicBezTo>
                  <a:pt x="1757703" y="97201"/>
                  <a:pt x="1759071" y="87918"/>
                  <a:pt x="1760531" y="75267"/>
                </a:cubicBezTo>
                <a:cubicBezTo>
                  <a:pt x="1758098" y="73570"/>
                  <a:pt x="1755574" y="72310"/>
                  <a:pt x="1752958" y="71489"/>
                </a:cubicBezTo>
                <a:cubicBezTo>
                  <a:pt x="1750342" y="70668"/>
                  <a:pt x="1747636" y="70257"/>
                  <a:pt x="1744837" y="7025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3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f5f4785e924b31"/>
          <a:stretch xmlns:a="http://schemas.openxmlformats.org/drawingml/2006/main"/>
        </p:blipFill>
        <p:spPr>
          <a:xfrm xmlns:a="http://schemas.openxmlformats.org/drawingml/2006/main">
            <a:off x="1356516" y="1166823"/>
            <a:ext cx="283521" cy="283521"/>
          </a:xfrm>
          <a:prstGeom xmlns:a="http://schemas.openxmlformats.org/drawingml/2006/main" prst="rect">
            <a:avLst/>
          </a:prstGeom>
        </p:spPr>
      </p:pic>
      <p:pic>
        <p:nvPicPr>
          <p:cNvPr id="3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f61651ebfa45a9"/>
          <a:stretch xmlns:a="http://schemas.openxmlformats.org/drawingml/2006/main"/>
        </p:blipFill>
        <p:spPr>
          <a:xfrm xmlns:a="http://schemas.openxmlformats.org/drawingml/2006/main">
            <a:off x="2145572" y="1182054"/>
            <a:ext cx="248374" cy="248374"/>
          </a:xfrm>
          <a:prstGeom xmlns:a="http://schemas.openxmlformats.org/drawingml/2006/main" prst="rect">
            <a:avLst/>
          </a:prstGeom>
        </p:spPr>
      </p:pic>
      <p:pic>
        <p:nvPicPr>
          <p:cNvPr id="3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bfb6e6e75142b4"/>
          <a:stretch xmlns:a="http://schemas.openxmlformats.org/drawingml/2006/main"/>
        </p:blipFill>
        <p:spPr>
          <a:xfrm xmlns:a="http://schemas.openxmlformats.org/drawingml/2006/main">
            <a:off x="645370" y="1164480"/>
            <a:ext cx="283521" cy="283521"/>
          </a:xfrm>
          <a:prstGeom xmlns:a="http://schemas.openxmlformats.org/drawingml/2006/main" prst="rect">
            <a:avLst/>
          </a:prstGeom>
        </p:spPr>
      </p:pic>
      <p:sp>
        <p:nvSpPr>
          <p:cNvPr id="137" name="Text Repo.">
            <a:extLst xmlns:a="http://schemas.openxmlformats.org/drawingml/2006/main">
              <a:ext uri="{FF2B5EF4-FFF2-40B4-BE49-F238E27FC236}">
                <a16:creationId xmlns:a16="http://schemas.microsoft.com/office/drawing/2014/main" id="{257DF12F-8650-4CFE-811B-85977B70E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23" y="1180620"/>
            <a:ext cx="292512" cy="106668"/>
          </a:xfrm>
          <a:custGeom xmlns:a="http://schemas.openxmlformats.org/drawingml/2006/main">
            <a:pathLst>
              <a:path w="292512" h="106668">
                <a:moveTo>
                  <a:pt x="0" y="83444"/>
                </a:moveTo>
                <a:lnTo>
                  <a:pt x="0" y="0"/>
                </a:lnTo>
                <a:lnTo>
                  <a:pt x="36998" y="0"/>
                </a:lnTo>
                <a:cubicBezTo>
                  <a:pt x="44435" y="0"/>
                  <a:pt x="50089" y="749"/>
                  <a:pt x="53960" y="2247"/>
                </a:cubicBezTo>
                <a:cubicBezTo>
                  <a:pt x="57831" y="3743"/>
                  <a:pt x="60923" y="6386"/>
                  <a:pt x="63238" y="10176"/>
                </a:cubicBezTo>
                <a:cubicBezTo>
                  <a:pt x="65553" y="13966"/>
                  <a:pt x="66710" y="18154"/>
                  <a:pt x="66710" y="22739"/>
                </a:cubicBezTo>
                <a:cubicBezTo>
                  <a:pt x="66710" y="28652"/>
                  <a:pt x="64794" y="33636"/>
                  <a:pt x="60961" y="37692"/>
                </a:cubicBezTo>
                <a:cubicBezTo>
                  <a:pt x="57128" y="41746"/>
                  <a:pt x="51209" y="44323"/>
                  <a:pt x="43202" y="45422"/>
                </a:cubicBezTo>
                <a:cubicBezTo>
                  <a:pt x="46124" y="46828"/>
                  <a:pt x="48344" y="48216"/>
                  <a:pt x="49862" y="49584"/>
                </a:cubicBezTo>
                <a:cubicBezTo>
                  <a:pt x="53087" y="52550"/>
                  <a:pt x="56142" y="56255"/>
                  <a:pt x="59026" y="60700"/>
                </a:cubicBezTo>
                <a:lnTo>
                  <a:pt x="73540" y="83444"/>
                </a:lnTo>
                <a:lnTo>
                  <a:pt x="59652" y="83444"/>
                </a:lnTo>
                <a:lnTo>
                  <a:pt x="48609" y="66057"/>
                </a:lnTo>
                <a:cubicBezTo>
                  <a:pt x="45384" y="61041"/>
                  <a:pt x="42728" y="57203"/>
                  <a:pt x="40641" y="54543"/>
                </a:cubicBezTo>
                <a:cubicBezTo>
                  <a:pt x="38554" y="51882"/>
                  <a:pt x="36685" y="50020"/>
                  <a:pt x="35034" y="48956"/>
                </a:cubicBezTo>
                <a:cubicBezTo>
                  <a:pt x="33383" y="47891"/>
                  <a:pt x="31704" y="47150"/>
                  <a:pt x="29997" y="46731"/>
                </a:cubicBezTo>
                <a:cubicBezTo>
                  <a:pt x="28744" y="46466"/>
                  <a:pt x="26695" y="46333"/>
                  <a:pt x="23849" y="46333"/>
                </a:cubicBezTo>
                <a:lnTo>
                  <a:pt x="11042" y="46333"/>
                </a:lnTo>
                <a:lnTo>
                  <a:pt x="11042" y="83444"/>
                </a:lnTo>
                <a:lnTo>
                  <a:pt x="0" y="83444"/>
                </a:lnTo>
                <a:moveTo>
                  <a:pt x="11042" y="36770"/>
                </a:moveTo>
                <a:lnTo>
                  <a:pt x="34778" y="36770"/>
                </a:lnTo>
                <a:cubicBezTo>
                  <a:pt x="39825" y="36770"/>
                  <a:pt x="43771" y="36250"/>
                  <a:pt x="46617" y="35208"/>
                </a:cubicBezTo>
                <a:cubicBezTo>
                  <a:pt x="49463" y="34167"/>
                  <a:pt x="51626" y="32501"/>
                  <a:pt x="53106" y="30210"/>
                </a:cubicBezTo>
                <a:cubicBezTo>
                  <a:pt x="54586" y="27919"/>
                  <a:pt x="55326" y="25429"/>
                  <a:pt x="55326" y="22739"/>
                </a:cubicBezTo>
                <a:cubicBezTo>
                  <a:pt x="55326" y="18801"/>
                  <a:pt x="53894" y="15564"/>
                  <a:pt x="51029" y="13028"/>
                </a:cubicBezTo>
                <a:cubicBezTo>
                  <a:pt x="48164" y="10490"/>
                  <a:pt x="43639" y="9221"/>
                  <a:pt x="37453" y="9221"/>
                </a:cubicBezTo>
                <a:lnTo>
                  <a:pt x="11042" y="9221"/>
                </a:lnTo>
                <a:lnTo>
                  <a:pt x="11042" y="36770"/>
                </a:lnTo>
                <a:close/>
                <a:moveTo>
                  <a:pt x="124254" y="63864"/>
                </a:moveTo>
                <a:lnTo>
                  <a:pt x="134841" y="65230"/>
                </a:lnTo>
                <a:cubicBezTo>
                  <a:pt x="133172" y="71433"/>
                  <a:pt x="130079" y="76248"/>
                  <a:pt x="125563" y="79673"/>
                </a:cubicBezTo>
                <a:cubicBezTo>
                  <a:pt x="121048" y="83098"/>
                  <a:pt x="115280" y="84810"/>
                  <a:pt x="108260" y="84810"/>
                </a:cubicBezTo>
                <a:cubicBezTo>
                  <a:pt x="99418" y="84810"/>
                  <a:pt x="92407" y="82088"/>
                  <a:pt x="87228" y="76642"/>
                </a:cubicBezTo>
                <a:cubicBezTo>
                  <a:pt x="82048" y="71197"/>
                  <a:pt x="79458" y="63560"/>
                  <a:pt x="79458" y="53732"/>
                </a:cubicBezTo>
                <a:cubicBezTo>
                  <a:pt x="79458" y="43563"/>
                  <a:pt x="82077" y="35670"/>
                  <a:pt x="87313" y="30054"/>
                </a:cubicBezTo>
                <a:cubicBezTo>
                  <a:pt x="92550" y="24438"/>
                  <a:pt x="99342" y="21630"/>
                  <a:pt x="107690" y="21630"/>
                </a:cubicBezTo>
                <a:cubicBezTo>
                  <a:pt x="115773" y="21630"/>
                  <a:pt x="122376" y="24376"/>
                  <a:pt x="127499" y="29870"/>
                </a:cubicBezTo>
                <a:cubicBezTo>
                  <a:pt x="132621" y="35363"/>
                  <a:pt x="135183" y="43091"/>
                  <a:pt x="135183" y="53055"/>
                </a:cubicBezTo>
                <a:cubicBezTo>
                  <a:pt x="135183" y="53661"/>
                  <a:pt x="135164" y="54569"/>
                  <a:pt x="135126" y="55781"/>
                </a:cubicBezTo>
                <a:lnTo>
                  <a:pt x="90045" y="55781"/>
                </a:lnTo>
                <a:cubicBezTo>
                  <a:pt x="90425" y="62441"/>
                  <a:pt x="92303" y="67540"/>
                  <a:pt x="95680" y="71079"/>
                </a:cubicBezTo>
                <a:cubicBezTo>
                  <a:pt x="99058" y="74617"/>
                  <a:pt x="103270" y="76386"/>
                  <a:pt x="108317" y="76386"/>
                </a:cubicBezTo>
                <a:cubicBezTo>
                  <a:pt x="112073" y="76386"/>
                  <a:pt x="115280" y="75391"/>
                  <a:pt x="117936" y="73400"/>
                </a:cubicBezTo>
                <a:cubicBezTo>
                  <a:pt x="120592" y="71408"/>
                  <a:pt x="122698" y="68229"/>
                  <a:pt x="124254" y="63864"/>
                </a:cubicBezTo>
                <a:moveTo>
                  <a:pt x="90614" y="47357"/>
                </a:moveTo>
                <a:lnTo>
                  <a:pt x="124368" y="47357"/>
                </a:lnTo>
                <a:cubicBezTo>
                  <a:pt x="123913" y="42289"/>
                  <a:pt x="122622" y="38488"/>
                  <a:pt x="120497" y="35954"/>
                </a:cubicBezTo>
                <a:cubicBezTo>
                  <a:pt x="117234" y="32020"/>
                  <a:pt x="113003" y="30054"/>
                  <a:pt x="107804" y="30054"/>
                </a:cubicBezTo>
                <a:cubicBezTo>
                  <a:pt x="103099" y="30054"/>
                  <a:pt x="99143" y="31624"/>
                  <a:pt x="95936" y="34764"/>
                </a:cubicBezTo>
                <a:cubicBezTo>
                  <a:pt x="92730" y="37903"/>
                  <a:pt x="90956" y="42100"/>
                  <a:pt x="90614" y="47357"/>
                </a:cubicBezTo>
                <a:close/>
                <a:moveTo>
                  <a:pt x="147896" y="106668"/>
                </a:moveTo>
                <a:lnTo>
                  <a:pt x="147896" y="22996"/>
                </a:lnTo>
                <a:lnTo>
                  <a:pt x="157231" y="22996"/>
                </a:lnTo>
                <a:lnTo>
                  <a:pt x="157231" y="30906"/>
                </a:lnTo>
                <a:cubicBezTo>
                  <a:pt x="159432" y="27813"/>
                  <a:pt x="161917" y="25494"/>
                  <a:pt x="164687" y="23949"/>
                </a:cubicBezTo>
                <a:cubicBezTo>
                  <a:pt x="167457" y="22403"/>
                  <a:pt x="170816" y="21630"/>
                  <a:pt x="174762" y="21630"/>
                </a:cubicBezTo>
                <a:cubicBezTo>
                  <a:pt x="179923" y="21630"/>
                  <a:pt x="184476" y="22958"/>
                  <a:pt x="188423" y="25614"/>
                </a:cubicBezTo>
                <a:cubicBezTo>
                  <a:pt x="192369" y="28270"/>
                  <a:pt x="195348" y="32017"/>
                  <a:pt x="197359" y="36856"/>
                </a:cubicBezTo>
                <a:cubicBezTo>
                  <a:pt x="199370" y="41694"/>
                  <a:pt x="200376" y="46997"/>
                  <a:pt x="200376" y="52765"/>
                </a:cubicBezTo>
                <a:cubicBezTo>
                  <a:pt x="200376" y="58950"/>
                  <a:pt x="199266" y="64519"/>
                  <a:pt x="197046" y="69471"/>
                </a:cubicBezTo>
                <a:cubicBezTo>
                  <a:pt x="194826" y="74423"/>
                  <a:pt x="191601" y="78217"/>
                  <a:pt x="187370" y="80855"/>
                </a:cubicBezTo>
                <a:cubicBezTo>
                  <a:pt x="183139" y="83492"/>
                  <a:pt x="178689" y="84810"/>
                  <a:pt x="174022" y="84810"/>
                </a:cubicBezTo>
                <a:cubicBezTo>
                  <a:pt x="170607" y="84810"/>
                  <a:pt x="167543" y="84089"/>
                  <a:pt x="164829" y="82648"/>
                </a:cubicBezTo>
                <a:cubicBezTo>
                  <a:pt x="162116" y="81206"/>
                  <a:pt x="159887" y="79384"/>
                  <a:pt x="158141" y="77183"/>
                </a:cubicBezTo>
                <a:lnTo>
                  <a:pt x="158141" y="106668"/>
                </a:lnTo>
                <a:lnTo>
                  <a:pt x="147896" y="106668"/>
                </a:lnTo>
                <a:moveTo>
                  <a:pt x="157174" y="53590"/>
                </a:moveTo>
                <a:cubicBezTo>
                  <a:pt x="157174" y="61360"/>
                  <a:pt x="158749" y="67101"/>
                  <a:pt x="161898" y="70815"/>
                </a:cubicBezTo>
                <a:cubicBezTo>
                  <a:pt x="165048" y="74529"/>
                  <a:pt x="168861" y="76386"/>
                  <a:pt x="173339" y="76386"/>
                </a:cubicBezTo>
                <a:cubicBezTo>
                  <a:pt x="177893" y="76386"/>
                  <a:pt x="181792" y="74463"/>
                  <a:pt x="185036" y="70616"/>
                </a:cubicBezTo>
                <a:cubicBezTo>
                  <a:pt x="188280" y="66769"/>
                  <a:pt x="189903" y="60809"/>
                  <a:pt x="189903" y="52736"/>
                </a:cubicBezTo>
                <a:cubicBezTo>
                  <a:pt x="189903" y="45043"/>
                  <a:pt x="188318" y="39282"/>
                  <a:pt x="185150" y="35454"/>
                </a:cubicBezTo>
                <a:cubicBezTo>
                  <a:pt x="181981" y="31626"/>
                  <a:pt x="178196" y="29712"/>
                  <a:pt x="173794" y="29712"/>
                </a:cubicBezTo>
                <a:cubicBezTo>
                  <a:pt x="169430" y="29712"/>
                  <a:pt x="165569" y="31749"/>
                  <a:pt x="162211" y="35824"/>
                </a:cubicBezTo>
                <a:cubicBezTo>
                  <a:pt x="158853" y="39898"/>
                  <a:pt x="157174" y="45820"/>
                  <a:pt x="157174" y="53590"/>
                </a:cubicBezTo>
                <a:close/>
                <a:moveTo>
                  <a:pt x="209105" y="53220"/>
                </a:moveTo>
                <a:cubicBezTo>
                  <a:pt x="209105" y="42026"/>
                  <a:pt x="212216" y="33734"/>
                  <a:pt x="218440" y="28346"/>
                </a:cubicBezTo>
                <a:cubicBezTo>
                  <a:pt x="223638" y="23868"/>
                  <a:pt x="229975" y="21630"/>
                  <a:pt x="237451" y="21630"/>
                </a:cubicBezTo>
                <a:cubicBezTo>
                  <a:pt x="245761" y="21630"/>
                  <a:pt x="252553" y="24352"/>
                  <a:pt x="257828" y="29798"/>
                </a:cubicBezTo>
                <a:cubicBezTo>
                  <a:pt x="263103" y="35243"/>
                  <a:pt x="265740" y="42766"/>
                  <a:pt x="265740" y="52366"/>
                </a:cubicBezTo>
                <a:cubicBezTo>
                  <a:pt x="265740" y="60145"/>
                  <a:pt x="264573" y="66264"/>
                  <a:pt x="262239" y="70723"/>
                </a:cubicBezTo>
                <a:cubicBezTo>
                  <a:pt x="259906" y="75182"/>
                  <a:pt x="256509" y="78644"/>
                  <a:pt x="252051" y="81111"/>
                </a:cubicBezTo>
                <a:cubicBezTo>
                  <a:pt x="247592" y="83577"/>
                  <a:pt x="242725" y="84810"/>
                  <a:pt x="237451" y="84810"/>
                </a:cubicBezTo>
                <a:cubicBezTo>
                  <a:pt x="228989" y="84810"/>
                  <a:pt x="222149" y="82097"/>
                  <a:pt x="216931" y="76671"/>
                </a:cubicBezTo>
                <a:cubicBezTo>
                  <a:pt x="211713" y="71245"/>
                  <a:pt x="209105" y="63428"/>
                  <a:pt x="209105" y="53220"/>
                </a:cubicBezTo>
                <a:moveTo>
                  <a:pt x="219635" y="53248"/>
                </a:moveTo>
                <a:cubicBezTo>
                  <a:pt x="219635" y="60980"/>
                  <a:pt x="221323" y="66769"/>
                  <a:pt x="224701" y="70616"/>
                </a:cubicBezTo>
                <a:cubicBezTo>
                  <a:pt x="228078" y="74463"/>
                  <a:pt x="232328" y="76386"/>
                  <a:pt x="237451" y="76386"/>
                </a:cubicBezTo>
                <a:cubicBezTo>
                  <a:pt x="242536" y="76386"/>
                  <a:pt x="246767" y="74453"/>
                  <a:pt x="250144" y="70588"/>
                </a:cubicBezTo>
                <a:cubicBezTo>
                  <a:pt x="253521" y="66722"/>
                  <a:pt x="255210" y="60828"/>
                  <a:pt x="255210" y="52907"/>
                </a:cubicBezTo>
                <a:cubicBezTo>
                  <a:pt x="255210" y="45441"/>
                  <a:pt x="253512" y="39785"/>
                  <a:pt x="250115" y="35938"/>
                </a:cubicBezTo>
                <a:cubicBezTo>
                  <a:pt x="246719" y="32091"/>
                  <a:pt x="242498" y="30167"/>
                  <a:pt x="237451" y="30167"/>
                </a:cubicBezTo>
                <a:cubicBezTo>
                  <a:pt x="232328" y="30167"/>
                  <a:pt x="228078" y="32081"/>
                  <a:pt x="224701" y="35909"/>
                </a:cubicBezTo>
                <a:cubicBezTo>
                  <a:pt x="221323" y="39737"/>
                  <a:pt x="219635" y="45517"/>
                  <a:pt x="219635" y="53248"/>
                </a:cubicBezTo>
                <a:close/>
                <a:moveTo>
                  <a:pt x="280844" y="83444"/>
                </a:moveTo>
                <a:lnTo>
                  <a:pt x="280844" y="71719"/>
                </a:lnTo>
                <a:lnTo>
                  <a:pt x="292512" y="71719"/>
                </a:lnTo>
                <a:lnTo>
                  <a:pt x="292512" y="83444"/>
                </a:lnTo>
                <a:lnTo>
                  <a:pt x="280844" y="8344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8" name="Text Structure">
            <a:extLst xmlns:a="http://schemas.openxmlformats.org/drawingml/2006/main">
              <a:ext uri="{FF2B5EF4-FFF2-40B4-BE49-F238E27FC236}">
                <a16:creationId xmlns:a16="http://schemas.microsoft.com/office/drawing/2014/main" id="{4B6AA960-3F36-413E-A228-07BD261AB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596" y="1319729"/>
            <a:ext cx="465394" cy="86290"/>
          </a:xfrm>
          <a:custGeom xmlns:a="http://schemas.openxmlformats.org/drawingml/2006/main">
            <a:pathLst>
              <a:path w="465394" h="86290">
                <a:moveTo>
                  <a:pt x="0" y="58058"/>
                </a:moveTo>
                <a:lnTo>
                  <a:pt x="10416" y="57147"/>
                </a:lnTo>
                <a:cubicBezTo>
                  <a:pt x="10910" y="61322"/>
                  <a:pt x="12058" y="64746"/>
                  <a:pt x="13860" y="67421"/>
                </a:cubicBezTo>
                <a:cubicBezTo>
                  <a:pt x="15662" y="70097"/>
                  <a:pt x="18461" y="72260"/>
                  <a:pt x="22256" y="73910"/>
                </a:cubicBezTo>
                <a:cubicBezTo>
                  <a:pt x="26050" y="75561"/>
                  <a:pt x="30319" y="76386"/>
                  <a:pt x="35063" y="76386"/>
                </a:cubicBezTo>
                <a:cubicBezTo>
                  <a:pt x="39275" y="76386"/>
                  <a:pt x="42993" y="75760"/>
                  <a:pt x="46219" y="74508"/>
                </a:cubicBezTo>
                <a:cubicBezTo>
                  <a:pt x="49444" y="73256"/>
                  <a:pt x="51844" y="71539"/>
                  <a:pt x="53419" y="69357"/>
                </a:cubicBezTo>
                <a:cubicBezTo>
                  <a:pt x="54994" y="67175"/>
                  <a:pt x="55781" y="64800"/>
                  <a:pt x="55781" y="62231"/>
                </a:cubicBezTo>
                <a:cubicBezTo>
                  <a:pt x="55781" y="59625"/>
                  <a:pt x="55022" y="57349"/>
                  <a:pt x="53505" y="55404"/>
                </a:cubicBezTo>
                <a:cubicBezTo>
                  <a:pt x="51987" y="53458"/>
                  <a:pt x="49482" y="51822"/>
                  <a:pt x="45991" y="50497"/>
                </a:cubicBezTo>
                <a:cubicBezTo>
                  <a:pt x="43752" y="49626"/>
                  <a:pt x="38800" y="48273"/>
                  <a:pt x="31135" y="46438"/>
                </a:cubicBezTo>
                <a:cubicBezTo>
                  <a:pt x="23470" y="44602"/>
                  <a:pt x="18100" y="42867"/>
                  <a:pt x="15027" y="41231"/>
                </a:cubicBezTo>
                <a:cubicBezTo>
                  <a:pt x="11042" y="39141"/>
                  <a:pt x="8073" y="36546"/>
                  <a:pt x="6119" y="33447"/>
                </a:cubicBezTo>
                <a:cubicBezTo>
                  <a:pt x="4165" y="30349"/>
                  <a:pt x="3188" y="26880"/>
                  <a:pt x="3188" y="23040"/>
                </a:cubicBezTo>
                <a:cubicBezTo>
                  <a:pt x="3188" y="18820"/>
                  <a:pt x="4383" y="14875"/>
                  <a:pt x="6773" y="11206"/>
                </a:cubicBezTo>
                <a:cubicBezTo>
                  <a:pt x="9164" y="7537"/>
                  <a:pt x="12655" y="4752"/>
                  <a:pt x="17247" y="2851"/>
                </a:cubicBezTo>
                <a:cubicBezTo>
                  <a:pt x="21838" y="950"/>
                  <a:pt x="26942" y="0"/>
                  <a:pt x="32558" y="0"/>
                </a:cubicBezTo>
                <a:cubicBezTo>
                  <a:pt x="38743" y="0"/>
                  <a:pt x="44198" y="996"/>
                  <a:pt x="48923" y="2988"/>
                </a:cubicBezTo>
                <a:cubicBezTo>
                  <a:pt x="53647" y="4980"/>
                  <a:pt x="57280" y="7912"/>
                  <a:pt x="59823" y="11782"/>
                </a:cubicBezTo>
                <a:cubicBezTo>
                  <a:pt x="62365" y="15653"/>
                  <a:pt x="63731" y="20036"/>
                  <a:pt x="63921" y="24931"/>
                </a:cubicBezTo>
                <a:lnTo>
                  <a:pt x="53334" y="25728"/>
                </a:lnTo>
                <a:cubicBezTo>
                  <a:pt x="52765" y="20509"/>
                  <a:pt x="50839" y="16567"/>
                  <a:pt x="47556" y="13903"/>
                </a:cubicBezTo>
                <a:cubicBezTo>
                  <a:pt x="44274" y="11237"/>
                  <a:pt x="39426" y="9904"/>
                  <a:pt x="33013" y="9904"/>
                </a:cubicBezTo>
                <a:cubicBezTo>
                  <a:pt x="26335" y="9904"/>
                  <a:pt x="21468" y="11125"/>
                  <a:pt x="18414" y="13566"/>
                </a:cubicBezTo>
                <a:cubicBezTo>
                  <a:pt x="15359" y="16007"/>
                  <a:pt x="13832" y="18950"/>
                  <a:pt x="13832" y="22394"/>
                </a:cubicBezTo>
                <a:cubicBezTo>
                  <a:pt x="13832" y="25384"/>
                  <a:pt x="14913" y="27844"/>
                  <a:pt x="17076" y="29774"/>
                </a:cubicBezTo>
                <a:cubicBezTo>
                  <a:pt x="19201" y="31705"/>
                  <a:pt x="24751" y="33683"/>
                  <a:pt x="33725" y="35708"/>
                </a:cubicBezTo>
                <a:cubicBezTo>
                  <a:pt x="42699" y="37732"/>
                  <a:pt x="48856" y="39502"/>
                  <a:pt x="52195" y="41016"/>
                </a:cubicBezTo>
                <a:cubicBezTo>
                  <a:pt x="57053" y="43251"/>
                  <a:pt x="60639" y="46082"/>
                  <a:pt x="62953" y="49510"/>
                </a:cubicBezTo>
                <a:cubicBezTo>
                  <a:pt x="65268" y="52937"/>
                  <a:pt x="66425" y="56884"/>
                  <a:pt x="66425" y="61352"/>
                </a:cubicBezTo>
                <a:cubicBezTo>
                  <a:pt x="66425" y="65784"/>
                  <a:pt x="65154" y="69959"/>
                  <a:pt x="62612" y="73878"/>
                </a:cubicBezTo>
                <a:cubicBezTo>
                  <a:pt x="60069" y="77797"/>
                  <a:pt x="56417" y="80846"/>
                  <a:pt x="51655" y="83025"/>
                </a:cubicBezTo>
                <a:cubicBezTo>
                  <a:pt x="46892" y="85202"/>
                  <a:pt x="41532" y="86290"/>
                  <a:pt x="35575" y="86290"/>
                </a:cubicBezTo>
                <a:cubicBezTo>
                  <a:pt x="28024" y="86290"/>
                  <a:pt x="21696" y="85190"/>
                  <a:pt x="16592" y="82989"/>
                </a:cubicBezTo>
                <a:cubicBezTo>
                  <a:pt x="11488" y="80788"/>
                  <a:pt x="7485" y="77477"/>
                  <a:pt x="4582" y="73057"/>
                </a:cubicBezTo>
                <a:cubicBezTo>
                  <a:pt x="1679" y="68636"/>
                  <a:pt x="152" y="63636"/>
                  <a:pt x="0" y="58058"/>
                </a:cubicBezTo>
                <a:close/>
                <a:moveTo>
                  <a:pt x="102727" y="75760"/>
                </a:moveTo>
                <a:lnTo>
                  <a:pt x="104207" y="84810"/>
                </a:lnTo>
                <a:cubicBezTo>
                  <a:pt x="101323" y="85418"/>
                  <a:pt x="98742" y="85721"/>
                  <a:pt x="96466" y="85721"/>
                </a:cubicBezTo>
                <a:cubicBezTo>
                  <a:pt x="92747" y="85721"/>
                  <a:pt x="89863" y="85133"/>
                  <a:pt x="87814" y="83957"/>
                </a:cubicBezTo>
                <a:cubicBezTo>
                  <a:pt x="85765" y="82780"/>
                  <a:pt x="84323" y="81234"/>
                  <a:pt x="83488" y="79318"/>
                </a:cubicBezTo>
                <a:cubicBezTo>
                  <a:pt x="82653" y="77401"/>
                  <a:pt x="82236" y="73370"/>
                  <a:pt x="82236" y="67222"/>
                </a:cubicBezTo>
                <a:lnTo>
                  <a:pt x="82236" y="32444"/>
                </a:lnTo>
                <a:lnTo>
                  <a:pt x="74722" y="32444"/>
                </a:lnTo>
                <a:lnTo>
                  <a:pt x="74722" y="24476"/>
                </a:lnTo>
                <a:lnTo>
                  <a:pt x="82236" y="24476"/>
                </a:lnTo>
                <a:lnTo>
                  <a:pt x="82236" y="9506"/>
                </a:lnTo>
                <a:lnTo>
                  <a:pt x="92424" y="3358"/>
                </a:lnTo>
                <a:lnTo>
                  <a:pt x="92424" y="24476"/>
                </a:lnTo>
                <a:lnTo>
                  <a:pt x="102727" y="24476"/>
                </a:lnTo>
                <a:lnTo>
                  <a:pt x="102727" y="32444"/>
                </a:lnTo>
                <a:lnTo>
                  <a:pt x="92424" y="32444"/>
                </a:lnTo>
                <a:lnTo>
                  <a:pt x="92424" y="67791"/>
                </a:lnTo>
                <a:cubicBezTo>
                  <a:pt x="92424" y="70713"/>
                  <a:pt x="92604" y="72592"/>
                  <a:pt x="92965" y="73427"/>
                </a:cubicBezTo>
                <a:cubicBezTo>
                  <a:pt x="93325" y="74261"/>
                  <a:pt x="93914" y="74925"/>
                  <a:pt x="94730" y="75419"/>
                </a:cubicBezTo>
                <a:cubicBezTo>
                  <a:pt x="95545" y="75912"/>
                  <a:pt x="96712" y="76159"/>
                  <a:pt x="98230" y="76159"/>
                </a:cubicBezTo>
                <a:cubicBezTo>
                  <a:pt x="99368" y="76159"/>
                  <a:pt x="100867" y="76026"/>
                  <a:pt x="102727" y="75760"/>
                </a:cubicBezTo>
                <a:close/>
                <a:moveTo>
                  <a:pt x="113047" y="84924"/>
                </a:moveTo>
                <a:lnTo>
                  <a:pt x="113047" y="24476"/>
                </a:lnTo>
                <a:lnTo>
                  <a:pt x="122268" y="24476"/>
                </a:lnTo>
                <a:lnTo>
                  <a:pt x="122268" y="33640"/>
                </a:lnTo>
                <a:cubicBezTo>
                  <a:pt x="124621" y="29352"/>
                  <a:pt x="126794" y="26525"/>
                  <a:pt x="128786" y="25159"/>
                </a:cubicBezTo>
                <a:cubicBezTo>
                  <a:pt x="130778" y="23792"/>
                  <a:pt x="132969" y="23109"/>
                  <a:pt x="135360" y="23109"/>
                </a:cubicBezTo>
                <a:cubicBezTo>
                  <a:pt x="138813" y="23109"/>
                  <a:pt x="142323" y="24210"/>
                  <a:pt x="145890" y="26411"/>
                </a:cubicBezTo>
                <a:lnTo>
                  <a:pt x="142361" y="35909"/>
                </a:lnTo>
                <a:cubicBezTo>
                  <a:pt x="139857" y="34434"/>
                  <a:pt x="137352" y="33697"/>
                  <a:pt x="134848" y="33697"/>
                </a:cubicBezTo>
                <a:cubicBezTo>
                  <a:pt x="132609" y="33697"/>
                  <a:pt x="130598" y="34370"/>
                  <a:pt x="128814" y="35717"/>
                </a:cubicBezTo>
                <a:cubicBezTo>
                  <a:pt x="127031" y="37064"/>
                  <a:pt x="125760" y="38933"/>
                  <a:pt x="125001" y="41324"/>
                </a:cubicBezTo>
                <a:cubicBezTo>
                  <a:pt x="123862" y="44967"/>
                  <a:pt x="123293" y="48951"/>
                  <a:pt x="123293" y="53277"/>
                </a:cubicBezTo>
                <a:lnTo>
                  <a:pt x="123293" y="84924"/>
                </a:lnTo>
                <a:lnTo>
                  <a:pt x="113047" y="84924"/>
                </a:lnTo>
                <a:close/>
                <a:moveTo>
                  <a:pt x="192025" y="84924"/>
                </a:moveTo>
                <a:lnTo>
                  <a:pt x="192025" y="75990"/>
                </a:lnTo>
                <a:cubicBezTo>
                  <a:pt x="187320" y="82857"/>
                  <a:pt x="180926" y="86290"/>
                  <a:pt x="172843" y="86290"/>
                </a:cubicBezTo>
                <a:cubicBezTo>
                  <a:pt x="169276" y="86290"/>
                  <a:pt x="165947" y="85607"/>
                  <a:pt x="162854" y="84241"/>
                </a:cubicBezTo>
                <a:cubicBezTo>
                  <a:pt x="159761" y="82875"/>
                  <a:pt x="157466" y="81158"/>
                  <a:pt x="155967" y="79090"/>
                </a:cubicBezTo>
                <a:cubicBezTo>
                  <a:pt x="154468" y="77022"/>
                  <a:pt x="153415" y="74489"/>
                  <a:pt x="152808" y="71491"/>
                </a:cubicBezTo>
                <a:cubicBezTo>
                  <a:pt x="152390" y="69480"/>
                  <a:pt x="152182" y="66293"/>
                  <a:pt x="152182" y="61929"/>
                </a:cubicBezTo>
                <a:lnTo>
                  <a:pt x="152182" y="24476"/>
                </a:lnTo>
                <a:lnTo>
                  <a:pt x="162427" y="24476"/>
                </a:lnTo>
                <a:lnTo>
                  <a:pt x="162427" y="57966"/>
                </a:lnTo>
                <a:cubicBezTo>
                  <a:pt x="162427" y="63310"/>
                  <a:pt x="162636" y="66911"/>
                  <a:pt x="163053" y="68768"/>
                </a:cubicBezTo>
                <a:cubicBezTo>
                  <a:pt x="163698" y="71460"/>
                  <a:pt x="165064" y="73574"/>
                  <a:pt x="167151" y="75109"/>
                </a:cubicBezTo>
                <a:cubicBezTo>
                  <a:pt x="169238" y="76644"/>
                  <a:pt x="171819" y="77411"/>
                  <a:pt x="174892" y="77411"/>
                </a:cubicBezTo>
                <a:cubicBezTo>
                  <a:pt x="177966" y="77411"/>
                  <a:pt x="180850" y="76625"/>
                  <a:pt x="183544" y="75052"/>
                </a:cubicBezTo>
                <a:cubicBezTo>
                  <a:pt x="186239" y="73479"/>
                  <a:pt x="188145" y="71337"/>
                  <a:pt x="189265" y="68627"/>
                </a:cubicBezTo>
                <a:cubicBezTo>
                  <a:pt x="190384" y="65917"/>
                  <a:pt x="190944" y="61984"/>
                  <a:pt x="190944" y="56829"/>
                </a:cubicBezTo>
                <a:lnTo>
                  <a:pt x="190944" y="24476"/>
                </a:lnTo>
                <a:lnTo>
                  <a:pt x="201189" y="24476"/>
                </a:lnTo>
                <a:lnTo>
                  <a:pt x="201189" y="84924"/>
                </a:lnTo>
                <a:lnTo>
                  <a:pt x="192025" y="84924"/>
                </a:lnTo>
                <a:close/>
                <a:moveTo>
                  <a:pt x="256877" y="62726"/>
                </a:moveTo>
                <a:lnTo>
                  <a:pt x="266952" y="64092"/>
                </a:lnTo>
                <a:cubicBezTo>
                  <a:pt x="265851" y="71036"/>
                  <a:pt x="263034" y="76472"/>
                  <a:pt x="258499" y="80399"/>
                </a:cubicBezTo>
                <a:cubicBezTo>
                  <a:pt x="253965" y="84327"/>
                  <a:pt x="248396" y="86290"/>
                  <a:pt x="241793" y="86290"/>
                </a:cubicBezTo>
                <a:cubicBezTo>
                  <a:pt x="233521" y="86290"/>
                  <a:pt x="226871" y="83587"/>
                  <a:pt x="221843" y="78179"/>
                </a:cubicBezTo>
                <a:cubicBezTo>
                  <a:pt x="216815" y="72772"/>
                  <a:pt x="214301" y="65021"/>
                  <a:pt x="214301" y="54928"/>
                </a:cubicBezTo>
                <a:cubicBezTo>
                  <a:pt x="214301" y="48401"/>
                  <a:pt x="215382" y="42690"/>
                  <a:pt x="217545" y="37795"/>
                </a:cubicBezTo>
                <a:cubicBezTo>
                  <a:pt x="219708" y="32900"/>
                  <a:pt x="223000" y="29228"/>
                  <a:pt x="227421" y="26781"/>
                </a:cubicBezTo>
                <a:cubicBezTo>
                  <a:pt x="231842" y="24333"/>
                  <a:pt x="236652" y="23109"/>
                  <a:pt x="241850" y="23109"/>
                </a:cubicBezTo>
                <a:cubicBezTo>
                  <a:pt x="248415" y="23109"/>
                  <a:pt x="253784" y="24760"/>
                  <a:pt x="257958" y="28061"/>
                </a:cubicBezTo>
                <a:cubicBezTo>
                  <a:pt x="262133" y="31362"/>
                  <a:pt x="264808" y="36048"/>
                  <a:pt x="265984" y="42121"/>
                </a:cubicBezTo>
                <a:lnTo>
                  <a:pt x="256023" y="43714"/>
                </a:lnTo>
                <a:cubicBezTo>
                  <a:pt x="255075" y="39673"/>
                  <a:pt x="253395" y="36633"/>
                  <a:pt x="250986" y="34593"/>
                </a:cubicBezTo>
                <a:cubicBezTo>
                  <a:pt x="248576" y="32553"/>
                  <a:pt x="245664" y="31534"/>
                  <a:pt x="242249" y="31534"/>
                </a:cubicBezTo>
                <a:cubicBezTo>
                  <a:pt x="237088" y="31534"/>
                  <a:pt x="232895" y="33383"/>
                  <a:pt x="229669" y="37083"/>
                </a:cubicBezTo>
                <a:cubicBezTo>
                  <a:pt x="226444" y="40783"/>
                  <a:pt x="224831" y="46636"/>
                  <a:pt x="224831" y="54643"/>
                </a:cubicBezTo>
                <a:cubicBezTo>
                  <a:pt x="224831" y="62764"/>
                  <a:pt x="226387" y="68664"/>
                  <a:pt x="229499" y="72345"/>
                </a:cubicBezTo>
                <a:cubicBezTo>
                  <a:pt x="232610" y="76026"/>
                  <a:pt x="236670" y="77866"/>
                  <a:pt x="241679" y="77866"/>
                </a:cubicBezTo>
                <a:cubicBezTo>
                  <a:pt x="245702" y="77866"/>
                  <a:pt x="249060" y="76628"/>
                  <a:pt x="251754" y="74152"/>
                </a:cubicBezTo>
                <a:cubicBezTo>
                  <a:pt x="254448" y="71676"/>
                  <a:pt x="256156" y="67867"/>
                  <a:pt x="256877" y="62726"/>
                </a:cubicBezTo>
                <a:close/>
                <a:moveTo>
                  <a:pt x="298380" y="75760"/>
                </a:moveTo>
                <a:lnTo>
                  <a:pt x="299860" y="84810"/>
                </a:lnTo>
                <a:cubicBezTo>
                  <a:pt x="296976" y="85418"/>
                  <a:pt x="294395" y="85721"/>
                  <a:pt x="292119" y="85721"/>
                </a:cubicBezTo>
                <a:cubicBezTo>
                  <a:pt x="288400" y="85721"/>
                  <a:pt x="285516" y="85133"/>
                  <a:pt x="283467" y="83957"/>
                </a:cubicBezTo>
                <a:cubicBezTo>
                  <a:pt x="281418" y="82780"/>
                  <a:pt x="279976" y="81234"/>
                  <a:pt x="279141" y="79318"/>
                </a:cubicBezTo>
                <a:cubicBezTo>
                  <a:pt x="278306" y="77401"/>
                  <a:pt x="277889" y="73370"/>
                  <a:pt x="277889" y="67222"/>
                </a:cubicBezTo>
                <a:lnTo>
                  <a:pt x="277889" y="32444"/>
                </a:lnTo>
                <a:lnTo>
                  <a:pt x="270375" y="32444"/>
                </a:lnTo>
                <a:lnTo>
                  <a:pt x="270375" y="24476"/>
                </a:lnTo>
                <a:lnTo>
                  <a:pt x="277889" y="24476"/>
                </a:lnTo>
                <a:lnTo>
                  <a:pt x="277889" y="9506"/>
                </a:lnTo>
                <a:lnTo>
                  <a:pt x="288077" y="3358"/>
                </a:lnTo>
                <a:lnTo>
                  <a:pt x="288077" y="24476"/>
                </a:lnTo>
                <a:lnTo>
                  <a:pt x="298380" y="24476"/>
                </a:lnTo>
                <a:lnTo>
                  <a:pt x="298380" y="32444"/>
                </a:lnTo>
                <a:lnTo>
                  <a:pt x="288077" y="32444"/>
                </a:lnTo>
                <a:lnTo>
                  <a:pt x="288077" y="67791"/>
                </a:lnTo>
                <a:cubicBezTo>
                  <a:pt x="288077" y="70713"/>
                  <a:pt x="288258" y="72592"/>
                  <a:pt x="288618" y="73427"/>
                </a:cubicBezTo>
                <a:cubicBezTo>
                  <a:pt x="288979" y="74261"/>
                  <a:pt x="289567" y="74925"/>
                  <a:pt x="290383" y="75419"/>
                </a:cubicBezTo>
                <a:cubicBezTo>
                  <a:pt x="291198" y="75912"/>
                  <a:pt x="292365" y="76159"/>
                  <a:pt x="293883" y="76159"/>
                </a:cubicBezTo>
                <a:cubicBezTo>
                  <a:pt x="295022" y="76159"/>
                  <a:pt x="296520" y="76026"/>
                  <a:pt x="298380" y="75760"/>
                </a:cubicBezTo>
                <a:close/>
                <a:moveTo>
                  <a:pt x="348431" y="84924"/>
                </a:moveTo>
                <a:lnTo>
                  <a:pt x="348431" y="75990"/>
                </a:lnTo>
                <a:cubicBezTo>
                  <a:pt x="343725" y="82857"/>
                  <a:pt x="337331" y="86290"/>
                  <a:pt x="329249" y="86290"/>
                </a:cubicBezTo>
                <a:cubicBezTo>
                  <a:pt x="325682" y="86290"/>
                  <a:pt x="322352" y="85607"/>
                  <a:pt x="319259" y="84241"/>
                </a:cubicBezTo>
                <a:cubicBezTo>
                  <a:pt x="316167" y="82875"/>
                  <a:pt x="313871" y="81158"/>
                  <a:pt x="312372" y="79090"/>
                </a:cubicBezTo>
                <a:cubicBezTo>
                  <a:pt x="310873" y="77022"/>
                  <a:pt x="309820" y="74489"/>
                  <a:pt x="309213" y="71491"/>
                </a:cubicBezTo>
                <a:cubicBezTo>
                  <a:pt x="308796" y="69480"/>
                  <a:pt x="308587" y="66293"/>
                  <a:pt x="308587" y="61929"/>
                </a:cubicBezTo>
                <a:lnTo>
                  <a:pt x="308587" y="24476"/>
                </a:lnTo>
                <a:lnTo>
                  <a:pt x="318832" y="24476"/>
                </a:lnTo>
                <a:lnTo>
                  <a:pt x="318832" y="57966"/>
                </a:lnTo>
                <a:cubicBezTo>
                  <a:pt x="318832" y="63310"/>
                  <a:pt x="319041" y="66911"/>
                  <a:pt x="319459" y="68768"/>
                </a:cubicBezTo>
                <a:cubicBezTo>
                  <a:pt x="320104" y="71460"/>
                  <a:pt x="321470" y="73574"/>
                  <a:pt x="323557" y="75109"/>
                </a:cubicBezTo>
                <a:cubicBezTo>
                  <a:pt x="325644" y="76644"/>
                  <a:pt x="328224" y="77411"/>
                  <a:pt x="331298" y="77411"/>
                </a:cubicBezTo>
                <a:cubicBezTo>
                  <a:pt x="334372" y="77411"/>
                  <a:pt x="337255" y="76625"/>
                  <a:pt x="339950" y="75052"/>
                </a:cubicBezTo>
                <a:cubicBezTo>
                  <a:pt x="342644" y="73479"/>
                  <a:pt x="344551" y="71337"/>
                  <a:pt x="345670" y="68627"/>
                </a:cubicBezTo>
                <a:cubicBezTo>
                  <a:pt x="346790" y="65917"/>
                  <a:pt x="347349" y="61984"/>
                  <a:pt x="347349" y="56829"/>
                </a:cubicBezTo>
                <a:lnTo>
                  <a:pt x="347349" y="24476"/>
                </a:lnTo>
                <a:lnTo>
                  <a:pt x="357595" y="24476"/>
                </a:lnTo>
                <a:lnTo>
                  <a:pt x="357595" y="84924"/>
                </a:lnTo>
                <a:lnTo>
                  <a:pt x="348431" y="84924"/>
                </a:lnTo>
                <a:close/>
                <a:moveTo>
                  <a:pt x="373723" y="84924"/>
                </a:moveTo>
                <a:lnTo>
                  <a:pt x="373723" y="24476"/>
                </a:lnTo>
                <a:lnTo>
                  <a:pt x="382944" y="24476"/>
                </a:lnTo>
                <a:lnTo>
                  <a:pt x="382944" y="33640"/>
                </a:lnTo>
                <a:cubicBezTo>
                  <a:pt x="385297" y="29352"/>
                  <a:pt x="387469" y="26525"/>
                  <a:pt x="389461" y="25159"/>
                </a:cubicBezTo>
                <a:cubicBezTo>
                  <a:pt x="391454" y="23792"/>
                  <a:pt x="393645" y="23109"/>
                  <a:pt x="396036" y="23109"/>
                </a:cubicBezTo>
                <a:cubicBezTo>
                  <a:pt x="399489" y="23109"/>
                  <a:pt x="402999" y="24210"/>
                  <a:pt x="406566" y="26411"/>
                </a:cubicBezTo>
                <a:lnTo>
                  <a:pt x="403037" y="35909"/>
                </a:lnTo>
                <a:cubicBezTo>
                  <a:pt x="400532" y="34434"/>
                  <a:pt x="398028" y="33697"/>
                  <a:pt x="395523" y="33697"/>
                </a:cubicBezTo>
                <a:cubicBezTo>
                  <a:pt x="393284" y="33697"/>
                  <a:pt x="391273" y="34370"/>
                  <a:pt x="389490" y="35717"/>
                </a:cubicBezTo>
                <a:cubicBezTo>
                  <a:pt x="387706" y="37064"/>
                  <a:pt x="386435" y="38933"/>
                  <a:pt x="385676" y="41324"/>
                </a:cubicBezTo>
                <a:cubicBezTo>
                  <a:pt x="384538" y="44967"/>
                  <a:pt x="383969" y="48951"/>
                  <a:pt x="383969" y="53277"/>
                </a:cubicBezTo>
                <a:lnTo>
                  <a:pt x="383969" y="84924"/>
                </a:lnTo>
                <a:lnTo>
                  <a:pt x="373723" y="84924"/>
                </a:lnTo>
                <a:close/>
                <a:moveTo>
                  <a:pt x="454465" y="65344"/>
                </a:moveTo>
                <a:lnTo>
                  <a:pt x="465053" y="66710"/>
                </a:lnTo>
                <a:cubicBezTo>
                  <a:pt x="463383" y="72913"/>
                  <a:pt x="460290" y="77728"/>
                  <a:pt x="455775" y="81153"/>
                </a:cubicBezTo>
                <a:cubicBezTo>
                  <a:pt x="451259" y="84578"/>
                  <a:pt x="445491" y="86290"/>
                  <a:pt x="438471" y="86290"/>
                </a:cubicBezTo>
                <a:cubicBezTo>
                  <a:pt x="429629" y="86290"/>
                  <a:pt x="422619" y="83568"/>
                  <a:pt x="417439" y="78122"/>
                </a:cubicBezTo>
                <a:cubicBezTo>
                  <a:pt x="412259" y="72677"/>
                  <a:pt x="409670" y="65040"/>
                  <a:pt x="409670" y="55212"/>
                </a:cubicBezTo>
                <a:cubicBezTo>
                  <a:pt x="409670" y="45043"/>
                  <a:pt x="412288" y="37150"/>
                  <a:pt x="417525" y="31534"/>
                </a:cubicBezTo>
                <a:cubicBezTo>
                  <a:pt x="422761" y="25917"/>
                  <a:pt x="429554" y="23109"/>
                  <a:pt x="437902" y="23109"/>
                </a:cubicBezTo>
                <a:cubicBezTo>
                  <a:pt x="445984" y="23109"/>
                  <a:pt x="452587" y="25856"/>
                  <a:pt x="457710" y="31350"/>
                </a:cubicBezTo>
                <a:cubicBezTo>
                  <a:pt x="462833" y="36843"/>
                  <a:pt x="465394" y="44571"/>
                  <a:pt x="465394" y="54534"/>
                </a:cubicBezTo>
                <a:cubicBezTo>
                  <a:pt x="465394" y="55140"/>
                  <a:pt x="465375" y="56049"/>
                  <a:pt x="465337" y="57261"/>
                </a:cubicBezTo>
                <a:lnTo>
                  <a:pt x="420257" y="57261"/>
                </a:lnTo>
                <a:cubicBezTo>
                  <a:pt x="420636" y="63921"/>
                  <a:pt x="422514" y="69020"/>
                  <a:pt x="425892" y="72558"/>
                </a:cubicBezTo>
                <a:cubicBezTo>
                  <a:pt x="429269" y="76097"/>
                  <a:pt x="433481" y="77866"/>
                  <a:pt x="438528" y="77866"/>
                </a:cubicBezTo>
                <a:cubicBezTo>
                  <a:pt x="442285" y="77866"/>
                  <a:pt x="445491" y="76871"/>
                  <a:pt x="448147" y="74880"/>
                </a:cubicBezTo>
                <a:cubicBezTo>
                  <a:pt x="450804" y="72888"/>
                  <a:pt x="452910" y="69709"/>
                  <a:pt x="454465" y="65344"/>
                </a:cubicBezTo>
                <a:moveTo>
                  <a:pt x="420826" y="48837"/>
                </a:moveTo>
                <a:lnTo>
                  <a:pt x="454579" y="48837"/>
                </a:lnTo>
                <a:cubicBezTo>
                  <a:pt x="454124" y="43769"/>
                  <a:pt x="452834" y="39968"/>
                  <a:pt x="450709" y="37434"/>
                </a:cubicBezTo>
                <a:cubicBezTo>
                  <a:pt x="447445" y="33500"/>
                  <a:pt x="443214" y="31534"/>
                  <a:pt x="438016" y="31534"/>
                </a:cubicBezTo>
                <a:cubicBezTo>
                  <a:pt x="433310" y="31534"/>
                  <a:pt x="429354" y="33104"/>
                  <a:pt x="426148" y="36244"/>
                </a:cubicBezTo>
                <a:cubicBezTo>
                  <a:pt x="422941" y="39383"/>
                  <a:pt x="421167" y="43580"/>
                  <a:pt x="420826" y="4883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9" name="Text Navigate">
            <a:extLst xmlns:a="http://schemas.openxmlformats.org/drawingml/2006/main">
              <a:ext uri="{FF2B5EF4-FFF2-40B4-BE49-F238E27FC236}">
                <a16:creationId xmlns:a16="http://schemas.microsoft.com/office/drawing/2014/main" id="{0E68495B-18C1-4825-B015-ED28E413D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8917" y="1192921"/>
            <a:ext cx="447692" cy="108034"/>
          </a:xfrm>
          <a:custGeom xmlns:a="http://schemas.openxmlformats.org/drawingml/2006/main">
            <a:pathLst>
              <a:path w="447692" h="108034">
                <a:moveTo>
                  <a:pt x="0" y="83444"/>
                </a:moveTo>
                <a:lnTo>
                  <a:pt x="0" y="0"/>
                </a:lnTo>
                <a:lnTo>
                  <a:pt x="11327" y="0"/>
                </a:lnTo>
                <a:lnTo>
                  <a:pt x="55155" y="65515"/>
                </a:lnTo>
                <a:lnTo>
                  <a:pt x="55155" y="0"/>
                </a:lnTo>
                <a:lnTo>
                  <a:pt x="65742" y="0"/>
                </a:lnTo>
                <a:lnTo>
                  <a:pt x="65742" y="83444"/>
                </a:lnTo>
                <a:lnTo>
                  <a:pt x="54415" y="83444"/>
                </a:lnTo>
                <a:lnTo>
                  <a:pt x="10587" y="17933"/>
                </a:lnTo>
                <a:lnTo>
                  <a:pt x="10587" y="83444"/>
                </a:lnTo>
                <a:lnTo>
                  <a:pt x="0" y="83444"/>
                </a:lnTo>
                <a:close/>
                <a:moveTo>
                  <a:pt x="122603" y="75817"/>
                </a:moveTo>
                <a:cubicBezTo>
                  <a:pt x="118809" y="79105"/>
                  <a:pt x="115156" y="81427"/>
                  <a:pt x="111646" y="82781"/>
                </a:cubicBezTo>
                <a:cubicBezTo>
                  <a:pt x="108136" y="84134"/>
                  <a:pt x="104370" y="84810"/>
                  <a:pt x="100348" y="84810"/>
                </a:cubicBezTo>
                <a:cubicBezTo>
                  <a:pt x="93707" y="84810"/>
                  <a:pt x="88603" y="83188"/>
                  <a:pt x="85036" y="79944"/>
                </a:cubicBezTo>
                <a:cubicBezTo>
                  <a:pt x="81469" y="76699"/>
                  <a:pt x="79686" y="72554"/>
                  <a:pt x="79686" y="67507"/>
                </a:cubicBezTo>
                <a:cubicBezTo>
                  <a:pt x="79686" y="64547"/>
                  <a:pt x="80359" y="61843"/>
                  <a:pt x="81707" y="59396"/>
                </a:cubicBezTo>
                <a:cubicBezTo>
                  <a:pt x="83054" y="56948"/>
                  <a:pt x="84818" y="54985"/>
                  <a:pt x="87000" y="53505"/>
                </a:cubicBezTo>
                <a:cubicBezTo>
                  <a:pt x="89182" y="52025"/>
                  <a:pt x="91639" y="50905"/>
                  <a:pt x="94371" y="50146"/>
                </a:cubicBezTo>
                <a:cubicBezTo>
                  <a:pt x="96382" y="49615"/>
                  <a:pt x="99418" y="49103"/>
                  <a:pt x="103478" y="48609"/>
                </a:cubicBezTo>
                <a:cubicBezTo>
                  <a:pt x="111751" y="47623"/>
                  <a:pt x="117841" y="46447"/>
                  <a:pt x="121750" y="45080"/>
                </a:cubicBezTo>
                <a:cubicBezTo>
                  <a:pt x="121788" y="43682"/>
                  <a:pt x="121807" y="42794"/>
                  <a:pt x="121807" y="42416"/>
                </a:cubicBezTo>
                <a:cubicBezTo>
                  <a:pt x="121807" y="38257"/>
                  <a:pt x="120839" y="35328"/>
                  <a:pt x="118904" y="33627"/>
                </a:cubicBezTo>
                <a:cubicBezTo>
                  <a:pt x="116285" y="31321"/>
                  <a:pt x="112396" y="30167"/>
                  <a:pt x="107235" y="30167"/>
                </a:cubicBezTo>
                <a:cubicBezTo>
                  <a:pt x="102416" y="30167"/>
                  <a:pt x="98858" y="31012"/>
                  <a:pt x="96563" y="32700"/>
                </a:cubicBezTo>
                <a:cubicBezTo>
                  <a:pt x="94267" y="34389"/>
                  <a:pt x="92569" y="37377"/>
                  <a:pt x="91468" y="41665"/>
                </a:cubicBezTo>
                <a:lnTo>
                  <a:pt x="81450" y="40299"/>
                </a:lnTo>
                <a:cubicBezTo>
                  <a:pt x="82361" y="35998"/>
                  <a:pt x="83860" y="32525"/>
                  <a:pt x="85947" y="29879"/>
                </a:cubicBezTo>
                <a:cubicBezTo>
                  <a:pt x="88034" y="27234"/>
                  <a:pt x="91051" y="25198"/>
                  <a:pt x="94997" y="23771"/>
                </a:cubicBezTo>
                <a:cubicBezTo>
                  <a:pt x="98944" y="22343"/>
                  <a:pt x="103516" y="21630"/>
                  <a:pt x="108715" y="21630"/>
                </a:cubicBezTo>
                <a:cubicBezTo>
                  <a:pt x="113876" y="21630"/>
                  <a:pt x="118069" y="22239"/>
                  <a:pt x="121294" y="23458"/>
                </a:cubicBezTo>
                <a:cubicBezTo>
                  <a:pt x="124520" y="24676"/>
                  <a:pt x="126891" y="26209"/>
                  <a:pt x="128409" y="28056"/>
                </a:cubicBezTo>
                <a:cubicBezTo>
                  <a:pt x="129927" y="29902"/>
                  <a:pt x="130990" y="32235"/>
                  <a:pt x="131597" y="35054"/>
                </a:cubicBezTo>
                <a:cubicBezTo>
                  <a:pt x="131938" y="36805"/>
                  <a:pt x="132109" y="39951"/>
                  <a:pt x="132109" y="44492"/>
                </a:cubicBezTo>
                <a:lnTo>
                  <a:pt x="132109" y="58113"/>
                </a:lnTo>
                <a:cubicBezTo>
                  <a:pt x="132109" y="67611"/>
                  <a:pt x="132327" y="73626"/>
                  <a:pt x="132764" y="76159"/>
                </a:cubicBezTo>
                <a:cubicBezTo>
                  <a:pt x="133200" y="78692"/>
                  <a:pt x="134063" y="81120"/>
                  <a:pt x="135353" y="83444"/>
                </a:cubicBezTo>
                <a:lnTo>
                  <a:pt x="124653" y="83444"/>
                </a:lnTo>
                <a:cubicBezTo>
                  <a:pt x="123590" y="81271"/>
                  <a:pt x="122907" y="78728"/>
                  <a:pt x="122603" y="75817"/>
                </a:cubicBezTo>
                <a:moveTo>
                  <a:pt x="121750" y="53163"/>
                </a:moveTo>
                <a:cubicBezTo>
                  <a:pt x="118031" y="54674"/>
                  <a:pt x="112453" y="55958"/>
                  <a:pt x="105015" y="57016"/>
                </a:cubicBezTo>
                <a:cubicBezTo>
                  <a:pt x="100803" y="57619"/>
                  <a:pt x="97824" y="58299"/>
                  <a:pt x="96079" y="59054"/>
                </a:cubicBezTo>
                <a:cubicBezTo>
                  <a:pt x="94333" y="59810"/>
                  <a:pt x="92986" y="60914"/>
                  <a:pt x="92038" y="62368"/>
                </a:cubicBezTo>
                <a:cubicBezTo>
                  <a:pt x="91089" y="63822"/>
                  <a:pt x="90615" y="65436"/>
                  <a:pt x="90615" y="67212"/>
                </a:cubicBezTo>
                <a:cubicBezTo>
                  <a:pt x="90615" y="69931"/>
                  <a:pt x="91649" y="72197"/>
                  <a:pt x="93717" y="74010"/>
                </a:cubicBezTo>
                <a:cubicBezTo>
                  <a:pt x="95785" y="75822"/>
                  <a:pt x="98811" y="76728"/>
                  <a:pt x="102795" y="76728"/>
                </a:cubicBezTo>
                <a:cubicBezTo>
                  <a:pt x="106742" y="76728"/>
                  <a:pt x="110252" y="75868"/>
                  <a:pt x="113326" y="74147"/>
                </a:cubicBezTo>
                <a:cubicBezTo>
                  <a:pt x="116399" y="72425"/>
                  <a:pt x="118657" y="70073"/>
                  <a:pt x="120099" y="67091"/>
                </a:cubicBezTo>
                <a:cubicBezTo>
                  <a:pt x="121199" y="64789"/>
                  <a:pt x="121750" y="61392"/>
                  <a:pt x="121750" y="56900"/>
                </a:cubicBezTo>
                <a:lnTo>
                  <a:pt x="121750" y="53163"/>
                </a:lnTo>
                <a:close/>
                <a:moveTo>
                  <a:pt x="164972" y="83444"/>
                </a:moveTo>
                <a:lnTo>
                  <a:pt x="141976" y="22996"/>
                </a:lnTo>
                <a:lnTo>
                  <a:pt x="152791" y="22996"/>
                </a:lnTo>
                <a:lnTo>
                  <a:pt x="165769" y="59197"/>
                </a:lnTo>
                <a:cubicBezTo>
                  <a:pt x="167173" y="63105"/>
                  <a:pt x="168463" y="67165"/>
                  <a:pt x="169639" y="71377"/>
                </a:cubicBezTo>
                <a:cubicBezTo>
                  <a:pt x="170550" y="68190"/>
                  <a:pt x="171821" y="64357"/>
                  <a:pt x="173453" y="59880"/>
                </a:cubicBezTo>
                <a:lnTo>
                  <a:pt x="186886" y="22996"/>
                </a:lnTo>
                <a:lnTo>
                  <a:pt x="197416" y="22996"/>
                </a:lnTo>
                <a:lnTo>
                  <a:pt x="174534" y="83444"/>
                </a:lnTo>
                <a:lnTo>
                  <a:pt x="164972" y="83444"/>
                </a:lnTo>
                <a:close/>
                <a:moveTo>
                  <a:pt x="206816" y="11725"/>
                </a:moveTo>
                <a:lnTo>
                  <a:pt x="206816" y="0"/>
                </a:lnTo>
                <a:lnTo>
                  <a:pt x="217062" y="0"/>
                </a:lnTo>
                <a:lnTo>
                  <a:pt x="217062" y="11725"/>
                </a:lnTo>
                <a:lnTo>
                  <a:pt x="206816" y="11725"/>
                </a:lnTo>
                <a:moveTo>
                  <a:pt x="206816" y="83444"/>
                </a:moveTo>
                <a:lnTo>
                  <a:pt x="206816" y="22996"/>
                </a:lnTo>
                <a:lnTo>
                  <a:pt x="217062" y="22996"/>
                </a:lnTo>
                <a:lnTo>
                  <a:pt x="217062" y="83444"/>
                </a:lnTo>
                <a:lnTo>
                  <a:pt x="206816" y="83444"/>
                </a:lnTo>
                <a:close/>
                <a:moveTo>
                  <a:pt x="230655" y="88453"/>
                </a:moveTo>
                <a:lnTo>
                  <a:pt x="240616" y="89819"/>
                </a:lnTo>
                <a:cubicBezTo>
                  <a:pt x="241034" y="92930"/>
                  <a:pt x="242191" y="95195"/>
                  <a:pt x="244088" y="96616"/>
                </a:cubicBezTo>
                <a:cubicBezTo>
                  <a:pt x="246631" y="98536"/>
                  <a:pt x="250103" y="99496"/>
                  <a:pt x="254505" y="99496"/>
                </a:cubicBezTo>
                <a:cubicBezTo>
                  <a:pt x="259248" y="99496"/>
                  <a:pt x="262910" y="98545"/>
                  <a:pt x="265490" y="96643"/>
                </a:cubicBezTo>
                <a:cubicBezTo>
                  <a:pt x="268071" y="94741"/>
                  <a:pt x="269816" y="92078"/>
                  <a:pt x="270727" y="88656"/>
                </a:cubicBezTo>
                <a:cubicBezTo>
                  <a:pt x="271258" y="86563"/>
                  <a:pt x="271505" y="82170"/>
                  <a:pt x="271467" y="75476"/>
                </a:cubicBezTo>
                <a:cubicBezTo>
                  <a:pt x="266989" y="80788"/>
                  <a:pt x="261411" y="83444"/>
                  <a:pt x="254732" y="83444"/>
                </a:cubicBezTo>
                <a:cubicBezTo>
                  <a:pt x="246422" y="83444"/>
                  <a:pt x="239990" y="80447"/>
                  <a:pt x="235437" y="74451"/>
                </a:cubicBezTo>
                <a:cubicBezTo>
                  <a:pt x="230883" y="68456"/>
                  <a:pt x="228606" y="61265"/>
                  <a:pt x="228606" y="52878"/>
                </a:cubicBezTo>
                <a:cubicBezTo>
                  <a:pt x="228606" y="47111"/>
                  <a:pt x="229650" y="41789"/>
                  <a:pt x="231737" y="36912"/>
                </a:cubicBezTo>
                <a:cubicBezTo>
                  <a:pt x="233824" y="32036"/>
                  <a:pt x="236850" y="28270"/>
                  <a:pt x="240815" y="25614"/>
                </a:cubicBezTo>
                <a:cubicBezTo>
                  <a:pt x="244781" y="22958"/>
                  <a:pt x="249439" y="21630"/>
                  <a:pt x="254789" y="21630"/>
                </a:cubicBezTo>
                <a:cubicBezTo>
                  <a:pt x="261923" y="21630"/>
                  <a:pt x="267805" y="24551"/>
                  <a:pt x="272434" y="30395"/>
                </a:cubicBezTo>
                <a:lnTo>
                  <a:pt x="272434" y="22996"/>
                </a:lnTo>
                <a:lnTo>
                  <a:pt x="281883" y="22996"/>
                </a:lnTo>
                <a:lnTo>
                  <a:pt x="281883" y="75284"/>
                </a:lnTo>
                <a:cubicBezTo>
                  <a:pt x="281883" y="84700"/>
                  <a:pt x="280925" y="91373"/>
                  <a:pt x="279009" y="95303"/>
                </a:cubicBezTo>
                <a:cubicBezTo>
                  <a:pt x="277092" y="99233"/>
                  <a:pt x="274057" y="102337"/>
                  <a:pt x="269901" y="104615"/>
                </a:cubicBezTo>
                <a:cubicBezTo>
                  <a:pt x="265746" y="106894"/>
                  <a:pt x="260633" y="108034"/>
                  <a:pt x="254562" y="108034"/>
                </a:cubicBezTo>
                <a:cubicBezTo>
                  <a:pt x="247352" y="108034"/>
                  <a:pt x="241527" y="106407"/>
                  <a:pt x="237087" y="103153"/>
                </a:cubicBezTo>
                <a:cubicBezTo>
                  <a:pt x="232647" y="99899"/>
                  <a:pt x="230503" y="94999"/>
                  <a:pt x="230655" y="88453"/>
                </a:cubicBezTo>
                <a:moveTo>
                  <a:pt x="239136" y="52140"/>
                </a:moveTo>
                <a:cubicBezTo>
                  <a:pt x="239136" y="60051"/>
                  <a:pt x="240711" y="65823"/>
                  <a:pt x="243861" y="69456"/>
                </a:cubicBezTo>
                <a:cubicBezTo>
                  <a:pt x="247010" y="73090"/>
                  <a:pt x="250957" y="74906"/>
                  <a:pt x="255700" y="74906"/>
                </a:cubicBezTo>
                <a:cubicBezTo>
                  <a:pt x="260405" y="74906"/>
                  <a:pt x="264352" y="73099"/>
                  <a:pt x="267539" y="69485"/>
                </a:cubicBezTo>
                <a:cubicBezTo>
                  <a:pt x="270727" y="65870"/>
                  <a:pt x="272321" y="60202"/>
                  <a:pt x="272321" y="52480"/>
                </a:cubicBezTo>
                <a:cubicBezTo>
                  <a:pt x="272321" y="45099"/>
                  <a:pt x="270679" y="39536"/>
                  <a:pt x="267397" y="35788"/>
                </a:cubicBezTo>
                <a:cubicBezTo>
                  <a:pt x="264115" y="32041"/>
                  <a:pt x="260159" y="30167"/>
                  <a:pt x="255529" y="30167"/>
                </a:cubicBezTo>
                <a:cubicBezTo>
                  <a:pt x="250976" y="30167"/>
                  <a:pt x="247105" y="32013"/>
                  <a:pt x="243918" y="35703"/>
                </a:cubicBezTo>
                <a:cubicBezTo>
                  <a:pt x="240730" y="39393"/>
                  <a:pt x="239136" y="44872"/>
                  <a:pt x="239136" y="52140"/>
                </a:cubicBezTo>
                <a:close/>
                <a:moveTo>
                  <a:pt x="337001" y="75817"/>
                </a:moveTo>
                <a:cubicBezTo>
                  <a:pt x="333207" y="79105"/>
                  <a:pt x="329554" y="81427"/>
                  <a:pt x="326044" y="82781"/>
                </a:cubicBezTo>
                <a:cubicBezTo>
                  <a:pt x="322534" y="84134"/>
                  <a:pt x="318768" y="84810"/>
                  <a:pt x="314746" y="84810"/>
                </a:cubicBezTo>
                <a:cubicBezTo>
                  <a:pt x="308105" y="84810"/>
                  <a:pt x="303001" y="83188"/>
                  <a:pt x="299434" y="79944"/>
                </a:cubicBezTo>
                <a:cubicBezTo>
                  <a:pt x="295867" y="76699"/>
                  <a:pt x="294084" y="72554"/>
                  <a:pt x="294084" y="67507"/>
                </a:cubicBezTo>
                <a:cubicBezTo>
                  <a:pt x="294084" y="64547"/>
                  <a:pt x="294757" y="61843"/>
                  <a:pt x="296105" y="59396"/>
                </a:cubicBezTo>
                <a:cubicBezTo>
                  <a:pt x="297452" y="56948"/>
                  <a:pt x="299216" y="54985"/>
                  <a:pt x="301398" y="53505"/>
                </a:cubicBezTo>
                <a:cubicBezTo>
                  <a:pt x="303580" y="52025"/>
                  <a:pt x="306037" y="50905"/>
                  <a:pt x="308769" y="50146"/>
                </a:cubicBezTo>
                <a:cubicBezTo>
                  <a:pt x="310780" y="49615"/>
                  <a:pt x="313816" y="49103"/>
                  <a:pt x="317876" y="48609"/>
                </a:cubicBezTo>
                <a:cubicBezTo>
                  <a:pt x="326149" y="47623"/>
                  <a:pt x="332239" y="46447"/>
                  <a:pt x="336148" y="45080"/>
                </a:cubicBezTo>
                <a:cubicBezTo>
                  <a:pt x="336186" y="43682"/>
                  <a:pt x="336205" y="42794"/>
                  <a:pt x="336205" y="42416"/>
                </a:cubicBezTo>
                <a:cubicBezTo>
                  <a:pt x="336205" y="38257"/>
                  <a:pt x="335237" y="35328"/>
                  <a:pt x="333302" y="33627"/>
                </a:cubicBezTo>
                <a:cubicBezTo>
                  <a:pt x="330683" y="31321"/>
                  <a:pt x="326794" y="30167"/>
                  <a:pt x="321633" y="30167"/>
                </a:cubicBezTo>
                <a:cubicBezTo>
                  <a:pt x="316814" y="30167"/>
                  <a:pt x="313256" y="31012"/>
                  <a:pt x="310961" y="32700"/>
                </a:cubicBezTo>
                <a:cubicBezTo>
                  <a:pt x="308665" y="34389"/>
                  <a:pt x="306967" y="37377"/>
                  <a:pt x="305866" y="41665"/>
                </a:cubicBezTo>
                <a:lnTo>
                  <a:pt x="295848" y="40299"/>
                </a:lnTo>
                <a:cubicBezTo>
                  <a:pt x="296759" y="35998"/>
                  <a:pt x="298258" y="32525"/>
                  <a:pt x="300345" y="29879"/>
                </a:cubicBezTo>
                <a:cubicBezTo>
                  <a:pt x="302432" y="27234"/>
                  <a:pt x="305449" y="25198"/>
                  <a:pt x="309395" y="23771"/>
                </a:cubicBezTo>
                <a:cubicBezTo>
                  <a:pt x="313342" y="22343"/>
                  <a:pt x="317914" y="21630"/>
                  <a:pt x="323113" y="21630"/>
                </a:cubicBezTo>
                <a:cubicBezTo>
                  <a:pt x="328274" y="21630"/>
                  <a:pt x="332467" y="22239"/>
                  <a:pt x="335692" y="23458"/>
                </a:cubicBezTo>
                <a:cubicBezTo>
                  <a:pt x="338918" y="24676"/>
                  <a:pt x="341289" y="26209"/>
                  <a:pt x="342807" y="28056"/>
                </a:cubicBezTo>
                <a:cubicBezTo>
                  <a:pt x="344325" y="29902"/>
                  <a:pt x="345388" y="32235"/>
                  <a:pt x="345995" y="35054"/>
                </a:cubicBezTo>
                <a:cubicBezTo>
                  <a:pt x="346336" y="36805"/>
                  <a:pt x="346507" y="39951"/>
                  <a:pt x="346507" y="44492"/>
                </a:cubicBezTo>
                <a:lnTo>
                  <a:pt x="346507" y="58113"/>
                </a:lnTo>
                <a:cubicBezTo>
                  <a:pt x="346507" y="67611"/>
                  <a:pt x="346725" y="73626"/>
                  <a:pt x="347162" y="76159"/>
                </a:cubicBezTo>
                <a:cubicBezTo>
                  <a:pt x="347598" y="78692"/>
                  <a:pt x="348461" y="81120"/>
                  <a:pt x="349751" y="83444"/>
                </a:cubicBezTo>
                <a:lnTo>
                  <a:pt x="339051" y="83444"/>
                </a:lnTo>
                <a:cubicBezTo>
                  <a:pt x="337988" y="81271"/>
                  <a:pt x="337305" y="78728"/>
                  <a:pt x="337001" y="75817"/>
                </a:cubicBezTo>
                <a:moveTo>
                  <a:pt x="336148" y="53163"/>
                </a:moveTo>
                <a:cubicBezTo>
                  <a:pt x="332429" y="54674"/>
                  <a:pt x="326851" y="55958"/>
                  <a:pt x="319413" y="57016"/>
                </a:cubicBezTo>
                <a:cubicBezTo>
                  <a:pt x="315201" y="57619"/>
                  <a:pt x="312222" y="58299"/>
                  <a:pt x="310477" y="59054"/>
                </a:cubicBezTo>
                <a:cubicBezTo>
                  <a:pt x="308731" y="59810"/>
                  <a:pt x="307384" y="60914"/>
                  <a:pt x="306436" y="62368"/>
                </a:cubicBezTo>
                <a:cubicBezTo>
                  <a:pt x="305487" y="63822"/>
                  <a:pt x="305013" y="65436"/>
                  <a:pt x="305013" y="67212"/>
                </a:cubicBezTo>
                <a:cubicBezTo>
                  <a:pt x="305013" y="69931"/>
                  <a:pt x="306047" y="72197"/>
                  <a:pt x="308115" y="74010"/>
                </a:cubicBezTo>
                <a:cubicBezTo>
                  <a:pt x="310183" y="75822"/>
                  <a:pt x="313209" y="76728"/>
                  <a:pt x="317193" y="76728"/>
                </a:cubicBezTo>
                <a:cubicBezTo>
                  <a:pt x="321140" y="76728"/>
                  <a:pt x="324650" y="75868"/>
                  <a:pt x="327724" y="74147"/>
                </a:cubicBezTo>
                <a:cubicBezTo>
                  <a:pt x="330797" y="72425"/>
                  <a:pt x="333055" y="70073"/>
                  <a:pt x="334497" y="67091"/>
                </a:cubicBezTo>
                <a:cubicBezTo>
                  <a:pt x="335597" y="64789"/>
                  <a:pt x="336148" y="61392"/>
                  <a:pt x="336148" y="56900"/>
                </a:cubicBezTo>
                <a:lnTo>
                  <a:pt x="336148" y="53163"/>
                </a:lnTo>
                <a:close/>
                <a:moveTo>
                  <a:pt x="384948" y="74280"/>
                </a:moveTo>
                <a:lnTo>
                  <a:pt x="386428" y="83331"/>
                </a:lnTo>
                <a:cubicBezTo>
                  <a:pt x="383544" y="83938"/>
                  <a:pt x="380964" y="84241"/>
                  <a:pt x="378687" y="84241"/>
                </a:cubicBezTo>
                <a:cubicBezTo>
                  <a:pt x="374968" y="84241"/>
                  <a:pt x="372084" y="83653"/>
                  <a:pt x="370035" y="82477"/>
                </a:cubicBezTo>
                <a:cubicBezTo>
                  <a:pt x="367986" y="81300"/>
                  <a:pt x="366544" y="79754"/>
                  <a:pt x="365709" y="77838"/>
                </a:cubicBezTo>
                <a:cubicBezTo>
                  <a:pt x="364874" y="75921"/>
                  <a:pt x="364457" y="71890"/>
                  <a:pt x="364457" y="65742"/>
                </a:cubicBezTo>
                <a:lnTo>
                  <a:pt x="364457" y="30964"/>
                </a:lnTo>
                <a:lnTo>
                  <a:pt x="356944" y="30964"/>
                </a:lnTo>
                <a:lnTo>
                  <a:pt x="356944" y="22996"/>
                </a:lnTo>
                <a:lnTo>
                  <a:pt x="364457" y="22996"/>
                </a:lnTo>
                <a:lnTo>
                  <a:pt x="364457" y="8026"/>
                </a:lnTo>
                <a:lnTo>
                  <a:pt x="374646" y="1878"/>
                </a:lnTo>
                <a:lnTo>
                  <a:pt x="374646" y="22996"/>
                </a:lnTo>
                <a:lnTo>
                  <a:pt x="384948" y="22996"/>
                </a:lnTo>
                <a:lnTo>
                  <a:pt x="384948" y="30964"/>
                </a:lnTo>
                <a:lnTo>
                  <a:pt x="374646" y="30964"/>
                </a:lnTo>
                <a:lnTo>
                  <a:pt x="374646" y="66312"/>
                </a:lnTo>
                <a:cubicBezTo>
                  <a:pt x="374646" y="69233"/>
                  <a:pt x="374826" y="71112"/>
                  <a:pt x="375186" y="71947"/>
                </a:cubicBezTo>
                <a:cubicBezTo>
                  <a:pt x="375547" y="72781"/>
                  <a:pt x="376135" y="73445"/>
                  <a:pt x="376951" y="73939"/>
                </a:cubicBezTo>
                <a:cubicBezTo>
                  <a:pt x="377767" y="74432"/>
                  <a:pt x="378934" y="74679"/>
                  <a:pt x="380452" y="74679"/>
                </a:cubicBezTo>
                <a:cubicBezTo>
                  <a:pt x="381590" y="74679"/>
                  <a:pt x="383089" y="74546"/>
                  <a:pt x="384948" y="74280"/>
                </a:cubicBezTo>
                <a:close/>
                <a:moveTo>
                  <a:pt x="436764" y="63864"/>
                </a:moveTo>
                <a:lnTo>
                  <a:pt x="447351" y="65230"/>
                </a:lnTo>
                <a:cubicBezTo>
                  <a:pt x="445681" y="71433"/>
                  <a:pt x="442588" y="76248"/>
                  <a:pt x="438073" y="79673"/>
                </a:cubicBezTo>
                <a:cubicBezTo>
                  <a:pt x="433557" y="83098"/>
                  <a:pt x="427789" y="84810"/>
                  <a:pt x="420769" y="84810"/>
                </a:cubicBezTo>
                <a:cubicBezTo>
                  <a:pt x="411928" y="84810"/>
                  <a:pt x="404917" y="82088"/>
                  <a:pt x="399737" y="76642"/>
                </a:cubicBezTo>
                <a:cubicBezTo>
                  <a:pt x="394557" y="71197"/>
                  <a:pt x="391968" y="63560"/>
                  <a:pt x="391968" y="53732"/>
                </a:cubicBezTo>
                <a:cubicBezTo>
                  <a:pt x="391968" y="43563"/>
                  <a:pt x="394586" y="35670"/>
                  <a:pt x="399823" y="30054"/>
                </a:cubicBezTo>
                <a:cubicBezTo>
                  <a:pt x="405059" y="24438"/>
                  <a:pt x="411852" y="21630"/>
                  <a:pt x="420200" y="21630"/>
                </a:cubicBezTo>
                <a:cubicBezTo>
                  <a:pt x="428282" y="21630"/>
                  <a:pt x="434885" y="24376"/>
                  <a:pt x="440008" y="29870"/>
                </a:cubicBezTo>
                <a:cubicBezTo>
                  <a:pt x="445131" y="35363"/>
                  <a:pt x="447692" y="43091"/>
                  <a:pt x="447692" y="53055"/>
                </a:cubicBezTo>
                <a:cubicBezTo>
                  <a:pt x="447692" y="53661"/>
                  <a:pt x="447673" y="54569"/>
                  <a:pt x="447635" y="55781"/>
                </a:cubicBezTo>
                <a:lnTo>
                  <a:pt x="402555" y="55781"/>
                </a:lnTo>
                <a:cubicBezTo>
                  <a:pt x="402934" y="62441"/>
                  <a:pt x="404813" y="67540"/>
                  <a:pt x="408190" y="71079"/>
                </a:cubicBezTo>
                <a:cubicBezTo>
                  <a:pt x="411567" y="74617"/>
                  <a:pt x="415779" y="76386"/>
                  <a:pt x="420826" y="76386"/>
                </a:cubicBezTo>
                <a:cubicBezTo>
                  <a:pt x="424583" y="76386"/>
                  <a:pt x="427789" y="75391"/>
                  <a:pt x="430445" y="73400"/>
                </a:cubicBezTo>
                <a:cubicBezTo>
                  <a:pt x="433102" y="71408"/>
                  <a:pt x="435208" y="68229"/>
                  <a:pt x="436764" y="63864"/>
                </a:cubicBezTo>
                <a:moveTo>
                  <a:pt x="403124" y="47357"/>
                </a:moveTo>
                <a:lnTo>
                  <a:pt x="436877" y="47357"/>
                </a:lnTo>
                <a:cubicBezTo>
                  <a:pt x="436422" y="42289"/>
                  <a:pt x="435132" y="38488"/>
                  <a:pt x="433007" y="35954"/>
                </a:cubicBezTo>
                <a:cubicBezTo>
                  <a:pt x="429743" y="32020"/>
                  <a:pt x="425512" y="30054"/>
                  <a:pt x="420314" y="30054"/>
                </a:cubicBezTo>
                <a:cubicBezTo>
                  <a:pt x="415608" y="30054"/>
                  <a:pt x="411652" y="31624"/>
                  <a:pt x="408446" y="34764"/>
                </a:cubicBezTo>
                <a:cubicBezTo>
                  <a:pt x="405239" y="37903"/>
                  <a:pt x="403465" y="42100"/>
                  <a:pt x="403124" y="4735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0" name="Text Repo">
            <a:extLst xmlns:a="http://schemas.openxmlformats.org/drawingml/2006/main">
              <a:ext uri="{FF2B5EF4-FFF2-40B4-BE49-F238E27FC236}">
                <a16:creationId xmlns:a16="http://schemas.microsoft.com/office/drawing/2014/main" id="{5752FDF3-7CAF-44AD-A252-FDD65D9CE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9201" y="1333510"/>
            <a:ext cx="265740" cy="106668"/>
          </a:xfrm>
          <a:custGeom xmlns:a="http://schemas.openxmlformats.org/drawingml/2006/main">
            <a:pathLst>
              <a:path w="265740" h="106668">
                <a:moveTo>
                  <a:pt x="0" y="83444"/>
                </a:moveTo>
                <a:lnTo>
                  <a:pt x="0" y="0"/>
                </a:lnTo>
                <a:lnTo>
                  <a:pt x="36998" y="0"/>
                </a:lnTo>
                <a:cubicBezTo>
                  <a:pt x="44435" y="0"/>
                  <a:pt x="50089" y="749"/>
                  <a:pt x="53960" y="2247"/>
                </a:cubicBezTo>
                <a:cubicBezTo>
                  <a:pt x="57831" y="3743"/>
                  <a:pt x="60923" y="6386"/>
                  <a:pt x="63238" y="10176"/>
                </a:cubicBezTo>
                <a:cubicBezTo>
                  <a:pt x="65553" y="13966"/>
                  <a:pt x="66710" y="18154"/>
                  <a:pt x="66710" y="22739"/>
                </a:cubicBezTo>
                <a:cubicBezTo>
                  <a:pt x="66710" y="28652"/>
                  <a:pt x="64794" y="33636"/>
                  <a:pt x="60961" y="37692"/>
                </a:cubicBezTo>
                <a:cubicBezTo>
                  <a:pt x="57128" y="41746"/>
                  <a:pt x="51209" y="44323"/>
                  <a:pt x="43202" y="45422"/>
                </a:cubicBezTo>
                <a:cubicBezTo>
                  <a:pt x="46124" y="46828"/>
                  <a:pt x="48344" y="48216"/>
                  <a:pt x="49862" y="49584"/>
                </a:cubicBezTo>
                <a:cubicBezTo>
                  <a:pt x="53087" y="52550"/>
                  <a:pt x="56142" y="56255"/>
                  <a:pt x="59026" y="60700"/>
                </a:cubicBezTo>
                <a:lnTo>
                  <a:pt x="73540" y="83444"/>
                </a:lnTo>
                <a:lnTo>
                  <a:pt x="59652" y="83444"/>
                </a:lnTo>
                <a:lnTo>
                  <a:pt x="48609" y="66057"/>
                </a:lnTo>
                <a:cubicBezTo>
                  <a:pt x="45384" y="61041"/>
                  <a:pt x="42728" y="57203"/>
                  <a:pt x="40641" y="54543"/>
                </a:cubicBezTo>
                <a:cubicBezTo>
                  <a:pt x="38554" y="51882"/>
                  <a:pt x="36685" y="50020"/>
                  <a:pt x="35034" y="48956"/>
                </a:cubicBezTo>
                <a:cubicBezTo>
                  <a:pt x="33383" y="47891"/>
                  <a:pt x="31704" y="47150"/>
                  <a:pt x="29997" y="46731"/>
                </a:cubicBezTo>
                <a:cubicBezTo>
                  <a:pt x="28744" y="46466"/>
                  <a:pt x="26695" y="46333"/>
                  <a:pt x="23849" y="46333"/>
                </a:cubicBezTo>
                <a:lnTo>
                  <a:pt x="11042" y="46333"/>
                </a:lnTo>
                <a:lnTo>
                  <a:pt x="11042" y="83444"/>
                </a:lnTo>
                <a:lnTo>
                  <a:pt x="0" y="83444"/>
                </a:lnTo>
                <a:moveTo>
                  <a:pt x="11042" y="36770"/>
                </a:moveTo>
                <a:lnTo>
                  <a:pt x="34778" y="36770"/>
                </a:lnTo>
                <a:cubicBezTo>
                  <a:pt x="39825" y="36770"/>
                  <a:pt x="43771" y="36250"/>
                  <a:pt x="46617" y="35208"/>
                </a:cubicBezTo>
                <a:cubicBezTo>
                  <a:pt x="49463" y="34167"/>
                  <a:pt x="51626" y="32501"/>
                  <a:pt x="53106" y="30210"/>
                </a:cubicBezTo>
                <a:cubicBezTo>
                  <a:pt x="54586" y="27919"/>
                  <a:pt x="55326" y="25429"/>
                  <a:pt x="55326" y="22739"/>
                </a:cubicBezTo>
                <a:cubicBezTo>
                  <a:pt x="55326" y="18801"/>
                  <a:pt x="53894" y="15564"/>
                  <a:pt x="51029" y="13028"/>
                </a:cubicBezTo>
                <a:cubicBezTo>
                  <a:pt x="48164" y="10490"/>
                  <a:pt x="43639" y="9221"/>
                  <a:pt x="37453" y="9221"/>
                </a:cubicBezTo>
                <a:lnTo>
                  <a:pt x="11042" y="9221"/>
                </a:lnTo>
                <a:lnTo>
                  <a:pt x="11042" y="36770"/>
                </a:lnTo>
                <a:close/>
                <a:moveTo>
                  <a:pt x="124254" y="63864"/>
                </a:moveTo>
                <a:lnTo>
                  <a:pt x="134841" y="65230"/>
                </a:lnTo>
                <a:cubicBezTo>
                  <a:pt x="133172" y="71433"/>
                  <a:pt x="130079" y="76248"/>
                  <a:pt x="125563" y="79673"/>
                </a:cubicBezTo>
                <a:cubicBezTo>
                  <a:pt x="121048" y="83098"/>
                  <a:pt x="115280" y="84810"/>
                  <a:pt x="108260" y="84810"/>
                </a:cubicBezTo>
                <a:cubicBezTo>
                  <a:pt x="99418" y="84810"/>
                  <a:pt x="92407" y="82088"/>
                  <a:pt x="87228" y="76642"/>
                </a:cubicBezTo>
                <a:cubicBezTo>
                  <a:pt x="82048" y="71197"/>
                  <a:pt x="79458" y="63560"/>
                  <a:pt x="79458" y="53732"/>
                </a:cubicBezTo>
                <a:cubicBezTo>
                  <a:pt x="79458" y="43563"/>
                  <a:pt x="82077" y="35670"/>
                  <a:pt x="87313" y="30054"/>
                </a:cubicBezTo>
                <a:cubicBezTo>
                  <a:pt x="92550" y="24438"/>
                  <a:pt x="99342" y="21630"/>
                  <a:pt x="107690" y="21630"/>
                </a:cubicBezTo>
                <a:cubicBezTo>
                  <a:pt x="115773" y="21630"/>
                  <a:pt x="122376" y="24376"/>
                  <a:pt x="127499" y="29870"/>
                </a:cubicBezTo>
                <a:cubicBezTo>
                  <a:pt x="132621" y="35363"/>
                  <a:pt x="135183" y="43091"/>
                  <a:pt x="135183" y="53055"/>
                </a:cubicBezTo>
                <a:cubicBezTo>
                  <a:pt x="135183" y="53661"/>
                  <a:pt x="135164" y="54569"/>
                  <a:pt x="135126" y="55781"/>
                </a:cubicBezTo>
                <a:lnTo>
                  <a:pt x="90045" y="55781"/>
                </a:lnTo>
                <a:cubicBezTo>
                  <a:pt x="90425" y="62441"/>
                  <a:pt x="92303" y="67540"/>
                  <a:pt x="95680" y="71079"/>
                </a:cubicBezTo>
                <a:cubicBezTo>
                  <a:pt x="99058" y="74617"/>
                  <a:pt x="103270" y="76386"/>
                  <a:pt x="108317" y="76386"/>
                </a:cubicBezTo>
                <a:cubicBezTo>
                  <a:pt x="112073" y="76386"/>
                  <a:pt x="115280" y="75391"/>
                  <a:pt x="117936" y="73400"/>
                </a:cubicBezTo>
                <a:cubicBezTo>
                  <a:pt x="120592" y="71408"/>
                  <a:pt x="122698" y="68229"/>
                  <a:pt x="124254" y="63864"/>
                </a:cubicBezTo>
                <a:moveTo>
                  <a:pt x="90615" y="47357"/>
                </a:moveTo>
                <a:lnTo>
                  <a:pt x="124368" y="47357"/>
                </a:lnTo>
                <a:cubicBezTo>
                  <a:pt x="123913" y="42289"/>
                  <a:pt x="122622" y="38488"/>
                  <a:pt x="120497" y="35954"/>
                </a:cubicBezTo>
                <a:cubicBezTo>
                  <a:pt x="117234" y="32020"/>
                  <a:pt x="113003" y="30054"/>
                  <a:pt x="107804" y="30054"/>
                </a:cubicBezTo>
                <a:cubicBezTo>
                  <a:pt x="103099" y="30054"/>
                  <a:pt x="99143" y="31624"/>
                  <a:pt x="95937" y="34764"/>
                </a:cubicBezTo>
                <a:cubicBezTo>
                  <a:pt x="92730" y="37903"/>
                  <a:pt x="90956" y="42100"/>
                  <a:pt x="90615" y="47357"/>
                </a:cubicBezTo>
                <a:close/>
                <a:moveTo>
                  <a:pt x="147896" y="106668"/>
                </a:moveTo>
                <a:lnTo>
                  <a:pt x="147896" y="22996"/>
                </a:lnTo>
                <a:lnTo>
                  <a:pt x="157231" y="22996"/>
                </a:lnTo>
                <a:lnTo>
                  <a:pt x="157231" y="30906"/>
                </a:lnTo>
                <a:cubicBezTo>
                  <a:pt x="159432" y="27813"/>
                  <a:pt x="161917" y="25494"/>
                  <a:pt x="164687" y="23949"/>
                </a:cubicBezTo>
                <a:cubicBezTo>
                  <a:pt x="167457" y="22403"/>
                  <a:pt x="170816" y="21630"/>
                  <a:pt x="174762" y="21630"/>
                </a:cubicBezTo>
                <a:cubicBezTo>
                  <a:pt x="179923" y="21630"/>
                  <a:pt x="184476" y="22958"/>
                  <a:pt x="188423" y="25614"/>
                </a:cubicBezTo>
                <a:cubicBezTo>
                  <a:pt x="192369" y="28270"/>
                  <a:pt x="195348" y="32017"/>
                  <a:pt x="197359" y="36856"/>
                </a:cubicBezTo>
                <a:cubicBezTo>
                  <a:pt x="199370" y="41694"/>
                  <a:pt x="200376" y="46997"/>
                  <a:pt x="200376" y="52765"/>
                </a:cubicBezTo>
                <a:cubicBezTo>
                  <a:pt x="200376" y="58950"/>
                  <a:pt x="199266" y="64519"/>
                  <a:pt x="197046" y="69471"/>
                </a:cubicBezTo>
                <a:cubicBezTo>
                  <a:pt x="194826" y="74423"/>
                  <a:pt x="191601" y="78217"/>
                  <a:pt x="187370" y="80855"/>
                </a:cubicBezTo>
                <a:cubicBezTo>
                  <a:pt x="183139" y="83492"/>
                  <a:pt x="178689" y="84810"/>
                  <a:pt x="174022" y="84810"/>
                </a:cubicBezTo>
                <a:cubicBezTo>
                  <a:pt x="170607" y="84810"/>
                  <a:pt x="167543" y="84089"/>
                  <a:pt x="164830" y="82648"/>
                </a:cubicBezTo>
                <a:cubicBezTo>
                  <a:pt x="162116" y="81206"/>
                  <a:pt x="159887" y="79384"/>
                  <a:pt x="158141" y="77183"/>
                </a:cubicBezTo>
                <a:lnTo>
                  <a:pt x="158141" y="106668"/>
                </a:lnTo>
                <a:lnTo>
                  <a:pt x="147896" y="106668"/>
                </a:lnTo>
                <a:moveTo>
                  <a:pt x="157174" y="53590"/>
                </a:moveTo>
                <a:cubicBezTo>
                  <a:pt x="157174" y="61360"/>
                  <a:pt x="158749" y="67101"/>
                  <a:pt x="161898" y="70815"/>
                </a:cubicBezTo>
                <a:cubicBezTo>
                  <a:pt x="165048" y="74529"/>
                  <a:pt x="168861" y="76386"/>
                  <a:pt x="173339" y="76386"/>
                </a:cubicBezTo>
                <a:cubicBezTo>
                  <a:pt x="177893" y="76386"/>
                  <a:pt x="181792" y="74463"/>
                  <a:pt x="185036" y="70616"/>
                </a:cubicBezTo>
                <a:cubicBezTo>
                  <a:pt x="188280" y="66769"/>
                  <a:pt x="189903" y="60809"/>
                  <a:pt x="189903" y="52736"/>
                </a:cubicBezTo>
                <a:cubicBezTo>
                  <a:pt x="189903" y="45043"/>
                  <a:pt x="188318" y="39282"/>
                  <a:pt x="185150" y="35454"/>
                </a:cubicBezTo>
                <a:cubicBezTo>
                  <a:pt x="181981" y="31626"/>
                  <a:pt x="178196" y="29712"/>
                  <a:pt x="173794" y="29712"/>
                </a:cubicBezTo>
                <a:cubicBezTo>
                  <a:pt x="169431" y="29712"/>
                  <a:pt x="165569" y="31749"/>
                  <a:pt x="162211" y="35824"/>
                </a:cubicBezTo>
                <a:cubicBezTo>
                  <a:pt x="158853" y="39898"/>
                  <a:pt x="157174" y="45820"/>
                  <a:pt x="157174" y="53590"/>
                </a:cubicBezTo>
                <a:close/>
                <a:moveTo>
                  <a:pt x="209105" y="53220"/>
                </a:moveTo>
                <a:cubicBezTo>
                  <a:pt x="209105" y="42026"/>
                  <a:pt x="212216" y="33734"/>
                  <a:pt x="218440" y="28346"/>
                </a:cubicBezTo>
                <a:cubicBezTo>
                  <a:pt x="223638" y="23868"/>
                  <a:pt x="229975" y="21630"/>
                  <a:pt x="237451" y="21630"/>
                </a:cubicBezTo>
                <a:cubicBezTo>
                  <a:pt x="245761" y="21630"/>
                  <a:pt x="252553" y="24352"/>
                  <a:pt x="257828" y="29798"/>
                </a:cubicBezTo>
                <a:cubicBezTo>
                  <a:pt x="263103" y="35243"/>
                  <a:pt x="265740" y="42766"/>
                  <a:pt x="265740" y="52366"/>
                </a:cubicBezTo>
                <a:cubicBezTo>
                  <a:pt x="265740" y="60145"/>
                  <a:pt x="264573" y="66264"/>
                  <a:pt x="262239" y="70723"/>
                </a:cubicBezTo>
                <a:cubicBezTo>
                  <a:pt x="259906" y="75182"/>
                  <a:pt x="256509" y="78644"/>
                  <a:pt x="252051" y="81111"/>
                </a:cubicBezTo>
                <a:cubicBezTo>
                  <a:pt x="247592" y="83577"/>
                  <a:pt x="242725" y="84810"/>
                  <a:pt x="237451" y="84810"/>
                </a:cubicBezTo>
                <a:cubicBezTo>
                  <a:pt x="228989" y="84810"/>
                  <a:pt x="222149" y="82097"/>
                  <a:pt x="216931" y="76671"/>
                </a:cubicBezTo>
                <a:cubicBezTo>
                  <a:pt x="211713" y="71245"/>
                  <a:pt x="209105" y="63428"/>
                  <a:pt x="209105" y="53220"/>
                </a:cubicBezTo>
                <a:moveTo>
                  <a:pt x="219635" y="53248"/>
                </a:moveTo>
                <a:cubicBezTo>
                  <a:pt x="219635" y="60980"/>
                  <a:pt x="221323" y="66769"/>
                  <a:pt x="224701" y="70616"/>
                </a:cubicBezTo>
                <a:cubicBezTo>
                  <a:pt x="228078" y="74463"/>
                  <a:pt x="232328" y="76386"/>
                  <a:pt x="237451" y="76386"/>
                </a:cubicBezTo>
                <a:cubicBezTo>
                  <a:pt x="242536" y="76386"/>
                  <a:pt x="246767" y="74453"/>
                  <a:pt x="250144" y="70588"/>
                </a:cubicBezTo>
                <a:cubicBezTo>
                  <a:pt x="253521" y="66722"/>
                  <a:pt x="255210" y="60828"/>
                  <a:pt x="255210" y="52907"/>
                </a:cubicBezTo>
                <a:cubicBezTo>
                  <a:pt x="255210" y="45441"/>
                  <a:pt x="253512" y="39785"/>
                  <a:pt x="250115" y="35938"/>
                </a:cubicBezTo>
                <a:cubicBezTo>
                  <a:pt x="246719" y="32091"/>
                  <a:pt x="242498" y="30167"/>
                  <a:pt x="237451" y="30167"/>
                </a:cubicBezTo>
                <a:cubicBezTo>
                  <a:pt x="232328" y="30167"/>
                  <a:pt x="228078" y="32081"/>
                  <a:pt x="224701" y="35909"/>
                </a:cubicBezTo>
                <a:cubicBezTo>
                  <a:pt x="221323" y="39737"/>
                  <a:pt x="219635" y="45517"/>
                  <a:pt x="219635" y="5324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1" name="Text Code">
            <a:extLst xmlns:a="http://schemas.openxmlformats.org/drawingml/2006/main">
              <a:ext uri="{FF2B5EF4-FFF2-40B4-BE49-F238E27FC236}">
                <a16:creationId xmlns:a16="http://schemas.microsoft.com/office/drawing/2014/main" id="{A6015A1C-17F9-4838-9DEA-36ED131A5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3769" y="1179726"/>
            <a:ext cx="268586" cy="86290"/>
          </a:xfrm>
          <a:custGeom xmlns:a="http://schemas.openxmlformats.org/drawingml/2006/main">
            <a:pathLst>
              <a:path w="268586" h="86290">
                <a:moveTo>
                  <a:pt x="62726" y="55611"/>
                </a:moveTo>
                <a:lnTo>
                  <a:pt x="73768" y="58400"/>
                </a:lnTo>
                <a:cubicBezTo>
                  <a:pt x="71453" y="67469"/>
                  <a:pt x="67289" y="74385"/>
                  <a:pt x="61274" y="79147"/>
                </a:cubicBezTo>
                <a:cubicBezTo>
                  <a:pt x="55260" y="83909"/>
                  <a:pt x="47907" y="86290"/>
                  <a:pt x="39218" y="86290"/>
                </a:cubicBezTo>
                <a:cubicBezTo>
                  <a:pt x="30224" y="86290"/>
                  <a:pt x="22910" y="84459"/>
                  <a:pt x="17275" y="80798"/>
                </a:cubicBezTo>
                <a:cubicBezTo>
                  <a:pt x="11640" y="77136"/>
                  <a:pt x="7352" y="71833"/>
                  <a:pt x="4411" y="64889"/>
                </a:cubicBezTo>
                <a:cubicBezTo>
                  <a:pt x="1470" y="57944"/>
                  <a:pt x="0" y="50488"/>
                  <a:pt x="0" y="42519"/>
                </a:cubicBezTo>
                <a:cubicBezTo>
                  <a:pt x="0" y="33829"/>
                  <a:pt x="1660" y="26250"/>
                  <a:pt x="4980" y="19780"/>
                </a:cubicBezTo>
                <a:cubicBezTo>
                  <a:pt x="8301" y="13310"/>
                  <a:pt x="13025" y="8396"/>
                  <a:pt x="19154" y="5037"/>
                </a:cubicBezTo>
                <a:cubicBezTo>
                  <a:pt x="25282" y="1679"/>
                  <a:pt x="32027" y="0"/>
                  <a:pt x="39388" y="0"/>
                </a:cubicBezTo>
                <a:cubicBezTo>
                  <a:pt x="47737" y="0"/>
                  <a:pt x="54757" y="2125"/>
                  <a:pt x="60449" y="6375"/>
                </a:cubicBezTo>
                <a:cubicBezTo>
                  <a:pt x="66141" y="10625"/>
                  <a:pt x="70106" y="16602"/>
                  <a:pt x="72345" y="24305"/>
                </a:cubicBezTo>
                <a:lnTo>
                  <a:pt x="61473" y="26866"/>
                </a:lnTo>
                <a:cubicBezTo>
                  <a:pt x="59538" y="20795"/>
                  <a:pt x="56730" y="16374"/>
                  <a:pt x="53049" y="13604"/>
                </a:cubicBezTo>
                <a:cubicBezTo>
                  <a:pt x="49368" y="10834"/>
                  <a:pt x="44739" y="9449"/>
                  <a:pt x="39161" y="9449"/>
                </a:cubicBezTo>
                <a:cubicBezTo>
                  <a:pt x="32748" y="9449"/>
                  <a:pt x="27388" y="10986"/>
                  <a:pt x="23081" y="14059"/>
                </a:cubicBezTo>
                <a:cubicBezTo>
                  <a:pt x="18774" y="17133"/>
                  <a:pt x="15748" y="21260"/>
                  <a:pt x="14002" y="26439"/>
                </a:cubicBezTo>
                <a:cubicBezTo>
                  <a:pt x="12257" y="31619"/>
                  <a:pt x="11384" y="36960"/>
                  <a:pt x="11384" y="42462"/>
                </a:cubicBezTo>
                <a:cubicBezTo>
                  <a:pt x="11384" y="49558"/>
                  <a:pt x="12418" y="55753"/>
                  <a:pt x="14486" y="61046"/>
                </a:cubicBezTo>
                <a:cubicBezTo>
                  <a:pt x="16554" y="66340"/>
                  <a:pt x="19770" y="70296"/>
                  <a:pt x="24134" y="72914"/>
                </a:cubicBezTo>
                <a:cubicBezTo>
                  <a:pt x="28498" y="75533"/>
                  <a:pt x="33222" y="76842"/>
                  <a:pt x="38307" y="76842"/>
                </a:cubicBezTo>
                <a:cubicBezTo>
                  <a:pt x="44492" y="76842"/>
                  <a:pt x="49729" y="75058"/>
                  <a:pt x="54017" y="71491"/>
                </a:cubicBezTo>
                <a:cubicBezTo>
                  <a:pt x="58305" y="67924"/>
                  <a:pt x="61208" y="62631"/>
                  <a:pt x="62726" y="55611"/>
                </a:cubicBezTo>
                <a:close/>
                <a:moveTo>
                  <a:pt x="82418" y="54700"/>
                </a:moveTo>
                <a:cubicBezTo>
                  <a:pt x="82418" y="43506"/>
                  <a:pt x="85530" y="35214"/>
                  <a:pt x="91753" y="29826"/>
                </a:cubicBezTo>
                <a:cubicBezTo>
                  <a:pt x="96952" y="25348"/>
                  <a:pt x="103289" y="23109"/>
                  <a:pt x="110764" y="23109"/>
                </a:cubicBezTo>
                <a:cubicBezTo>
                  <a:pt x="119075" y="23109"/>
                  <a:pt x="125867" y="25832"/>
                  <a:pt x="131142" y="31277"/>
                </a:cubicBezTo>
                <a:cubicBezTo>
                  <a:pt x="136416" y="36723"/>
                  <a:pt x="139054" y="44246"/>
                  <a:pt x="139054" y="53846"/>
                </a:cubicBezTo>
                <a:cubicBezTo>
                  <a:pt x="139054" y="61625"/>
                  <a:pt x="137887" y="67744"/>
                  <a:pt x="135553" y="72203"/>
                </a:cubicBezTo>
                <a:cubicBezTo>
                  <a:pt x="133219" y="76661"/>
                  <a:pt x="129823" y="80124"/>
                  <a:pt x="125364" y="82591"/>
                </a:cubicBezTo>
                <a:cubicBezTo>
                  <a:pt x="120906" y="85057"/>
                  <a:pt x="116039" y="86290"/>
                  <a:pt x="110764" y="86290"/>
                </a:cubicBezTo>
                <a:cubicBezTo>
                  <a:pt x="102302" y="86290"/>
                  <a:pt x="95463" y="83577"/>
                  <a:pt x="90245" y="78151"/>
                </a:cubicBezTo>
                <a:cubicBezTo>
                  <a:pt x="85027" y="72725"/>
                  <a:pt x="82418" y="64908"/>
                  <a:pt x="82418" y="54700"/>
                </a:cubicBezTo>
                <a:moveTo>
                  <a:pt x="92949" y="54728"/>
                </a:moveTo>
                <a:cubicBezTo>
                  <a:pt x="92949" y="62460"/>
                  <a:pt x="94637" y="68249"/>
                  <a:pt x="98014" y="72096"/>
                </a:cubicBezTo>
                <a:cubicBezTo>
                  <a:pt x="101392" y="75943"/>
                  <a:pt x="105642" y="77866"/>
                  <a:pt x="110764" y="77866"/>
                </a:cubicBezTo>
                <a:cubicBezTo>
                  <a:pt x="115849" y="77866"/>
                  <a:pt x="120080" y="75933"/>
                  <a:pt x="123458" y="72068"/>
                </a:cubicBezTo>
                <a:cubicBezTo>
                  <a:pt x="126835" y="68202"/>
                  <a:pt x="128523" y="62308"/>
                  <a:pt x="128523" y="54387"/>
                </a:cubicBezTo>
                <a:cubicBezTo>
                  <a:pt x="128523" y="46921"/>
                  <a:pt x="126825" y="41264"/>
                  <a:pt x="123429" y="37418"/>
                </a:cubicBezTo>
                <a:cubicBezTo>
                  <a:pt x="120033" y="33571"/>
                  <a:pt x="115811" y="31647"/>
                  <a:pt x="110764" y="31647"/>
                </a:cubicBezTo>
                <a:cubicBezTo>
                  <a:pt x="105642" y="31647"/>
                  <a:pt x="101392" y="33561"/>
                  <a:pt x="98014" y="37389"/>
                </a:cubicBezTo>
                <a:cubicBezTo>
                  <a:pt x="94637" y="41217"/>
                  <a:pt x="92949" y="46997"/>
                  <a:pt x="92949" y="54728"/>
                </a:cubicBezTo>
                <a:close/>
                <a:moveTo>
                  <a:pt x="190472" y="84924"/>
                </a:moveTo>
                <a:lnTo>
                  <a:pt x="190472" y="77297"/>
                </a:lnTo>
                <a:cubicBezTo>
                  <a:pt x="186640" y="83293"/>
                  <a:pt x="181005" y="86290"/>
                  <a:pt x="173567" y="86290"/>
                </a:cubicBezTo>
                <a:cubicBezTo>
                  <a:pt x="168748" y="86290"/>
                  <a:pt x="164318" y="84962"/>
                  <a:pt x="160276" y="82306"/>
                </a:cubicBezTo>
                <a:cubicBezTo>
                  <a:pt x="156235" y="79650"/>
                  <a:pt x="153104" y="75940"/>
                  <a:pt x="150884" y="71178"/>
                </a:cubicBezTo>
                <a:cubicBezTo>
                  <a:pt x="148665" y="66416"/>
                  <a:pt x="147555" y="60942"/>
                  <a:pt x="147555" y="54757"/>
                </a:cubicBezTo>
                <a:cubicBezTo>
                  <a:pt x="147555" y="48723"/>
                  <a:pt x="148560" y="43250"/>
                  <a:pt x="150571" y="38335"/>
                </a:cubicBezTo>
                <a:cubicBezTo>
                  <a:pt x="152583" y="33421"/>
                  <a:pt x="155599" y="29655"/>
                  <a:pt x="159622" y="27037"/>
                </a:cubicBezTo>
                <a:cubicBezTo>
                  <a:pt x="163644" y="24419"/>
                  <a:pt x="168141" y="23109"/>
                  <a:pt x="173112" y="23109"/>
                </a:cubicBezTo>
                <a:cubicBezTo>
                  <a:pt x="176755" y="23109"/>
                  <a:pt x="179999" y="23883"/>
                  <a:pt x="182845" y="25431"/>
                </a:cubicBezTo>
                <a:cubicBezTo>
                  <a:pt x="185691" y="26977"/>
                  <a:pt x="188006" y="28992"/>
                  <a:pt x="189789" y="31475"/>
                </a:cubicBezTo>
                <a:lnTo>
                  <a:pt x="189789" y="1480"/>
                </a:lnTo>
                <a:lnTo>
                  <a:pt x="199978" y="1480"/>
                </a:lnTo>
                <a:lnTo>
                  <a:pt x="199978" y="84924"/>
                </a:lnTo>
                <a:lnTo>
                  <a:pt x="190472" y="84924"/>
                </a:lnTo>
                <a:moveTo>
                  <a:pt x="158085" y="54785"/>
                </a:moveTo>
                <a:cubicBezTo>
                  <a:pt x="158085" y="62517"/>
                  <a:pt x="159717" y="68297"/>
                  <a:pt x="162980" y="72124"/>
                </a:cubicBezTo>
                <a:cubicBezTo>
                  <a:pt x="166243" y="75952"/>
                  <a:pt x="170095" y="77866"/>
                  <a:pt x="174535" y="77866"/>
                </a:cubicBezTo>
                <a:cubicBezTo>
                  <a:pt x="179012" y="77866"/>
                  <a:pt x="182816" y="76038"/>
                  <a:pt x="185947" y="72381"/>
                </a:cubicBezTo>
                <a:cubicBezTo>
                  <a:pt x="189078" y="68724"/>
                  <a:pt x="190643" y="63142"/>
                  <a:pt x="190643" y="55637"/>
                </a:cubicBezTo>
                <a:cubicBezTo>
                  <a:pt x="190643" y="47376"/>
                  <a:pt x="189049" y="41312"/>
                  <a:pt x="185862" y="37446"/>
                </a:cubicBezTo>
                <a:cubicBezTo>
                  <a:pt x="182674" y="33580"/>
                  <a:pt x="178747" y="31647"/>
                  <a:pt x="174079" y="31647"/>
                </a:cubicBezTo>
                <a:cubicBezTo>
                  <a:pt x="169526" y="31647"/>
                  <a:pt x="165722" y="33504"/>
                  <a:pt x="162667" y="37218"/>
                </a:cubicBezTo>
                <a:cubicBezTo>
                  <a:pt x="159612" y="40932"/>
                  <a:pt x="158085" y="46788"/>
                  <a:pt x="158085" y="54785"/>
                </a:cubicBezTo>
                <a:close/>
                <a:moveTo>
                  <a:pt x="257657" y="65344"/>
                </a:moveTo>
                <a:lnTo>
                  <a:pt x="268245" y="66710"/>
                </a:lnTo>
                <a:cubicBezTo>
                  <a:pt x="266575" y="72913"/>
                  <a:pt x="263482" y="77728"/>
                  <a:pt x="258967" y="81153"/>
                </a:cubicBezTo>
                <a:cubicBezTo>
                  <a:pt x="254451" y="84578"/>
                  <a:pt x="248683" y="86290"/>
                  <a:pt x="241663" y="86290"/>
                </a:cubicBezTo>
                <a:cubicBezTo>
                  <a:pt x="232821" y="86290"/>
                  <a:pt x="225811" y="83568"/>
                  <a:pt x="220631" y="78122"/>
                </a:cubicBezTo>
                <a:cubicBezTo>
                  <a:pt x="215451" y="72677"/>
                  <a:pt x="212862" y="65040"/>
                  <a:pt x="212862" y="55212"/>
                </a:cubicBezTo>
                <a:cubicBezTo>
                  <a:pt x="212862" y="45043"/>
                  <a:pt x="215480" y="37150"/>
                  <a:pt x="220717" y="31534"/>
                </a:cubicBezTo>
                <a:cubicBezTo>
                  <a:pt x="225953" y="25917"/>
                  <a:pt x="232746" y="23109"/>
                  <a:pt x="241094" y="23109"/>
                </a:cubicBezTo>
                <a:cubicBezTo>
                  <a:pt x="249176" y="23109"/>
                  <a:pt x="255779" y="25856"/>
                  <a:pt x="260902" y="31350"/>
                </a:cubicBezTo>
                <a:cubicBezTo>
                  <a:pt x="266025" y="36843"/>
                  <a:pt x="268586" y="44571"/>
                  <a:pt x="268586" y="54534"/>
                </a:cubicBezTo>
                <a:cubicBezTo>
                  <a:pt x="268586" y="55140"/>
                  <a:pt x="268567" y="56049"/>
                  <a:pt x="268529" y="57261"/>
                </a:cubicBezTo>
                <a:lnTo>
                  <a:pt x="223449" y="57261"/>
                </a:lnTo>
                <a:cubicBezTo>
                  <a:pt x="223828" y="63921"/>
                  <a:pt x="225707" y="69020"/>
                  <a:pt x="229084" y="72558"/>
                </a:cubicBezTo>
                <a:cubicBezTo>
                  <a:pt x="232461" y="76097"/>
                  <a:pt x="236673" y="77866"/>
                  <a:pt x="241720" y="77866"/>
                </a:cubicBezTo>
                <a:cubicBezTo>
                  <a:pt x="245477" y="77866"/>
                  <a:pt x="248683" y="76871"/>
                  <a:pt x="251339" y="74880"/>
                </a:cubicBezTo>
                <a:cubicBezTo>
                  <a:pt x="253996" y="72888"/>
                  <a:pt x="256102" y="69709"/>
                  <a:pt x="257657" y="65344"/>
                </a:cubicBezTo>
                <a:moveTo>
                  <a:pt x="224018" y="48837"/>
                </a:moveTo>
                <a:lnTo>
                  <a:pt x="257771" y="48837"/>
                </a:lnTo>
                <a:cubicBezTo>
                  <a:pt x="257316" y="43769"/>
                  <a:pt x="256026" y="39968"/>
                  <a:pt x="253901" y="37434"/>
                </a:cubicBezTo>
                <a:cubicBezTo>
                  <a:pt x="250637" y="33500"/>
                  <a:pt x="246406" y="31534"/>
                  <a:pt x="241208" y="31534"/>
                </a:cubicBezTo>
                <a:cubicBezTo>
                  <a:pt x="236502" y="31534"/>
                  <a:pt x="232546" y="33104"/>
                  <a:pt x="229340" y="36244"/>
                </a:cubicBezTo>
                <a:cubicBezTo>
                  <a:pt x="226133" y="39383"/>
                  <a:pt x="224359" y="43580"/>
                  <a:pt x="224018" y="4883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2" name="Text Compressor">
            <a:extLst xmlns:a="http://schemas.openxmlformats.org/drawingml/2006/main">
              <a:ext uri="{FF2B5EF4-FFF2-40B4-BE49-F238E27FC236}">
                <a16:creationId xmlns:a16="http://schemas.microsoft.com/office/drawing/2014/main" id="{7E7B01DD-6E87-48F4-A686-38DC7AE79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3769" y="1320315"/>
            <a:ext cx="633282" cy="108148"/>
          </a:xfrm>
          <a:custGeom xmlns:a="http://schemas.openxmlformats.org/drawingml/2006/main">
            <a:pathLst>
              <a:path w="633282" h="108148">
                <a:moveTo>
                  <a:pt x="62726" y="55611"/>
                </a:moveTo>
                <a:lnTo>
                  <a:pt x="73768" y="58400"/>
                </a:lnTo>
                <a:cubicBezTo>
                  <a:pt x="71453" y="67469"/>
                  <a:pt x="67289" y="74385"/>
                  <a:pt x="61274" y="79147"/>
                </a:cubicBezTo>
                <a:cubicBezTo>
                  <a:pt x="55260" y="83909"/>
                  <a:pt x="47907" y="86290"/>
                  <a:pt x="39218" y="86290"/>
                </a:cubicBezTo>
                <a:cubicBezTo>
                  <a:pt x="30224" y="86290"/>
                  <a:pt x="22910" y="84459"/>
                  <a:pt x="17275" y="80798"/>
                </a:cubicBezTo>
                <a:cubicBezTo>
                  <a:pt x="11640" y="77136"/>
                  <a:pt x="7352" y="71833"/>
                  <a:pt x="4411" y="64889"/>
                </a:cubicBezTo>
                <a:cubicBezTo>
                  <a:pt x="1470" y="57944"/>
                  <a:pt x="0" y="50488"/>
                  <a:pt x="0" y="42519"/>
                </a:cubicBezTo>
                <a:cubicBezTo>
                  <a:pt x="0" y="33829"/>
                  <a:pt x="1660" y="26250"/>
                  <a:pt x="4980" y="19780"/>
                </a:cubicBezTo>
                <a:cubicBezTo>
                  <a:pt x="8301" y="13310"/>
                  <a:pt x="13025" y="8396"/>
                  <a:pt x="19154" y="5037"/>
                </a:cubicBezTo>
                <a:cubicBezTo>
                  <a:pt x="25282" y="1679"/>
                  <a:pt x="32027" y="0"/>
                  <a:pt x="39388" y="0"/>
                </a:cubicBezTo>
                <a:cubicBezTo>
                  <a:pt x="47737" y="0"/>
                  <a:pt x="54757" y="2125"/>
                  <a:pt x="60449" y="6375"/>
                </a:cubicBezTo>
                <a:cubicBezTo>
                  <a:pt x="66141" y="10625"/>
                  <a:pt x="70106" y="16602"/>
                  <a:pt x="72345" y="24305"/>
                </a:cubicBezTo>
                <a:lnTo>
                  <a:pt x="61473" y="26866"/>
                </a:lnTo>
                <a:cubicBezTo>
                  <a:pt x="59538" y="20795"/>
                  <a:pt x="56730" y="16374"/>
                  <a:pt x="53049" y="13604"/>
                </a:cubicBezTo>
                <a:cubicBezTo>
                  <a:pt x="49368" y="10834"/>
                  <a:pt x="44739" y="9449"/>
                  <a:pt x="39161" y="9449"/>
                </a:cubicBezTo>
                <a:cubicBezTo>
                  <a:pt x="32748" y="9449"/>
                  <a:pt x="27388" y="10986"/>
                  <a:pt x="23081" y="14059"/>
                </a:cubicBezTo>
                <a:cubicBezTo>
                  <a:pt x="18774" y="17133"/>
                  <a:pt x="15748" y="21260"/>
                  <a:pt x="14002" y="26439"/>
                </a:cubicBezTo>
                <a:cubicBezTo>
                  <a:pt x="12257" y="31619"/>
                  <a:pt x="11384" y="36960"/>
                  <a:pt x="11384" y="42462"/>
                </a:cubicBezTo>
                <a:cubicBezTo>
                  <a:pt x="11384" y="49558"/>
                  <a:pt x="12418" y="55753"/>
                  <a:pt x="14486" y="61046"/>
                </a:cubicBezTo>
                <a:cubicBezTo>
                  <a:pt x="16554" y="66340"/>
                  <a:pt x="19770" y="70296"/>
                  <a:pt x="24134" y="72914"/>
                </a:cubicBezTo>
                <a:cubicBezTo>
                  <a:pt x="28498" y="75533"/>
                  <a:pt x="33222" y="76842"/>
                  <a:pt x="38307" y="76842"/>
                </a:cubicBezTo>
                <a:cubicBezTo>
                  <a:pt x="44492" y="76842"/>
                  <a:pt x="49729" y="75058"/>
                  <a:pt x="54017" y="71491"/>
                </a:cubicBezTo>
                <a:cubicBezTo>
                  <a:pt x="58305" y="67924"/>
                  <a:pt x="61208" y="62631"/>
                  <a:pt x="62726" y="55611"/>
                </a:cubicBezTo>
                <a:close/>
                <a:moveTo>
                  <a:pt x="82418" y="54700"/>
                </a:moveTo>
                <a:cubicBezTo>
                  <a:pt x="82418" y="43506"/>
                  <a:pt x="85530" y="35214"/>
                  <a:pt x="91753" y="29826"/>
                </a:cubicBezTo>
                <a:cubicBezTo>
                  <a:pt x="96952" y="25348"/>
                  <a:pt x="103289" y="23109"/>
                  <a:pt x="110764" y="23109"/>
                </a:cubicBezTo>
                <a:cubicBezTo>
                  <a:pt x="119075" y="23109"/>
                  <a:pt x="125867" y="25832"/>
                  <a:pt x="131142" y="31277"/>
                </a:cubicBezTo>
                <a:cubicBezTo>
                  <a:pt x="136416" y="36723"/>
                  <a:pt x="139054" y="44246"/>
                  <a:pt x="139054" y="53846"/>
                </a:cubicBezTo>
                <a:cubicBezTo>
                  <a:pt x="139054" y="61625"/>
                  <a:pt x="137887" y="67744"/>
                  <a:pt x="135553" y="72203"/>
                </a:cubicBezTo>
                <a:cubicBezTo>
                  <a:pt x="133219" y="76661"/>
                  <a:pt x="129823" y="80124"/>
                  <a:pt x="125364" y="82591"/>
                </a:cubicBezTo>
                <a:cubicBezTo>
                  <a:pt x="120906" y="85057"/>
                  <a:pt x="116039" y="86290"/>
                  <a:pt x="110764" y="86290"/>
                </a:cubicBezTo>
                <a:cubicBezTo>
                  <a:pt x="102302" y="86290"/>
                  <a:pt x="95463" y="83577"/>
                  <a:pt x="90245" y="78151"/>
                </a:cubicBezTo>
                <a:cubicBezTo>
                  <a:pt x="85027" y="72725"/>
                  <a:pt x="82418" y="64908"/>
                  <a:pt x="82418" y="54700"/>
                </a:cubicBezTo>
                <a:moveTo>
                  <a:pt x="92949" y="54728"/>
                </a:moveTo>
                <a:cubicBezTo>
                  <a:pt x="92949" y="62460"/>
                  <a:pt x="94637" y="68249"/>
                  <a:pt x="98014" y="72096"/>
                </a:cubicBezTo>
                <a:cubicBezTo>
                  <a:pt x="101392" y="75943"/>
                  <a:pt x="105642" y="77866"/>
                  <a:pt x="110764" y="77866"/>
                </a:cubicBezTo>
                <a:cubicBezTo>
                  <a:pt x="115849" y="77866"/>
                  <a:pt x="120080" y="75933"/>
                  <a:pt x="123458" y="72068"/>
                </a:cubicBezTo>
                <a:cubicBezTo>
                  <a:pt x="126835" y="68202"/>
                  <a:pt x="128523" y="62308"/>
                  <a:pt x="128523" y="54387"/>
                </a:cubicBezTo>
                <a:cubicBezTo>
                  <a:pt x="128523" y="46921"/>
                  <a:pt x="126825" y="41264"/>
                  <a:pt x="123429" y="37418"/>
                </a:cubicBezTo>
                <a:cubicBezTo>
                  <a:pt x="120033" y="33571"/>
                  <a:pt x="115811" y="31647"/>
                  <a:pt x="110764" y="31647"/>
                </a:cubicBezTo>
                <a:cubicBezTo>
                  <a:pt x="105642" y="31647"/>
                  <a:pt x="101392" y="33561"/>
                  <a:pt x="98014" y="37389"/>
                </a:cubicBezTo>
                <a:cubicBezTo>
                  <a:pt x="94637" y="41217"/>
                  <a:pt x="92949" y="46997"/>
                  <a:pt x="92949" y="54728"/>
                </a:cubicBezTo>
                <a:close/>
                <a:moveTo>
                  <a:pt x="151254" y="84924"/>
                </a:moveTo>
                <a:lnTo>
                  <a:pt x="151254" y="24476"/>
                </a:lnTo>
                <a:lnTo>
                  <a:pt x="160419" y="24476"/>
                </a:lnTo>
                <a:lnTo>
                  <a:pt x="160419" y="32957"/>
                </a:lnTo>
                <a:cubicBezTo>
                  <a:pt x="162316" y="29997"/>
                  <a:pt x="164839" y="27616"/>
                  <a:pt x="167989" y="25813"/>
                </a:cubicBezTo>
                <a:cubicBezTo>
                  <a:pt x="171138" y="24011"/>
                  <a:pt x="174724" y="23109"/>
                  <a:pt x="178747" y="23109"/>
                </a:cubicBezTo>
                <a:cubicBezTo>
                  <a:pt x="183224" y="23109"/>
                  <a:pt x="186896" y="24039"/>
                  <a:pt x="189761" y="25898"/>
                </a:cubicBezTo>
                <a:cubicBezTo>
                  <a:pt x="192626" y="27758"/>
                  <a:pt x="194646" y="30357"/>
                  <a:pt x="195823" y="33697"/>
                </a:cubicBezTo>
                <a:cubicBezTo>
                  <a:pt x="200604" y="26638"/>
                  <a:pt x="206827" y="23109"/>
                  <a:pt x="214492" y="23109"/>
                </a:cubicBezTo>
                <a:cubicBezTo>
                  <a:pt x="220488" y="23109"/>
                  <a:pt x="225098" y="24770"/>
                  <a:pt x="228324" y="28090"/>
                </a:cubicBezTo>
                <a:cubicBezTo>
                  <a:pt x="231549" y="31410"/>
                  <a:pt x="233162" y="36524"/>
                  <a:pt x="233162" y="43430"/>
                </a:cubicBezTo>
                <a:lnTo>
                  <a:pt x="233162" y="84924"/>
                </a:lnTo>
                <a:lnTo>
                  <a:pt x="222973" y="84924"/>
                </a:lnTo>
                <a:lnTo>
                  <a:pt x="222973" y="46845"/>
                </a:lnTo>
                <a:cubicBezTo>
                  <a:pt x="222973" y="42747"/>
                  <a:pt x="222641" y="39796"/>
                  <a:pt x="221977" y="37994"/>
                </a:cubicBezTo>
                <a:cubicBezTo>
                  <a:pt x="221313" y="36191"/>
                  <a:pt x="220108" y="34740"/>
                  <a:pt x="218363" y="33640"/>
                </a:cubicBezTo>
                <a:cubicBezTo>
                  <a:pt x="216617" y="32539"/>
                  <a:pt x="214568" y="31989"/>
                  <a:pt x="212216" y="31989"/>
                </a:cubicBezTo>
                <a:cubicBezTo>
                  <a:pt x="207966" y="31989"/>
                  <a:pt x="204437" y="33402"/>
                  <a:pt x="201628" y="36229"/>
                </a:cubicBezTo>
                <a:cubicBezTo>
                  <a:pt x="198820" y="39056"/>
                  <a:pt x="197416" y="43582"/>
                  <a:pt x="197416" y="49805"/>
                </a:cubicBezTo>
                <a:lnTo>
                  <a:pt x="197416" y="84924"/>
                </a:lnTo>
                <a:lnTo>
                  <a:pt x="187171" y="84924"/>
                </a:lnTo>
                <a:lnTo>
                  <a:pt x="187171" y="45650"/>
                </a:lnTo>
                <a:cubicBezTo>
                  <a:pt x="187171" y="41096"/>
                  <a:pt x="186336" y="37681"/>
                  <a:pt x="184666" y="35404"/>
                </a:cubicBezTo>
                <a:cubicBezTo>
                  <a:pt x="182997" y="33127"/>
                  <a:pt x="180265" y="31989"/>
                  <a:pt x="176470" y="31989"/>
                </a:cubicBezTo>
                <a:cubicBezTo>
                  <a:pt x="173586" y="31989"/>
                  <a:pt x="170920" y="32748"/>
                  <a:pt x="168473" y="34266"/>
                </a:cubicBezTo>
                <a:cubicBezTo>
                  <a:pt x="166025" y="35784"/>
                  <a:pt x="164251" y="38003"/>
                  <a:pt x="163151" y="40925"/>
                </a:cubicBezTo>
                <a:cubicBezTo>
                  <a:pt x="162050" y="43847"/>
                  <a:pt x="161500" y="48059"/>
                  <a:pt x="161500" y="53562"/>
                </a:cubicBezTo>
                <a:lnTo>
                  <a:pt x="161500" y="84924"/>
                </a:lnTo>
                <a:lnTo>
                  <a:pt x="151254" y="84924"/>
                </a:lnTo>
                <a:close/>
                <a:moveTo>
                  <a:pt x="249081" y="108148"/>
                </a:moveTo>
                <a:lnTo>
                  <a:pt x="249081" y="24476"/>
                </a:lnTo>
                <a:lnTo>
                  <a:pt x="258416" y="24476"/>
                </a:lnTo>
                <a:lnTo>
                  <a:pt x="258416" y="32386"/>
                </a:lnTo>
                <a:cubicBezTo>
                  <a:pt x="260617" y="29293"/>
                  <a:pt x="263102" y="26974"/>
                  <a:pt x="265873" y="25429"/>
                </a:cubicBezTo>
                <a:cubicBezTo>
                  <a:pt x="268643" y="23883"/>
                  <a:pt x="272001" y="23109"/>
                  <a:pt x="275947" y="23109"/>
                </a:cubicBezTo>
                <a:cubicBezTo>
                  <a:pt x="281108" y="23109"/>
                  <a:pt x="285662" y="24438"/>
                  <a:pt x="289608" y="27094"/>
                </a:cubicBezTo>
                <a:cubicBezTo>
                  <a:pt x="293555" y="29750"/>
                  <a:pt x="296533" y="33497"/>
                  <a:pt x="298544" y="38335"/>
                </a:cubicBezTo>
                <a:cubicBezTo>
                  <a:pt x="300556" y="43174"/>
                  <a:pt x="301561" y="48477"/>
                  <a:pt x="301561" y="54245"/>
                </a:cubicBezTo>
                <a:cubicBezTo>
                  <a:pt x="301561" y="60430"/>
                  <a:pt x="300451" y="65998"/>
                  <a:pt x="298231" y="70951"/>
                </a:cubicBezTo>
                <a:cubicBezTo>
                  <a:pt x="296012" y="75903"/>
                  <a:pt x="292786" y="79697"/>
                  <a:pt x="288555" y="82334"/>
                </a:cubicBezTo>
                <a:cubicBezTo>
                  <a:pt x="284324" y="84972"/>
                  <a:pt x="279875" y="86290"/>
                  <a:pt x="275207" y="86290"/>
                </a:cubicBezTo>
                <a:cubicBezTo>
                  <a:pt x="271792" y="86290"/>
                  <a:pt x="268728" y="85569"/>
                  <a:pt x="266015" y="84127"/>
                </a:cubicBezTo>
                <a:cubicBezTo>
                  <a:pt x="263302" y="82685"/>
                  <a:pt x="261072" y="80864"/>
                  <a:pt x="259327" y="78663"/>
                </a:cubicBezTo>
                <a:lnTo>
                  <a:pt x="259327" y="108148"/>
                </a:lnTo>
                <a:lnTo>
                  <a:pt x="249081" y="108148"/>
                </a:lnTo>
                <a:moveTo>
                  <a:pt x="258359" y="55070"/>
                </a:moveTo>
                <a:cubicBezTo>
                  <a:pt x="258359" y="62839"/>
                  <a:pt x="259934" y="68581"/>
                  <a:pt x="263083" y="72295"/>
                </a:cubicBezTo>
                <a:cubicBezTo>
                  <a:pt x="266233" y="76009"/>
                  <a:pt x="270047" y="77866"/>
                  <a:pt x="274524" y="77866"/>
                </a:cubicBezTo>
                <a:cubicBezTo>
                  <a:pt x="279078" y="77866"/>
                  <a:pt x="282977" y="75943"/>
                  <a:pt x="286221" y="72096"/>
                </a:cubicBezTo>
                <a:cubicBezTo>
                  <a:pt x="289466" y="68249"/>
                  <a:pt x="291088" y="62289"/>
                  <a:pt x="291088" y="54216"/>
                </a:cubicBezTo>
                <a:cubicBezTo>
                  <a:pt x="291088" y="46522"/>
                  <a:pt x="289504" y="40762"/>
                  <a:pt x="286335" y="36934"/>
                </a:cubicBezTo>
                <a:cubicBezTo>
                  <a:pt x="283167" y="33106"/>
                  <a:pt x="279381" y="31192"/>
                  <a:pt x="274980" y="31192"/>
                </a:cubicBezTo>
                <a:cubicBezTo>
                  <a:pt x="270616" y="31192"/>
                  <a:pt x="266755" y="33229"/>
                  <a:pt x="263397" y="37304"/>
                </a:cubicBezTo>
                <a:cubicBezTo>
                  <a:pt x="260038" y="41378"/>
                  <a:pt x="258359" y="47300"/>
                  <a:pt x="258359" y="55070"/>
                </a:cubicBezTo>
                <a:close/>
                <a:moveTo>
                  <a:pt x="313989" y="84924"/>
                </a:moveTo>
                <a:lnTo>
                  <a:pt x="313989" y="24476"/>
                </a:lnTo>
                <a:lnTo>
                  <a:pt x="323210" y="24476"/>
                </a:lnTo>
                <a:lnTo>
                  <a:pt x="323210" y="33640"/>
                </a:lnTo>
                <a:cubicBezTo>
                  <a:pt x="325563" y="29352"/>
                  <a:pt x="327735" y="26525"/>
                  <a:pt x="329728" y="25159"/>
                </a:cubicBezTo>
                <a:cubicBezTo>
                  <a:pt x="331720" y="23792"/>
                  <a:pt x="333911" y="23109"/>
                  <a:pt x="336302" y="23109"/>
                </a:cubicBezTo>
                <a:cubicBezTo>
                  <a:pt x="339755" y="23109"/>
                  <a:pt x="343265" y="24210"/>
                  <a:pt x="346832" y="26411"/>
                </a:cubicBezTo>
                <a:lnTo>
                  <a:pt x="343303" y="35909"/>
                </a:lnTo>
                <a:cubicBezTo>
                  <a:pt x="340798" y="34434"/>
                  <a:pt x="338294" y="33697"/>
                  <a:pt x="335790" y="33697"/>
                </a:cubicBezTo>
                <a:cubicBezTo>
                  <a:pt x="333551" y="33697"/>
                  <a:pt x="331540" y="34370"/>
                  <a:pt x="329756" y="35717"/>
                </a:cubicBezTo>
                <a:cubicBezTo>
                  <a:pt x="327973" y="37064"/>
                  <a:pt x="326701" y="38933"/>
                  <a:pt x="325942" y="41324"/>
                </a:cubicBezTo>
                <a:cubicBezTo>
                  <a:pt x="324804" y="44967"/>
                  <a:pt x="324235" y="48951"/>
                  <a:pt x="324235" y="53277"/>
                </a:cubicBezTo>
                <a:lnTo>
                  <a:pt x="324235" y="84924"/>
                </a:lnTo>
                <a:lnTo>
                  <a:pt x="313989" y="84924"/>
                </a:lnTo>
                <a:close/>
                <a:moveTo>
                  <a:pt x="394732" y="65344"/>
                </a:moveTo>
                <a:lnTo>
                  <a:pt x="405319" y="66710"/>
                </a:lnTo>
                <a:cubicBezTo>
                  <a:pt x="403649" y="72913"/>
                  <a:pt x="400556" y="77728"/>
                  <a:pt x="396041" y="81153"/>
                </a:cubicBezTo>
                <a:cubicBezTo>
                  <a:pt x="391525" y="84578"/>
                  <a:pt x="385757" y="86290"/>
                  <a:pt x="378737" y="86290"/>
                </a:cubicBezTo>
                <a:cubicBezTo>
                  <a:pt x="369896" y="86290"/>
                  <a:pt x="362885" y="83568"/>
                  <a:pt x="357705" y="78122"/>
                </a:cubicBezTo>
                <a:cubicBezTo>
                  <a:pt x="352526" y="72677"/>
                  <a:pt x="349936" y="65040"/>
                  <a:pt x="349936" y="55212"/>
                </a:cubicBezTo>
                <a:cubicBezTo>
                  <a:pt x="349936" y="45043"/>
                  <a:pt x="352554" y="37150"/>
                  <a:pt x="357791" y="31534"/>
                </a:cubicBezTo>
                <a:cubicBezTo>
                  <a:pt x="363027" y="25917"/>
                  <a:pt x="369820" y="23109"/>
                  <a:pt x="378168" y="23109"/>
                </a:cubicBezTo>
                <a:cubicBezTo>
                  <a:pt x="386250" y="23109"/>
                  <a:pt x="392853" y="25856"/>
                  <a:pt x="397976" y="31350"/>
                </a:cubicBezTo>
                <a:cubicBezTo>
                  <a:pt x="403099" y="36843"/>
                  <a:pt x="405660" y="44571"/>
                  <a:pt x="405660" y="54534"/>
                </a:cubicBezTo>
                <a:cubicBezTo>
                  <a:pt x="405660" y="55140"/>
                  <a:pt x="405641" y="56049"/>
                  <a:pt x="405603" y="57261"/>
                </a:cubicBezTo>
                <a:lnTo>
                  <a:pt x="360523" y="57261"/>
                </a:lnTo>
                <a:cubicBezTo>
                  <a:pt x="360902" y="63921"/>
                  <a:pt x="362781" y="69020"/>
                  <a:pt x="366158" y="72558"/>
                </a:cubicBezTo>
                <a:cubicBezTo>
                  <a:pt x="369535" y="76097"/>
                  <a:pt x="373747" y="77866"/>
                  <a:pt x="378794" y="77866"/>
                </a:cubicBezTo>
                <a:cubicBezTo>
                  <a:pt x="382551" y="77866"/>
                  <a:pt x="385757" y="76871"/>
                  <a:pt x="388413" y="74880"/>
                </a:cubicBezTo>
                <a:cubicBezTo>
                  <a:pt x="391070" y="72888"/>
                  <a:pt x="393176" y="69709"/>
                  <a:pt x="394732" y="65344"/>
                </a:cubicBezTo>
                <a:moveTo>
                  <a:pt x="361092" y="48837"/>
                </a:moveTo>
                <a:lnTo>
                  <a:pt x="394845" y="48837"/>
                </a:lnTo>
                <a:cubicBezTo>
                  <a:pt x="394390" y="43769"/>
                  <a:pt x="393100" y="39968"/>
                  <a:pt x="390975" y="37434"/>
                </a:cubicBezTo>
                <a:cubicBezTo>
                  <a:pt x="387711" y="33500"/>
                  <a:pt x="383480" y="31534"/>
                  <a:pt x="378282" y="31534"/>
                </a:cubicBezTo>
                <a:cubicBezTo>
                  <a:pt x="373576" y="31534"/>
                  <a:pt x="369620" y="33104"/>
                  <a:pt x="366414" y="36244"/>
                </a:cubicBezTo>
                <a:cubicBezTo>
                  <a:pt x="363207" y="39383"/>
                  <a:pt x="361433" y="43580"/>
                  <a:pt x="361092" y="48837"/>
                </a:cubicBezTo>
                <a:close/>
                <a:moveTo>
                  <a:pt x="414275" y="66824"/>
                </a:moveTo>
                <a:lnTo>
                  <a:pt x="424407" y="65230"/>
                </a:lnTo>
                <a:cubicBezTo>
                  <a:pt x="424976" y="69308"/>
                  <a:pt x="426560" y="72434"/>
                  <a:pt x="429160" y="74608"/>
                </a:cubicBezTo>
                <a:cubicBezTo>
                  <a:pt x="431759" y="76780"/>
                  <a:pt x="435392" y="77866"/>
                  <a:pt x="440060" y="77866"/>
                </a:cubicBezTo>
                <a:cubicBezTo>
                  <a:pt x="444765" y="77866"/>
                  <a:pt x="448256" y="76908"/>
                  <a:pt x="450533" y="74992"/>
                </a:cubicBezTo>
                <a:cubicBezTo>
                  <a:pt x="452810" y="73076"/>
                  <a:pt x="453948" y="70827"/>
                  <a:pt x="453948" y="68247"/>
                </a:cubicBezTo>
                <a:cubicBezTo>
                  <a:pt x="453948" y="65932"/>
                  <a:pt x="452943" y="64111"/>
                  <a:pt x="450931" y="62783"/>
                </a:cubicBezTo>
                <a:cubicBezTo>
                  <a:pt x="449527" y="61872"/>
                  <a:pt x="446036" y="60714"/>
                  <a:pt x="440458" y="59310"/>
                </a:cubicBezTo>
                <a:cubicBezTo>
                  <a:pt x="432945" y="57413"/>
                  <a:pt x="427737" y="55772"/>
                  <a:pt x="424834" y="54387"/>
                </a:cubicBezTo>
                <a:cubicBezTo>
                  <a:pt x="421931" y="53002"/>
                  <a:pt x="419730" y="51086"/>
                  <a:pt x="418231" y="48638"/>
                </a:cubicBezTo>
                <a:cubicBezTo>
                  <a:pt x="416732" y="46190"/>
                  <a:pt x="415983" y="43487"/>
                  <a:pt x="415983" y="40527"/>
                </a:cubicBezTo>
                <a:cubicBezTo>
                  <a:pt x="415983" y="37833"/>
                  <a:pt x="416599" y="35338"/>
                  <a:pt x="417833" y="33042"/>
                </a:cubicBezTo>
                <a:cubicBezTo>
                  <a:pt x="419066" y="30746"/>
                  <a:pt x="420745" y="28839"/>
                  <a:pt x="422870" y="27321"/>
                </a:cubicBezTo>
                <a:cubicBezTo>
                  <a:pt x="424464" y="26145"/>
                  <a:pt x="426636" y="25149"/>
                  <a:pt x="429387" y="24333"/>
                </a:cubicBezTo>
                <a:cubicBezTo>
                  <a:pt x="432138" y="23517"/>
                  <a:pt x="435089" y="23109"/>
                  <a:pt x="438238" y="23109"/>
                </a:cubicBezTo>
                <a:cubicBezTo>
                  <a:pt x="442982" y="23109"/>
                  <a:pt x="447146" y="23792"/>
                  <a:pt x="450732" y="25159"/>
                </a:cubicBezTo>
                <a:cubicBezTo>
                  <a:pt x="454318" y="26525"/>
                  <a:pt x="456965" y="28375"/>
                  <a:pt x="458672" y="30708"/>
                </a:cubicBezTo>
                <a:cubicBezTo>
                  <a:pt x="460380" y="33042"/>
                  <a:pt x="461556" y="36163"/>
                  <a:pt x="462201" y="40072"/>
                </a:cubicBezTo>
                <a:lnTo>
                  <a:pt x="452184" y="41438"/>
                </a:lnTo>
                <a:cubicBezTo>
                  <a:pt x="451728" y="38326"/>
                  <a:pt x="450410" y="35897"/>
                  <a:pt x="448228" y="34152"/>
                </a:cubicBezTo>
                <a:cubicBezTo>
                  <a:pt x="446046" y="32406"/>
                  <a:pt x="442963" y="31534"/>
                  <a:pt x="438978" y="31534"/>
                </a:cubicBezTo>
                <a:cubicBezTo>
                  <a:pt x="434273" y="31534"/>
                  <a:pt x="430915" y="32311"/>
                  <a:pt x="428903" y="33867"/>
                </a:cubicBezTo>
                <a:cubicBezTo>
                  <a:pt x="426892" y="35423"/>
                  <a:pt x="425887" y="37245"/>
                  <a:pt x="425887" y="39332"/>
                </a:cubicBezTo>
                <a:cubicBezTo>
                  <a:pt x="425887" y="40660"/>
                  <a:pt x="426304" y="41855"/>
                  <a:pt x="427139" y="42918"/>
                </a:cubicBezTo>
                <a:cubicBezTo>
                  <a:pt x="427974" y="44018"/>
                  <a:pt x="429283" y="44929"/>
                  <a:pt x="431066" y="45650"/>
                </a:cubicBezTo>
                <a:cubicBezTo>
                  <a:pt x="432091" y="46029"/>
                  <a:pt x="435108" y="46902"/>
                  <a:pt x="440117" y="48268"/>
                </a:cubicBezTo>
                <a:cubicBezTo>
                  <a:pt x="447364" y="50203"/>
                  <a:pt x="452421" y="51788"/>
                  <a:pt x="455286" y="53021"/>
                </a:cubicBezTo>
                <a:cubicBezTo>
                  <a:pt x="458151" y="54254"/>
                  <a:pt x="460399" y="56047"/>
                  <a:pt x="462031" y="58400"/>
                </a:cubicBezTo>
                <a:cubicBezTo>
                  <a:pt x="463662" y="60752"/>
                  <a:pt x="464478" y="63674"/>
                  <a:pt x="464478" y="67165"/>
                </a:cubicBezTo>
                <a:cubicBezTo>
                  <a:pt x="464478" y="70581"/>
                  <a:pt x="463482" y="73796"/>
                  <a:pt x="461490" y="76813"/>
                </a:cubicBezTo>
                <a:cubicBezTo>
                  <a:pt x="459498" y="79830"/>
                  <a:pt x="456623" y="82164"/>
                  <a:pt x="452867" y="83814"/>
                </a:cubicBezTo>
                <a:cubicBezTo>
                  <a:pt x="449110" y="85465"/>
                  <a:pt x="444860" y="86290"/>
                  <a:pt x="440117" y="86290"/>
                </a:cubicBezTo>
                <a:cubicBezTo>
                  <a:pt x="432262" y="86290"/>
                  <a:pt x="426276" y="84654"/>
                  <a:pt x="422158" y="81381"/>
                </a:cubicBezTo>
                <a:cubicBezTo>
                  <a:pt x="418041" y="78108"/>
                  <a:pt x="415413" y="73256"/>
                  <a:pt x="414275" y="66824"/>
                </a:cubicBezTo>
                <a:close/>
                <a:moveTo>
                  <a:pt x="472854" y="66824"/>
                </a:moveTo>
                <a:lnTo>
                  <a:pt x="482986" y="65230"/>
                </a:lnTo>
                <a:cubicBezTo>
                  <a:pt x="483555" y="69308"/>
                  <a:pt x="485139" y="72434"/>
                  <a:pt x="487738" y="74608"/>
                </a:cubicBezTo>
                <a:cubicBezTo>
                  <a:pt x="490338" y="76780"/>
                  <a:pt x="493971" y="77866"/>
                  <a:pt x="498638" y="77866"/>
                </a:cubicBezTo>
                <a:cubicBezTo>
                  <a:pt x="503344" y="77866"/>
                  <a:pt x="506835" y="76908"/>
                  <a:pt x="509112" y="74992"/>
                </a:cubicBezTo>
                <a:cubicBezTo>
                  <a:pt x="511388" y="73076"/>
                  <a:pt x="512527" y="70827"/>
                  <a:pt x="512527" y="68247"/>
                </a:cubicBezTo>
                <a:cubicBezTo>
                  <a:pt x="512527" y="65932"/>
                  <a:pt x="511521" y="64111"/>
                  <a:pt x="509510" y="62783"/>
                </a:cubicBezTo>
                <a:cubicBezTo>
                  <a:pt x="508106" y="61872"/>
                  <a:pt x="504615" y="60714"/>
                  <a:pt x="499037" y="59310"/>
                </a:cubicBezTo>
                <a:cubicBezTo>
                  <a:pt x="491523" y="57413"/>
                  <a:pt x="486315" y="55772"/>
                  <a:pt x="483412" y="54387"/>
                </a:cubicBezTo>
                <a:cubicBezTo>
                  <a:pt x="480510" y="53002"/>
                  <a:pt x="478309" y="51086"/>
                  <a:pt x="476810" y="48638"/>
                </a:cubicBezTo>
                <a:cubicBezTo>
                  <a:pt x="475311" y="46190"/>
                  <a:pt x="474561" y="43487"/>
                  <a:pt x="474561" y="40527"/>
                </a:cubicBezTo>
                <a:cubicBezTo>
                  <a:pt x="474561" y="37833"/>
                  <a:pt x="475178" y="35338"/>
                  <a:pt x="476411" y="33042"/>
                </a:cubicBezTo>
                <a:cubicBezTo>
                  <a:pt x="477645" y="30746"/>
                  <a:pt x="479324" y="28839"/>
                  <a:pt x="481449" y="27321"/>
                </a:cubicBezTo>
                <a:cubicBezTo>
                  <a:pt x="483042" y="26145"/>
                  <a:pt x="485215" y="25149"/>
                  <a:pt x="487966" y="24333"/>
                </a:cubicBezTo>
                <a:cubicBezTo>
                  <a:pt x="490717" y="23517"/>
                  <a:pt x="493667" y="23109"/>
                  <a:pt x="496817" y="23109"/>
                </a:cubicBezTo>
                <a:cubicBezTo>
                  <a:pt x="501560" y="23109"/>
                  <a:pt x="505725" y="23792"/>
                  <a:pt x="509311" y="25159"/>
                </a:cubicBezTo>
                <a:cubicBezTo>
                  <a:pt x="512897" y="26525"/>
                  <a:pt x="515544" y="28375"/>
                  <a:pt x="517251" y="30708"/>
                </a:cubicBezTo>
                <a:cubicBezTo>
                  <a:pt x="518959" y="33042"/>
                  <a:pt x="520135" y="36163"/>
                  <a:pt x="520780" y="40072"/>
                </a:cubicBezTo>
                <a:lnTo>
                  <a:pt x="510762" y="41438"/>
                </a:lnTo>
                <a:cubicBezTo>
                  <a:pt x="510307" y="38326"/>
                  <a:pt x="508988" y="35897"/>
                  <a:pt x="506806" y="34152"/>
                </a:cubicBezTo>
                <a:cubicBezTo>
                  <a:pt x="504625" y="32406"/>
                  <a:pt x="501541" y="31534"/>
                  <a:pt x="497557" y="31534"/>
                </a:cubicBezTo>
                <a:cubicBezTo>
                  <a:pt x="492852" y="31534"/>
                  <a:pt x="489493" y="32311"/>
                  <a:pt x="487482" y="33867"/>
                </a:cubicBezTo>
                <a:cubicBezTo>
                  <a:pt x="485471" y="35423"/>
                  <a:pt x="484465" y="37245"/>
                  <a:pt x="484465" y="39332"/>
                </a:cubicBezTo>
                <a:cubicBezTo>
                  <a:pt x="484465" y="40660"/>
                  <a:pt x="484883" y="41855"/>
                  <a:pt x="485718" y="42918"/>
                </a:cubicBezTo>
                <a:cubicBezTo>
                  <a:pt x="486552" y="44018"/>
                  <a:pt x="487862" y="44929"/>
                  <a:pt x="489645" y="45650"/>
                </a:cubicBezTo>
                <a:cubicBezTo>
                  <a:pt x="490670" y="46029"/>
                  <a:pt x="493686" y="46902"/>
                  <a:pt x="498695" y="48268"/>
                </a:cubicBezTo>
                <a:cubicBezTo>
                  <a:pt x="505943" y="50203"/>
                  <a:pt x="511000" y="51788"/>
                  <a:pt x="513864" y="53021"/>
                </a:cubicBezTo>
                <a:cubicBezTo>
                  <a:pt x="516729" y="54254"/>
                  <a:pt x="518978" y="56047"/>
                  <a:pt x="520609" y="58400"/>
                </a:cubicBezTo>
                <a:cubicBezTo>
                  <a:pt x="522241" y="60752"/>
                  <a:pt x="523057" y="63674"/>
                  <a:pt x="523057" y="67165"/>
                </a:cubicBezTo>
                <a:cubicBezTo>
                  <a:pt x="523057" y="70581"/>
                  <a:pt x="522061" y="73796"/>
                  <a:pt x="520069" y="76813"/>
                </a:cubicBezTo>
                <a:cubicBezTo>
                  <a:pt x="518077" y="79830"/>
                  <a:pt x="515202" y="82164"/>
                  <a:pt x="511445" y="83814"/>
                </a:cubicBezTo>
                <a:cubicBezTo>
                  <a:pt x="507689" y="85465"/>
                  <a:pt x="503439" y="86290"/>
                  <a:pt x="498695" y="86290"/>
                </a:cubicBezTo>
                <a:cubicBezTo>
                  <a:pt x="490840" y="86290"/>
                  <a:pt x="484854" y="84654"/>
                  <a:pt x="480737" y="81381"/>
                </a:cubicBezTo>
                <a:cubicBezTo>
                  <a:pt x="476620" y="78108"/>
                  <a:pt x="473992" y="73256"/>
                  <a:pt x="472854" y="66824"/>
                </a:cubicBezTo>
                <a:close/>
                <a:moveTo>
                  <a:pt x="531717" y="54700"/>
                </a:moveTo>
                <a:cubicBezTo>
                  <a:pt x="531717" y="43506"/>
                  <a:pt x="534829" y="35214"/>
                  <a:pt x="541052" y="29826"/>
                </a:cubicBezTo>
                <a:cubicBezTo>
                  <a:pt x="546251" y="25348"/>
                  <a:pt x="552588" y="23109"/>
                  <a:pt x="560063" y="23109"/>
                </a:cubicBezTo>
                <a:cubicBezTo>
                  <a:pt x="568374" y="23109"/>
                  <a:pt x="575166" y="25832"/>
                  <a:pt x="580441" y="31277"/>
                </a:cubicBezTo>
                <a:cubicBezTo>
                  <a:pt x="585715" y="36723"/>
                  <a:pt x="588353" y="44246"/>
                  <a:pt x="588353" y="53846"/>
                </a:cubicBezTo>
                <a:cubicBezTo>
                  <a:pt x="588353" y="61625"/>
                  <a:pt x="587186" y="67744"/>
                  <a:pt x="584852" y="72203"/>
                </a:cubicBezTo>
                <a:cubicBezTo>
                  <a:pt x="582518" y="76661"/>
                  <a:pt x="579122" y="80124"/>
                  <a:pt x="574663" y="82591"/>
                </a:cubicBezTo>
                <a:cubicBezTo>
                  <a:pt x="570205" y="85057"/>
                  <a:pt x="565338" y="86290"/>
                  <a:pt x="560063" y="86290"/>
                </a:cubicBezTo>
                <a:cubicBezTo>
                  <a:pt x="551601" y="86290"/>
                  <a:pt x="544761" y="83577"/>
                  <a:pt x="539544" y="78151"/>
                </a:cubicBezTo>
                <a:cubicBezTo>
                  <a:pt x="534326" y="72725"/>
                  <a:pt x="531717" y="64908"/>
                  <a:pt x="531717" y="54700"/>
                </a:cubicBezTo>
                <a:moveTo>
                  <a:pt x="542248" y="54728"/>
                </a:moveTo>
                <a:cubicBezTo>
                  <a:pt x="542248" y="62460"/>
                  <a:pt x="543936" y="68249"/>
                  <a:pt x="547313" y="72096"/>
                </a:cubicBezTo>
                <a:cubicBezTo>
                  <a:pt x="550691" y="75943"/>
                  <a:pt x="554941" y="77866"/>
                  <a:pt x="560063" y="77866"/>
                </a:cubicBezTo>
                <a:cubicBezTo>
                  <a:pt x="565148" y="77866"/>
                  <a:pt x="569379" y="75933"/>
                  <a:pt x="572757" y="72068"/>
                </a:cubicBezTo>
                <a:cubicBezTo>
                  <a:pt x="576134" y="68202"/>
                  <a:pt x="577822" y="62308"/>
                  <a:pt x="577822" y="54387"/>
                </a:cubicBezTo>
                <a:cubicBezTo>
                  <a:pt x="577822" y="46921"/>
                  <a:pt x="576124" y="41264"/>
                  <a:pt x="572728" y="37418"/>
                </a:cubicBezTo>
                <a:cubicBezTo>
                  <a:pt x="569332" y="33571"/>
                  <a:pt x="565110" y="31647"/>
                  <a:pt x="560063" y="31647"/>
                </a:cubicBezTo>
                <a:cubicBezTo>
                  <a:pt x="554941" y="31647"/>
                  <a:pt x="550691" y="33561"/>
                  <a:pt x="547313" y="37389"/>
                </a:cubicBezTo>
                <a:cubicBezTo>
                  <a:pt x="543936" y="41217"/>
                  <a:pt x="542248" y="46997"/>
                  <a:pt x="542248" y="54728"/>
                </a:cubicBezTo>
                <a:close/>
                <a:moveTo>
                  <a:pt x="600439" y="84924"/>
                </a:moveTo>
                <a:lnTo>
                  <a:pt x="600439" y="24476"/>
                </a:lnTo>
                <a:lnTo>
                  <a:pt x="609660" y="24476"/>
                </a:lnTo>
                <a:lnTo>
                  <a:pt x="609660" y="33640"/>
                </a:lnTo>
                <a:cubicBezTo>
                  <a:pt x="612013" y="29352"/>
                  <a:pt x="614185" y="26525"/>
                  <a:pt x="616177" y="25159"/>
                </a:cubicBezTo>
                <a:cubicBezTo>
                  <a:pt x="618170" y="23792"/>
                  <a:pt x="620361" y="23109"/>
                  <a:pt x="622752" y="23109"/>
                </a:cubicBezTo>
                <a:cubicBezTo>
                  <a:pt x="626205" y="23109"/>
                  <a:pt x="629715" y="24210"/>
                  <a:pt x="633282" y="26411"/>
                </a:cubicBezTo>
                <a:lnTo>
                  <a:pt x="629753" y="35909"/>
                </a:lnTo>
                <a:cubicBezTo>
                  <a:pt x="627248" y="34434"/>
                  <a:pt x="624744" y="33697"/>
                  <a:pt x="622239" y="33697"/>
                </a:cubicBezTo>
                <a:cubicBezTo>
                  <a:pt x="620000" y="33697"/>
                  <a:pt x="617989" y="34370"/>
                  <a:pt x="616206" y="35717"/>
                </a:cubicBezTo>
                <a:cubicBezTo>
                  <a:pt x="614422" y="37064"/>
                  <a:pt x="613151" y="38933"/>
                  <a:pt x="612392" y="41324"/>
                </a:cubicBezTo>
                <a:cubicBezTo>
                  <a:pt x="611254" y="44967"/>
                  <a:pt x="610685" y="48951"/>
                  <a:pt x="610685" y="53277"/>
                </a:cubicBezTo>
                <a:lnTo>
                  <a:pt x="610685" y="84924"/>
                </a:lnTo>
                <a:lnTo>
                  <a:pt x="600439" y="8492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803C849-02BB-4C27-A76F-07CB63220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3940" y="563404"/>
            <a:ext cx="2439805" cy="1033388"/>
          </a:xfrm>
          <a:custGeom xmlns:a="http://schemas.openxmlformats.org/drawingml/2006/main">
            <a:pathLst>
              <a:path w="2439805" h="1033388">
                <a:moveTo>
                  <a:pt x="586" y="78788"/>
                </a:moveTo>
                <a:cubicBezTo>
                  <a:pt x="0" y="35065"/>
                  <a:pt x="35065" y="0"/>
                  <a:pt x="77910" y="59"/>
                </a:cubicBezTo>
                <a:lnTo>
                  <a:pt x="2361075" y="59"/>
                </a:lnTo>
                <a:cubicBezTo>
                  <a:pt x="2404154" y="0"/>
                  <a:pt x="2439219" y="35065"/>
                  <a:pt x="2439805" y="78788"/>
                </a:cubicBezTo>
                <a:lnTo>
                  <a:pt x="2439805" y="954658"/>
                </a:lnTo>
                <a:cubicBezTo>
                  <a:pt x="2439219" y="998264"/>
                  <a:pt x="2404154" y="1033329"/>
                  <a:pt x="2361075" y="1033388"/>
                </a:cubicBezTo>
                <a:lnTo>
                  <a:pt x="77910" y="1033388"/>
                </a:lnTo>
                <a:cubicBezTo>
                  <a:pt x="35065" y="1033329"/>
                  <a:pt x="0" y="998264"/>
                  <a:pt x="586" y="954658"/>
                </a:cubicBezTo>
                <a:lnTo>
                  <a:pt x="586" y="78788"/>
                </a:lnTo>
              </a:path>
            </a:pathLst>
          </a:custGeom>
          <a:solidFill xmlns:a="http://schemas.openxmlformats.org/drawingml/2006/main">
            <a:srgbClr val="FADBD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B4194E0-A5DE-4C8C-B36B-3459529B6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8082" y="557546"/>
            <a:ext cx="2450935" cy="1045045"/>
          </a:xfrm>
          <a:custGeom xmlns:a="http://schemas.openxmlformats.org/drawingml/2006/main">
            <a:pathLst>
              <a:path w="2450935" h="1045045">
                <a:moveTo>
                  <a:pt x="2648" y="981909"/>
                </a:moveTo>
                <a:lnTo>
                  <a:pt x="3784" y="985904"/>
                </a:lnTo>
                <a:lnTo>
                  <a:pt x="5108" y="989817"/>
                </a:lnTo>
                <a:lnTo>
                  <a:pt x="6619" y="993636"/>
                </a:lnTo>
                <a:lnTo>
                  <a:pt x="8306" y="997374"/>
                </a:lnTo>
                <a:lnTo>
                  <a:pt x="10158" y="1001005"/>
                </a:lnTo>
                <a:lnTo>
                  <a:pt x="12184" y="1004532"/>
                </a:lnTo>
                <a:lnTo>
                  <a:pt x="14375" y="1007941"/>
                </a:lnTo>
                <a:lnTo>
                  <a:pt x="16730" y="1011245"/>
                </a:lnTo>
                <a:lnTo>
                  <a:pt x="19226" y="1014420"/>
                </a:lnTo>
                <a:lnTo>
                  <a:pt x="21862" y="1017478"/>
                </a:lnTo>
                <a:lnTo>
                  <a:pt x="24650" y="1020395"/>
                </a:lnTo>
                <a:lnTo>
                  <a:pt x="27579" y="1023183"/>
                </a:lnTo>
                <a:lnTo>
                  <a:pt x="30625" y="1025831"/>
                </a:lnTo>
                <a:lnTo>
                  <a:pt x="33812" y="1028327"/>
                </a:lnTo>
                <a:lnTo>
                  <a:pt x="37104" y="1030670"/>
                </a:lnTo>
                <a:lnTo>
                  <a:pt x="40525" y="1032861"/>
                </a:lnTo>
                <a:lnTo>
                  <a:pt x="44051" y="1034887"/>
                </a:lnTo>
                <a:lnTo>
                  <a:pt x="47683" y="1036750"/>
                </a:lnTo>
                <a:lnTo>
                  <a:pt x="51409" y="1038437"/>
                </a:lnTo>
                <a:lnTo>
                  <a:pt x="55228" y="1039937"/>
                </a:lnTo>
                <a:lnTo>
                  <a:pt x="59141" y="1041261"/>
                </a:lnTo>
                <a:lnTo>
                  <a:pt x="63136" y="1042397"/>
                </a:lnTo>
                <a:lnTo>
                  <a:pt x="67213" y="1043334"/>
                </a:lnTo>
                <a:lnTo>
                  <a:pt x="71361" y="1044084"/>
                </a:lnTo>
                <a:lnTo>
                  <a:pt x="75578" y="1044611"/>
                </a:lnTo>
                <a:lnTo>
                  <a:pt x="79843" y="1044939"/>
                </a:lnTo>
                <a:lnTo>
                  <a:pt x="84096" y="1045045"/>
                </a:lnTo>
                <a:lnTo>
                  <a:pt x="2366839" y="1045045"/>
                </a:lnTo>
                <a:lnTo>
                  <a:pt x="2371092" y="1044939"/>
                </a:lnTo>
                <a:lnTo>
                  <a:pt x="2375357" y="1044611"/>
                </a:lnTo>
                <a:lnTo>
                  <a:pt x="2379574" y="1044084"/>
                </a:lnTo>
                <a:lnTo>
                  <a:pt x="2383722" y="1043334"/>
                </a:lnTo>
                <a:lnTo>
                  <a:pt x="2387787" y="1042397"/>
                </a:lnTo>
                <a:lnTo>
                  <a:pt x="2391794" y="1041261"/>
                </a:lnTo>
                <a:lnTo>
                  <a:pt x="2395707" y="1039937"/>
                </a:lnTo>
                <a:lnTo>
                  <a:pt x="2399526" y="1038437"/>
                </a:lnTo>
                <a:lnTo>
                  <a:pt x="2403252" y="1036750"/>
                </a:lnTo>
                <a:lnTo>
                  <a:pt x="2406884" y="1034887"/>
                </a:lnTo>
                <a:lnTo>
                  <a:pt x="2410410" y="1032861"/>
                </a:lnTo>
                <a:lnTo>
                  <a:pt x="2413831" y="1030670"/>
                </a:lnTo>
                <a:lnTo>
                  <a:pt x="2417123" y="1028327"/>
                </a:lnTo>
                <a:lnTo>
                  <a:pt x="2420310" y="1025831"/>
                </a:lnTo>
                <a:lnTo>
                  <a:pt x="2423356" y="1023183"/>
                </a:lnTo>
                <a:lnTo>
                  <a:pt x="2426285" y="1020395"/>
                </a:lnTo>
                <a:lnTo>
                  <a:pt x="2429073" y="1017478"/>
                </a:lnTo>
                <a:lnTo>
                  <a:pt x="2431709" y="1014420"/>
                </a:lnTo>
                <a:lnTo>
                  <a:pt x="2434217" y="1011245"/>
                </a:lnTo>
                <a:lnTo>
                  <a:pt x="2436560" y="1007941"/>
                </a:lnTo>
                <a:lnTo>
                  <a:pt x="2438751" y="1004532"/>
                </a:lnTo>
                <a:lnTo>
                  <a:pt x="2440777" y="1001005"/>
                </a:lnTo>
                <a:lnTo>
                  <a:pt x="2442628" y="997374"/>
                </a:lnTo>
                <a:lnTo>
                  <a:pt x="2444316" y="993636"/>
                </a:lnTo>
                <a:lnTo>
                  <a:pt x="2445827" y="989817"/>
                </a:lnTo>
                <a:lnTo>
                  <a:pt x="2447151" y="985904"/>
                </a:lnTo>
                <a:lnTo>
                  <a:pt x="2448287" y="981909"/>
                </a:lnTo>
                <a:lnTo>
                  <a:pt x="2449224" y="977832"/>
                </a:lnTo>
                <a:lnTo>
                  <a:pt x="2449962" y="973684"/>
                </a:lnTo>
                <a:lnTo>
                  <a:pt x="2450501" y="969478"/>
                </a:lnTo>
                <a:lnTo>
                  <a:pt x="2450829" y="965202"/>
                </a:lnTo>
                <a:lnTo>
                  <a:pt x="2450935" y="960949"/>
                </a:lnTo>
                <a:lnTo>
                  <a:pt x="2450935" y="84107"/>
                </a:lnTo>
                <a:lnTo>
                  <a:pt x="2450829" y="79855"/>
                </a:lnTo>
                <a:lnTo>
                  <a:pt x="2450501" y="75578"/>
                </a:lnTo>
                <a:lnTo>
                  <a:pt x="2449962" y="71361"/>
                </a:lnTo>
                <a:lnTo>
                  <a:pt x="2449224" y="67225"/>
                </a:lnTo>
                <a:lnTo>
                  <a:pt x="2448287" y="63148"/>
                </a:lnTo>
                <a:lnTo>
                  <a:pt x="2447151" y="59153"/>
                </a:lnTo>
                <a:lnTo>
                  <a:pt x="2445827" y="55240"/>
                </a:lnTo>
                <a:lnTo>
                  <a:pt x="2444316" y="51409"/>
                </a:lnTo>
                <a:lnTo>
                  <a:pt x="2442628" y="47683"/>
                </a:lnTo>
                <a:lnTo>
                  <a:pt x="2440777" y="44051"/>
                </a:lnTo>
                <a:lnTo>
                  <a:pt x="2438751" y="40525"/>
                </a:lnTo>
                <a:lnTo>
                  <a:pt x="2436560" y="37115"/>
                </a:lnTo>
                <a:lnTo>
                  <a:pt x="2434217" y="33812"/>
                </a:lnTo>
                <a:lnTo>
                  <a:pt x="2431709" y="30637"/>
                </a:lnTo>
                <a:lnTo>
                  <a:pt x="2429073" y="27579"/>
                </a:lnTo>
                <a:lnTo>
                  <a:pt x="2426285" y="24662"/>
                </a:lnTo>
                <a:lnTo>
                  <a:pt x="2423356" y="21873"/>
                </a:lnTo>
                <a:lnTo>
                  <a:pt x="2420310" y="19226"/>
                </a:lnTo>
                <a:lnTo>
                  <a:pt x="2417123" y="16730"/>
                </a:lnTo>
                <a:lnTo>
                  <a:pt x="2413831" y="14375"/>
                </a:lnTo>
                <a:lnTo>
                  <a:pt x="2410410" y="12196"/>
                </a:lnTo>
                <a:lnTo>
                  <a:pt x="2406884" y="10169"/>
                </a:lnTo>
                <a:lnTo>
                  <a:pt x="2403252" y="8306"/>
                </a:lnTo>
                <a:lnTo>
                  <a:pt x="2399526" y="6619"/>
                </a:lnTo>
                <a:lnTo>
                  <a:pt x="2395707" y="5108"/>
                </a:lnTo>
                <a:lnTo>
                  <a:pt x="2391794" y="3784"/>
                </a:lnTo>
                <a:lnTo>
                  <a:pt x="2387787" y="2648"/>
                </a:lnTo>
                <a:lnTo>
                  <a:pt x="2383722" y="1710"/>
                </a:lnTo>
                <a:lnTo>
                  <a:pt x="2379574" y="972"/>
                </a:lnTo>
                <a:lnTo>
                  <a:pt x="2375357" y="433"/>
                </a:lnTo>
                <a:lnTo>
                  <a:pt x="2371092" y="105"/>
                </a:lnTo>
                <a:lnTo>
                  <a:pt x="2366839" y="0"/>
                </a:lnTo>
                <a:lnTo>
                  <a:pt x="84096" y="0"/>
                </a:lnTo>
                <a:lnTo>
                  <a:pt x="79843" y="105"/>
                </a:lnTo>
                <a:lnTo>
                  <a:pt x="75578" y="433"/>
                </a:lnTo>
                <a:lnTo>
                  <a:pt x="71361" y="972"/>
                </a:lnTo>
                <a:lnTo>
                  <a:pt x="67213" y="1710"/>
                </a:lnTo>
                <a:lnTo>
                  <a:pt x="63136" y="2648"/>
                </a:lnTo>
                <a:lnTo>
                  <a:pt x="59141" y="3784"/>
                </a:lnTo>
                <a:lnTo>
                  <a:pt x="55228" y="5108"/>
                </a:lnTo>
                <a:lnTo>
                  <a:pt x="51409" y="6619"/>
                </a:lnTo>
                <a:lnTo>
                  <a:pt x="47683" y="8306"/>
                </a:lnTo>
                <a:lnTo>
                  <a:pt x="44051" y="10169"/>
                </a:lnTo>
                <a:lnTo>
                  <a:pt x="40525" y="12196"/>
                </a:lnTo>
                <a:lnTo>
                  <a:pt x="37104" y="14375"/>
                </a:lnTo>
                <a:lnTo>
                  <a:pt x="33812" y="16730"/>
                </a:lnTo>
                <a:lnTo>
                  <a:pt x="30625" y="19226"/>
                </a:lnTo>
                <a:lnTo>
                  <a:pt x="27579" y="21873"/>
                </a:lnTo>
                <a:lnTo>
                  <a:pt x="24650" y="24662"/>
                </a:lnTo>
                <a:lnTo>
                  <a:pt x="21862" y="27579"/>
                </a:lnTo>
                <a:lnTo>
                  <a:pt x="19226" y="30637"/>
                </a:lnTo>
                <a:lnTo>
                  <a:pt x="16730" y="33812"/>
                </a:lnTo>
                <a:lnTo>
                  <a:pt x="14375" y="37115"/>
                </a:lnTo>
                <a:lnTo>
                  <a:pt x="12184" y="40525"/>
                </a:lnTo>
                <a:lnTo>
                  <a:pt x="10158" y="44051"/>
                </a:lnTo>
                <a:lnTo>
                  <a:pt x="8306" y="47683"/>
                </a:lnTo>
                <a:lnTo>
                  <a:pt x="6619" y="51409"/>
                </a:lnTo>
                <a:lnTo>
                  <a:pt x="5108" y="55240"/>
                </a:lnTo>
                <a:lnTo>
                  <a:pt x="3784" y="59153"/>
                </a:lnTo>
                <a:lnTo>
                  <a:pt x="2648" y="63148"/>
                </a:lnTo>
                <a:lnTo>
                  <a:pt x="1710" y="67225"/>
                </a:lnTo>
                <a:lnTo>
                  <a:pt x="972" y="71361"/>
                </a:lnTo>
                <a:lnTo>
                  <a:pt x="433" y="75578"/>
                </a:lnTo>
                <a:lnTo>
                  <a:pt x="105" y="79855"/>
                </a:lnTo>
                <a:lnTo>
                  <a:pt x="0" y="84107"/>
                </a:lnTo>
                <a:lnTo>
                  <a:pt x="0" y="960949"/>
                </a:lnTo>
                <a:lnTo>
                  <a:pt x="105" y="965202"/>
                </a:lnTo>
                <a:lnTo>
                  <a:pt x="433" y="969478"/>
                </a:lnTo>
                <a:lnTo>
                  <a:pt x="972" y="973684"/>
                </a:lnTo>
                <a:lnTo>
                  <a:pt x="1710" y="977832"/>
                </a:lnTo>
                <a:lnTo>
                  <a:pt x="2648" y="981909"/>
                </a:lnTo>
                <a:close/>
                <a:moveTo>
                  <a:pt x="14035" y="65925"/>
                </a:moveTo>
                <a:lnTo>
                  <a:pt x="13953" y="66206"/>
                </a:lnTo>
                <a:lnTo>
                  <a:pt x="15020" y="62492"/>
                </a:lnTo>
                <a:lnTo>
                  <a:pt x="14926" y="62761"/>
                </a:lnTo>
                <a:lnTo>
                  <a:pt x="16081" y="59352"/>
                </a:lnTo>
                <a:lnTo>
                  <a:pt x="17456" y="55837"/>
                </a:lnTo>
                <a:lnTo>
                  <a:pt x="17351" y="56107"/>
                </a:lnTo>
                <a:lnTo>
                  <a:pt x="18894" y="52697"/>
                </a:lnTo>
                <a:lnTo>
                  <a:pt x="20519" y="49537"/>
                </a:lnTo>
                <a:lnTo>
                  <a:pt x="22272" y="46488"/>
                </a:lnTo>
                <a:lnTo>
                  <a:pt x="22131" y="46734"/>
                </a:lnTo>
                <a:lnTo>
                  <a:pt x="24148" y="43581"/>
                </a:lnTo>
                <a:lnTo>
                  <a:pt x="26080" y="40860"/>
                </a:lnTo>
                <a:lnTo>
                  <a:pt x="28352" y="37982"/>
                </a:lnTo>
                <a:lnTo>
                  <a:pt x="28165" y="38193"/>
                </a:lnTo>
                <a:lnTo>
                  <a:pt x="30637" y="35358"/>
                </a:lnTo>
                <a:lnTo>
                  <a:pt x="30438" y="35557"/>
                </a:lnTo>
                <a:lnTo>
                  <a:pt x="32936" y="32946"/>
                </a:lnTo>
                <a:lnTo>
                  <a:pt x="35498" y="30505"/>
                </a:lnTo>
                <a:lnTo>
                  <a:pt x="38070" y="28283"/>
                </a:lnTo>
                <a:lnTo>
                  <a:pt x="40713" y="26196"/>
                </a:lnTo>
                <a:lnTo>
                  <a:pt x="43592" y="24141"/>
                </a:lnTo>
                <a:lnTo>
                  <a:pt x="46628" y="22192"/>
                </a:lnTo>
                <a:lnTo>
                  <a:pt x="49769" y="20397"/>
                </a:lnTo>
                <a:lnTo>
                  <a:pt x="49511" y="20526"/>
                </a:lnTo>
                <a:lnTo>
                  <a:pt x="52691" y="18897"/>
                </a:lnTo>
                <a:lnTo>
                  <a:pt x="55921" y="17435"/>
                </a:lnTo>
                <a:lnTo>
                  <a:pt x="59147" y="16162"/>
                </a:lnTo>
                <a:lnTo>
                  <a:pt x="62521" y="15008"/>
                </a:lnTo>
                <a:lnTo>
                  <a:pt x="66107" y="13993"/>
                </a:lnTo>
                <a:lnTo>
                  <a:pt x="69583" y="13186"/>
                </a:lnTo>
                <a:lnTo>
                  <a:pt x="73282" y="12536"/>
                </a:lnTo>
                <a:lnTo>
                  <a:pt x="72989" y="12571"/>
                </a:lnTo>
                <a:lnTo>
                  <a:pt x="76866" y="12084"/>
                </a:lnTo>
                <a:lnTo>
                  <a:pt x="80514" y="11815"/>
                </a:lnTo>
                <a:lnTo>
                  <a:pt x="84318" y="11716"/>
                </a:lnTo>
                <a:lnTo>
                  <a:pt x="2366617" y="11716"/>
                </a:lnTo>
                <a:lnTo>
                  <a:pt x="2370421" y="11815"/>
                </a:lnTo>
                <a:lnTo>
                  <a:pt x="2374069" y="12084"/>
                </a:lnTo>
                <a:lnTo>
                  <a:pt x="2377946" y="12571"/>
                </a:lnTo>
                <a:lnTo>
                  <a:pt x="2377653" y="12536"/>
                </a:lnTo>
                <a:lnTo>
                  <a:pt x="2381352" y="13186"/>
                </a:lnTo>
                <a:lnTo>
                  <a:pt x="2384828" y="13993"/>
                </a:lnTo>
                <a:lnTo>
                  <a:pt x="2388418" y="15009"/>
                </a:lnTo>
                <a:lnTo>
                  <a:pt x="2391714" y="16133"/>
                </a:lnTo>
                <a:lnTo>
                  <a:pt x="2395014" y="17435"/>
                </a:lnTo>
                <a:lnTo>
                  <a:pt x="2398243" y="18897"/>
                </a:lnTo>
                <a:lnTo>
                  <a:pt x="2401424" y="20526"/>
                </a:lnTo>
                <a:lnTo>
                  <a:pt x="2401166" y="20397"/>
                </a:lnTo>
                <a:lnTo>
                  <a:pt x="2404307" y="22192"/>
                </a:lnTo>
                <a:lnTo>
                  <a:pt x="2407343" y="24141"/>
                </a:lnTo>
                <a:lnTo>
                  <a:pt x="2410222" y="26196"/>
                </a:lnTo>
                <a:lnTo>
                  <a:pt x="2412865" y="28283"/>
                </a:lnTo>
                <a:lnTo>
                  <a:pt x="2415437" y="30505"/>
                </a:lnTo>
                <a:lnTo>
                  <a:pt x="2417999" y="32946"/>
                </a:lnTo>
                <a:lnTo>
                  <a:pt x="2420340" y="35393"/>
                </a:lnTo>
                <a:lnTo>
                  <a:pt x="2422770" y="38193"/>
                </a:lnTo>
                <a:lnTo>
                  <a:pt x="2422583" y="37982"/>
                </a:lnTo>
                <a:lnTo>
                  <a:pt x="2424855" y="40860"/>
                </a:lnTo>
                <a:lnTo>
                  <a:pt x="2426786" y="43581"/>
                </a:lnTo>
                <a:lnTo>
                  <a:pt x="2428804" y="46734"/>
                </a:lnTo>
                <a:lnTo>
                  <a:pt x="2428663" y="46488"/>
                </a:lnTo>
                <a:lnTo>
                  <a:pt x="2430416" y="49537"/>
                </a:lnTo>
                <a:lnTo>
                  <a:pt x="2432040" y="52697"/>
                </a:lnTo>
                <a:lnTo>
                  <a:pt x="2433584" y="56107"/>
                </a:lnTo>
                <a:lnTo>
                  <a:pt x="2433478" y="55837"/>
                </a:lnTo>
                <a:lnTo>
                  <a:pt x="2434854" y="59352"/>
                </a:lnTo>
                <a:lnTo>
                  <a:pt x="2436009" y="62761"/>
                </a:lnTo>
                <a:lnTo>
                  <a:pt x="2435915" y="62492"/>
                </a:lnTo>
                <a:lnTo>
                  <a:pt x="2436981" y="66206"/>
                </a:lnTo>
                <a:lnTo>
                  <a:pt x="2436899" y="65925"/>
                </a:lnTo>
                <a:lnTo>
                  <a:pt x="2437742" y="69554"/>
                </a:lnTo>
                <a:lnTo>
                  <a:pt x="2438378" y="73100"/>
                </a:lnTo>
                <a:lnTo>
                  <a:pt x="2438838" y="76685"/>
                </a:lnTo>
                <a:lnTo>
                  <a:pt x="2439137" y="80593"/>
                </a:lnTo>
                <a:lnTo>
                  <a:pt x="2439114" y="80300"/>
                </a:lnTo>
                <a:lnTo>
                  <a:pt x="2439219" y="84330"/>
                </a:lnTo>
                <a:lnTo>
                  <a:pt x="2439219" y="960727"/>
                </a:lnTo>
                <a:lnTo>
                  <a:pt x="2439114" y="964757"/>
                </a:lnTo>
                <a:lnTo>
                  <a:pt x="2439137" y="964464"/>
                </a:lnTo>
                <a:lnTo>
                  <a:pt x="2438836" y="968388"/>
                </a:lnTo>
                <a:lnTo>
                  <a:pt x="2438378" y="971956"/>
                </a:lnTo>
                <a:lnTo>
                  <a:pt x="2437751" y="975452"/>
                </a:lnTo>
                <a:lnTo>
                  <a:pt x="2436899" y="979132"/>
                </a:lnTo>
                <a:lnTo>
                  <a:pt x="2436981" y="978851"/>
                </a:lnTo>
                <a:lnTo>
                  <a:pt x="2435922" y="982541"/>
                </a:lnTo>
                <a:lnTo>
                  <a:pt x="2434853" y="985708"/>
                </a:lnTo>
                <a:lnTo>
                  <a:pt x="2433552" y="989020"/>
                </a:lnTo>
                <a:lnTo>
                  <a:pt x="2432040" y="992359"/>
                </a:lnTo>
                <a:lnTo>
                  <a:pt x="2430416" y="995520"/>
                </a:lnTo>
                <a:lnTo>
                  <a:pt x="2428663" y="998569"/>
                </a:lnTo>
                <a:lnTo>
                  <a:pt x="2428804" y="998322"/>
                </a:lnTo>
                <a:lnTo>
                  <a:pt x="2426787" y="1001463"/>
                </a:lnTo>
                <a:lnTo>
                  <a:pt x="2424853" y="1004188"/>
                </a:lnTo>
                <a:lnTo>
                  <a:pt x="2422633" y="1007011"/>
                </a:lnTo>
                <a:lnTo>
                  <a:pt x="2420444" y="1009544"/>
                </a:lnTo>
                <a:lnTo>
                  <a:pt x="2417994" y="1012104"/>
                </a:lnTo>
                <a:lnTo>
                  <a:pt x="2415434" y="1014554"/>
                </a:lnTo>
                <a:lnTo>
                  <a:pt x="2412870" y="1016770"/>
                </a:lnTo>
                <a:lnTo>
                  <a:pt x="2410079" y="1018962"/>
                </a:lnTo>
                <a:lnTo>
                  <a:pt x="2407181" y="1021020"/>
                </a:lnTo>
                <a:lnTo>
                  <a:pt x="2404212" y="1022926"/>
                </a:lnTo>
                <a:lnTo>
                  <a:pt x="2404447" y="1022773"/>
                </a:lnTo>
                <a:lnTo>
                  <a:pt x="2401303" y="1024581"/>
                </a:lnTo>
                <a:lnTo>
                  <a:pt x="2398243" y="1026148"/>
                </a:lnTo>
                <a:lnTo>
                  <a:pt x="2394828" y="1027694"/>
                </a:lnTo>
                <a:lnTo>
                  <a:pt x="2395098" y="1027588"/>
                </a:lnTo>
                <a:lnTo>
                  <a:pt x="2391536" y="1028983"/>
                </a:lnTo>
                <a:lnTo>
                  <a:pt x="2391817" y="1028889"/>
                </a:lnTo>
                <a:lnTo>
                  <a:pt x="2388218" y="1030104"/>
                </a:lnTo>
                <a:lnTo>
                  <a:pt x="2384838" y="1031061"/>
                </a:lnTo>
                <a:lnTo>
                  <a:pt x="2381350" y="1031860"/>
                </a:lnTo>
                <a:lnTo>
                  <a:pt x="2377836" y="1032488"/>
                </a:lnTo>
                <a:lnTo>
                  <a:pt x="2374277" y="1032946"/>
                </a:lnTo>
                <a:lnTo>
                  <a:pt x="2370429" y="1033240"/>
                </a:lnTo>
                <a:lnTo>
                  <a:pt x="2366617" y="1033329"/>
                </a:lnTo>
                <a:lnTo>
                  <a:pt x="84318" y="1033329"/>
                </a:lnTo>
                <a:lnTo>
                  <a:pt x="80506" y="1033240"/>
                </a:lnTo>
                <a:lnTo>
                  <a:pt x="76658" y="1032946"/>
                </a:lnTo>
                <a:lnTo>
                  <a:pt x="73099" y="1032488"/>
                </a:lnTo>
                <a:lnTo>
                  <a:pt x="69585" y="1031860"/>
                </a:lnTo>
                <a:lnTo>
                  <a:pt x="66097" y="1031061"/>
                </a:lnTo>
                <a:lnTo>
                  <a:pt x="62718" y="1030104"/>
                </a:lnTo>
                <a:lnTo>
                  <a:pt x="59352" y="1028964"/>
                </a:lnTo>
                <a:lnTo>
                  <a:pt x="55837" y="1027588"/>
                </a:lnTo>
                <a:lnTo>
                  <a:pt x="56107" y="1027694"/>
                </a:lnTo>
                <a:lnTo>
                  <a:pt x="52691" y="1026148"/>
                </a:lnTo>
                <a:lnTo>
                  <a:pt x="49632" y="1024581"/>
                </a:lnTo>
                <a:lnTo>
                  <a:pt x="46488" y="1022773"/>
                </a:lnTo>
                <a:lnTo>
                  <a:pt x="46722" y="1022926"/>
                </a:lnTo>
                <a:lnTo>
                  <a:pt x="43754" y="1021020"/>
                </a:lnTo>
                <a:lnTo>
                  <a:pt x="40856" y="1018962"/>
                </a:lnTo>
                <a:lnTo>
                  <a:pt x="38065" y="1016770"/>
                </a:lnTo>
                <a:lnTo>
                  <a:pt x="35501" y="1014554"/>
                </a:lnTo>
                <a:lnTo>
                  <a:pt x="32941" y="1012104"/>
                </a:lnTo>
                <a:lnTo>
                  <a:pt x="30611" y="1009669"/>
                </a:lnTo>
                <a:lnTo>
                  <a:pt x="28296" y="1007003"/>
                </a:lnTo>
                <a:lnTo>
                  <a:pt x="26082" y="1004188"/>
                </a:lnTo>
                <a:lnTo>
                  <a:pt x="24148" y="1001463"/>
                </a:lnTo>
                <a:lnTo>
                  <a:pt x="22131" y="998322"/>
                </a:lnTo>
                <a:lnTo>
                  <a:pt x="22272" y="998569"/>
                </a:lnTo>
                <a:lnTo>
                  <a:pt x="20519" y="995520"/>
                </a:lnTo>
                <a:lnTo>
                  <a:pt x="18894" y="992359"/>
                </a:lnTo>
                <a:lnTo>
                  <a:pt x="17383" y="989020"/>
                </a:lnTo>
                <a:lnTo>
                  <a:pt x="16082" y="985708"/>
                </a:lnTo>
                <a:lnTo>
                  <a:pt x="15013" y="982541"/>
                </a:lnTo>
                <a:lnTo>
                  <a:pt x="13953" y="978851"/>
                </a:lnTo>
                <a:lnTo>
                  <a:pt x="14035" y="979132"/>
                </a:lnTo>
                <a:lnTo>
                  <a:pt x="13184" y="975452"/>
                </a:lnTo>
                <a:lnTo>
                  <a:pt x="12558" y="971963"/>
                </a:lnTo>
                <a:lnTo>
                  <a:pt x="12081" y="968163"/>
                </a:lnTo>
                <a:lnTo>
                  <a:pt x="11798" y="964464"/>
                </a:lnTo>
                <a:lnTo>
                  <a:pt x="11821" y="964757"/>
                </a:lnTo>
                <a:lnTo>
                  <a:pt x="11716" y="960727"/>
                </a:lnTo>
                <a:lnTo>
                  <a:pt x="11716" y="84330"/>
                </a:lnTo>
                <a:lnTo>
                  <a:pt x="11821" y="80300"/>
                </a:lnTo>
                <a:lnTo>
                  <a:pt x="11798" y="80593"/>
                </a:lnTo>
                <a:lnTo>
                  <a:pt x="12079" y="76911"/>
                </a:lnTo>
                <a:lnTo>
                  <a:pt x="12558" y="73094"/>
                </a:lnTo>
                <a:lnTo>
                  <a:pt x="13193" y="69554"/>
                </a:lnTo>
                <a:lnTo>
                  <a:pt x="14035" y="65925"/>
                </a:lnTo>
                <a:close/>
              </a:path>
            </a:pathLst>
          </a:custGeom>
          <a:solidFill xmlns:a="http://schemas.openxmlformats.org/drawingml/2006/main">
            <a:srgbClr val="F5B7B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5" name="Text PatchGeneration">
            <a:extLst xmlns:a="http://schemas.openxmlformats.org/drawingml/2006/main">
              <a:ext uri="{FF2B5EF4-FFF2-40B4-BE49-F238E27FC236}">
                <a16:creationId xmlns:a16="http://schemas.microsoft.com/office/drawing/2014/main" id="{8DC0F298-CBBB-4C4F-9A3A-F0541E32A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2959" y="776414"/>
            <a:ext cx="1482699" cy="152741"/>
          </a:xfrm>
          <a:custGeom xmlns:a="http://schemas.openxmlformats.org/drawingml/2006/main">
            <a:pathLst>
              <a:path w="1482699" h="152741">
                <a:moveTo>
                  <a:pt x="28559" y="92521"/>
                </a:moveTo>
                <a:cubicBezTo>
                  <a:pt x="26856" y="92521"/>
                  <a:pt x="23145" y="92125"/>
                  <a:pt x="17427" y="91335"/>
                </a:cubicBezTo>
                <a:cubicBezTo>
                  <a:pt x="16941" y="100533"/>
                  <a:pt x="16698" y="116648"/>
                  <a:pt x="16698" y="139679"/>
                </a:cubicBezTo>
                <a:cubicBezTo>
                  <a:pt x="16698" y="142116"/>
                  <a:pt x="15907" y="144173"/>
                  <a:pt x="14325" y="145850"/>
                </a:cubicBezTo>
                <a:cubicBezTo>
                  <a:pt x="12744" y="147524"/>
                  <a:pt x="10767" y="148362"/>
                  <a:pt x="8394" y="148362"/>
                </a:cubicBezTo>
                <a:cubicBezTo>
                  <a:pt x="5961" y="148362"/>
                  <a:pt x="3954" y="147525"/>
                  <a:pt x="2372" y="145852"/>
                </a:cubicBezTo>
                <a:cubicBezTo>
                  <a:pt x="791" y="144178"/>
                  <a:pt x="0" y="142123"/>
                  <a:pt x="0" y="139688"/>
                </a:cubicBezTo>
                <a:lnTo>
                  <a:pt x="0" y="112845"/>
                </a:lnTo>
                <a:cubicBezTo>
                  <a:pt x="0" y="103898"/>
                  <a:pt x="547" y="91298"/>
                  <a:pt x="1642" y="75048"/>
                </a:cubicBezTo>
                <a:cubicBezTo>
                  <a:pt x="2859" y="57457"/>
                  <a:pt x="3528" y="44857"/>
                  <a:pt x="3650" y="37250"/>
                </a:cubicBezTo>
                <a:lnTo>
                  <a:pt x="3650" y="24650"/>
                </a:lnTo>
                <a:cubicBezTo>
                  <a:pt x="3650" y="18624"/>
                  <a:pt x="4015" y="14242"/>
                  <a:pt x="4745" y="11502"/>
                </a:cubicBezTo>
                <a:cubicBezTo>
                  <a:pt x="6144" y="6146"/>
                  <a:pt x="9124" y="3832"/>
                  <a:pt x="13686" y="4562"/>
                </a:cubicBezTo>
                <a:cubicBezTo>
                  <a:pt x="15633" y="3954"/>
                  <a:pt x="18401" y="3498"/>
                  <a:pt x="21990" y="3194"/>
                </a:cubicBezTo>
                <a:cubicBezTo>
                  <a:pt x="25579" y="2889"/>
                  <a:pt x="29989" y="2737"/>
                  <a:pt x="35220" y="2737"/>
                </a:cubicBezTo>
                <a:cubicBezTo>
                  <a:pt x="46352" y="2737"/>
                  <a:pt x="56784" y="6539"/>
                  <a:pt x="66516" y="14143"/>
                </a:cubicBezTo>
                <a:cubicBezTo>
                  <a:pt x="77222" y="22537"/>
                  <a:pt x="82575" y="32635"/>
                  <a:pt x="82575" y="44435"/>
                </a:cubicBezTo>
                <a:cubicBezTo>
                  <a:pt x="82575" y="59521"/>
                  <a:pt x="76857" y="71535"/>
                  <a:pt x="65421" y="80477"/>
                </a:cubicBezTo>
                <a:cubicBezTo>
                  <a:pt x="55202" y="88506"/>
                  <a:pt x="42915" y="92521"/>
                  <a:pt x="28559" y="92521"/>
                </a:cubicBezTo>
                <a:moveTo>
                  <a:pt x="33121" y="20074"/>
                </a:moveTo>
                <a:cubicBezTo>
                  <a:pt x="30445" y="20074"/>
                  <a:pt x="28057" y="20134"/>
                  <a:pt x="25959" y="20256"/>
                </a:cubicBezTo>
                <a:cubicBezTo>
                  <a:pt x="23860" y="20378"/>
                  <a:pt x="22081" y="20560"/>
                  <a:pt x="20621" y="20803"/>
                </a:cubicBezTo>
                <a:lnTo>
                  <a:pt x="20438" y="37564"/>
                </a:lnTo>
                <a:lnTo>
                  <a:pt x="18522" y="73819"/>
                </a:lnTo>
                <a:lnTo>
                  <a:pt x="28559" y="75002"/>
                </a:lnTo>
                <a:cubicBezTo>
                  <a:pt x="38778" y="75002"/>
                  <a:pt x="47386" y="72421"/>
                  <a:pt x="54381" y="67261"/>
                </a:cubicBezTo>
                <a:cubicBezTo>
                  <a:pt x="62045" y="61611"/>
                  <a:pt x="65878" y="53989"/>
                  <a:pt x="65878" y="44396"/>
                </a:cubicBezTo>
                <a:cubicBezTo>
                  <a:pt x="65878" y="37594"/>
                  <a:pt x="62228" y="31734"/>
                  <a:pt x="54928" y="26814"/>
                </a:cubicBezTo>
                <a:cubicBezTo>
                  <a:pt x="48176" y="22320"/>
                  <a:pt x="40907" y="20074"/>
                  <a:pt x="33121" y="20074"/>
                </a:cubicBezTo>
                <a:close/>
                <a:moveTo>
                  <a:pt x="172646" y="152194"/>
                </a:moveTo>
                <a:cubicBezTo>
                  <a:pt x="171490" y="152194"/>
                  <a:pt x="169391" y="150844"/>
                  <a:pt x="166350" y="148145"/>
                </a:cubicBezTo>
                <a:cubicBezTo>
                  <a:pt x="163613" y="145630"/>
                  <a:pt x="161575" y="143391"/>
                  <a:pt x="160237" y="141427"/>
                </a:cubicBezTo>
                <a:cubicBezTo>
                  <a:pt x="154397" y="144621"/>
                  <a:pt x="149257" y="147031"/>
                  <a:pt x="144817" y="148658"/>
                </a:cubicBezTo>
                <a:cubicBezTo>
                  <a:pt x="140376" y="150285"/>
                  <a:pt x="136665" y="151099"/>
                  <a:pt x="133685" y="151099"/>
                </a:cubicBezTo>
                <a:cubicBezTo>
                  <a:pt x="119451" y="151099"/>
                  <a:pt x="109080" y="147084"/>
                  <a:pt x="102571" y="139055"/>
                </a:cubicBezTo>
                <a:cubicBezTo>
                  <a:pt x="96427" y="131512"/>
                  <a:pt x="93355" y="119954"/>
                  <a:pt x="93355" y="104382"/>
                </a:cubicBezTo>
                <a:cubicBezTo>
                  <a:pt x="93355" y="89662"/>
                  <a:pt x="98419" y="77070"/>
                  <a:pt x="108547" y="66608"/>
                </a:cubicBezTo>
                <a:cubicBezTo>
                  <a:pt x="118675" y="56145"/>
                  <a:pt x="130765" y="50914"/>
                  <a:pt x="144817" y="50914"/>
                </a:cubicBezTo>
                <a:cubicBezTo>
                  <a:pt x="150109" y="50914"/>
                  <a:pt x="156039" y="52282"/>
                  <a:pt x="162609" y="55020"/>
                </a:cubicBezTo>
                <a:cubicBezTo>
                  <a:pt x="170882" y="58426"/>
                  <a:pt x="175018" y="62532"/>
                  <a:pt x="175018" y="67338"/>
                </a:cubicBezTo>
                <a:cubicBezTo>
                  <a:pt x="175018" y="68980"/>
                  <a:pt x="174410" y="70440"/>
                  <a:pt x="173193" y="71717"/>
                </a:cubicBezTo>
                <a:cubicBezTo>
                  <a:pt x="172585" y="74029"/>
                  <a:pt x="172113" y="77831"/>
                  <a:pt x="171779" y="83123"/>
                </a:cubicBezTo>
                <a:cubicBezTo>
                  <a:pt x="171444" y="88415"/>
                  <a:pt x="171247" y="95197"/>
                  <a:pt x="171186" y="103470"/>
                </a:cubicBezTo>
                <a:cubicBezTo>
                  <a:pt x="171125" y="111013"/>
                  <a:pt x="171642" y="116974"/>
                  <a:pt x="172737" y="121354"/>
                </a:cubicBezTo>
                <a:cubicBezTo>
                  <a:pt x="173345" y="124030"/>
                  <a:pt x="175261" y="129383"/>
                  <a:pt x="178485" y="137412"/>
                </a:cubicBezTo>
                <a:cubicBezTo>
                  <a:pt x="178911" y="138507"/>
                  <a:pt x="179611" y="140119"/>
                  <a:pt x="180584" y="142248"/>
                </a:cubicBezTo>
                <a:lnTo>
                  <a:pt x="181131" y="143799"/>
                </a:lnTo>
                <a:cubicBezTo>
                  <a:pt x="181131" y="146233"/>
                  <a:pt x="180280" y="148240"/>
                  <a:pt x="178577" y="149821"/>
                </a:cubicBezTo>
                <a:cubicBezTo>
                  <a:pt x="176873" y="151403"/>
                  <a:pt x="174896" y="152194"/>
                  <a:pt x="172646" y="152194"/>
                </a:cubicBezTo>
                <a:moveTo>
                  <a:pt x="153667" y="88814"/>
                </a:moveTo>
                <a:cubicBezTo>
                  <a:pt x="153667" y="86204"/>
                  <a:pt x="153834" y="83368"/>
                  <a:pt x="154169" y="80305"/>
                </a:cubicBezTo>
                <a:cubicBezTo>
                  <a:pt x="154504" y="77241"/>
                  <a:pt x="155005" y="73980"/>
                  <a:pt x="155674" y="70522"/>
                </a:cubicBezTo>
                <a:cubicBezTo>
                  <a:pt x="153424" y="69369"/>
                  <a:pt x="151492" y="68519"/>
                  <a:pt x="149881" y="67973"/>
                </a:cubicBezTo>
                <a:cubicBezTo>
                  <a:pt x="148269" y="67428"/>
                  <a:pt x="146976" y="67155"/>
                  <a:pt x="146003" y="67155"/>
                </a:cubicBezTo>
                <a:cubicBezTo>
                  <a:pt x="136574" y="67155"/>
                  <a:pt x="128438" y="70992"/>
                  <a:pt x="121595" y="78666"/>
                </a:cubicBezTo>
                <a:cubicBezTo>
                  <a:pt x="114752" y="86340"/>
                  <a:pt x="111330" y="95182"/>
                  <a:pt x="111330" y="105192"/>
                </a:cubicBezTo>
                <a:cubicBezTo>
                  <a:pt x="111330" y="115141"/>
                  <a:pt x="113094" y="122603"/>
                  <a:pt x="116622" y="127578"/>
                </a:cubicBezTo>
                <a:cubicBezTo>
                  <a:pt x="120150" y="132553"/>
                  <a:pt x="125443" y="135040"/>
                  <a:pt x="132499" y="135040"/>
                </a:cubicBezTo>
                <a:cubicBezTo>
                  <a:pt x="138338" y="135040"/>
                  <a:pt x="143296" y="133978"/>
                  <a:pt x="147371" y="131855"/>
                </a:cubicBezTo>
                <a:cubicBezTo>
                  <a:pt x="149561" y="130703"/>
                  <a:pt x="152633" y="128398"/>
                  <a:pt x="156587" y="124941"/>
                </a:cubicBezTo>
                <a:cubicBezTo>
                  <a:pt x="154640" y="108863"/>
                  <a:pt x="153667" y="96821"/>
                  <a:pt x="153667" y="88814"/>
                </a:cubicBezTo>
                <a:close/>
                <a:moveTo>
                  <a:pt x="258496" y="68512"/>
                </a:moveTo>
                <a:cubicBezTo>
                  <a:pt x="257218" y="68512"/>
                  <a:pt x="255713" y="68451"/>
                  <a:pt x="253979" y="68330"/>
                </a:cubicBezTo>
                <a:cubicBezTo>
                  <a:pt x="252245" y="68206"/>
                  <a:pt x="250740" y="68144"/>
                  <a:pt x="249463" y="68144"/>
                </a:cubicBezTo>
                <a:cubicBezTo>
                  <a:pt x="248063" y="68144"/>
                  <a:pt x="243927" y="68605"/>
                  <a:pt x="237053" y="69527"/>
                </a:cubicBezTo>
                <a:lnTo>
                  <a:pt x="238787" y="123392"/>
                </a:lnTo>
                <a:lnTo>
                  <a:pt x="238878" y="127404"/>
                </a:lnTo>
                <a:lnTo>
                  <a:pt x="238970" y="132052"/>
                </a:lnTo>
                <a:cubicBezTo>
                  <a:pt x="239213" y="145358"/>
                  <a:pt x="236019" y="152011"/>
                  <a:pt x="229389" y="152011"/>
                </a:cubicBezTo>
                <a:cubicBezTo>
                  <a:pt x="226956" y="152011"/>
                  <a:pt x="224842" y="151221"/>
                  <a:pt x="223048" y="149642"/>
                </a:cubicBezTo>
                <a:cubicBezTo>
                  <a:pt x="221253" y="148062"/>
                  <a:pt x="220356" y="146087"/>
                  <a:pt x="220356" y="143717"/>
                </a:cubicBezTo>
                <a:cubicBezTo>
                  <a:pt x="220356" y="141409"/>
                  <a:pt x="220447" y="137947"/>
                  <a:pt x="220630" y="133329"/>
                </a:cubicBezTo>
                <a:cubicBezTo>
                  <a:pt x="220812" y="128710"/>
                  <a:pt x="220903" y="125246"/>
                  <a:pt x="220903" y="122936"/>
                </a:cubicBezTo>
                <a:lnTo>
                  <a:pt x="219079" y="69710"/>
                </a:lnTo>
                <a:cubicBezTo>
                  <a:pt x="214638" y="69527"/>
                  <a:pt x="207886" y="69007"/>
                  <a:pt x="198823" y="68150"/>
                </a:cubicBezTo>
                <a:cubicBezTo>
                  <a:pt x="193409" y="67416"/>
                  <a:pt x="190702" y="64391"/>
                  <a:pt x="190702" y="59074"/>
                </a:cubicBezTo>
                <a:cubicBezTo>
                  <a:pt x="190702" y="56385"/>
                  <a:pt x="191523" y="54155"/>
                  <a:pt x="193165" y="52385"/>
                </a:cubicBezTo>
                <a:cubicBezTo>
                  <a:pt x="194808" y="50613"/>
                  <a:pt x="196906" y="49728"/>
                  <a:pt x="199461" y="49728"/>
                </a:cubicBezTo>
                <a:lnTo>
                  <a:pt x="218622" y="51279"/>
                </a:lnTo>
                <a:cubicBezTo>
                  <a:pt x="218622" y="48167"/>
                  <a:pt x="218485" y="44004"/>
                  <a:pt x="218212" y="38790"/>
                </a:cubicBezTo>
                <a:cubicBezTo>
                  <a:pt x="217938" y="33574"/>
                  <a:pt x="217801" y="29807"/>
                  <a:pt x="217801" y="27490"/>
                </a:cubicBezTo>
                <a:cubicBezTo>
                  <a:pt x="217801" y="24927"/>
                  <a:pt x="218683" y="22808"/>
                  <a:pt x="220447" y="21131"/>
                </a:cubicBezTo>
                <a:cubicBezTo>
                  <a:pt x="222211" y="19453"/>
                  <a:pt x="224371" y="18614"/>
                  <a:pt x="226925" y="18614"/>
                </a:cubicBezTo>
                <a:cubicBezTo>
                  <a:pt x="232400" y="18614"/>
                  <a:pt x="235594" y="23085"/>
                  <a:pt x="236506" y="32026"/>
                </a:cubicBezTo>
                <a:cubicBezTo>
                  <a:pt x="236688" y="34277"/>
                  <a:pt x="236780" y="36984"/>
                  <a:pt x="236780" y="40147"/>
                </a:cubicBezTo>
                <a:lnTo>
                  <a:pt x="236597" y="45439"/>
                </a:lnTo>
                <a:lnTo>
                  <a:pt x="236506" y="51096"/>
                </a:lnTo>
                <a:cubicBezTo>
                  <a:pt x="244049" y="50123"/>
                  <a:pt x="248368" y="49636"/>
                  <a:pt x="249463" y="49636"/>
                </a:cubicBezTo>
                <a:cubicBezTo>
                  <a:pt x="255789" y="49636"/>
                  <a:pt x="259925" y="49940"/>
                  <a:pt x="261872" y="50549"/>
                </a:cubicBezTo>
                <a:cubicBezTo>
                  <a:pt x="265582" y="51773"/>
                  <a:pt x="267437" y="54659"/>
                  <a:pt x="267437" y="59205"/>
                </a:cubicBezTo>
                <a:cubicBezTo>
                  <a:pt x="267437" y="61909"/>
                  <a:pt x="266601" y="64135"/>
                  <a:pt x="264928" y="65886"/>
                </a:cubicBezTo>
                <a:cubicBezTo>
                  <a:pt x="263255" y="67637"/>
                  <a:pt x="261111" y="68512"/>
                  <a:pt x="258496" y="68512"/>
                </a:cubicBezTo>
                <a:close/>
                <a:moveTo>
                  <a:pt x="327149" y="152011"/>
                </a:moveTo>
                <a:cubicBezTo>
                  <a:pt x="314680" y="152011"/>
                  <a:pt x="304278" y="148233"/>
                  <a:pt x="295944" y="140677"/>
                </a:cubicBezTo>
                <a:cubicBezTo>
                  <a:pt x="287185" y="132756"/>
                  <a:pt x="282805" y="122305"/>
                  <a:pt x="282805" y="109324"/>
                </a:cubicBezTo>
                <a:cubicBezTo>
                  <a:pt x="282805" y="96955"/>
                  <a:pt x="286911" y="84189"/>
                  <a:pt x="295123" y="71027"/>
                </a:cubicBezTo>
                <a:cubicBezTo>
                  <a:pt x="304247" y="56402"/>
                  <a:pt x="314527" y="49089"/>
                  <a:pt x="325963" y="49089"/>
                </a:cubicBezTo>
                <a:cubicBezTo>
                  <a:pt x="331925" y="49089"/>
                  <a:pt x="338585" y="50493"/>
                  <a:pt x="345946" y="53300"/>
                </a:cubicBezTo>
                <a:cubicBezTo>
                  <a:pt x="355252" y="56903"/>
                  <a:pt x="359906" y="61297"/>
                  <a:pt x="359906" y="66485"/>
                </a:cubicBezTo>
                <a:cubicBezTo>
                  <a:pt x="359906" y="68804"/>
                  <a:pt x="359145" y="70865"/>
                  <a:pt x="357625" y="72667"/>
                </a:cubicBezTo>
                <a:cubicBezTo>
                  <a:pt x="356104" y="74467"/>
                  <a:pt x="354218" y="75367"/>
                  <a:pt x="351968" y="75367"/>
                </a:cubicBezTo>
                <a:cubicBezTo>
                  <a:pt x="350204" y="75367"/>
                  <a:pt x="348668" y="74830"/>
                  <a:pt x="347360" y="73756"/>
                </a:cubicBezTo>
                <a:cubicBezTo>
                  <a:pt x="346052" y="72680"/>
                  <a:pt x="344790" y="71619"/>
                  <a:pt x="343573" y="70574"/>
                </a:cubicBezTo>
                <a:cubicBezTo>
                  <a:pt x="339984" y="67686"/>
                  <a:pt x="334114" y="66243"/>
                  <a:pt x="325963" y="66243"/>
                </a:cubicBezTo>
                <a:cubicBezTo>
                  <a:pt x="319759" y="66243"/>
                  <a:pt x="313615" y="71793"/>
                  <a:pt x="307532" y="82895"/>
                </a:cubicBezTo>
                <a:cubicBezTo>
                  <a:pt x="301997" y="93080"/>
                  <a:pt x="299229" y="101892"/>
                  <a:pt x="299229" y="109332"/>
                </a:cubicBezTo>
                <a:cubicBezTo>
                  <a:pt x="299229" y="117383"/>
                  <a:pt x="301966" y="123726"/>
                  <a:pt x="307441" y="128362"/>
                </a:cubicBezTo>
                <a:cubicBezTo>
                  <a:pt x="312551" y="132692"/>
                  <a:pt x="319120" y="134858"/>
                  <a:pt x="327149" y="134858"/>
                </a:cubicBezTo>
                <a:cubicBezTo>
                  <a:pt x="330799" y="134858"/>
                  <a:pt x="334692" y="133884"/>
                  <a:pt x="338829" y="131938"/>
                </a:cubicBezTo>
                <a:lnTo>
                  <a:pt x="349413" y="126281"/>
                </a:lnTo>
                <a:cubicBezTo>
                  <a:pt x="351238" y="125307"/>
                  <a:pt x="352545" y="124821"/>
                  <a:pt x="353336" y="124821"/>
                </a:cubicBezTo>
                <a:cubicBezTo>
                  <a:pt x="355587" y="124821"/>
                  <a:pt x="357533" y="125718"/>
                  <a:pt x="359176" y="127512"/>
                </a:cubicBezTo>
                <a:cubicBezTo>
                  <a:pt x="360818" y="129307"/>
                  <a:pt x="361639" y="131360"/>
                  <a:pt x="361639" y="133671"/>
                </a:cubicBezTo>
                <a:cubicBezTo>
                  <a:pt x="361639" y="138112"/>
                  <a:pt x="356956" y="142400"/>
                  <a:pt x="347588" y="146537"/>
                </a:cubicBezTo>
                <a:cubicBezTo>
                  <a:pt x="339376" y="150186"/>
                  <a:pt x="332563" y="152011"/>
                  <a:pt x="327149" y="152011"/>
                </a:cubicBezTo>
                <a:close/>
                <a:moveTo>
                  <a:pt x="458348" y="151829"/>
                </a:moveTo>
                <a:cubicBezTo>
                  <a:pt x="454029" y="151829"/>
                  <a:pt x="451200" y="149520"/>
                  <a:pt x="449862" y="144903"/>
                </a:cubicBezTo>
                <a:cubicBezTo>
                  <a:pt x="448463" y="139921"/>
                  <a:pt x="447186" y="132842"/>
                  <a:pt x="446030" y="123666"/>
                </a:cubicBezTo>
                <a:cubicBezTo>
                  <a:pt x="444935" y="114855"/>
                  <a:pt x="444388" y="107625"/>
                  <a:pt x="444388" y="101976"/>
                </a:cubicBezTo>
                <a:cubicBezTo>
                  <a:pt x="444388" y="100396"/>
                  <a:pt x="444464" y="97996"/>
                  <a:pt x="444616" y="94776"/>
                </a:cubicBezTo>
                <a:cubicBezTo>
                  <a:pt x="444768" y="91554"/>
                  <a:pt x="444844" y="89153"/>
                  <a:pt x="444844" y="87574"/>
                </a:cubicBezTo>
                <a:cubicBezTo>
                  <a:pt x="444844" y="76151"/>
                  <a:pt x="441985" y="70440"/>
                  <a:pt x="436267" y="70440"/>
                </a:cubicBezTo>
                <a:cubicBezTo>
                  <a:pt x="428542" y="70440"/>
                  <a:pt x="421638" y="73937"/>
                  <a:pt x="415555" y="80933"/>
                </a:cubicBezTo>
                <a:cubicBezTo>
                  <a:pt x="412452" y="84522"/>
                  <a:pt x="408194" y="91365"/>
                  <a:pt x="402781" y="101463"/>
                </a:cubicBezTo>
                <a:cubicBezTo>
                  <a:pt x="402781" y="124593"/>
                  <a:pt x="401807" y="138283"/>
                  <a:pt x="399861" y="142533"/>
                </a:cubicBezTo>
                <a:cubicBezTo>
                  <a:pt x="398158" y="146297"/>
                  <a:pt x="395512" y="148179"/>
                  <a:pt x="391923" y="148179"/>
                </a:cubicBezTo>
                <a:cubicBezTo>
                  <a:pt x="389429" y="148179"/>
                  <a:pt x="387239" y="147327"/>
                  <a:pt x="385353" y="145624"/>
                </a:cubicBezTo>
                <a:cubicBezTo>
                  <a:pt x="383468" y="143921"/>
                  <a:pt x="382525" y="141853"/>
                  <a:pt x="382525" y="139420"/>
                </a:cubicBezTo>
                <a:cubicBezTo>
                  <a:pt x="382525" y="138568"/>
                  <a:pt x="382798" y="137230"/>
                  <a:pt x="383346" y="135405"/>
                </a:cubicBezTo>
                <a:cubicBezTo>
                  <a:pt x="383832" y="133884"/>
                  <a:pt x="384167" y="129444"/>
                  <a:pt x="384350" y="122083"/>
                </a:cubicBezTo>
                <a:lnTo>
                  <a:pt x="384623" y="108579"/>
                </a:lnTo>
                <a:lnTo>
                  <a:pt x="384897" y="41516"/>
                </a:lnTo>
                <a:cubicBezTo>
                  <a:pt x="385323" y="33973"/>
                  <a:pt x="385536" y="28894"/>
                  <a:pt x="385536" y="26278"/>
                </a:cubicBezTo>
                <a:cubicBezTo>
                  <a:pt x="385536" y="23176"/>
                  <a:pt x="385247" y="20241"/>
                  <a:pt x="384669" y="17473"/>
                </a:cubicBezTo>
                <a:cubicBezTo>
                  <a:pt x="384091" y="14705"/>
                  <a:pt x="383802" y="11831"/>
                  <a:pt x="383802" y="8851"/>
                </a:cubicBezTo>
                <a:cubicBezTo>
                  <a:pt x="383802" y="6296"/>
                  <a:pt x="384684" y="4182"/>
                  <a:pt x="386448" y="2509"/>
                </a:cubicBezTo>
                <a:cubicBezTo>
                  <a:pt x="388212" y="836"/>
                  <a:pt x="390372" y="0"/>
                  <a:pt x="392926" y="0"/>
                </a:cubicBezTo>
                <a:cubicBezTo>
                  <a:pt x="397914" y="0"/>
                  <a:pt x="400834" y="2676"/>
                  <a:pt x="401686" y="8029"/>
                </a:cubicBezTo>
                <a:cubicBezTo>
                  <a:pt x="402659" y="13930"/>
                  <a:pt x="403146" y="19252"/>
                  <a:pt x="403146" y="23997"/>
                </a:cubicBezTo>
                <a:cubicBezTo>
                  <a:pt x="403146" y="30384"/>
                  <a:pt x="402933" y="37045"/>
                  <a:pt x="402507" y="43979"/>
                </a:cubicBezTo>
                <a:cubicBezTo>
                  <a:pt x="402142" y="50610"/>
                  <a:pt x="401990" y="57270"/>
                  <a:pt x="402051" y="63962"/>
                </a:cubicBezTo>
                <a:lnTo>
                  <a:pt x="402142" y="71991"/>
                </a:lnTo>
                <a:cubicBezTo>
                  <a:pt x="407130" y="65300"/>
                  <a:pt x="412468" y="60297"/>
                  <a:pt x="418155" y="56981"/>
                </a:cubicBezTo>
                <a:cubicBezTo>
                  <a:pt x="423843" y="53666"/>
                  <a:pt x="429880" y="52009"/>
                  <a:pt x="436267" y="52009"/>
                </a:cubicBezTo>
                <a:cubicBezTo>
                  <a:pt x="446365" y="52009"/>
                  <a:pt x="453299" y="55293"/>
                  <a:pt x="457070" y="61863"/>
                </a:cubicBezTo>
                <a:cubicBezTo>
                  <a:pt x="459747" y="66486"/>
                  <a:pt x="461268" y="74272"/>
                  <a:pt x="461633" y="85221"/>
                </a:cubicBezTo>
                <a:lnTo>
                  <a:pt x="462363" y="102649"/>
                </a:lnTo>
                <a:lnTo>
                  <a:pt x="464187" y="121627"/>
                </a:lnTo>
                <a:cubicBezTo>
                  <a:pt x="465039" y="128744"/>
                  <a:pt x="466073" y="135010"/>
                  <a:pt x="467290" y="140423"/>
                </a:cubicBezTo>
                <a:cubicBezTo>
                  <a:pt x="467533" y="141457"/>
                  <a:pt x="467655" y="142340"/>
                  <a:pt x="467655" y="143069"/>
                </a:cubicBezTo>
                <a:cubicBezTo>
                  <a:pt x="467655" y="145563"/>
                  <a:pt x="466742" y="147647"/>
                  <a:pt x="464917" y="149320"/>
                </a:cubicBezTo>
                <a:cubicBezTo>
                  <a:pt x="463092" y="150992"/>
                  <a:pt x="460903" y="151829"/>
                  <a:pt x="458348" y="151829"/>
                </a:cubicBezTo>
                <a:close/>
                <a:moveTo>
                  <a:pt x="652516" y="90990"/>
                </a:moveTo>
                <a:cubicBezTo>
                  <a:pt x="648745" y="109685"/>
                  <a:pt x="640822" y="124620"/>
                  <a:pt x="628747" y="135796"/>
                </a:cubicBezTo>
                <a:cubicBezTo>
                  <a:pt x="616673" y="146971"/>
                  <a:pt x="602424" y="152559"/>
                  <a:pt x="586000" y="152559"/>
                </a:cubicBezTo>
                <a:cubicBezTo>
                  <a:pt x="571036" y="152559"/>
                  <a:pt x="559813" y="148372"/>
                  <a:pt x="552331" y="139999"/>
                </a:cubicBezTo>
                <a:cubicBezTo>
                  <a:pt x="544849" y="131623"/>
                  <a:pt x="541108" y="119062"/>
                  <a:pt x="541108" y="102315"/>
                </a:cubicBezTo>
                <a:cubicBezTo>
                  <a:pt x="541108" y="86539"/>
                  <a:pt x="544834" y="70293"/>
                  <a:pt x="552286" y="53577"/>
                </a:cubicBezTo>
                <a:cubicBezTo>
                  <a:pt x="559737" y="36858"/>
                  <a:pt x="569303" y="23353"/>
                  <a:pt x="580982" y="13059"/>
                </a:cubicBezTo>
                <a:cubicBezTo>
                  <a:pt x="588768" y="6178"/>
                  <a:pt x="597010" y="2737"/>
                  <a:pt x="605709" y="2737"/>
                </a:cubicBezTo>
                <a:cubicBezTo>
                  <a:pt x="611244" y="2737"/>
                  <a:pt x="618543" y="4562"/>
                  <a:pt x="627607" y="8212"/>
                </a:cubicBezTo>
                <a:cubicBezTo>
                  <a:pt x="638678" y="12592"/>
                  <a:pt x="644213" y="17427"/>
                  <a:pt x="644213" y="22720"/>
                </a:cubicBezTo>
                <a:cubicBezTo>
                  <a:pt x="644213" y="25214"/>
                  <a:pt x="643301" y="27434"/>
                  <a:pt x="641476" y="29380"/>
                </a:cubicBezTo>
                <a:cubicBezTo>
                  <a:pt x="639651" y="31327"/>
                  <a:pt x="637461" y="32300"/>
                  <a:pt x="634906" y="32300"/>
                </a:cubicBezTo>
                <a:cubicBezTo>
                  <a:pt x="633568" y="32300"/>
                  <a:pt x="631682" y="31540"/>
                  <a:pt x="629249" y="30019"/>
                </a:cubicBezTo>
                <a:cubicBezTo>
                  <a:pt x="619943" y="24362"/>
                  <a:pt x="612096" y="21533"/>
                  <a:pt x="605709" y="21533"/>
                </a:cubicBezTo>
                <a:cubicBezTo>
                  <a:pt x="601146" y="21533"/>
                  <a:pt x="596371" y="23908"/>
                  <a:pt x="591383" y="28656"/>
                </a:cubicBezTo>
                <a:cubicBezTo>
                  <a:pt x="588889" y="31030"/>
                  <a:pt x="585300" y="35353"/>
                  <a:pt x="580617" y="41624"/>
                </a:cubicBezTo>
                <a:cubicBezTo>
                  <a:pt x="566565" y="60253"/>
                  <a:pt x="559539" y="80464"/>
                  <a:pt x="559539" y="102258"/>
                </a:cubicBezTo>
                <a:cubicBezTo>
                  <a:pt x="559539" y="113703"/>
                  <a:pt x="561304" y="121709"/>
                  <a:pt x="564832" y="126275"/>
                </a:cubicBezTo>
                <a:cubicBezTo>
                  <a:pt x="568664" y="131267"/>
                  <a:pt x="575720" y="133763"/>
                  <a:pt x="586000" y="133763"/>
                </a:cubicBezTo>
                <a:cubicBezTo>
                  <a:pt x="596888" y="133763"/>
                  <a:pt x="606347" y="130326"/>
                  <a:pt x="614377" y="123452"/>
                </a:cubicBezTo>
                <a:cubicBezTo>
                  <a:pt x="622832" y="116153"/>
                  <a:pt x="628732" y="105721"/>
                  <a:pt x="632078" y="92156"/>
                </a:cubicBezTo>
                <a:cubicBezTo>
                  <a:pt x="615228" y="93007"/>
                  <a:pt x="600781" y="96262"/>
                  <a:pt x="588737" y="101919"/>
                </a:cubicBezTo>
                <a:cubicBezTo>
                  <a:pt x="587338" y="102588"/>
                  <a:pt x="585970" y="102922"/>
                  <a:pt x="584631" y="102922"/>
                </a:cubicBezTo>
                <a:cubicBezTo>
                  <a:pt x="581955" y="102922"/>
                  <a:pt x="579735" y="101888"/>
                  <a:pt x="577971" y="99820"/>
                </a:cubicBezTo>
                <a:cubicBezTo>
                  <a:pt x="576328" y="97934"/>
                  <a:pt x="575507" y="95745"/>
                  <a:pt x="575507" y="93251"/>
                </a:cubicBezTo>
                <a:cubicBezTo>
                  <a:pt x="575507" y="89905"/>
                  <a:pt x="577119" y="87229"/>
                  <a:pt x="580343" y="85221"/>
                </a:cubicBezTo>
                <a:cubicBezTo>
                  <a:pt x="593482" y="77192"/>
                  <a:pt x="616141" y="73177"/>
                  <a:pt x="648319" y="73177"/>
                </a:cubicBezTo>
                <a:cubicBezTo>
                  <a:pt x="650935" y="73177"/>
                  <a:pt x="653125" y="74060"/>
                  <a:pt x="654889" y="75826"/>
                </a:cubicBezTo>
                <a:cubicBezTo>
                  <a:pt x="656653" y="77592"/>
                  <a:pt x="657535" y="79815"/>
                  <a:pt x="657535" y="82495"/>
                </a:cubicBezTo>
                <a:cubicBezTo>
                  <a:pt x="657535" y="86453"/>
                  <a:pt x="655862" y="89284"/>
                  <a:pt x="652516" y="90990"/>
                </a:cubicBezTo>
                <a:close/>
                <a:moveTo>
                  <a:pt x="716896" y="150369"/>
                </a:moveTo>
                <a:cubicBezTo>
                  <a:pt x="703148" y="150369"/>
                  <a:pt x="692017" y="146929"/>
                  <a:pt x="683501" y="140050"/>
                </a:cubicBezTo>
                <a:cubicBezTo>
                  <a:pt x="674194" y="132439"/>
                  <a:pt x="669541" y="121783"/>
                  <a:pt x="669541" y="108083"/>
                </a:cubicBezTo>
                <a:cubicBezTo>
                  <a:pt x="669541" y="92255"/>
                  <a:pt x="673373" y="78982"/>
                  <a:pt x="681037" y="68267"/>
                </a:cubicBezTo>
                <a:cubicBezTo>
                  <a:pt x="689371" y="56577"/>
                  <a:pt x="700502" y="50731"/>
                  <a:pt x="714432" y="50731"/>
                </a:cubicBezTo>
                <a:cubicBezTo>
                  <a:pt x="724530" y="50731"/>
                  <a:pt x="732772" y="52434"/>
                  <a:pt x="739159" y="55841"/>
                </a:cubicBezTo>
                <a:cubicBezTo>
                  <a:pt x="747006" y="60038"/>
                  <a:pt x="750930" y="66486"/>
                  <a:pt x="750930" y="75184"/>
                </a:cubicBezTo>
                <a:cubicBezTo>
                  <a:pt x="750930" y="81267"/>
                  <a:pt x="747493" y="86803"/>
                  <a:pt x="740619" y="91791"/>
                </a:cubicBezTo>
                <a:cubicBezTo>
                  <a:pt x="737578" y="93981"/>
                  <a:pt x="731130" y="97387"/>
                  <a:pt x="721275" y="102010"/>
                </a:cubicBezTo>
                <a:lnTo>
                  <a:pt x="686421" y="118525"/>
                </a:lnTo>
                <a:cubicBezTo>
                  <a:pt x="689827" y="123574"/>
                  <a:pt x="694070" y="127376"/>
                  <a:pt x="699149" y="129930"/>
                </a:cubicBezTo>
                <a:cubicBezTo>
                  <a:pt x="704228" y="132485"/>
                  <a:pt x="710144" y="133763"/>
                  <a:pt x="716896" y="133763"/>
                </a:cubicBezTo>
                <a:cubicBezTo>
                  <a:pt x="721093" y="133763"/>
                  <a:pt x="726020" y="132972"/>
                  <a:pt x="731677" y="131390"/>
                </a:cubicBezTo>
                <a:cubicBezTo>
                  <a:pt x="738855" y="129383"/>
                  <a:pt x="743478" y="126752"/>
                  <a:pt x="745546" y="123498"/>
                </a:cubicBezTo>
                <a:cubicBezTo>
                  <a:pt x="747614" y="120243"/>
                  <a:pt x="749835" y="118616"/>
                  <a:pt x="752207" y="118616"/>
                </a:cubicBezTo>
                <a:cubicBezTo>
                  <a:pt x="754336" y="118616"/>
                  <a:pt x="756237" y="119425"/>
                  <a:pt x="757910" y="121043"/>
                </a:cubicBezTo>
                <a:cubicBezTo>
                  <a:pt x="759582" y="122659"/>
                  <a:pt x="760419" y="124534"/>
                  <a:pt x="760419" y="126668"/>
                </a:cubicBezTo>
                <a:cubicBezTo>
                  <a:pt x="760419" y="133439"/>
                  <a:pt x="754975" y="139266"/>
                  <a:pt x="744086" y="144147"/>
                </a:cubicBezTo>
                <a:cubicBezTo>
                  <a:pt x="734779" y="148295"/>
                  <a:pt x="725716" y="150369"/>
                  <a:pt x="716896" y="150369"/>
                </a:cubicBezTo>
                <a:moveTo>
                  <a:pt x="714432" y="67155"/>
                </a:moveTo>
                <a:cubicBezTo>
                  <a:pt x="707011" y="67155"/>
                  <a:pt x="700837" y="70029"/>
                  <a:pt x="695910" y="75778"/>
                </a:cubicBezTo>
                <a:cubicBezTo>
                  <a:pt x="690983" y="81526"/>
                  <a:pt x="687303" y="90179"/>
                  <a:pt x="684869" y="101736"/>
                </a:cubicBezTo>
                <a:lnTo>
                  <a:pt x="712881" y="88415"/>
                </a:lnTo>
                <a:cubicBezTo>
                  <a:pt x="723891" y="83062"/>
                  <a:pt x="731738" y="78408"/>
                  <a:pt x="736422" y="74455"/>
                </a:cubicBezTo>
                <a:cubicBezTo>
                  <a:pt x="731191" y="69588"/>
                  <a:pt x="723861" y="67155"/>
                  <a:pt x="714432" y="67155"/>
                </a:cubicBezTo>
                <a:close/>
                <a:moveTo>
                  <a:pt x="846782" y="152741"/>
                </a:moveTo>
                <a:cubicBezTo>
                  <a:pt x="841550" y="152741"/>
                  <a:pt x="838600" y="149877"/>
                  <a:pt x="837931" y="144147"/>
                </a:cubicBezTo>
                <a:lnTo>
                  <a:pt x="835376" y="124122"/>
                </a:lnTo>
                <a:cubicBezTo>
                  <a:pt x="834525" y="116990"/>
                  <a:pt x="834099" y="110315"/>
                  <a:pt x="834099" y="104097"/>
                </a:cubicBezTo>
                <a:cubicBezTo>
                  <a:pt x="834099" y="102390"/>
                  <a:pt x="834205" y="99495"/>
                  <a:pt x="834418" y="95412"/>
                </a:cubicBezTo>
                <a:cubicBezTo>
                  <a:pt x="834631" y="91327"/>
                  <a:pt x="834737" y="88431"/>
                  <a:pt x="834737" y="86724"/>
                </a:cubicBezTo>
                <a:cubicBezTo>
                  <a:pt x="834737" y="73556"/>
                  <a:pt x="832304" y="66973"/>
                  <a:pt x="827438" y="66973"/>
                </a:cubicBezTo>
                <a:cubicBezTo>
                  <a:pt x="820625" y="66973"/>
                  <a:pt x="814116" y="71022"/>
                  <a:pt x="807912" y="79122"/>
                </a:cubicBezTo>
                <a:cubicBezTo>
                  <a:pt x="802316" y="86490"/>
                  <a:pt x="797936" y="95806"/>
                  <a:pt x="794773" y="107071"/>
                </a:cubicBezTo>
                <a:cubicBezTo>
                  <a:pt x="794651" y="109447"/>
                  <a:pt x="794378" y="112432"/>
                  <a:pt x="793952" y="116024"/>
                </a:cubicBezTo>
                <a:cubicBezTo>
                  <a:pt x="793587" y="119070"/>
                  <a:pt x="793404" y="122023"/>
                  <a:pt x="793404" y="124884"/>
                </a:cubicBezTo>
                <a:cubicBezTo>
                  <a:pt x="793404" y="126710"/>
                  <a:pt x="793587" y="129450"/>
                  <a:pt x="793952" y="133104"/>
                </a:cubicBezTo>
                <a:cubicBezTo>
                  <a:pt x="794317" y="136758"/>
                  <a:pt x="794499" y="139498"/>
                  <a:pt x="794499" y="141324"/>
                </a:cubicBezTo>
                <a:cubicBezTo>
                  <a:pt x="794499" y="144066"/>
                  <a:pt x="793663" y="146289"/>
                  <a:pt x="791990" y="147994"/>
                </a:cubicBezTo>
                <a:cubicBezTo>
                  <a:pt x="790317" y="149699"/>
                  <a:pt x="788173" y="150551"/>
                  <a:pt x="785557" y="150551"/>
                </a:cubicBezTo>
                <a:cubicBezTo>
                  <a:pt x="782881" y="150551"/>
                  <a:pt x="780721" y="149698"/>
                  <a:pt x="779079" y="147991"/>
                </a:cubicBezTo>
                <a:cubicBezTo>
                  <a:pt x="777437" y="146286"/>
                  <a:pt x="776616" y="144062"/>
                  <a:pt x="776616" y="141319"/>
                </a:cubicBezTo>
                <a:cubicBezTo>
                  <a:pt x="776616" y="139492"/>
                  <a:pt x="776418" y="136751"/>
                  <a:pt x="776022" y="133095"/>
                </a:cubicBezTo>
                <a:cubicBezTo>
                  <a:pt x="775627" y="129438"/>
                  <a:pt x="775429" y="126695"/>
                  <a:pt x="775429" y="124866"/>
                </a:cubicBezTo>
                <a:cubicBezTo>
                  <a:pt x="775429" y="118590"/>
                  <a:pt x="775870" y="109891"/>
                  <a:pt x="776752" y="98771"/>
                </a:cubicBezTo>
                <a:cubicBezTo>
                  <a:pt x="777634" y="87651"/>
                  <a:pt x="778075" y="78952"/>
                  <a:pt x="778075" y="72675"/>
                </a:cubicBezTo>
                <a:cubicBezTo>
                  <a:pt x="778075" y="70725"/>
                  <a:pt x="777969" y="67831"/>
                  <a:pt x="777756" y="63993"/>
                </a:cubicBezTo>
                <a:cubicBezTo>
                  <a:pt x="777543" y="60153"/>
                  <a:pt x="777437" y="57259"/>
                  <a:pt x="777437" y="55311"/>
                </a:cubicBezTo>
                <a:cubicBezTo>
                  <a:pt x="777437" y="52689"/>
                  <a:pt x="778304" y="50541"/>
                  <a:pt x="780037" y="48866"/>
                </a:cubicBezTo>
                <a:cubicBezTo>
                  <a:pt x="781771" y="47190"/>
                  <a:pt x="783915" y="46352"/>
                  <a:pt x="786470" y="46352"/>
                </a:cubicBezTo>
                <a:cubicBezTo>
                  <a:pt x="792066" y="46352"/>
                  <a:pt x="795138" y="50322"/>
                  <a:pt x="795685" y="58262"/>
                </a:cubicBezTo>
                <a:lnTo>
                  <a:pt x="795959" y="68980"/>
                </a:lnTo>
                <a:cubicBezTo>
                  <a:pt x="806178" y="55354"/>
                  <a:pt x="816671" y="48541"/>
                  <a:pt x="827438" y="48541"/>
                </a:cubicBezTo>
                <a:cubicBezTo>
                  <a:pt x="837171" y="48541"/>
                  <a:pt x="843953" y="52837"/>
                  <a:pt x="847785" y="61430"/>
                </a:cubicBezTo>
                <a:cubicBezTo>
                  <a:pt x="850401" y="67157"/>
                  <a:pt x="851830" y="75627"/>
                  <a:pt x="852074" y="86841"/>
                </a:cubicBezTo>
                <a:lnTo>
                  <a:pt x="852074" y="96071"/>
                </a:lnTo>
                <a:lnTo>
                  <a:pt x="851982" y="104570"/>
                </a:lnTo>
                <a:cubicBezTo>
                  <a:pt x="851982" y="109629"/>
                  <a:pt x="852636" y="116165"/>
                  <a:pt x="853944" y="124179"/>
                </a:cubicBezTo>
                <a:cubicBezTo>
                  <a:pt x="855252" y="132192"/>
                  <a:pt x="855906" y="138695"/>
                  <a:pt x="855906" y="143691"/>
                </a:cubicBezTo>
                <a:cubicBezTo>
                  <a:pt x="855906" y="146373"/>
                  <a:pt x="855039" y="148552"/>
                  <a:pt x="853305" y="150226"/>
                </a:cubicBezTo>
                <a:cubicBezTo>
                  <a:pt x="851572" y="151903"/>
                  <a:pt x="849397" y="152741"/>
                  <a:pt x="846782" y="152741"/>
                </a:cubicBezTo>
                <a:close/>
                <a:moveTo>
                  <a:pt x="917821" y="150369"/>
                </a:moveTo>
                <a:cubicBezTo>
                  <a:pt x="904074" y="150369"/>
                  <a:pt x="892942" y="146929"/>
                  <a:pt x="884426" y="140050"/>
                </a:cubicBezTo>
                <a:cubicBezTo>
                  <a:pt x="875119" y="132439"/>
                  <a:pt x="870466" y="121783"/>
                  <a:pt x="870466" y="108083"/>
                </a:cubicBezTo>
                <a:cubicBezTo>
                  <a:pt x="870466" y="92255"/>
                  <a:pt x="874298" y="78982"/>
                  <a:pt x="881962" y="68267"/>
                </a:cubicBezTo>
                <a:cubicBezTo>
                  <a:pt x="890296" y="56577"/>
                  <a:pt x="901428" y="50731"/>
                  <a:pt x="915357" y="50731"/>
                </a:cubicBezTo>
                <a:cubicBezTo>
                  <a:pt x="925455" y="50731"/>
                  <a:pt x="933697" y="52434"/>
                  <a:pt x="940084" y="55841"/>
                </a:cubicBezTo>
                <a:cubicBezTo>
                  <a:pt x="947931" y="60038"/>
                  <a:pt x="951855" y="66486"/>
                  <a:pt x="951855" y="75184"/>
                </a:cubicBezTo>
                <a:cubicBezTo>
                  <a:pt x="951855" y="81267"/>
                  <a:pt x="948418" y="86803"/>
                  <a:pt x="941544" y="91791"/>
                </a:cubicBezTo>
                <a:cubicBezTo>
                  <a:pt x="938503" y="93981"/>
                  <a:pt x="932055" y="97387"/>
                  <a:pt x="922201" y="102010"/>
                </a:cubicBezTo>
                <a:lnTo>
                  <a:pt x="887346" y="118525"/>
                </a:lnTo>
                <a:cubicBezTo>
                  <a:pt x="890752" y="123574"/>
                  <a:pt x="894995" y="127376"/>
                  <a:pt x="900074" y="129930"/>
                </a:cubicBezTo>
                <a:cubicBezTo>
                  <a:pt x="905153" y="132485"/>
                  <a:pt x="911069" y="133763"/>
                  <a:pt x="917821" y="133763"/>
                </a:cubicBezTo>
                <a:cubicBezTo>
                  <a:pt x="922018" y="133763"/>
                  <a:pt x="926945" y="132972"/>
                  <a:pt x="932602" y="131390"/>
                </a:cubicBezTo>
                <a:cubicBezTo>
                  <a:pt x="939780" y="129383"/>
                  <a:pt x="944403" y="126752"/>
                  <a:pt x="946471" y="123498"/>
                </a:cubicBezTo>
                <a:cubicBezTo>
                  <a:pt x="948539" y="120243"/>
                  <a:pt x="950760" y="118616"/>
                  <a:pt x="953132" y="118616"/>
                </a:cubicBezTo>
                <a:cubicBezTo>
                  <a:pt x="955261" y="118616"/>
                  <a:pt x="957162" y="119425"/>
                  <a:pt x="958835" y="121043"/>
                </a:cubicBezTo>
                <a:cubicBezTo>
                  <a:pt x="960508" y="122659"/>
                  <a:pt x="961344" y="124534"/>
                  <a:pt x="961344" y="126668"/>
                </a:cubicBezTo>
                <a:cubicBezTo>
                  <a:pt x="961344" y="133439"/>
                  <a:pt x="955900" y="139266"/>
                  <a:pt x="945011" y="144147"/>
                </a:cubicBezTo>
                <a:cubicBezTo>
                  <a:pt x="935705" y="148295"/>
                  <a:pt x="926641" y="150369"/>
                  <a:pt x="917821" y="150369"/>
                </a:cubicBezTo>
                <a:moveTo>
                  <a:pt x="915357" y="67155"/>
                </a:moveTo>
                <a:cubicBezTo>
                  <a:pt x="907936" y="67155"/>
                  <a:pt x="901762" y="70029"/>
                  <a:pt x="896835" y="75778"/>
                </a:cubicBezTo>
                <a:cubicBezTo>
                  <a:pt x="891908" y="81526"/>
                  <a:pt x="888228" y="90179"/>
                  <a:pt x="885795" y="101736"/>
                </a:cubicBezTo>
                <a:lnTo>
                  <a:pt x="913806" y="88415"/>
                </a:lnTo>
                <a:cubicBezTo>
                  <a:pt x="924816" y="83062"/>
                  <a:pt x="932663" y="78408"/>
                  <a:pt x="937347" y="74455"/>
                </a:cubicBezTo>
                <a:cubicBezTo>
                  <a:pt x="932116" y="69588"/>
                  <a:pt x="924786" y="67155"/>
                  <a:pt x="915357" y="67155"/>
                </a:cubicBezTo>
                <a:close/>
                <a:moveTo>
                  <a:pt x="1048710" y="78560"/>
                </a:moveTo>
                <a:cubicBezTo>
                  <a:pt x="1048284" y="86164"/>
                  <a:pt x="1045243" y="89966"/>
                  <a:pt x="1039586" y="89966"/>
                </a:cubicBezTo>
                <a:cubicBezTo>
                  <a:pt x="1034354" y="89966"/>
                  <a:pt x="1031739" y="86967"/>
                  <a:pt x="1031739" y="80970"/>
                </a:cubicBezTo>
                <a:cubicBezTo>
                  <a:pt x="1031739" y="79818"/>
                  <a:pt x="1031648" y="77696"/>
                  <a:pt x="1031465" y="74606"/>
                </a:cubicBezTo>
                <a:lnTo>
                  <a:pt x="1031191" y="66973"/>
                </a:lnTo>
                <a:cubicBezTo>
                  <a:pt x="1021580" y="68130"/>
                  <a:pt x="1013886" y="70843"/>
                  <a:pt x="1008107" y="75110"/>
                </a:cubicBezTo>
                <a:cubicBezTo>
                  <a:pt x="1002693" y="79074"/>
                  <a:pt x="998192" y="85048"/>
                  <a:pt x="994603" y="93034"/>
                </a:cubicBezTo>
                <a:lnTo>
                  <a:pt x="994785" y="143141"/>
                </a:lnTo>
                <a:cubicBezTo>
                  <a:pt x="994785" y="149298"/>
                  <a:pt x="991774" y="152376"/>
                  <a:pt x="985752" y="152376"/>
                </a:cubicBezTo>
                <a:cubicBezTo>
                  <a:pt x="980399" y="152376"/>
                  <a:pt x="977723" y="149299"/>
                  <a:pt x="977723" y="143144"/>
                </a:cubicBezTo>
                <a:lnTo>
                  <a:pt x="977723" y="78974"/>
                </a:lnTo>
                <a:cubicBezTo>
                  <a:pt x="977723" y="76963"/>
                  <a:pt x="977799" y="73947"/>
                  <a:pt x="977951" y="69927"/>
                </a:cubicBezTo>
                <a:cubicBezTo>
                  <a:pt x="978103" y="65904"/>
                  <a:pt x="978179" y="62888"/>
                  <a:pt x="978179" y="60876"/>
                </a:cubicBezTo>
                <a:cubicBezTo>
                  <a:pt x="978179" y="54721"/>
                  <a:pt x="980855" y="51644"/>
                  <a:pt x="986208" y="51644"/>
                </a:cubicBezTo>
                <a:cubicBezTo>
                  <a:pt x="992170" y="51644"/>
                  <a:pt x="995181" y="56692"/>
                  <a:pt x="995242" y="66790"/>
                </a:cubicBezTo>
                <a:cubicBezTo>
                  <a:pt x="1006921" y="55476"/>
                  <a:pt x="1019877" y="49819"/>
                  <a:pt x="1034111" y="49819"/>
                </a:cubicBezTo>
                <a:cubicBezTo>
                  <a:pt x="1039038" y="49819"/>
                  <a:pt x="1042718" y="51674"/>
                  <a:pt x="1045152" y="55385"/>
                </a:cubicBezTo>
                <a:cubicBezTo>
                  <a:pt x="1047585" y="59095"/>
                  <a:pt x="1048801" y="64691"/>
                  <a:pt x="1048801" y="72173"/>
                </a:cubicBezTo>
                <a:cubicBezTo>
                  <a:pt x="1048801" y="75337"/>
                  <a:pt x="1048771" y="77466"/>
                  <a:pt x="1048710" y="78560"/>
                </a:cubicBezTo>
                <a:close/>
                <a:moveTo>
                  <a:pt x="1139195" y="152194"/>
                </a:moveTo>
                <a:cubicBezTo>
                  <a:pt x="1138040" y="152194"/>
                  <a:pt x="1135941" y="150844"/>
                  <a:pt x="1132900" y="148145"/>
                </a:cubicBezTo>
                <a:cubicBezTo>
                  <a:pt x="1130162" y="145630"/>
                  <a:pt x="1128125" y="143391"/>
                  <a:pt x="1126786" y="141427"/>
                </a:cubicBezTo>
                <a:cubicBezTo>
                  <a:pt x="1120947" y="144621"/>
                  <a:pt x="1115807" y="147031"/>
                  <a:pt x="1111366" y="148658"/>
                </a:cubicBezTo>
                <a:cubicBezTo>
                  <a:pt x="1106926" y="150285"/>
                  <a:pt x="1103215" y="151099"/>
                  <a:pt x="1100234" y="151099"/>
                </a:cubicBezTo>
                <a:cubicBezTo>
                  <a:pt x="1086001" y="151099"/>
                  <a:pt x="1075629" y="147084"/>
                  <a:pt x="1069121" y="139055"/>
                </a:cubicBezTo>
                <a:cubicBezTo>
                  <a:pt x="1062977" y="131512"/>
                  <a:pt x="1059905" y="119954"/>
                  <a:pt x="1059905" y="104382"/>
                </a:cubicBezTo>
                <a:cubicBezTo>
                  <a:pt x="1059905" y="89662"/>
                  <a:pt x="1064969" y="77070"/>
                  <a:pt x="1075097" y="66608"/>
                </a:cubicBezTo>
                <a:cubicBezTo>
                  <a:pt x="1085225" y="56145"/>
                  <a:pt x="1097315" y="50914"/>
                  <a:pt x="1111366" y="50914"/>
                </a:cubicBezTo>
                <a:cubicBezTo>
                  <a:pt x="1116658" y="50914"/>
                  <a:pt x="1122589" y="52282"/>
                  <a:pt x="1129159" y="55020"/>
                </a:cubicBezTo>
                <a:cubicBezTo>
                  <a:pt x="1137431" y="58426"/>
                  <a:pt x="1141568" y="62532"/>
                  <a:pt x="1141568" y="67338"/>
                </a:cubicBezTo>
                <a:cubicBezTo>
                  <a:pt x="1141568" y="68980"/>
                  <a:pt x="1140959" y="70440"/>
                  <a:pt x="1139743" y="71717"/>
                </a:cubicBezTo>
                <a:cubicBezTo>
                  <a:pt x="1139135" y="74029"/>
                  <a:pt x="1138663" y="77831"/>
                  <a:pt x="1138329" y="83123"/>
                </a:cubicBezTo>
                <a:cubicBezTo>
                  <a:pt x="1137994" y="88415"/>
                  <a:pt x="1137796" y="95197"/>
                  <a:pt x="1137735" y="103470"/>
                </a:cubicBezTo>
                <a:cubicBezTo>
                  <a:pt x="1137675" y="111013"/>
                  <a:pt x="1138192" y="116974"/>
                  <a:pt x="1139287" y="121354"/>
                </a:cubicBezTo>
                <a:cubicBezTo>
                  <a:pt x="1139895" y="124030"/>
                  <a:pt x="1141811" y="129383"/>
                  <a:pt x="1145035" y="137412"/>
                </a:cubicBezTo>
                <a:cubicBezTo>
                  <a:pt x="1145461" y="138507"/>
                  <a:pt x="1146160" y="140119"/>
                  <a:pt x="1147134" y="142248"/>
                </a:cubicBezTo>
                <a:lnTo>
                  <a:pt x="1147681" y="143799"/>
                </a:lnTo>
                <a:cubicBezTo>
                  <a:pt x="1147681" y="146233"/>
                  <a:pt x="1146829" y="148240"/>
                  <a:pt x="1145126" y="149821"/>
                </a:cubicBezTo>
                <a:cubicBezTo>
                  <a:pt x="1143423" y="151403"/>
                  <a:pt x="1141446" y="152194"/>
                  <a:pt x="1139195" y="152194"/>
                </a:cubicBezTo>
                <a:moveTo>
                  <a:pt x="1120217" y="88814"/>
                </a:moveTo>
                <a:cubicBezTo>
                  <a:pt x="1120217" y="86204"/>
                  <a:pt x="1120384" y="83368"/>
                  <a:pt x="1120719" y="80305"/>
                </a:cubicBezTo>
                <a:cubicBezTo>
                  <a:pt x="1121053" y="77241"/>
                  <a:pt x="1121555" y="73980"/>
                  <a:pt x="1122224" y="70522"/>
                </a:cubicBezTo>
                <a:cubicBezTo>
                  <a:pt x="1119973" y="69369"/>
                  <a:pt x="1118042" y="68519"/>
                  <a:pt x="1116430" y="67973"/>
                </a:cubicBezTo>
                <a:cubicBezTo>
                  <a:pt x="1114818" y="67428"/>
                  <a:pt x="1113526" y="67155"/>
                  <a:pt x="1112552" y="67155"/>
                </a:cubicBezTo>
                <a:cubicBezTo>
                  <a:pt x="1103124" y="67155"/>
                  <a:pt x="1094988" y="70992"/>
                  <a:pt x="1088145" y="78666"/>
                </a:cubicBezTo>
                <a:cubicBezTo>
                  <a:pt x="1081302" y="86340"/>
                  <a:pt x="1077880" y="95182"/>
                  <a:pt x="1077880" y="105192"/>
                </a:cubicBezTo>
                <a:cubicBezTo>
                  <a:pt x="1077880" y="115141"/>
                  <a:pt x="1079644" y="122603"/>
                  <a:pt x="1083172" y="127578"/>
                </a:cubicBezTo>
                <a:cubicBezTo>
                  <a:pt x="1086700" y="132553"/>
                  <a:pt x="1091992" y="135040"/>
                  <a:pt x="1099048" y="135040"/>
                </a:cubicBezTo>
                <a:cubicBezTo>
                  <a:pt x="1104888" y="135040"/>
                  <a:pt x="1109845" y="133978"/>
                  <a:pt x="1113921" y="131855"/>
                </a:cubicBezTo>
                <a:cubicBezTo>
                  <a:pt x="1116111" y="130703"/>
                  <a:pt x="1119183" y="128398"/>
                  <a:pt x="1123137" y="124941"/>
                </a:cubicBezTo>
                <a:cubicBezTo>
                  <a:pt x="1121190" y="108863"/>
                  <a:pt x="1120217" y="96821"/>
                  <a:pt x="1120217" y="88814"/>
                </a:cubicBezTo>
                <a:close/>
                <a:moveTo>
                  <a:pt x="1225045" y="68512"/>
                </a:moveTo>
                <a:cubicBezTo>
                  <a:pt x="1223768" y="68512"/>
                  <a:pt x="1222262" y="68451"/>
                  <a:pt x="1220529" y="68330"/>
                </a:cubicBezTo>
                <a:cubicBezTo>
                  <a:pt x="1218795" y="68206"/>
                  <a:pt x="1217290" y="68144"/>
                  <a:pt x="1216012" y="68144"/>
                </a:cubicBezTo>
                <a:cubicBezTo>
                  <a:pt x="1214613" y="68144"/>
                  <a:pt x="1210477" y="68605"/>
                  <a:pt x="1203603" y="69527"/>
                </a:cubicBezTo>
                <a:lnTo>
                  <a:pt x="1205337" y="123392"/>
                </a:lnTo>
                <a:lnTo>
                  <a:pt x="1205428" y="127404"/>
                </a:lnTo>
                <a:lnTo>
                  <a:pt x="1205519" y="132052"/>
                </a:lnTo>
                <a:cubicBezTo>
                  <a:pt x="1205763" y="145358"/>
                  <a:pt x="1202569" y="152011"/>
                  <a:pt x="1195939" y="152011"/>
                </a:cubicBezTo>
                <a:cubicBezTo>
                  <a:pt x="1193506" y="152011"/>
                  <a:pt x="1191392" y="151221"/>
                  <a:pt x="1189597" y="149642"/>
                </a:cubicBezTo>
                <a:cubicBezTo>
                  <a:pt x="1187803" y="148062"/>
                  <a:pt x="1186906" y="146087"/>
                  <a:pt x="1186906" y="143717"/>
                </a:cubicBezTo>
                <a:cubicBezTo>
                  <a:pt x="1186906" y="141409"/>
                  <a:pt x="1186997" y="137947"/>
                  <a:pt x="1187179" y="133329"/>
                </a:cubicBezTo>
                <a:cubicBezTo>
                  <a:pt x="1187362" y="128710"/>
                  <a:pt x="1187453" y="125246"/>
                  <a:pt x="1187453" y="122936"/>
                </a:cubicBezTo>
                <a:lnTo>
                  <a:pt x="1185628" y="69710"/>
                </a:lnTo>
                <a:cubicBezTo>
                  <a:pt x="1181188" y="69527"/>
                  <a:pt x="1174436" y="69007"/>
                  <a:pt x="1165372" y="68150"/>
                </a:cubicBezTo>
                <a:cubicBezTo>
                  <a:pt x="1159958" y="67416"/>
                  <a:pt x="1157252" y="64391"/>
                  <a:pt x="1157252" y="59074"/>
                </a:cubicBezTo>
                <a:cubicBezTo>
                  <a:pt x="1157252" y="56385"/>
                  <a:pt x="1158073" y="54155"/>
                  <a:pt x="1159715" y="52385"/>
                </a:cubicBezTo>
                <a:cubicBezTo>
                  <a:pt x="1161357" y="50613"/>
                  <a:pt x="1163456" y="49728"/>
                  <a:pt x="1166011" y="49728"/>
                </a:cubicBezTo>
                <a:lnTo>
                  <a:pt x="1185172" y="51279"/>
                </a:lnTo>
                <a:cubicBezTo>
                  <a:pt x="1185172" y="48167"/>
                  <a:pt x="1185035" y="44004"/>
                  <a:pt x="1184761" y="38790"/>
                </a:cubicBezTo>
                <a:cubicBezTo>
                  <a:pt x="1184488" y="33574"/>
                  <a:pt x="1184351" y="29807"/>
                  <a:pt x="1184351" y="27490"/>
                </a:cubicBezTo>
                <a:cubicBezTo>
                  <a:pt x="1184351" y="24927"/>
                  <a:pt x="1185233" y="22808"/>
                  <a:pt x="1186997" y="21131"/>
                </a:cubicBezTo>
                <a:cubicBezTo>
                  <a:pt x="1188761" y="19453"/>
                  <a:pt x="1190920" y="18614"/>
                  <a:pt x="1193475" y="18614"/>
                </a:cubicBezTo>
                <a:cubicBezTo>
                  <a:pt x="1198950" y="18614"/>
                  <a:pt x="1202143" y="23085"/>
                  <a:pt x="1203056" y="32026"/>
                </a:cubicBezTo>
                <a:cubicBezTo>
                  <a:pt x="1203238" y="34277"/>
                  <a:pt x="1203329" y="36984"/>
                  <a:pt x="1203329" y="40147"/>
                </a:cubicBezTo>
                <a:lnTo>
                  <a:pt x="1203147" y="45439"/>
                </a:lnTo>
                <a:lnTo>
                  <a:pt x="1203056" y="51096"/>
                </a:lnTo>
                <a:cubicBezTo>
                  <a:pt x="1210598" y="50123"/>
                  <a:pt x="1214917" y="49636"/>
                  <a:pt x="1216012" y="49636"/>
                </a:cubicBezTo>
                <a:cubicBezTo>
                  <a:pt x="1222338" y="49636"/>
                  <a:pt x="1226475" y="49940"/>
                  <a:pt x="1228421" y="50549"/>
                </a:cubicBezTo>
                <a:cubicBezTo>
                  <a:pt x="1232132" y="51773"/>
                  <a:pt x="1233987" y="54659"/>
                  <a:pt x="1233987" y="59205"/>
                </a:cubicBezTo>
                <a:cubicBezTo>
                  <a:pt x="1233987" y="61909"/>
                  <a:pt x="1233151" y="64135"/>
                  <a:pt x="1231478" y="65886"/>
                </a:cubicBezTo>
                <a:cubicBezTo>
                  <a:pt x="1229805" y="67637"/>
                  <a:pt x="1227661" y="68512"/>
                  <a:pt x="1225045" y="68512"/>
                </a:cubicBezTo>
                <a:close/>
                <a:moveTo>
                  <a:pt x="1269886" y="30658"/>
                </a:moveTo>
                <a:cubicBezTo>
                  <a:pt x="1266966" y="30658"/>
                  <a:pt x="1264442" y="29624"/>
                  <a:pt x="1262313" y="27555"/>
                </a:cubicBezTo>
                <a:cubicBezTo>
                  <a:pt x="1260184" y="25487"/>
                  <a:pt x="1259119" y="22993"/>
                  <a:pt x="1259119" y="20074"/>
                </a:cubicBezTo>
                <a:cubicBezTo>
                  <a:pt x="1259119" y="17154"/>
                  <a:pt x="1260184" y="14660"/>
                  <a:pt x="1262313" y="12592"/>
                </a:cubicBezTo>
                <a:cubicBezTo>
                  <a:pt x="1264442" y="10523"/>
                  <a:pt x="1266966" y="9489"/>
                  <a:pt x="1269886" y="9489"/>
                </a:cubicBezTo>
                <a:cubicBezTo>
                  <a:pt x="1272806" y="9489"/>
                  <a:pt x="1275315" y="10523"/>
                  <a:pt x="1277413" y="12592"/>
                </a:cubicBezTo>
                <a:cubicBezTo>
                  <a:pt x="1279512" y="14660"/>
                  <a:pt x="1280561" y="17154"/>
                  <a:pt x="1280561" y="20074"/>
                </a:cubicBezTo>
                <a:cubicBezTo>
                  <a:pt x="1280561" y="22993"/>
                  <a:pt x="1279512" y="25487"/>
                  <a:pt x="1277413" y="27555"/>
                </a:cubicBezTo>
                <a:cubicBezTo>
                  <a:pt x="1275315" y="29624"/>
                  <a:pt x="1272806" y="30658"/>
                  <a:pt x="1269886" y="30658"/>
                </a:cubicBezTo>
                <a:moveTo>
                  <a:pt x="1273992" y="104799"/>
                </a:moveTo>
                <a:cubicBezTo>
                  <a:pt x="1273992" y="108452"/>
                  <a:pt x="1274098" y="113917"/>
                  <a:pt x="1274311" y="121194"/>
                </a:cubicBezTo>
                <a:cubicBezTo>
                  <a:pt x="1274524" y="128469"/>
                  <a:pt x="1274630" y="133933"/>
                  <a:pt x="1274630" y="137586"/>
                </a:cubicBezTo>
                <a:cubicBezTo>
                  <a:pt x="1274630" y="140265"/>
                  <a:pt x="1273809" y="142456"/>
                  <a:pt x="1272167" y="144162"/>
                </a:cubicBezTo>
                <a:cubicBezTo>
                  <a:pt x="1270524" y="145867"/>
                  <a:pt x="1268365" y="146719"/>
                  <a:pt x="1265689" y="146719"/>
                </a:cubicBezTo>
                <a:cubicBezTo>
                  <a:pt x="1263073" y="146719"/>
                  <a:pt x="1260929" y="145867"/>
                  <a:pt x="1259256" y="144162"/>
                </a:cubicBezTo>
                <a:cubicBezTo>
                  <a:pt x="1257583" y="142456"/>
                  <a:pt x="1256747" y="140265"/>
                  <a:pt x="1256747" y="137586"/>
                </a:cubicBezTo>
                <a:cubicBezTo>
                  <a:pt x="1256747" y="133933"/>
                  <a:pt x="1256640" y="128469"/>
                  <a:pt x="1256427" y="121194"/>
                </a:cubicBezTo>
                <a:cubicBezTo>
                  <a:pt x="1256214" y="113917"/>
                  <a:pt x="1256108" y="108452"/>
                  <a:pt x="1256108" y="104799"/>
                </a:cubicBezTo>
                <a:cubicBezTo>
                  <a:pt x="1256108" y="99075"/>
                  <a:pt x="1256412" y="91936"/>
                  <a:pt x="1257020" y="83382"/>
                </a:cubicBezTo>
                <a:cubicBezTo>
                  <a:pt x="1257629" y="74826"/>
                  <a:pt x="1257933" y="67686"/>
                  <a:pt x="1257933" y="61963"/>
                </a:cubicBezTo>
                <a:cubicBezTo>
                  <a:pt x="1257933" y="59224"/>
                  <a:pt x="1258769" y="57001"/>
                  <a:pt x="1260442" y="55296"/>
                </a:cubicBezTo>
                <a:cubicBezTo>
                  <a:pt x="1262115" y="53591"/>
                  <a:pt x="1264259" y="52739"/>
                  <a:pt x="1266875" y="52739"/>
                </a:cubicBezTo>
                <a:cubicBezTo>
                  <a:pt x="1269490" y="52739"/>
                  <a:pt x="1271635" y="53591"/>
                  <a:pt x="1273307" y="55296"/>
                </a:cubicBezTo>
                <a:cubicBezTo>
                  <a:pt x="1274980" y="57001"/>
                  <a:pt x="1275817" y="59224"/>
                  <a:pt x="1275817" y="61963"/>
                </a:cubicBezTo>
                <a:cubicBezTo>
                  <a:pt x="1275817" y="67686"/>
                  <a:pt x="1275512" y="74826"/>
                  <a:pt x="1274904" y="83382"/>
                </a:cubicBezTo>
                <a:cubicBezTo>
                  <a:pt x="1274296" y="91936"/>
                  <a:pt x="1273992" y="99075"/>
                  <a:pt x="1273992" y="104799"/>
                </a:cubicBezTo>
                <a:close/>
                <a:moveTo>
                  <a:pt x="1339395" y="151646"/>
                </a:moveTo>
                <a:cubicBezTo>
                  <a:pt x="1329176" y="151646"/>
                  <a:pt x="1320386" y="147868"/>
                  <a:pt x="1313026" y="140312"/>
                </a:cubicBezTo>
                <a:cubicBezTo>
                  <a:pt x="1304814" y="131903"/>
                  <a:pt x="1300495" y="120598"/>
                  <a:pt x="1300070" y="106398"/>
                </a:cubicBezTo>
                <a:cubicBezTo>
                  <a:pt x="1299705" y="92626"/>
                  <a:pt x="1303172" y="80499"/>
                  <a:pt x="1310471" y="70018"/>
                </a:cubicBezTo>
                <a:cubicBezTo>
                  <a:pt x="1318987" y="57647"/>
                  <a:pt x="1330849" y="51461"/>
                  <a:pt x="1346056" y="51461"/>
                </a:cubicBezTo>
                <a:cubicBezTo>
                  <a:pt x="1358222" y="51461"/>
                  <a:pt x="1367437" y="57037"/>
                  <a:pt x="1373703" y="68190"/>
                </a:cubicBezTo>
                <a:cubicBezTo>
                  <a:pt x="1378691" y="77208"/>
                  <a:pt x="1381094" y="88055"/>
                  <a:pt x="1380911" y="100730"/>
                </a:cubicBezTo>
                <a:cubicBezTo>
                  <a:pt x="1380729" y="114258"/>
                  <a:pt x="1377201" y="125807"/>
                  <a:pt x="1370327" y="135376"/>
                </a:cubicBezTo>
                <a:cubicBezTo>
                  <a:pt x="1362541" y="146223"/>
                  <a:pt x="1352230" y="151646"/>
                  <a:pt x="1339395" y="151646"/>
                </a:cubicBezTo>
                <a:moveTo>
                  <a:pt x="1344870" y="70075"/>
                </a:moveTo>
                <a:cubicBezTo>
                  <a:pt x="1335928" y="70014"/>
                  <a:pt x="1328963" y="74278"/>
                  <a:pt x="1323975" y="82866"/>
                </a:cubicBezTo>
                <a:cubicBezTo>
                  <a:pt x="1320021" y="89751"/>
                  <a:pt x="1318044" y="97609"/>
                  <a:pt x="1318044" y="106441"/>
                </a:cubicBezTo>
                <a:cubicBezTo>
                  <a:pt x="1318044" y="115274"/>
                  <a:pt x="1320447" y="122159"/>
                  <a:pt x="1325253" y="127093"/>
                </a:cubicBezTo>
                <a:cubicBezTo>
                  <a:pt x="1329267" y="131175"/>
                  <a:pt x="1333982" y="133215"/>
                  <a:pt x="1339395" y="133215"/>
                </a:cubicBezTo>
                <a:cubicBezTo>
                  <a:pt x="1345722" y="133215"/>
                  <a:pt x="1351166" y="130900"/>
                  <a:pt x="1355728" y="126269"/>
                </a:cubicBezTo>
                <a:cubicBezTo>
                  <a:pt x="1360898" y="121154"/>
                  <a:pt x="1363636" y="114240"/>
                  <a:pt x="1363940" y="105529"/>
                </a:cubicBezTo>
                <a:cubicBezTo>
                  <a:pt x="1364791" y="81954"/>
                  <a:pt x="1358435" y="70136"/>
                  <a:pt x="1344870" y="70075"/>
                </a:cubicBezTo>
                <a:close/>
                <a:moveTo>
                  <a:pt x="1473575" y="152741"/>
                </a:moveTo>
                <a:cubicBezTo>
                  <a:pt x="1468344" y="152741"/>
                  <a:pt x="1465394" y="149877"/>
                  <a:pt x="1464724" y="144147"/>
                </a:cubicBezTo>
                <a:lnTo>
                  <a:pt x="1462170" y="124122"/>
                </a:lnTo>
                <a:cubicBezTo>
                  <a:pt x="1461318" y="116990"/>
                  <a:pt x="1460892" y="110315"/>
                  <a:pt x="1460892" y="104097"/>
                </a:cubicBezTo>
                <a:cubicBezTo>
                  <a:pt x="1460892" y="102390"/>
                  <a:pt x="1460999" y="99495"/>
                  <a:pt x="1461212" y="95412"/>
                </a:cubicBezTo>
                <a:cubicBezTo>
                  <a:pt x="1461424" y="91327"/>
                  <a:pt x="1461531" y="88431"/>
                  <a:pt x="1461531" y="86724"/>
                </a:cubicBezTo>
                <a:cubicBezTo>
                  <a:pt x="1461531" y="73556"/>
                  <a:pt x="1459098" y="66973"/>
                  <a:pt x="1454231" y="66973"/>
                </a:cubicBezTo>
                <a:cubicBezTo>
                  <a:pt x="1447419" y="66973"/>
                  <a:pt x="1440910" y="71022"/>
                  <a:pt x="1434705" y="79122"/>
                </a:cubicBezTo>
                <a:cubicBezTo>
                  <a:pt x="1429109" y="86490"/>
                  <a:pt x="1424729" y="95806"/>
                  <a:pt x="1421566" y="107071"/>
                </a:cubicBezTo>
                <a:cubicBezTo>
                  <a:pt x="1421445" y="109447"/>
                  <a:pt x="1421171" y="112432"/>
                  <a:pt x="1420745" y="116024"/>
                </a:cubicBezTo>
                <a:cubicBezTo>
                  <a:pt x="1420380" y="119070"/>
                  <a:pt x="1420198" y="122023"/>
                  <a:pt x="1420198" y="124884"/>
                </a:cubicBezTo>
                <a:cubicBezTo>
                  <a:pt x="1420198" y="126710"/>
                  <a:pt x="1420380" y="129450"/>
                  <a:pt x="1420745" y="133104"/>
                </a:cubicBezTo>
                <a:cubicBezTo>
                  <a:pt x="1421110" y="136758"/>
                  <a:pt x="1421293" y="139498"/>
                  <a:pt x="1421293" y="141324"/>
                </a:cubicBezTo>
                <a:cubicBezTo>
                  <a:pt x="1421293" y="144066"/>
                  <a:pt x="1420456" y="146289"/>
                  <a:pt x="1418783" y="147994"/>
                </a:cubicBezTo>
                <a:cubicBezTo>
                  <a:pt x="1417111" y="149699"/>
                  <a:pt x="1414966" y="150551"/>
                  <a:pt x="1412351" y="150551"/>
                </a:cubicBezTo>
                <a:cubicBezTo>
                  <a:pt x="1409674" y="150551"/>
                  <a:pt x="1407515" y="149698"/>
                  <a:pt x="1405873" y="147991"/>
                </a:cubicBezTo>
                <a:cubicBezTo>
                  <a:pt x="1404230" y="146286"/>
                  <a:pt x="1403409" y="144062"/>
                  <a:pt x="1403409" y="141319"/>
                </a:cubicBezTo>
                <a:cubicBezTo>
                  <a:pt x="1403409" y="139492"/>
                  <a:pt x="1403211" y="136751"/>
                  <a:pt x="1402816" y="133095"/>
                </a:cubicBezTo>
                <a:cubicBezTo>
                  <a:pt x="1402421" y="129438"/>
                  <a:pt x="1402223" y="126695"/>
                  <a:pt x="1402223" y="124866"/>
                </a:cubicBezTo>
                <a:cubicBezTo>
                  <a:pt x="1402223" y="118590"/>
                  <a:pt x="1402664" y="109891"/>
                  <a:pt x="1403546" y="98771"/>
                </a:cubicBezTo>
                <a:cubicBezTo>
                  <a:pt x="1404428" y="87651"/>
                  <a:pt x="1404869" y="78952"/>
                  <a:pt x="1404869" y="72675"/>
                </a:cubicBezTo>
                <a:cubicBezTo>
                  <a:pt x="1404869" y="70725"/>
                  <a:pt x="1404762" y="67831"/>
                  <a:pt x="1404550" y="63993"/>
                </a:cubicBezTo>
                <a:cubicBezTo>
                  <a:pt x="1404337" y="60153"/>
                  <a:pt x="1404230" y="57259"/>
                  <a:pt x="1404230" y="55311"/>
                </a:cubicBezTo>
                <a:cubicBezTo>
                  <a:pt x="1404230" y="52689"/>
                  <a:pt x="1405097" y="50541"/>
                  <a:pt x="1406831" y="48866"/>
                </a:cubicBezTo>
                <a:cubicBezTo>
                  <a:pt x="1408564" y="47190"/>
                  <a:pt x="1410708" y="46352"/>
                  <a:pt x="1413263" y="46352"/>
                </a:cubicBezTo>
                <a:cubicBezTo>
                  <a:pt x="1418860" y="46352"/>
                  <a:pt x="1421931" y="50322"/>
                  <a:pt x="1422479" y="58262"/>
                </a:cubicBezTo>
                <a:lnTo>
                  <a:pt x="1422753" y="68980"/>
                </a:lnTo>
                <a:cubicBezTo>
                  <a:pt x="1432972" y="55354"/>
                  <a:pt x="1443465" y="48541"/>
                  <a:pt x="1454231" y="48541"/>
                </a:cubicBezTo>
                <a:cubicBezTo>
                  <a:pt x="1463964" y="48541"/>
                  <a:pt x="1470747" y="52837"/>
                  <a:pt x="1474579" y="61430"/>
                </a:cubicBezTo>
                <a:cubicBezTo>
                  <a:pt x="1477194" y="67157"/>
                  <a:pt x="1478624" y="75627"/>
                  <a:pt x="1478867" y="86841"/>
                </a:cubicBezTo>
                <a:lnTo>
                  <a:pt x="1478867" y="96071"/>
                </a:lnTo>
                <a:lnTo>
                  <a:pt x="1478776" y="104570"/>
                </a:lnTo>
                <a:cubicBezTo>
                  <a:pt x="1478776" y="109629"/>
                  <a:pt x="1479430" y="116165"/>
                  <a:pt x="1480738" y="124179"/>
                </a:cubicBezTo>
                <a:cubicBezTo>
                  <a:pt x="1482045" y="132192"/>
                  <a:pt x="1482699" y="138695"/>
                  <a:pt x="1482699" y="143691"/>
                </a:cubicBezTo>
                <a:cubicBezTo>
                  <a:pt x="1482699" y="146373"/>
                  <a:pt x="1481833" y="148552"/>
                  <a:pt x="1480099" y="150226"/>
                </a:cubicBezTo>
                <a:cubicBezTo>
                  <a:pt x="1478365" y="151903"/>
                  <a:pt x="1476191" y="152741"/>
                  <a:pt x="1473575" y="15274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3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1bf98842154d88"/>
          <a:stretch xmlns:a="http://schemas.openxmlformats.org/drawingml/2006/main"/>
        </p:blipFill>
        <p:spPr>
          <a:xfrm xmlns:a="http://schemas.openxmlformats.org/drawingml/2006/main">
            <a:off x="5967835" y="1155693"/>
            <a:ext cx="248374" cy="248374"/>
          </a:xfrm>
          <a:prstGeom xmlns:a="http://schemas.openxmlformats.org/drawingml/2006/main" prst="rect">
            <a:avLst/>
          </a:prstGeom>
        </p:spPr>
      </p:pic>
      <p:sp>
        <p:nvSpPr>
          <p:cNvPr id="147" name="Text gitcheckout">
            <a:extLst xmlns:a="http://schemas.openxmlformats.org/drawingml/2006/main">
              <a:ext uri="{FF2B5EF4-FFF2-40B4-BE49-F238E27FC236}">
                <a16:creationId xmlns:a16="http://schemas.microsoft.com/office/drawing/2014/main" id="{4BE80745-40D7-41D2-A8A0-073612253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674" y="1123008"/>
            <a:ext cx="743476" cy="130292"/>
          </a:xfrm>
          <a:custGeom xmlns:a="http://schemas.openxmlformats.org/drawingml/2006/main">
            <a:pathLst>
              <a:path w="743476" h="130292">
                <a:moveTo>
                  <a:pt x="2471" y="106677"/>
                </a:moveTo>
                <a:lnTo>
                  <a:pt x="14485" y="108325"/>
                </a:lnTo>
                <a:cubicBezTo>
                  <a:pt x="14988" y="112076"/>
                  <a:pt x="16384" y="114808"/>
                  <a:pt x="18672" y="116522"/>
                </a:cubicBezTo>
                <a:cubicBezTo>
                  <a:pt x="21738" y="118837"/>
                  <a:pt x="25926" y="119995"/>
                  <a:pt x="31234" y="119995"/>
                </a:cubicBezTo>
                <a:cubicBezTo>
                  <a:pt x="36955" y="119995"/>
                  <a:pt x="41371" y="118848"/>
                  <a:pt x="44483" y="116554"/>
                </a:cubicBezTo>
                <a:cubicBezTo>
                  <a:pt x="47595" y="114260"/>
                  <a:pt x="49700" y="111049"/>
                  <a:pt x="50799" y="106922"/>
                </a:cubicBezTo>
                <a:cubicBezTo>
                  <a:pt x="51439" y="104398"/>
                  <a:pt x="51737" y="99099"/>
                  <a:pt x="51691" y="91026"/>
                </a:cubicBezTo>
                <a:cubicBezTo>
                  <a:pt x="46291" y="97433"/>
                  <a:pt x="39564" y="100636"/>
                  <a:pt x="31509" y="100636"/>
                </a:cubicBezTo>
                <a:cubicBezTo>
                  <a:pt x="21487" y="100636"/>
                  <a:pt x="13729" y="97021"/>
                  <a:pt x="8238" y="89790"/>
                </a:cubicBezTo>
                <a:cubicBezTo>
                  <a:pt x="2746" y="82559"/>
                  <a:pt x="0" y="73887"/>
                  <a:pt x="0" y="63773"/>
                </a:cubicBezTo>
                <a:cubicBezTo>
                  <a:pt x="0" y="56817"/>
                  <a:pt x="1259" y="50398"/>
                  <a:pt x="3776" y="44518"/>
                </a:cubicBezTo>
                <a:cubicBezTo>
                  <a:pt x="6293" y="38637"/>
                  <a:pt x="9942" y="34095"/>
                  <a:pt x="14725" y="30891"/>
                </a:cubicBezTo>
                <a:cubicBezTo>
                  <a:pt x="19507" y="27688"/>
                  <a:pt x="25125" y="26086"/>
                  <a:pt x="31578" y="26086"/>
                </a:cubicBezTo>
                <a:cubicBezTo>
                  <a:pt x="40181" y="26086"/>
                  <a:pt x="47275" y="29610"/>
                  <a:pt x="52858" y="36657"/>
                </a:cubicBezTo>
                <a:lnTo>
                  <a:pt x="52858" y="27733"/>
                </a:lnTo>
                <a:lnTo>
                  <a:pt x="64254" y="27733"/>
                </a:lnTo>
                <a:lnTo>
                  <a:pt x="64254" y="90794"/>
                </a:lnTo>
                <a:cubicBezTo>
                  <a:pt x="64254" y="102151"/>
                  <a:pt x="63098" y="110199"/>
                  <a:pt x="60787" y="114939"/>
                </a:cubicBezTo>
                <a:cubicBezTo>
                  <a:pt x="58476" y="119678"/>
                  <a:pt x="54815" y="123422"/>
                  <a:pt x="49803" y="126169"/>
                </a:cubicBezTo>
                <a:cubicBezTo>
                  <a:pt x="44792" y="128918"/>
                  <a:pt x="38625" y="130292"/>
                  <a:pt x="31303" y="130292"/>
                </a:cubicBezTo>
                <a:cubicBezTo>
                  <a:pt x="22608" y="130292"/>
                  <a:pt x="15583" y="128330"/>
                  <a:pt x="10228" y="124405"/>
                </a:cubicBezTo>
                <a:cubicBezTo>
                  <a:pt x="4874" y="120481"/>
                  <a:pt x="2288" y="114572"/>
                  <a:pt x="2471" y="106677"/>
                </a:cubicBezTo>
                <a:moveTo>
                  <a:pt x="12700" y="62883"/>
                </a:moveTo>
                <a:cubicBezTo>
                  <a:pt x="12700" y="72423"/>
                  <a:pt x="14599" y="79385"/>
                  <a:pt x="18397" y="83766"/>
                </a:cubicBezTo>
                <a:cubicBezTo>
                  <a:pt x="22196" y="88148"/>
                  <a:pt x="26955" y="90339"/>
                  <a:pt x="32676" y="90339"/>
                </a:cubicBezTo>
                <a:cubicBezTo>
                  <a:pt x="38351" y="90339"/>
                  <a:pt x="43110" y="88160"/>
                  <a:pt x="46955" y="83801"/>
                </a:cubicBezTo>
                <a:cubicBezTo>
                  <a:pt x="50799" y="79442"/>
                  <a:pt x="52721" y="72606"/>
                  <a:pt x="52721" y="63293"/>
                </a:cubicBezTo>
                <a:cubicBezTo>
                  <a:pt x="52721" y="54391"/>
                  <a:pt x="50742" y="47681"/>
                  <a:pt x="46783" y="43162"/>
                </a:cubicBezTo>
                <a:cubicBezTo>
                  <a:pt x="42824" y="38643"/>
                  <a:pt x="38053" y="36383"/>
                  <a:pt x="32470" y="36383"/>
                </a:cubicBezTo>
                <a:cubicBezTo>
                  <a:pt x="26978" y="36383"/>
                  <a:pt x="22310" y="38608"/>
                  <a:pt x="18466" y="43059"/>
                </a:cubicBezTo>
                <a:cubicBezTo>
                  <a:pt x="14622" y="47509"/>
                  <a:pt x="12700" y="54117"/>
                  <a:pt x="12700" y="62883"/>
                </a:cubicBezTo>
                <a:close/>
                <a:moveTo>
                  <a:pt x="82716" y="14141"/>
                </a:moveTo>
                <a:lnTo>
                  <a:pt x="82716" y="0"/>
                </a:lnTo>
                <a:lnTo>
                  <a:pt x="95072" y="0"/>
                </a:lnTo>
                <a:lnTo>
                  <a:pt x="95072" y="14141"/>
                </a:lnTo>
                <a:lnTo>
                  <a:pt x="82716" y="14141"/>
                </a:lnTo>
                <a:moveTo>
                  <a:pt x="82716" y="100636"/>
                </a:moveTo>
                <a:lnTo>
                  <a:pt x="82716" y="27733"/>
                </a:lnTo>
                <a:lnTo>
                  <a:pt x="95072" y="27733"/>
                </a:lnTo>
                <a:lnTo>
                  <a:pt x="95072" y="100636"/>
                </a:lnTo>
                <a:lnTo>
                  <a:pt x="82716" y="100636"/>
                </a:lnTo>
                <a:close/>
                <a:moveTo>
                  <a:pt x="140672" y="89584"/>
                </a:moveTo>
                <a:lnTo>
                  <a:pt x="142457" y="100499"/>
                </a:lnTo>
                <a:cubicBezTo>
                  <a:pt x="138979" y="101231"/>
                  <a:pt x="135867" y="101598"/>
                  <a:pt x="133121" y="101598"/>
                </a:cubicBezTo>
                <a:cubicBezTo>
                  <a:pt x="128636" y="101598"/>
                  <a:pt x="125158" y="100888"/>
                  <a:pt x="122686" y="99469"/>
                </a:cubicBezTo>
                <a:cubicBezTo>
                  <a:pt x="120215" y="98051"/>
                  <a:pt x="118476" y="96186"/>
                  <a:pt x="117469" y="93875"/>
                </a:cubicBezTo>
                <a:cubicBezTo>
                  <a:pt x="116462" y="91564"/>
                  <a:pt x="115959" y="86701"/>
                  <a:pt x="115959" y="79287"/>
                </a:cubicBezTo>
                <a:lnTo>
                  <a:pt x="115959" y="37344"/>
                </a:lnTo>
                <a:lnTo>
                  <a:pt x="106898" y="37344"/>
                </a:lnTo>
                <a:lnTo>
                  <a:pt x="106898" y="27733"/>
                </a:lnTo>
                <a:lnTo>
                  <a:pt x="115959" y="27733"/>
                </a:lnTo>
                <a:lnTo>
                  <a:pt x="115959" y="9679"/>
                </a:lnTo>
                <a:lnTo>
                  <a:pt x="128247" y="2265"/>
                </a:lnTo>
                <a:lnTo>
                  <a:pt x="128247" y="27733"/>
                </a:lnTo>
                <a:lnTo>
                  <a:pt x="140672" y="27733"/>
                </a:lnTo>
                <a:lnTo>
                  <a:pt x="140672" y="37344"/>
                </a:lnTo>
                <a:lnTo>
                  <a:pt x="128247" y="37344"/>
                </a:lnTo>
                <a:lnTo>
                  <a:pt x="128247" y="79974"/>
                </a:lnTo>
                <a:cubicBezTo>
                  <a:pt x="128247" y="83498"/>
                  <a:pt x="128464" y="85763"/>
                  <a:pt x="128899" y="86770"/>
                </a:cubicBezTo>
                <a:cubicBezTo>
                  <a:pt x="129334" y="87777"/>
                  <a:pt x="130043" y="88577"/>
                  <a:pt x="131027" y="89172"/>
                </a:cubicBezTo>
                <a:cubicBezTo>
                  <a:pt x="132011" y="89767"/>
                  <a:pt x="133418" y="90065"/>
                  <a:pt x="135249" y="90065"/>
                </a:cubicBezTo>
                <a:cubicBezTo>
                  <a:pt x="136622" y="90065"/>
                  <a:pt x="138429" y="89905"/>
                  <a:pt x="140672" y="89584"/>
                </a:cubicBezTo>
                <a:close/>
                <a:moveTo>
                  <a:pt x="239761" y="73864"/>
                </a:moveTo>
                <a:lnTo>
                  <a:pt x="251912" y="75512"/>
                </a:lnTo>
                <a:cubicBezTo>
                  <a:pt x="250584" y="83887"/>
                  <a:pt x="247186" y="90442"/>
                  <a:pt x="241717" y="95179"/>
                </a:cubicBezTo>
                <a:cubicBezTo>
                  <a:pt x="236249" y="99916"/>
                  <a:pt x="229533" y="102284"/>
                  <a:pt x="221570" y="102284"/>
                </a:cubicBezTo>
                <a:cubicBezTo>
                  <a:pt x="211593" y="102284"/>
                  <a:pt x="203573" y="99023"/>
                  <a:pt x="197509" y="92502"/>
                </a:cubicBezTo>
                <a:cubicBezTo>
                  <a:pt x="191445" y="85980"/>
                  <a:pt x="188413" y="76633"/>
                  <a:pt x="188413" y="64460"/>
                </a:cubicBezTo>
                <a:cubicBezTo>
                  <a:pt x="188413" y="56588"/>
                  <a:pt x="189717" y="49700"/>
                  <a:pt x="192326" y="43797"/>
                </a:cubicBezTo>
                <a:cubicBezTo>
                  <a:pt x="194935" y="37893"/>
                  <a:pt x="198905" y="33465"/>
                  <a:pt x="204236" y="30514"/>
                </a:cubicBezTo>
                <a:cubicBezTo>
                  <a:pt x="209568" y="27562"/>
                  <a:pt x="215368" y="26086"/>
                  <a:pt x="221638" y="26086"/>
                </a:cubicBezTo>
                <a:cubicBezTo>
                  <a:pt x="229555" y="26086"/>
                  <a:pt x="236031" y="28077"/>
                  <a:pt x="241065" y="32058"/>
                </a:cubicBezTo>
                <a:cubicBezTo>
                  <a:pt x="246099" y="36038"/>
                  <a:pt x="249326" y="41690"/>
                  <a:pt x="250745" y="49014"/>
                </a:cubicBezTo>
                <a:lnTo>
                  <a:pt x="238731" y="50936"/>
                </a:lnTo>
                <a:cubicBezTo>
                  <a:pt x="237587" y="46062"/>
                  <a:pt x="235562" y="42395"/>
                  <a:pt x="232656" y="39935"/>
                </a:cubicBezTo>
                <a:cubicBezTo>
                  <a:pt x="229750" y="37476"/>
                  <a:pt x="226238" y="36246"/>
                  <a:pt x="222119" y="36246"/>
                </a:cubicBezTo>
                <a:cubicBezTo>
                  <a:pt x="215895" y="36246"/>
                  <a:pt x="210838" y="38477"/>
                  <a:pt x="206948" y="42939"/>
                </a:cubicBezTo>
                <a:cubicBezTo>
                  <a:pt x="203058" y="47401"/>
                  <a:pt x="201113" y="54460"/>
                  <a:pt x="201113" y="64116"/>
                </a:cubicBezTo>
                <a:cubicBezTo>
                  <a:pt x="201113" y="73910"/>
                  <a:pt x="202989" y="81026"/>
                  <a:pt x="206742" y="85465"/>
                </a:cubicBezTo>
                <a:cubicBezTo>
                  <a:pt x="210494" y="89905"/>
                  <a:pt x="215391" y="92124"/>
                  <a:pt x="221432" y="92124"/>
                </a:cubicBezTo>
                <a:cubicBezTo>
                  <a:pt x="226283" y="92124"/>
                  <a:pt x="230333" y="90631"/>
                  <a:pt x="233583" y="87645"/>
                </a:cubicBezTo>
                <a:cubicBezTo>
                  <a:pt x="236832" y="84659"/>
                  <a:pt x="238891" y="80065"/>
                  <a:pt x="239761" y="73864"/>
                </a:cubicBezTo>
                <a:close/>
                <a:moveTo>
                  <a:pt x="262483" y="100636"/>
                </a:moveTo>
                <a:lnTo>
                  <a:pt x="262483" y="0"/>
                </a:lnTo>
                <a:lnTo>
                  <a:pt x="274840" y="0"/>
                </a:lnTo>
                <a:lnTo>
                  <a:pt x="274840" y="36173"/>
                </a:lnTo>
                <a:cubicBezTo>
                  <a:pt x="280606" y="29448"/>
                  <a:pt x="287883" y="26086"/>
                  <a:pt x="296670" y="26086"/>
                </a:cubicBezTo>
                <a:cubicBezTo>
                  <a:pt x="302070" y="26086"/>
                  <a:pt x="306761" y="27150"/>
                  <a:pt x="310742" y="29278"/>
                </a:cubicBezTo>
                <a:cubicBezTo>
                  <a:pt x="314724" y="31406"/>
                  <a:pt x="317573" y="34346"/>
                  <a:pt x="319289" y="38099"/>
                </a:cubicBezTo>
                <a:cubicBezTo>
                  <a:pt x="321005" y="41852"/>
                  <a:pt x="321863" y="47298"/>
                  <a:pt x="321863" y="54437"/>
                </a:cubicBezTo>
                <a:lnTo>
                  <a:pt x="321863" y="100636"/>
                </a:lnTo>
                <a:lnTo>
                  <a:pt x="309507" y="100636"/>
                </a:lnTo>
                <a:lnTo>
                  <a:pt x="309507" y="54486"/>
                </a:lnTo>
                <a:cubicBezTo>
                  <a:pt x="309507" y="48315"/>
                  <a:pt x="308168" y="43824"/>
                  <a:pt x="305491" y="41012"/>
                </a:cubicBezTo>
                <a:cubicBezTo>
                  <a:pt x="302814" y="38201"/>
                  <a:pt x="299026" y="36795"/>
                  <a:pt x="294130" y="36795"/>
                </a:cubicBezTo>
                <a:cubicBezTo>
                  <a:pt x="290469" y="36795"/>
                  <a:pt x="287025" y="37744"/>
                  <a:pt x="283798" y="39641"/>
                </a:cubicBezTo>
                <a:cubicBezTo>
                  <a:pt x="280572" y="41538"/>
                  <a:pt x="278272" y="44109"/>
                  <a:pt x="276899" y="47356"/>
                </a:cubicBezTo>
                <a:cubicBezTo>
                  <a:pt x="275526" y="50601"/>
                  <a:pt x="274840" y="55081"/>
                  <a:pt x="274840" y="60795"/>
                </a:cubicBezTo>
                <a:lnTo>
                  <a:pt x="274840" y="100636"/>
                </a:lnTo>
                <a:lnTo>
                  <a:pt x="262483" y="100636"/>
                </a:lnTo>
                <a:close/>
                <a:moveTo>
                  <a:pt x="390300" y="77022"/>
                </a:moveTo>
                <a:lnTo>
                  <a:pt x="403068" y="78669"/>
                </a:lnTo>
                <a:cubicBezTo>
                  <a:pt x="401055" y="86151"/>
                  <a:pt x="397325" y="91957"/>
                  <a:pt x="391879" y="96089"/>
                </a:cubicBezTo>
                <a:cubicBezTo>
                  <a:pt x="386433" y="100219"/>
                  <a:pt x="379477" y="102284"/>
                  <a:pt x="371010" y="102284"/>
                </a:cubicBezTo>
                <a:cubicBezTo>
                  <a:pt x="360347" y="102284"/>
                  <a:pt x="351892" y="99000"/>
                  <a:pt x="345645" y="92433"/>
                </a:cubicBezTo>
                <a:cubicBezTo>
                  <a:pt x="339398" y="85866"/>
                  <a:pt x="336275" y="76656"/>
                  <a:pt x="336275" y="64803"/>
                </a:cubicBezTo>
                <a:cubicBezTo>
                  <a:pt x="336275" y="52538"/>
                  <a:pt x="339433" y="43019"/>
                  <a:pt x="345748" y="36246"/>
                </a:cubicBezTo>
                <a:cubicBezTo>
                  <a:pt x="352064" y="29472"/>
                  <a:pt x="360256" y="26086"/>
                  <a:pt x="370324" y="26086"/>
                </a:cubicBezTo>
                <a:cubicBezTo>
                  <a:pt x="380072" y="26086"/>
                  <a:pt x="388035" y="29399"/>
                  <a:pt x="394213" y="36025"/>
                </a:cubicBezTo>
                <a:cubicBezTo>
                  <a:pt x="400391" y="42649"/>
                  <a:pt x="403480" y="51969"/>
                  <a:pt x="403480" y="63985"/>
                </a:cubicBezTo>
                <a:cubicBezTo>
                  <a:pt x="403480" y="64716"/>
                  <a:pt x="403457" y="65812"/>
                  <a:pt x="403412" y="67274"/>
                </a:cubicBezTo>
                <a:lnTo>
                  <a:pt x="349043" y="67274"/>
                </a:lnTo>
                <a:cubicBezTo>
                  <a:pt x="349501" y="75306"/>
                  <a:pt x="351766" y="81455"/>
                  <a:pt x="355839" y="85723"/>
                </a:cubicBezTo>
                <a:cubicBezTo>
                  <a:pt x="359912" y="89990"/>
                  <a:pt x="364992" y="92124"/>
                  <a:pt x="371079" y="92124"/>
                </a:cubicBezTo>
                <a:cubicBezTo>
                  <a:pt x="375610" y="92124"/>
                  <a:pt x="379477" y="90924"/>
                  <a:pt x="382680" y="88522"/>
                </a:cubicBezTo>
                <a:cubicBezTo>
                  <a:pt x="385884" y="86120"/>
                  <a:pt x="388424" y="82286"/>
                  <a:pt x="390300" y="77022"/>
                </a:cubicBezTo>
                <a:moveTo>
                  <a:pt x="349730" y="57114"/>
                </a:moveTo>
                <a:lnTo>
                  <a:pt x="390437" y="57114"/>
                </a:lnTo>
                <a:cubicBezTo>
                  <a:pt x="389888" y="51002"/>
                  <a:pt x="388332" y="46418"/>
                  <a:pt x="385769" y="43361"/>
                </a:cubicBezTo>
                <a:cubicBezTo>
                  <a:pt x="381834" y="38617"/>
                  <a:pt x="376731" y="36246"/>
                  <a:pt x="370461" y="36246"/>
                </a:cubicBezTo>
                <a:cubicBezTo>
                  <a:pt x="364786" y="36246"/>
                  <a:pt x="360015" y="38139"/>
                  <a:pt x="356148" y="41926"/>
                </a:cubicBezTo>
                <a:cubicBezTo>
                  <a:pt x="352281" y="45712"/>
                  <a:pt x="350142" y="50774"/>
                  <a:pt x="349730" y="57114"/>
                </a:cubicBezTo>
                <a:close/>
                <a:moveTo>
                  <a:pt x="465876" y="73864"/>
                </a:moveTo>
                <a:lnTo>
                  <a:pt x="478027" y="75512"/>
                </a:lnTo>
                <a:cubicBezTo>
                  <a:pt x="476699" y="83887"/>
                  <a:pt x="473301" y="90442"/>
                  <a:pt x="467833" y="95179"/>
                </a:cubicBezTo>
                <a:cubicBezTo>
                  <a:pt x="462364" y="99916"/>
                  <a:pt x="455648" y="102284"/>
                  <a:pt x="447685" y="102284"/>
                </a:cubicBezTo>
                <a:cubicBezTo>
                  <a:pt x="437708" y="102284"/>
                  <a:pt x="429688" y="99023"/>
                  <a:pt x="423624" y="92502"/>
                </a:cubicBezTo>
                <a:cubicBezTo>
                  <a:pt x="417560" y="85980"/>
                  <a:pt x="414528" y="76633"/>
                  <a:pt x="414528" y="64460"/>
                </a:cubicBezTo>
                <a:cubicBezTo>
                  <a:pt x="414528" y="56588"/>
                  <a:pt x="415832" y="49700"/>
                  <a:pt x="418441" y="43797"/>
                </a:cubicBezTo>
                <a:cubicBezTo>
                  <a:pt x="421050" y="37893"/>
                  <a:pt x="425020" y="33465"/>
                  <a:pt x="430351" y="30514"/>
                </a:cubicBezTo>
                <a:cubicBezTo>
                  <a:pt x="435683" y="27562"/>
                  <a:pt x="441484" y="26086"/>
                  <a:pt x="447753" y="26086"/>
                </a:cubicBezTo>
                <a:cubicBezTo>
                  <a:pt x="455671" y="26086"/>
                  <a:pt x="462146" y="28077"/>
                  <a:pt x="467180" y="32058"/>
                </a:cubicBezTo>
                <a:cubicBezTo>
                  <a:pt x="472215" y="36038"/>
                  <a:pt x="475441" y="41690"/>
                  <a:pt x="476860" y="49014"/>
                </a:cubicBezTo>
                <a:lnTo>
                  <a:pt x="464846" y="50936"/>
                </a:lnTo>
                <a:cubicBezTo>
                  <a:pt x="463702" y="46062"/>
                  <a:pt x="461677" y="42395"/>
                  <a:pt x="458771" y="39935"/>
                </a:cubicBezTo>
                <a:cubicBezTo>
                  <a:pt x="455865" y="37476"/>
                  <a:pt x="452353" y="36246"/>
                  <a:pt x="448234" y="36246"/>
                </a:cubicBezTo>
                <a:cubicBezTo>
                  <a:pt x="442010" y="36246"/>
                  <a:pt x="436953" y="38477"/>
                  <a:pt x="433063" y="42939"/>
                </a:cubicBezTo>
                <a:cubicBezTo>
                  <a:pt x="429173" y="47401"/>
                  <a:pt x="427228" y="54460"/>
                  <a:pt x="427228" y="64116"/>
                </a:cubicBezTo>
                <a:cubicBezTo>
                  <a:pt x="427228" y="73910"/>
                  <a:pt x="429104" y="81026"/>
                  <a:pt x="432857" y="85465"/>
                </a:cubicBezTo>
                <a:cubicBezTo>
                  <a:pt x="436610" y="89905"/>
                  <a:pt x="441506" y="92124"/>
                  <a:pt x="447547" y="92124"/>
                </a:cubicBezTo>
                <a:cubicBezTo>
                  <a:pt x="452398" y="92124"/>
                  <a:pt x="456449" y="90631"/>
                  <a:pt x="459698" y="87645"/>
                </a:cubicBezTo>
                <a:cubicBezTo>
                  <a:pt x="462947" y="84659"/>
                  <a:pt x="465007" y="80065"/>
                  <a:pt x="465876" y="73864"/>
                </a:cubicBezTo>
                <a:close/>
                <a:moveTo>
                  <a:pt x="488667" y="100636"/>
                </a:moveTo>
                <a:lnTo>
                  <a:pt x="488667" y="0"/>
                </a:lnTo>
                <a:lnTo>
                  <a:pt x="501023" y="0"/>
                </a:lnTo>
                <a:lnTo>
                  <a:pt x="501023" y="57327"/>
                </a:lnTo>
                <a:lnTo>
                  <a:pt x="530267" y="27733"/>
                </a:lnTo>
                <a:lnTo>
                  <a:pt x="546261" y="27733"/>
                </a:lnTo>
                <a:lnTo>
                  <a:pt x="518391" y="54819"/>
                </a:lnTo>
                <a:lnTo>
                  <a:pt x="549076" y="100636"/>
                </a:lnTo>
                <a:lnTo>
                  <a:pt x="533836" y="100636"/>
                </a:lnTo>
                <a:lnTo>
                  <a:pt x="509741" y="63299"/>
                </a:lnTo>
                <a:lnTo>
                  <a:pt x="501023" y="71736"/>
                </a:lnTo>
                <a:lnTo>
                  <a:pt x="501023" y="100636"/>
                </a:lnTo>
                <a:lnTo>
                  <a:pt x="488667" y="100636"/>
                </a:lnTo>
                <a:close/>
                <a:moveTo>
                  <a:pt x="554293" y="64185"/>
                </a:moveTo>
                <a:cubicBezTo>
                  <a:pt x="554293" y="50684"/>
                  <a:pt x="558046" y="40685"/>
                  <a:pt x="565551" y="34186"/>
                </a:cubicBezTo>
                <a:cubicBezTo>
                  <a:pt x="571821" y="28786"/>
                  <a:pt x="579463" y="26086"/>
                  <a:pt x="588479" y="26086"/>
                </a:cubicBezTo>
                <a:cubicBezTo>
                  <a:pt x="598501" y="26086"/>
                  <a:pt x="606693" y="29369"/>
                  <a:pt x="613055" y="35937"/>
                </a:cubicBezTo>
                <a:cubicBezTo>
                  <a:pt x="619416" y="42504"/>
                  <a:pt x="622597" y="51577"/>
                  <a:pt x="622597" y="63155"/>
                </a:cubicBezTo>
                <a:cubicBezTo>
                  <a:pt x="622597" y="72537"/>
                  <a:pt x="621189" y="79917"/>
                  <a:pt x="618375" y="85294"/>
                </a:cubicBezTo>
                <a:cubicBezTo>
                  <a:pt x="615560" y="90671"/>
                  <a:pt x="611464" y="94847"/>
                  <a:pt x="606087" y="97822"/>
                </a:cubicBezTo>
                <a:cubicBezTo>
                  <a:pt x="600710" y="100797"/>
                  <a:pt x="594840" y="102284"/>
                  <a:pt x="588479" y="102284"/>
                </a:cubicBezTo>
                <a:cubicBezTo>
                  <a:pt x="578274" y="102284"/>
                  <a:pt x="570024" y="99012"/>
                  <a:pt x="563732" y="92467"/>
                </a:cubicBezTo>
                <a:cubicBezTo>
                  <a:pt x="557439" y="85923"/>
                  <a:pt x="554293" y="76496"/>
                  <a:pt x="554293" y="64185"/>
                </a:cubicBezTo>
                <a:moveTo>
                  <a:pt x="566993" y="64219"/>
                </a:moveTo>
                <a:cubicBezTo>
                  <a:pt x="566993" y="73544"/>
                  <a:pt x="569029" y="80526"/>
                  <a:pt x="573102" y="85165"/>
                </a:cubicBezTo>
                <a:cubicBezTo>
                  <a:pt x="577175" y="89805"/>
                  <a:pt x="582301" y="92124"/>
                  <a:pt x="588479" y="92124"/>
                </a:cubicBezTo>
                <a:cubicBezTo>
                  <a:pt x="594611" y="92124"/>
                  <a:pt x="599714" y="89793"/>
                  <a:pt x="603787" y="85131"/>
                </a:cubicBezTo>
                <a:cubicBezTo>
                  <a:pt x="607860" y="80469"/>
                  <a:pt x="609897" y="73361"/>
                  <a:pt x="609897" y="63807"/>
                </a:cubicBezTo>
                <a:cubicBezTo>
                  <a:pt x="609897" y="54803"/>
                  <a:pt x="607849" y="47981"/>
                  <a:pt x="603753" y="43342"/>
                </a:cubicBezTo>
                <a:cubicBezTo>
                  <a:pt x="599657" y="38703"/>
                  <a:pt x="594566" y="36383"/>
                  <a:pt x="588479" y="36383"/>
                </a:cubicBezTo>
                <a:cubicBezTo>
                  <a:pt x="582301" y="36383"/>
                  <a:pt x="577175" y="38691"/>
                  <a:pt x="573102" y="43308"/>
                </a:cubicBezTo>
                <a:cubicBezTo>
                  <a:pt x="569029" y="47924"/>
                  <a:pt x="566993" y="54895"/>
                  <a:pt x="566993" y="64219"/>
                </a:cubicBezTo>
                <a:close/>
                <a:moveTo>
                  <a:pt x="684581" y="100636"/>
                </a:moveTo>
                <a:lnTo>
                  <a:pt x="684581" y="89861"/>
                </a:lnTo>
                <a:cubicBezTo>
                  <a:pt x="678906" y="98143"/>
                  <a:pt x="671194" y="102284"/>
                  <a:pt x="661446" y="102284"/>
                </a:cubicBezTo>
                <a:cubicBezTo>
                  <a:pt x="657145" y="102284"/>
                  <a:pt x="653129" y="101460"/>
                  <a:pt x="649399" y="99813"/>
                </a:cubicBezTo>
                <a:cubicBezTo>
                  <a:pt x="645669" y="98165"/>
                  <a:pt x="642900" y="96094"/>
                  <a:pt x="641093" y="93600"/>
                </a:cubicBezTo>
                <a:cubicBezTo>
                  <a:pt x="639285" y="91106"/>
                  <a:pt x="638015" y="88051"/>
                  <a:pt x="637283" y="84436"/>
                </a:cubicBezTo>
                <a:cubicBezTo>
                  <a:pt x="636779" y="82010"/>
                  <a:pt x="636528" y="78166"/>
                  <a:pt x="636528" y="72903"/>
                </a:cubicBezTo>
                <a:lnTo>
                  <a:pt x="636528" y="27733"/>
                </a:lnTo>
                <a:lnTo>
                  <a:pt x="648884" y="27733"/>
                </a:lnTo>
                <a:lnTo>
                  <a:pt x="648884" y="68124"/>
                </a:lnTo>
                <a:cubicBezTo>
                  <a:pt x="648884" y="74569"/>
                  <a:pt x="649136" y="78912"/>
                  <a:pt x="649639" y="81151"/>
                </a:cubicBezTo>
                <a:cubicBezTo>
                  <a:pt x="650417" y="84398"/>
                  <a:pt x="652065" y="86947"/>
                  <a:pt x="654582" y="88799"/>
                </a:cubicBezTo>
                <a:cubicBezTo>
                  <a:pt x="657099" y="90650"/>
                  <a:pt x="660211" y="91575"/>
                  <a:pt x="663918" y="91575"/>
                </a:cubicBezTo>
                <a:cubicBezTo>
                  <a:pt x="667625" y="91575"/>
                  <a:pt x="671103" y="90627"/>
                  <a:pt x="674352" y="88731"/>
                </a:cubicBezTo>
                <a:cubicBezTo>
                  <a:pt x="677601" y="86833"/>
                  <a:pt x="679901" y="84250"/>
                  <a:pt x="681251" y="80982"/>
                </a:cubicBezTo>
                <a:cubicBezTo>
                  <a:pt x="682601" y="77713"/>
                  <a:pt x="683276" y="72970"/>
                  <a:pt x="683276" y="66753"/>
                </a:cubicBezTo>
                <a:lnTo>
                  <a:pt x="683276" y="27733"/>
                </a:lnTo>
                <a:lnTo>
                  <a:pt x="695633" y="27733"/>
                </a:lnTo>
                <a:lnTo>
                  <a:pt x="695633" y="100636"/>
                </a:lnTo>
                <a:lnTo>
                  <a:pt x="684581" y="100636"/>
                </a:lnTo>
                <a:close/>
                <a:moveTo>
                  <a:pt x="741691" y="89584"/>
                </a:moveTo>
                <a:lnTo>
                  <a:pt x="743476" y="100499"/>
                </a:lnTo>
                <a:cubicBezTo>
                  <a:pt x="739998" y="101231"/>
                  <a:pt x="736886" y="101598"/>
                  <a:pt x="734140" y="101598"/>
                </a:cubicBezTo>
                <a:cubicBezTo>
                  <a:pt x="729655" y="101598"/>
                  <a:pt x="726177" y="100888"/>
                  <a:pt x="723706" y="99469"/>
                </a:cubicBezTo>
                <a:cubicBezTo>
                  <a:pt x="721234" y="98051"/>
                  <a:pt x="719495" y="96186"/>
                  <a:pt x="718488" y="93875"/>
                </a:cubicBezTo>
                <a:cubicBezTo>
                  <a:pt x="717482" y="91564"/>
                  <a:pt x="716978" y="86701"/>
                  <a:pt x="716978" y="79287"/>
                </a:cubicBezTo>
                <a:lnTo>
                  <a:pt x="716978" y="37344"/>
                </a:lnTo>
                <a:lnTo>
                  <a:pt x="707917" y="37344"/>
                </a:lnTo>
                <a:lnTo>
                  <a:pt x="707917" y="27733"/>
                </a:lnTo>
                <a:lnTo>
                  <a:pt x="716978" y="27733"/>
                </a:lnTo>
                <a:lnTo>
                  <a:pt x="716978" y="9679"/>
                </a:lnTo>
                <a:lnTo>
                  <a:pt x="729266" y="2265"/>
                </a:lnTo>
                <a:lnTo>
                  <a:pt x="729266" y="27733"/>
                </a:lnTo>
                <a:lnTo>
                  <a:pt x="741691" y="27733"/>
                </a:lnTo>
                <a:lnTo>
                  <a:pt x="741691" y="37344"/>
                </a:lnTo>
                <a:lnTo>
                  <a:pt x="729266" y="37344"/>
                </a:lnTo>
                <a:lnTo>
                  <a:pt x="729266" y="79974"/>
                </a:lnTo>
                <a:cubicBezTo>
                  <a:pt x="729266" y="83498"/>
                  <a:pt x="729483" y="85763"/>
                  <a:pt x="729918" y="86770"/>
                </a:cubicBezTo>
                <a:cubicBezTo>
                  <a:pt x="730353" y="87777"/>
                  <a:pt x="731062" y="88577"/>
                  <a:pt x="732046" y="89172"/>
                </a:cubicBezTo>
                <a:cubicBezTo>
                  <a:pt x="733030" y="89767"/>
                  <a:pt x="734437" y="90065"/>
                  <a:pt x="736268" y="90065"/>
                </a:cubicBezTo>
                <a:cubicBezTo>
                  <a:pt x="737641" y="90065"/>
                  <a:pt x="739449" y="89905"/>
                  <a:pt x="741691" y="8958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8" name="Text gitapply/diff">
            <a:extLst xmlns:a="http://schemas.openxmlformats.org/drawingml/2006/main">
              <a:ext uri="{FF2B5EF4-FFF2-40B4-BE49-F238E27FC236}">
                <a16:creationId xmlns:a16="http://schemas.microsoft.com/office/drawing/2014/main" id="{FD84893C-E923-4F60-89F0-2982277FF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674" y="1289930"/>
            <a:ext cx="827874" cy="132077"/>
          </a:xfrm>
          <a:custGeom xmlns:a="http://schemas.openxmlformats.org/drawingml/2006/main">
            <a:pathLst>
              <a:path w="827874" h="132077">
                <a:moveTo>
                  <a:pt x="2471" y="108462"/>
                </a:moveTo>
                <a:lnTo>
                  <a:pt x="14485" y="110110"/>
                </a:lnTo>
                <a:cubicBezTo>
                  <a:pt x="14988" y="113861"/>
                  <a:pt x="16384" y="116593"/>
                  <a:pt x="18672" y="118307"/>
                </a:cubicBezTo>
                <a:cubicBezTo>
                  <a:pt x="21738" y="120622"/>
                  <a:pt x="25926" y="121780"/>
                  <a:pt x="31234" y="121780"/>
                </a:cubicBezTo>
                <a:cubicBezTo>
                  <a:pt x="36955" y="121780"/>
                  <a:pt x="41371" y="120633"/>
                  <a:pt x="44483" y="118339"/>
                </a:cubicBezTo>
                <a:cubicBezTo>
                  <a:pt x="47595" y="116045"/>
                  <a:pt x="49700" y="112834"/>
                  <a:pt x="50799" y="108707"/>
                </a:cubicBezTo>
                <a:cubicBezTo>
                  <a:pt x="51439" y="106183"/>
                  <a:pt x="51737" y="100884"/>
                  <a:pt x="51691" y="92811"/>
                </a:cubicBezTo>
                <a:cubicBezTo>
                  <a:pt x="46291" y="99218"/>
                  <a:pt x="39564" y="102421"/>
                  <a:pt x="31509" y="102421"/>
                </a:cubicBezTo>
                <a:cubicBezTo>
                  <a:pt x="21487" y="102421"/>
                  <a:pt x="13729" y="98806"/>
                  <a:pt x="8238" y="91575"/>
                </a:cubicBezTo>
                <a:cubicBezTo>
                  <a:pt x="2746" y="84344"/>
                  <a:pt x="0" y="75672"/>
                  <a:pt x="0" y="65558"/>
                </a:cubicBezTo>
                <a:cubicBezTo>
                  <a:pt x="0" y="58602"/>
                  <a:pt x="1259" y="52183"/>
                  <a:pt x="3776" y="46302"/>
                </a:cubicBezTo>
                <a:cubicBezTo>
                  <a:pt x="6293" y="40422"/>
                  <a:pt x="9942" y="35879"/>
                  <a:pt x="14725" y="32676"/>
                </a:cubicBezTo>
                <a:cubicBezTo>
                  <a:pt x="19507" y="29472"/>
                  <a:pt x="25125" y="27871"/>
                  <a:pt x="31578" y="27871"/>
                </a:cubicBezTo>
                <a:cubicBezTo>
                  <a:pt x="40181" y="27871"/>
                  <a:pt x="47275" y="31395"/>
                  <a:pt x="52858" y="38442"/>
                </a:cubicBezTo>
                <a:lnTo>
                  <a:pt x="52858" y="29518"/>
                </a:lnTo>
                <a:lnTo>
                  <a:pt x="64254" y="29518"/>
                </a:lnTo>
                <a:lnTo>
                  <a:pt x="64254" y="92579"/>
                </a:lnTo>
                <a:cubicBezTo>
                  <a:pt x="64254" y="103936"/>
                  <a:pt x="63098" y="111984"/>
                  <a:pt x="60787" y="116723"/>
                </a:cubicBezTo>
                <a:cubicBezTo>
                  <a:pt x="58476" y="121463"/>
                  <a:pt x="54815" y="125206"/>
                  <a:pt x="49803" y="127954"/>
                </a:cubicBezTo>
                <a:cubicBezTo>
                  <a:pt x="44792" y="130702"/>
                  <a:pt x="38625" y="132077"/>
                  <a:pt x="31303" y="132077"/>
                </a:cubicBezTo>
                <a:cubicBezTo>
                  <a:pt x="22608" y="132077"/>
                  <a:pt x="15583" y="130115"/>
                  <a:pt x="10228" y="126190"/>
                </a:cubicBezTo>
                <a:cubicBezTo>
                  <a:pt x="4874" y="122266"/>
                  <a:pt x="2288" y="116357"/>
                  <a:pt x="2471" y="108462"/>
                </a:cubicBezTo>
                <a:moveTo>
                  <a:pt x="12700" y="64668"/>
                </a:moveTo>
                <a:cubicBezTo>
                  <a:pt x="12700" y="74208"/>
                  <a:pt x="14599" y="81169"/>
                  <a:pt x="18397" y="85551"/>
                </a:cubicBezTo>
                <a:cubicBezTo>
                  <a:pt x="22196" y="89933"/>
                  <a:pt x="26955" y="92124"/>
                  <a:pt x="32676" y="92124"/>
                </a:cubicBezTo>
                <a:cubicBezTo>
                  <a:pt x="38351" y="92124"/>
                  <a:pt x="43110" y="89945"/>
                  <a:pt x="46955" y="85586"/>
                </a:cubicBezTo>
                <a:cubicBezTo>
                  <a:pt x="50799" y="81227"/>
                  <a:pt x="52721" y="74390"/>
                  <a:pt x="52721" y="65077"/>
                </a:cubicBezTo>
                <a:cubicBezTo>
                  <a:pt x="52721" y="56176"/>
                  <a:pt x="50742" y="49466"/>
                  <a:pt x="46783" y="44947"/>
                </a:cubicBezTo>
                <a:cubicBezTo>
                  <a:pt x="42824" y="40427"/>
                  <a:pt x="38053" y="38168"/>
                  <a:pt x="32470" y="38168"/>
                </a:cubicBezTo>
                <a:cubicBezTo>
                  <a:pt x="26978" y="38168"/>
                  <a:pt x="22310" y="40393"/>
                  <a:pt x="18466" y="44844"/>
                </a:cubicBezTo>
                <a:cubicBezTo>
                  <a:pt x="14622" y="49294"/>
                  <a:pt x="12700" y="55902"/>
                  <a:pt x="12700" y="64668"/>
                </a:cubicBezTo>
                <a:close/>
                <a:moveTo>
                  <a:pt x="82716" y="15926"/>
                </a:moveTo>
                <a:lnTo>
                  <a:pt x="82716" y="1785"/>
                </a:lnTo>
                <a:lnTo>
                  <a:pt x="95072" y="1785"/>
                </a:lnTo>
                <a:lnTo>
                  <a:pt x="95072" y="15926"/>
                </a:lnTo>
                <a:lnTo>
                  <a:pt x="82716" y="15926"/>
                </a:lnTo>
                <a:moveTo>
                  <a:pt x="82716" y="102421"/>
                </a:moveTo>
                <a:lnTo>
                  <a:pt x="82716" y="29518"/>
                </a:lnTo>
                <a:lnTo>
                  <a:pt x="95072" y="29518"/>
                </a:lnTo>
                <a:lnTo>
                  <a:pt x="95072" y="102421"/>
                </a:lnTo>
                <a:lnTo>
                  <a:pt x="82716" y="102421"/>
                </a:lnTo>
                <a:close/>
                <a:moveTo>
                  <a:pt x="140672" y="91369"/>
                </a:moveTo>
                <a:lnTo>
                  <a:pt x="142457" y="102284"/>
                </a:lnTo>
                <a:cubicBezTo>
                  <a:pt x="138979" y="103016"/>
                  <a:pt x="135867" y="103382"/>
                  <a:pt x="133121" y="103382"/>
                </a:cubicBezTo>
                <a:cubicBezTo>
                  <a:pt x="128636" y="103382"/>
                  <a:pt x="125158" y="102673"/>
                  <a:pt x="122686" y="101254"/>
                </a:cubicBezTo>
                <a:cubicBezTo>
                  <a:pt x="120215" y="99836"/>
                  <a:pt x="118476" y="97971"/>
                  <a:pt x="117469" y="95660"/>
                </a:cubicBezTo>
                <a:cubicBezTo>
                  <a:pt x="116462" y="93348"/>
                  <a:pt x="115959" y="88486"/>
                  <a:pt x="115959" y="81072"/>
                </a:cubicBezTo>
                <a:lnTo>
                  <a:pt x="115959" y="39129"/>
                </a:lnTo>
                <a:lnTo>
                  <a:pt x="106898" y="39129"/>
                </a:lnTo>
                <a:lnTo>
                  <a:pt x="106898" y="29518"/>
                </a:lnTo>
                <a:lnTo>
                  <a:pt x="115959" y="29518"/>
                </a:lnTo>
                <a:lnTo>
                  <a:pt x="115959" y="11464"/>
                </a:lnTo>
                <a:lnTo>
                  <a:pt x="128247" y="4050"/>
                </a:lnTo>
                <a:lnTo>
                  <a:pt x="128247" y="29518"/>
                </a:lnTo>
                <a:lnTo>
                  <a:pt x="140672" y="29518"/>
                </a:lnTo>
                <a:lnTo>
                  <a:pt x="140672" y="39129"/>
                </a:lnTo>
                <a:lnTo>
                  <a:pt x="128247" y="39129"/>
                </a:lnTo>
                <a:lnTo>
                  <a:pt x="128247" y="81759"/>
                </a:lnTo>
                <a:cubicBezTo>
                  <a:pt x="128247" y="85282"/>
                  <a:pt x="128464" y="87548"/>
                  <a:pt x="128899" y="88555"/>
                </a:cubicBezTo>
                <a:cubicBezTo>
                  <a:pt x="129334" y="89561"/>
                  <a:pt x="130043" y="90362"/>
                  <a:pt x="131027" y="90957"/>
                </a:cubicBezTo>
                <a:cubicBezTo>
                  <a:pt x="132011" y="91552"/>
                  <a:pt x="133418" y="91850"/>
                  <a:pt x="135249" y="91850"/>
                </a:cubicBezTo>
                <a:cubicBezTo>
                  <a:pt x="136622" y="91850"/>
                  <a:pt x="138429" y="91689"/>
                  <a:pt x="140672" y="91369"/>
                </a:cubicBezTo>
                <a:close/>
                <a:moveTo>
                  <a:pt x="239761" y="93223"/>
                </a:moveTo>
                <a:cubicBezTo>
                  <a:pt x="235185" y="97188"/>
                  <a:pt x="230780" y="99988"/>
                  <a:pt x="226546" y="101621"/>
                </a:cubicBezTo>
                <a:cubicBezTo>
                  <a:pt x="222313" y="103253"/>
                  <a:pt x="217771" y="104069"/>
                  <a:pt x="212920" y="104069"/>
                </a:cubicBezTo>
                <a:cubicBezTo>
                  <a:pt x="204911" y="104069"/>
                  <a:pt x="198756" y="102112"/>
                  <a:pt x="194454" y="98199"/>
                </a:cubicBezTo>
                <a:cubicBezTo>
                  <a:pt x="190152" y="94287"/>
                  <a:pt x="188001" y="89287"/>
                  <a:pt x="188001" y="83200"/>
                </a:cubicBezTo>
                <a:cubicBezTo>
                  <a:pt x="188001" y="79630"/>
                  <a:pt x="188813" y="76370"/>
                  <a:pt x="190438" y="73418"/>
                </a:cubicBezTo>
                <a:cubicBezTo>
                  <a:pt x="192063" y="70466"/>
                  <a:pt x="194191" y="68098"/>
                  <a:pt x="196822" y="66313"/>
                </a:cubicBezTo>
                <a:cubicBezTo>
                  <a:pt x="199454" y="64528"/>
                  <a:pt x="202417" y="63178"/>
                  <a:pt x="205712" y="62263"/>
                </a:cubicBezTo>
                <a:cubicBezTo>
                  <a:pt x="208138" y="61622"/>
                  <a:pt x="211799" y="61004"/>
                  <a:pt x="216696" y="60409"/>
                </a:cubicBezTo>
                <a:cubicBezTo>
                  <a:pt x="226672" y="59219"/>
                  <a:pt x="234018" y="57801"/>
                  <a:pt x="238731" y="56153"/>
                </a:cubicBezTo>
                <a:cubicBezTo>
                  <a:pt x="238777" y="54467"/>
                  <a:pt x="238800" y="53396"/>
                  <a:pt x="238800" y="52940"/>
                </a:cubicBezTo>
                <a:cubicBezTo>
                  <a:pt x="238800" y="47924"/>
                  <a:pt x="237633" y="44391"/>
                  <a:pt x="235299" y="42340"/>
                </a:cubicBezTo>
                <a:cubicBezTo>
                  <a:pt x="232141" y="39559"/>
                  <a:pt x="227450" y="38168"/>
                  <a:pt x="221226" y="38168"/>
                </a:cubicBezTo>
                <a:cubicBezTo>
                  <a:pt x="215414" y="38168"/>
                  <a:pt x="211124" y="39186"/>
                  <a:pt x="208355" y="41223"/>
                </a:cubicBezTo>
                <a:cubicBezTo>
                  <a:pt x="205586" y="43259"/>
                  <a:pt x="203538" y="46863"/>
                  <a:pt x="202211" y="52034"/>
                </a:cubicBezTo>
                <a:lnTo>
                  <a:pt x="190129" y="50387"/>
                </a:lnTo>
                <a:cubicBezTo>
                  <a:pt x="191228" y="45200"/>
                  <a:pt x="193035" y="41011"/>
                  <a:pt x="195552" y="37820"/>
                </a:cubicBezTo>
                <a:cubicBezTo>
                  <a:pt x="198069" y="34630"/>
                  <a:pt x="201708" y="32174"/>
                  <a:pt x="206467" y="30454"/>
                </a:cubicBezTo>
                <a:cubicBezTo>
                  <a:pt x="211227" y="28732"/>
                  <a:pt x="216741" y="27871"/>
                  <a:pt x="223011" y="27871"/>
                </a:cubicBezTo>
                <a:cubicBezTo>
                  <a:pt x="229235" y="27871"/>
                  <a:pt x="234292" y="28606"/>
                  <a:pt x="238182" y="30076"/>
                </a:cubicBezTo>
                <a:cubicBezTo>
                  <a:pt x="242072" y="31545"/>
                  <a:pt x="244932" y="33393"/>
                  <a:pt x="246763" y="35621"/>
                </a:cubicBezTo>
                <a:cubicBezTo>
                  <a:pt x="248594" y="37848"/>
                  <a:pt x="249875" y="40661"/>
                  <a:pt x="250607" y="44061"/>
                </a:cubicBezTo>
                <a:cubicBezTo>
                  <a:pt x="251019" y="46173"/>
                  <a:pt x="251225" y="49967"/>
                  <a:pt x="251225" y="55443"/>
                </a:cubicBezTo>
                <a:lnTo>
                  <a:pt x="251225" y="71871"/>
                </a:lnTo>
                <a:cubicBezTo>
                  <a:pt x="251225" y="83325"/>
                  <a:pt x="251488" y="90580"/>
                  <a:pt x="252014" y="93634"/>
                </a:cubicBezTo>
                <a:cubicBezTo>
                  <a:pt x="252541" y="96689"/>
                  <a:pt x="253582" y="99618"/>
                  <a:pt x="255138" y="102421"/>
                </a:cubicBezTo>
                <a:lnTo>
                  <a:pt x="242232" y="102421"/>
                </a:lnTo>
                <a:cubicBezTo>
                  <a:pt x="240951" y="99800"/>
                  <a:pt x="240127" y="96734"/>
                  <a:pt x="239761" y="93223"/>
                </a:cubicBezTo>
                <a:moveTo>
                  <a:pt x="238731" y="65901"/>
                </a:moveTo>
                <a:cubicBezTo>
                  <a:pt x="234246" y="67723"/>
                  <a:pt x="227519" y="69272"/>
                  <a:pt x="218549" y="70548"/>
                </a:cubicBezTo>
                <a:cubicBezTo>
                  <a:pt x="213469" y="71276"/>
                  <a:pt x="209877" y="72095"/>
                  <a:pt x="207772" y="73006"/>
                </a:cubicBezTo>
                <a:cubicBezTo>
                  <a:pt x="205666" y="73917"/>
                  <a:pt x="204042" y="75249"/>
                  <a:pt x="202898" y="77003"/>
                </a:cubicBezTo>
                <a:cubicBezTo>
                  <a:pt x="201753" y="78756"/>
                  <a:pt x="201181" y="80703"/>
                  <a:pt x="201181" y="82844"/>
                </a:cubicBezTo>
                <a:cubicBezTo>
                  <a:pt x="201181" y="86123"/>
                  <a:pt x="202428" y="88856"/>
                  <a:pt x="204923" y="91043"/>
                </a:cubicBezTo>
                <a:cubicBezTo>
                  <a:pt x="207417" y="93228"/>
                  <a:pt x="211067" y="94321"/>
                  <a:pt x="215872" y="94321"/>
                </a:cubicBezTo>
                <a:cubicBezTo>
                  <a:pt x="220631" y="94321"/>
                  <a:pt x="224865" y="93283"/>
                  <a:pt x="228572" y="91208"/>
                </a:cubicBezTo>
                <a:cubicBezTo>
                  <a:pt x="232278" y="89132"/>
                  <a:pt x="235001" y="86295"/>
                  <a:pt x="236741" y="82698"/>
                </a:cubicBezTo>
                <a:cubicBezTo>
                  <a:pt x="238068" y="79922"/>
                  <a:pt x="238731" y="75826"/>
                  <a:pt x="238731" y="70408"/>
                </a:cubicBezTo>
                <a:lnTo>
                  <a:pt x="238731" y="65901"/>
                </a:lnTo>
                <a:close/>
                <a:moveTo>
                  <a:pt x="270099" y="130429"/>
                </a:moveTo>
                <a:lnTo>
                  <a:pt x="270099" y="29518"/>
                </a:lnTo>
                <a:lnTo>
                  <a:pt x="281357" y="29518"/>
                </a:lnTo>
                <a:lnTo>
                  <a:pt x="281357" y="39058"/>
                </a:lnTo>
                <a:cubicBezTo>
                  <a:pt x="284011" y="35328"/>
                  <a:pt x="287009" y="32532"/>
                  <a:pt x="290350" y="30668"/>
                </a:cubicBezTo>
                <a:cubicBezTo>
                  <a:pt x="293691" y="28803"/>
                  <a:pt x="297741" y="27871"/>
                  <a:pt x="302500" y="27871"/>
                </a:cubicBezTo>
                <a:cubicBezTo>
                  <a:pt x="308724" y="27871"/>
                  <a:pt x="314216" y="29472"/>
                  <a:pt x="318976" y="32676"/>
                </a:cubicBezTo>
                <a:cubicBezTo>
                  <a:pt x="323735" y="35879"/>
                  <a:pt x="327328" y="40399"/>
                  <a:pt x="329753" y="46234"/>
                </a:cubicBezTo>
                <a:cubicBezTo>
                  <a:pt x="332179" y="52069"/>
                  <a:pt x="333391" y="58464"/>
                  <a:pt x="333391" y="65421"/>
                </a:cubicBezTo>
                <a:cubicBezTo>
                  <a:pt x="333391" y="72880"/>
                  <a:pt x="332053" y="79596"/>
                  <a:pt x="329376" y="85568"/>
                </a:cubicBezTo>
                <a:cubicBezTo>
                  <a:pt x="326698" y="91541"/>
                  <a:pt x="322808" y="96117"/>
                  <a:pt x="317706" y="99298"/>
                </a:cubicBezTo>
                <a:cubicBezTo>
                  <a:pt x="312603" y="102478"/>
                  <a:pt x="307237" y="104069"/>
                  <a:pt x="301608" y="104069"/>
                </a:cubicBezTo>
                <a:cubicBezTo>
                  <a:pt x="297489" y="104069"/>
                  <a:pt x="293794" y="103199"/>
                  <a:pt x="290521" y="101460"/>
                </a:cubicBezTo>
                <a:cubicBezTo>
                  <a:pt x="287249" y="99721"/>
                  <a:pt x="284561" y="97524"/>
                  <a:pt x="282455" y="94870"/>
                </a:cubicBezTo>
                <a:lnTo>
                  <a:pt x="282455" y="130429"/>
                </a:lnTo>
                <a:lnTo>
                  <a:pt x="270099" y="130429"/>
                </a:lnTo>
                <a:moveTo>
                  <a:pt x="281288" y="66416"/>
                </a:moveTo>
                <a:cubicBezTo>
                  <a:pt x="281288" y="75786"/>
                  <a:pt x="283188" y="82711"/>
                  <a:pt x="286986" y="87190"/>
                </a:cubicBezTo>
                <a:cubicBezTo>
                  <a:pt x="290785" y="91669"/>
                  <a:pt x="295384" y="93909"/>
                  <a:pt x="300784" y="93909"/>
                </a:cubicBezTo>
                <a:cubicBezTo>
                  <a:pt x="306276" y="93909"/>
                  <a:pt x="310978" y="91589"/>
                  <a:pt x="314891" y="86950"/>
                </a:cubicBezTo>
                <a:cubicBezTo>
                  <a:pt x="318804" y="82311"/>
                  <a:pt x="320760" y="75123"/>
                  <a:pt x="320760" y="65386"/>
                </a:cubicBezTo>
                <a:cubicBezTo>
                  <a:pt x="320760" y="56107"/>
                  <a:pt x="318850" y="49160"/>
                  <a:pt x="315028" y="44543"/>
                </a:cubicBezTo>
                <a:cubicBezTo>
                  <a:pt x="311207" y="39927"/>
                  <a:pt x="306642" y="37619"/>
                  <a:pt x="301333" y="37619"/>
                </a:cubicBezTo>
                <a:cubicBezTo>
                  <a:pt x="296070" y="37619"/>
                  <a:pt x="291414" y="40076"/>
                  <a:pt x="287364" y="44990"/>
                </a:cubicBezTo>
                <a:cubicBezTo>
                  <a:pt x="283313" y="49903"/>
                  <a:pt x="281288" y="57046"/>
                  <a:pt x="281288" y="66416"/>
                </a:cubicBezTo>
                <a:close/>
                <a:moveTo>
                  <a:pt x="348009" y="130429"/>
                </a:moveTo>
                <a:lnTo>
                  <a:pt x="348009" y="29518"/>
                </a:lnTo>
                <a:lnTo>
                  <a:pt x="359267" y="29518"/>
                </a:lnTo>
                <a:lnTo>
                  <a:pt x="359267" y="39058"/>
                </a:lnTo>
                <a:cubicBezTo>
                  <a:pt x="361922" y="35328"/>
                  <a:pt x="364919" y="32532"/>
                  <a:pt x="368260" y="30668"/>
                </a:cubicBezTo>
                <a:cubicBezTo>
                  <a:pt x="371601" y="28803"/>
                  <a:pt x="375651" y="27871"/>
                  <a:pt x="380411" y="27871"/>
                </a:cubicBezTo>
                <a:cubicBezTo>
                  <a:pt x="386635" y="27871"/>
                  <a:pt x="392126" y="29472"/>
                  <a:pt x="396886" y="32676"/>
                </a:cubicBezTo>
                <a:cubicBezTo>
                  <a:pt x="401645" y="35879"/>
                  <a:pt x="405238" y="40399"/>
                  <a:pt x="407663" y="46234"/>
                </a:cubicBezTo>
                <a:cubicBezTo>
                  <a:pt x="410089" y="52069"/>
                  <a:pt x="411302" y="58464"/>
                  <a:pt x="411302" y="65421"/>
                </a:cubicBezTo>
                <a:cubicBezTo>
                  <a:pt x="411302" y="72880"/>
                  <a:pt x="409963" y="79596"/>
                  <a:pt x="407286" y="85568"/>
                </a:cubicBezTo>
                <a:cubicBezTo>
                  <a:pt x="404609" y="91541"/>
                  <a:pt x="400719" y="96117"/>
                  <a:pt x="395616" y="99298"/>
                </a:cubicBezTo>
                <a:cubicBezTo>
                  <a:pt x="390513" y="102478"/>
                  <a:pt x="385147" y="104069"/>
                  <a:pt x="379518" y="104069"/>
                </a:cubicBezTo>
                <a:cubicBezTo>
                  <a:pt x="375399" y="104069"/>
                  <a:pt x="371704" y="103199"/>
                  <a:pt x="368432" y="101460"/>
                </a:cubicBezTo>
                <a:cubicBezTo>
                  <a:pt x="365160" y="99721"/>
                  <a:pt x="362471" y="97524"/>
                  <a:pt x="360366" y="94870"/>
                </a:cubicBezTo>
                <a:lnTo>
                  <a:pt x="360366" y="130429"/>
                </a:lnTo>
                <a:lnTo>
                  <a:pt x="348009" y="130429"/>
                </a:lnTo>
                <a:moveTo>
                  <a:pt x="359199" y="66416"/>
                </a:moveTo>
                <a:cubicBezTo>
                  <a:pt x="359199" y="75786"/>
                  <a:pt x="361098" y="82711"/>
                  <a:pt x="364896" y="87190"/>
                </a:cubicBezTo>
                <a:cubicBezTo>
                  <a:pt x="368695" y="91669"/>
                  <a:pt x="373294" y="93909"/>
                  <a:pt x="378694" y="93909"/>
                </a:cubicBezTo>
                <a:cubicBezTo>
                  <a:pt x="384186" y="93909"/>
                  <a:pt x="388889" y="91589"/>
                  <a:pt x="392801" y="86950"/>
                </a:cubicBezTo>
                <a:cubicBezTo>
                  <a:pt x="396714" y="82311"/>
                  <a:pt x="398671" y="75123"/>
                  <a:pt x="398671" y="65386"/>
                </a:cubicBezTo>
                <a:cubicBezTo>
                  <a:pt x="398671" y="56107"/>
                  <a:pt x="396760" y="49160"/>
                  <a:pt x="392939" y="44543"/>
                </a:cubicBezTo>
                <a:cubicBezTo>
                  <a:pt x="389117" y="39927"/>
                  <a:pt x="384552" y="37619"/>
                  <a:pt x="379244" y="37619"/>
                </a:cubicBezTo>
                <a:cubicBezTo>
                  <a:pt x="373981" y="37619"/>
                  <a:pt x="369324" y="40076"/>
                  <a:pt x="365274" y="44990"/>
                </a:cubicBezTo>
                <a:cubicBezTo>
                  <a:pt x="361224" y="49903"/>
                  <a:pt x="359199" y="57046"/>
                  <a:pt x="359199" y="66416"/>
                </a:cubicBezTo>
                <a:close/>
                <a:moveTo>
                  <a:pt x="425645" y="102421"/>
                </a:moveTo>
                <a:lnTo>
                  <a:pt x="425645" y="1785"/>
                </a:lnTo>
                <a:lnTo>
                  <a:pt x="438001" y="1785"/>
                </a:lnTo>
                <a:lnTo>
                  <a:pt x="438001" y="102421"/>
                </a:lnTo>
                <a:lnTo>
                  <a:pt x="425645" y="102421"/>
                </a:lnTo>
                <a:close/>
                <a:moveTo>
                  <a:pt x="456417" y="130575"/>
                </a:moveTo>
                <a:lnTo>
                  <a:pt x="455044" y="119034"/>
                </a:lnTo>
                <a:cubicBezTo>
                  <a:pt x="457744" y="119766"/>
                  <a:pt x="460101" y="120132"/>
                  <a:pt x="462114" y="120132"/>
                </a:cubicBezTo>
                <a:cubicBezTo>
                  <a:pt x="464860" y="120132"/>
                  <a:pt x="467057" y="119674"/>
                  <a:pt x="468704" y="118757"/>
                </a:cubicBezTo>
                <a:cubicBezTo>
                  <a:pt x="470352" y="117840"/>
                  <a:pt x="471702" y="116557"/>
                  <a:pt x="472755" y="114906"/>
                </a:cubicBezTo>
                <a:cubicBezTo>
                  <a:pt x="473533" y="113669"/>
                  <a:pt x="474791" y="110599"/>
                  <a:pt x="476530" y="105695"/>
                </a:cubicBezTo>
                <a:cubicBezTo>
                  <a:pt x="476759" y="105007"/>
                  <a:pt x="477125" y="103999"/>
                  <a:pt x="477628" y="102670"/>
                </a:cubicBezTo>
                <a:lnTo>
                  <a:pt x="449964" y="29518"/>
                </a:lnTo>
                <a:lnTo>
                  <a:pt x="463281" y="29518"/>
                </a:lnTo>
                <a:lnTo>
                  <a:pt x="478452" y="71749"/>
                </a:lnTo>
                <a:cubicBezTo>
                  <a:pt x="480420" y="77105"/>
                  <a:pt x="482182" y="82735"/>
                  <a:pt x="483738" y="88640"/>
                </a:cubicBezTo>
                <a:cubicBezTo>
                  <a:pt x="485157" y="82953"/>
                  <a:pt x="486850" y="77410"/>
                  <a:pt x="488818" y="72013"/>
                </a:cubicBezTo>
                <a:lnTo>
                  <a:pt x="504401" y="29518"/>
                </a:lnTo>
                <a:lnTo>
                  <a:pt x="516757" y="29518"/>
                </a:lnTo>
                <a:lnTo>
                  <a:pt x="489024" y="103648"/>
                </a:lnTo>
                <a:cubicBezTo>
                  <a:pt x="486049" y="111679"/>
                  <a:pt x="483738" y="117208"/>
                  <a:pt x="482091" y="120237"/>
                </a:cubicBezTo>
                <a:cubicBezTo>
                  <a:pt x="479894" y="124322"/>
                  <a:pt x="477377" y="127316"/>
                  <a:pt x="474539" y="129219"/>
                </a:cubicBezTo>
                <a:cubicBezTo>
                  <a:pt x="471702" y="131124"/>
                  <a:pt x="468315" y="132077"/>
                  <a:pt x="464380" y="132077"/>
                </a:cubicBezTo>
                <a:cubicBezTo>
                  <a:pt x="462000" y="132077"/>
                  <a:pt x="459345" y="131576"/>
                  <a:pt x="456417" y="130575"/>
                </a:cubicBezTo>
                <a:close/>
                <a:moveTo>
                  <a:pt x="557240" y="104206"/>
                </a:moveTo>
                <a:lnTo>
                  <a:pt x="586415" y="0"/>
                </a:lnTo>
                <a:lnTo>
                  <a:pt x="596300" y="0"/>
                </a:lnTo>
                <a:lnTo>
                  <a:pt x="567194" y="104206"/>
                </a:lnTo>
                <a:lnTo>
                  <a:pt x="557240" y="104206"/>
                </a:lnTo>
                <a:close/>
                <a:moveTo>
                  <a:pt x="692300" y="102421"/>
                </a:moveTo>
                <a:lnTo>
                  <a:pt x="692300" y="93223"/>
                </a:lnTo>
                <a:cubicBezTo>
                  <a:pt x="687678" y="100453"/>
                  <a:pt x="680882" y="104069"/>
                  <a:pt x="671912" y="104069"/>
                </a:cubicBezTo>
                <a:cubicBezTo>
                  <a:pt x="666100" y="104069"/>
                  <a:pt x="660757" y="102467"/>
                  <a:pt x="655883" y="99264"/>
                </a:cubicBezTo>
                <a:cubicBezTo>
                  <a:pt x="651009" y="96060"/>
                  <a:pt x="647234" y="91586"/>
                  <a:pt x="644556" y="85843"/>
                </a:cubicBezTo>
                <a:cubicBezTo>
                  <a:pt x="641879" y="80100"/>
                  <a:pt x="640541" y="73498"/>
                  <a:pt x="640541" y="66038"/>
                </a:cubicBezTo>
                <a:cubicBezTo>
                  <a:pt x="640541" y="58762"/>
                  <a:pt x="641753" y="52160"/>
                  <a:pt x="644179" y="46234"/>
                </a:cubicBezTo>
                <a:cubicBezTo>
                  <a:pt x="646604" y="40307"/>
                  <a:pt x="650243" y="35765"/>
                  <a:pt x="655094" y="32607"/>
                </a:cubicBezTo>
                <a:cubicBezTo>
                  <a:pt x="659945" y="29450"/>
                  <a:pt x="665368" y="27871"/>
                  <a:pt x="671363" y="27871"/>
                </a:cubicBezTo>
                <a:cubicBezTo>
                  <a:pt x="675757" y="27871"/>
                  <a:pt x="679669" y="28804"/>
                  <a:pt x="683102" y="30670"/>
                </a:cubicBezTo>
                <a:cubicBezTo>
                  <a:pt x="686534" y="32535"/>
                  <a:pt x="689326" y="34965"/>
                  <a:pt x="691477" y="37960"/>
                </a:cubicBezTo>
                <a:lnTo>
                  <a:pt x="691477" y="1785"/>
                </a:lnTo>
                <a:lnTo>
                  <a:pt x="703764" y="1785"/>
                </a:lnTo>
                <a:lnTo>
                  <a:pt x="703764" y="102421"/>
                </a:lnTo>
                <a:lnTo>
                  <a:pt x="692300" y="102421"/>
                </a:lnTo>
                <a:moveTo>
                  <a:pt x="653240" y="66073"/>
                </a:moveTo>
                <a:cubicBezTo>
                  <a:pt x="653240" y="75397"/>
                  <a:pt x="655208" y="82368"/>
                  <a:pt x="659144" y="86984"/>
                </a:cubicBezTo>
                <a:cubicBezTo>
                  <a:pt x="663080" y="91601"/>
                  <a:pt x="667725" y="93909"/>
                  <a:pt x="673079" y="93909"/>
                </a:cubicBezTo>
                <a:cubicBezTo>
                  <a:pt x="678480" y="93909"/>
                  <a:pt x="683067" y="91704"/>
                  <a:pt x="686843" y="87293"/>
                </a:cubicBezTo>
                <a:cubicBezTo>
                  <a:pt x="690619" y="82883"/>
                  <a:pt x="692506" y="76152"/>
                  <a:pt x="692506" y="67100"/>
                </a:cubicBezTo>
                <a:cubicBezTo>
                  <a:pt x="692506" y="57136"/>
                  <a:pt x="690584" y="49823"/>
                  <a:pt x="686740" y="45161"/>
                </a:cubicBezTo>
                <a:cubicBezTo>
                  <a:pt x="682896" y="40499"/>
                  <a:pt x="678159" y="38168"/>
                  <a:pt x="672530" y="38168"/>
                </a:cubicBezTo>
                <a:cubicBezTo>
                  <a:pt x="667038" y="38168"/>
                  <a:pt x="662450" y="40407"/>
                  <a:pt x="658766" y="44887"/>
                </a:cubicBezTo>
                <a:cubicBezTo>
                  <a:pt x="655082" y="49366"/>
                  <a:pt x="653240" y="56428"/>
                  <a:pt x="653240" y="66073"/>
                </a:cubicBezTo>
                <a:close/>
                <a:moveTo>
                  <a:pt x="722981" y="15926"/>
                </a:moveTo>
                <a:lnTo>
                  <a:pt x="722981" y="1785"/>
                </a:lnTo>
                <a:lnTo>
                  <a:pt x="735338" y="1785"/>
                </a:lnTo>
                <a:lnTo>
                  <a:pt x="735338" y="15926"/>
                </a:lnTo>
                <a:lnTo>
                  <a:pt x="722981" y="15926"/>
                </a:lnTo>
                <a:moveTo>
                  <a:pt x="722981" y="102421"/>
                </a:moveTo>
                <a:lnTo>
                  <a:pt x="722981" y="29518"/>
                </a:lnTo>
                <a:lnTo>
                  <a:pt x="735338" y="29518"/>
                </a:lnTo>
                <a:lnTo>
                  <a:pt x="735338" y="102421"/>
                </a:lnTo>
                <a:lnTo>
                  <a:pt x="722981" y="102421"/>
                </a:lnTo>
                <a:close/>
                <a:moveTo>
                  <a:pt x="756912" y="102421"/>
                </a:moveTo>
                <a:lnTo>
                  <a:pt x="756912" y="39129"/>
                </a:lnTo>
                <a:lnTo>
                  <a:pt x="745997" y="39129"/>
                </a:lnTo>
                <a:lnTo>
                  <a:pt x="745997" y="29518"/>
                </a:lnTo>
                <a:lnTo>
                  <a:pt x="756912" y="29518"/>
                </a:lnTo>
                <a:lnTo>
                  <a:pt x="756912" y="21778"/>
                </a:lnTo>
                <a:cubicBezTo>
                  <a:pt x="756912" y="16893"/>
                  <a:pt x="757346" y="13263"/>
                  <a:pt x="758216" y="10889"/>
                </a:cubicBezTo>
                <a:cubicBezTo>
                  <a:pt x="759406" y="7694"/>
                  <a:pt x="761499" y="5103"/>
                  <a:pt x="764497" y="3117"/>
                </a:cubicBezTo>
                <a:cubicBezTo>
                  <a:pt x="767495" y="1131"/>
                  <a:pt x="771694" y="137"/>
                  <a:pt x="777094" y="137"/>
                </a:cubicBezTo>
                <a:cubicBezTo>
                  <a:pt x="780572" y="137"/>
                  <a:pt x="784416" y="551"/>
                  <a:pt x="788626" y="1379"/>
                </a:cubicBezTo>
                <a:lnTo>
                  <a:pt x="786773" y="12215"/>
                </a:lnTo>
                <a:cubicBezTo>
                  <a:pt x="784210" y="11760"/>
                  <a:pt x="781785" y="11533"/>
                  <a:pt x="779496" y="11533"/>
                </a:cubicBezTo>
                <a:cubicBezTo>
                  <a:pt x="775744" y="11533"/>
                  <a:pt x="773089" y="12328"/>
                  <a:pt x="771533" y="13918"/>
                </a:cubicBezTo>
                <a:cubicBezTo>
                  <a:pt x="769977" y="15507"/>
                  <a:pt x="769199" y="18482"/>
                  <a:pt x="769199" y="22842"/>
                </a:cubicBezTo>
                <a:lnTo>
                  <a:pt x="769199" y="29518"/>
                </a:lnTo>
                <a:lnTo>
                  <a:pt x="783409" y="29518"/>
                </a:lnTo>
                <a:lnTo>
                  <a:pt x="783409" y="39129"/>
                </a:lnTo>
                <a:lnTo>
                  <a:pt x="769199" y="39129"/>
                </a:lnTo>
                <a:lnTo>
                  <a:pt x="769199" y="102421"/>
                </a:lnTo>
                <a:lnTo>
                  <a:pt x="756912" y="102421"/>
                </a:lnTo>
                <a:close/>
                <a:moveTo>
                  <a:pt x="796160" y="102421"/>
                </a:moveTo>
                <a:lnTo>
                  <a:pt x="796160" y="39129"/>
                </a:lnTo>
                <a:lnTo>
                  <a:pt x="785245" y="39129"/>
                </a:lnTo>
                <a:lnTo>
                  <a:pt x="785245" y="29518"/>
                </a:lnTo>
                <a:lnTo>
                  <a:pt x="796160" y="29518"/>
                </a:lnTo>
                <a:lnTo>
                  <a:pt x="796160" y="21778"/>
                </a:lnTo>
                <a:cubicBezTo>
                  <a:pt x="796160" y="16893"/>
                  <a:pt x="796594" y="13263"/>
                  <a:pt x="797464" y="10889"/>
                </a:cubicBezTo>
                <a:cubicBezTo>
                  <a:pt x="798654" y="7694"/>
                  <a:pt x="800747" y="5103"/>
                  <a:pt x="803745" y="3117"/>
                </a:cubicBezTo>
                <a:cubicBezTo>
                  <a:pt x="806743" y="1131"/>
                  <a:pt x="810942" y="137"/>
                  <a:pt x="816342" y="137"/>
                </a:cubicBezTo>
                <a:cubicBezTo>
                  <a:pt x="819820" y="137"/>
                  <a:pt x="823664" y="551"/>
                  <a:pt x="827874" y="1379"/>
                </a:cubicBezTo>
                <a:lnTo>
                  <a:pt x="826021" y="12215"/>
                </a:lnTo>
                <a:cubicBezTo>
                  <a:pt x="823458" y="11760"/>
                  <a:pt x="821033" y="11533"/>
                  <a:pt x="818744" y="11533"/>
                </a:cubicBezTo>
                <a:cubicBezTo>
                  <a:pt x="814992" y="11533"/>
                  <a:pt x="812337" y="12328"/>
                  <a:pt x="810781" y="13918"/>
                </a:cubicBezTo>
                <a:cubicBezTo>
                  <a:pt x="809225" y="15507"/>
                  <a:pt x="808447" y="18482"/>
                  <a:pt x="808447" y="22842"/>
                </a:cubicBezTo>
                <a:lnTo>
                  <a:pt x="808447" y="29518"/>
                </a:lnTo>
                <a:lnTo>
                  <a:pt x="822657" y="29518"/>
                </a:lnTo>
                <a:lnTo>
                  <a:pt x="822657" y="39129"/>
                </a:lnTo>
                <a:lnTo>
                  <a:pt x="808447" y="39129"/>
                </a:lnTo>
                <a:lnTo>
                  <a:pt x="808447" y="102421"/>
                </a:lnTo>
                <a:lnTo>
                  <a:pt x="796160" y="10242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9" name="Text Pylint">
            <a:extLst xmlns:a="http://schemas.openxmlformats.org/drawingml/2006/main">
              <a:ext uri="{FF2B5EF4-FFF2-40B4-BE49-F238E27FC236}">
                <a16:creationId xmlns:a16="http://schemas.microsoft.com/office/drawing/2014/main" id="{21AB61E7-A9CF-471D-B867-CD4AFE92E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2526" y="1217320"/>
            <a:ext cx="331209" cy="130292"/>
          </a:xfrm>
          <a:custGeom xmlns:a="http://schemas.openxmlformats.org/drawingml/2006/main">
            <a:pathLst>
              <a:path w="331209" h="130292">
                <a:moveTo>
                  <a:pt x="0" y="100636"/>
                </a:moveTo>
                <a:lnTo>
                  <a:pt x="0" y="0"/>
                </a:lnTo>
                <a:lnTo>
                  <a:pt x="37962" y="0"/>
                </a:lnTo>
                <a:cubicBezTo>
                  <a:pt x="44643" y="0"/>
                  <a:pt x="49746" y="320"/>
                  <a:pt x="53270" y="961"/>
                </a:cubicBezTo>
                <a:cubicBezTo>
                  <a:pt x="58213" y="1785"/>
                  <a:pt x="62354" y="3352"/>
                  <a:pt x="65695" y="5663"/>
                </a:cubicBezTo>
                <a:cubicBezTo>
                  <a:pt x="69036" y="7974"/>
                  <a:pt x="71725" y="11212"/>
                  <a:pt x="73761" y="15377"/>
                </a:cubicBezTo>
                <a:cubicBezTo>
                  <a:pt x="75798" y="19541"/>
                  <a:pt x="76816" y="24118"/>
                  <a:pt x="76816" y="29106"/>
                </a:cubicBezTo>
                <a:cubicBezTo>
                  <a:pt x="76816" y="37664"/>
                  <a:pt x="74093" y="44907"/>
                  <a:pt x="68647" y="50833"/>
                </a:cubicBezTo>
                <a:cubicBezTo>
                  <a:pt x="63201" y="56760"/>
                  <a:pt x="53362" y="59723"/>
                  <a:pt x="39129" y="59723"/>
                </a:cubicBezTo>
                <a:lnTo>
                  <a:pt x="13318" y="59723"/>
                </a:lnTo>
                <a:lnTo>
                  <a:pt x="13318" y="100636"/>
                </a:lnTo>
                <a:lnTo>
                  <a:pt x="0" y="100636"/>
                </a:lnTo>
                <a:moveTo>
                  <a:pt x="13318" y="47778"/>
                </a:moveTo>
                <a:lnTo>
                  <a:pt x="39335" y="47778"/>
                </a:lnTo>
                <a:cubicBezTo>
                  <a:pt x="47938" y="47778"/>
                  <a:pt x="54048" y="46183"/>
                  <a:pt x="57663" y="42992"/>
                </a:cubicBezTo>
                <a:cubicBezTo>
                  <a:pt x="61279" y="39800"/>
                  <a:pt x="63087" y="35310"/>
                  <a:pt x="63087" y="29520"/>
                </a:cubicBezTo>
                <a:cubicBezTo>
                  <a:pt x="63087" y="25326"/>
                  <a:pt x="62023" y="21735"/>
                  <a:pt x="59894" y="18749"/>
                </a:cubicBezTo>
                <a:cubicBezTo>
                  <a:pt x="57766" y="15763"/>
                  <a:pt x="54963" y="13791"/>
                  <a:pt x="51485" y="12833"/>
                </a:cubicBezTo>
                <a:cubicBezTo>
                  <a:pt x="49243" y="12241"/>
                  <a:pt x="45101" y="11945"/>
                  <a:pt x="39060" y="11945"/>
                </a:cubicBezTo>
                <a:lnTo>
                  <a:pt x="13318" y="11945"/>
                </a:lnTo>
                <a:lnTo>
                  <a:pt x="13318" y="47778"/>
                </a:lnTo>
                <a:close/>
                <a:moveTo>
                  <a:pt x="91598" y="128790"/>
                </a:moveTo>
                <a:lnTo>
                  <a:pt x="90225" y="117249"/>
                </a:lnTo>
                <a:cubicBezTo>
                  <a:pt x="92925" y="117981"/>
                  <a:pt x="95282" y="118347"/>
                  <a:pt x="97296" y="118347"/>
                </a:cubicBezTo>
                <a:cubicBezTo>
                  <a:pt x="100042" y="118347"/>
                  <a:pt x="102238" y="117889"/>
                  <a:pt x="103886" y="116972"/>
                </a:cubicBezTo>
                <a:cubicBezTo>
                  <a:pt x="105533" y="116056"/>
                  <a:pt x="106883" y="114772"/>
                  <a:pt x="107936" y="113122"/>
                </a:cubicBezTo>
                <a:cubicBezTo>
                  <a:pt x="108714" y="111885"/>
                  <a:pt x="109972" y="108814"/>
                  <a:pt x="111712" y="103910"/>
                </a:cubicBezTo>
                <a:cubicBezTo>
                  <a:pt x="111940" y="103222"/>
                  <a:pt x="112306" y="102214"/>
                  <a:pt x="112810" y="100885"/>
                </a:cubicBezTo>
                <a:lnTo>
                  <a:pt x="85145" y="27733"/>
                </a:lnTo>
                <a:lnTo>
                  <a:pt x="98463" y="27733"/>
                </a:lnTo>
                <a:lnTo>
                  <a:pt x="113634" y="69964"/>
                </a:lnTo>
                <a:cubicBezTo>
                  <a:pt x="115602" y="75320"/>
                  <a:pt x="117363" y="80951"/>
                  <a:pt x="118919" y="86856"/>
                </a:cubicBezTo>
                <a:cubicBezTo>
                  <a:pt x="120338" y="81168"/>
                  <a:pt x="122031" y="75625"/>
                  <a:pt x="123999" y="70228"/>
                </a:cubicBezTo>
                <a:lnTo>
                  <a:pt x="139582" y="27733"/>
                </a:lnTo>
                <a:lnTo>
                  <a:pt x="151939" y="27733"/>
                </a:lnTo>
                <a:lnTo>
                  <a:pt x="124205" y="101864"/>
                </a:lnTo>
                <a:cubicBezTo>
                  <a:pt x="121231" y="109894"/>
                  <a:pt x="118919" y="115423"/>
                  <a:pt x="117272" y="118452"/>
                </a:cubicBezTo>
                <a:cubicBezTo>
                  <a:pt x="115075" y="122537"/>
                  <a:pt x="112558" y="125531"/>
                  <a:pt x="109721" y="127435"/>
                </a:cubicBezTo>
                <a:cubicBezTo>
                  <a:pt x="106883" y="129339"/>
                  <a:pt x="103497" y="130292"/>
                  <a:pt x="99561" y="130292"/>
                </a:cubicBezTo>
                <a:cubicBezTo>
                  <a:pt x="97181" y="130292"/>
                  <a:pt x="94527" y="129791"/>
                  <a:pt x="91598" y="128790"/>
                </a:cubicBezTo>
                <a:close/>
                <a:moveTo>
                  <a:pt x="162166" y="100636"/>
                </a:moveTo>
                <a:lnTo>
                  <a:pt x="162166" y="0"/>
                </a:lnTo>
                <a:lnTo>
                  <a:pt x="174523" y="0"/>
                </a:lnTo>
                <a:lnTo>
                  <a:pt x="174523" y="100636"/>
                </a:lnTo>
                <a:lnTo>
                  <a:pt x="162166" y="100636"/>
                </a:lnTo>
                <a:close/>
                <a:moveTo>
                  <a:pt x="193557" y="14141"/>
                </a:moveTo>
                <a:lnTo>
                  <a:pt x="193557" y="0"/>
                </a:lnTo>
                <a:lnTo>
                  <a:pt x="205914" y="0"/>
                </a:lnTo>
                <a:lnTo>
                  <a:pt x="205914" y="14141"/>
                </a:lnTo>
                <a:lnTo>
                  <a:pt x="193557" y="14141"/>
                </a:lnTo>
                <a:moveTo>
                  <a:pt x="193557" y="100636"/>
                </a:moveTo>
                <a:lnTo>
                  <a:pt x="193557" y="27733"/>
                </a:lnTo>
                <a:lnTo>
                  <a:pt x="205914" y="27733"/>
                </a:lnTo>
                <a:lnTo>
                  <a:pt x="205914" y="100636"/>
                </a:lnTo>
                <a:lnTo>
                  <a:pt x="193557" y="100636"/>
                </a:lnTo>
                <a:close/>
                <a:moveTo>
                  <a:pt x="224536" y="100636"/>
                </a:moveTo>
                <a:lnTo>
                  <a:pt x="224536" y="27733"/>
                </a:lnTo>
                <a:lnTo>
                  <a:pt x="235657" y="27733"/>
                </a:lnTo>
                <a:lnTo>
                  <a:pt x="235657" y="38099"/>
                </a:lnTo>
                <a:cubicBezTo>
                  <a:pt x="241011" y="30090"/>
                  <a:pt x="248745" y="26086"/>
                  <a:pt x="258859" y="26086"/>
                </a:cubicBezTo>
                <a:cubicBezTo>
                  <a:pt x="263253" y="26086"/>
                  <a:pt x="267292" y="26875"/>
                  <a:pt x="270976" y="28454"/>
                </a:cubicBezTo>
                <a:cubicBezTo>
                  <a:pt x="274660" y="30033"/>
                  <a:pt x="277417" y="32104"/>
                  <a:pt x="279248" y="34667"/>
                </a:cubicBezTo>
                <a:cubicBezTo>
                  <a:pt x="281078" y="37230"/>
                  <a:pt x="282360" y="40273"/>
                  <a:pt x="283092" y="43797"/>
                </a:cubicBezTo>
                <a:cubicBezTo>
                  <a:pt x="283549" y="46085"/>
                  <a:pt x="283778" y="50089"/>
                  <a:pt x="283778" y="55810"/>
                </a:cubicBezTo>
                <a:lnTo>
                  <a:pt x="283778" y="100636"/>
                </a:lnTo>
                <a:lnTo>
                  <a:pt x="271422" y="100636"/>
                </a:lnTo>
                <a:lnTo>
                  <a:pt x="271422" y="56291"/>
                </a:lnTo>
                <a:cubicBezTo>
                  <a:pt x="271422" y="51256"/>
                  <a:pt x="270941" y="47492"/>
                  <a:pt x="269980" y="44998"/>
                </a:cubicBezTo>
                <a:cubicBezTo>
                  <a:pt x="269019" y="42504"/>
                  <a:pt x="267314" y="40513"/>
                  <a:pt x="264866" y="39026"/>
                </a:cubicBezTo>
                <a:cubicBezTo>
                  <a:pt x="262418" y="37538"/>
                  <a:pt x="259546" y="36795"/>
                  <a:pt x="256251" y="36795"/>
                </a:cubicBezTo>
                <a:cubicBezTo>
                  <a:pt x="250988" y="36795"/>
                  <a:pt x="246446" y="38465"/>
                  <a:pt x="242624" y="41806"/>
                </a:cubicBezTo>
                <a:cubicBezTo>
                  <a:pt x="238803" y="45147"/>
                  <a:pt x="236892" y="51485"/>
                  <a:pt x="236892" y="60821"/>
                </a:cubicBezTo>
                <a:lnTo>
                  <a:pt x="236892" y="100636"/>
                </a:lnTo>
                <a:lnTo>
                  <a:pt x="224536" y="100636"/>
                </a:lnTo>
                <a:close/>
                <a:moveTo>
                  <a:pt x="329424" y="89584"/>
                </a:moveTo>
                <a:lnTo>
                  <a:pt x="331209" y="100499"/>
                </a:lnTo>
                <a:cubicBezTo>
                  <a:pt x="327731" y="101231"/>
                  <a:pt x="324619" y="101598"/>
                  <a:pt x="321873" y="101598"/>
                </a:cubicBezTo>
                <a:cubicBezTo>
                  <a:pt x="317388" y="101598"/>
                  <a:pt x="313910" y="100888"/>
                  <a:pt x="311438" y="99469"/>
                </a:cubicBezTo>
                <a:cubicBezTo>
                  <a:pt x="308967" y="98051"/>
                  <a:pt x="307228" y="96186"/>
                  <a:pt x="306221" y="93875"/>
                </a:cubicBezTo>
                <a:cubicBezTo>
                  <a:pt x="305214" y="91564"/>
                  <a:pt x="304711" y="86701"/>
                  <a:pt x="304711" y="79287"/>
                </a:cubicBezTo>
                <a:lnTo>
                  <a:pt x="304711" y="37344"/>
                </a:lnTo>
                <a:lnTo>
                  <a:pt x="295650" y="37344"/>
                </a:lnTo>
                <a:lnTo>
                  <a:pt x="295650" y="27733"/>
                </a:lnTo>
                <a:lnTo>
                  <a:pt x="304711" y="27733"/>
                </a:lnTo>
                <a:lnTo>
                  <a:pt x="304711" y="9679"/>
                </a:lnTo>
                <a:lnTo>
                  <a:pt x="316999" y="2265"/>
                </a:lnTo>
                <a:lnTo>
                  <a:pt x="316999" y="27733"/>
                </a:lnTo>
                <a:lnTo>
                  <a:pt x="329424" y="27733"/>
                </a:lnTo>
                <a:lnTo>
                  <a:pt x="329424" y="37344"/>
                </a:lnTo>
                <a:lnTo>
                  <a:pt x="316999" y="37344"/>
                </a:lnTo>
                <a:lnTo>
                  <a:pt x="316999" y="79974"/>
                </a:lnTo>
                <a:cubicBezTo>
                  <a:pt x="316999" y="83498"/>
                  <a:pt x="317216" y="85763"/>
                  <a:pt x="317651" y="86770"/>
                </a:cubicBezTo>
                <a:cubicBezTo>
                  <a:pt x="318086" y="87777"/>
                  <a:pt x="318795" y="88577"/>
                  <a:pt x="319779" y="89172"/>
                </a:cubicBezTo>
                <a:cubicBezTo>
                  <a:pt x="320763" y="89767"/>
                  <a:pt x="322170" y="90065"/>
                  <a:pt x="324001" y="90065"/>
                </a:cubicBezTo>
                <a:cubicBezTo>
                  <a:pt x="325374" y="90065"/>
                  <a:pt x="327181" y="89905"/>
                  <a:pt x="329424" y="8958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3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5e12a441fe4582"/>
          <a:stretch xmlns:a="http://schemas.openxmlformats.org/drawingml/2006/main"/>
        </p:blipFill>
        <p:spPr>
          <a:xfrm xmlns:a="http://schemas.openxmlformats.org/drawingml/2006/main">
            <a:off x="7226107" y="1160337"/>
            <a:ext cx="264776" cy="237915"/>
          </a:xfrm>
          <a:prstGeom xmlns:a="http://schemas.openxmlformats.org/drawingml/2006/main" prst="rect">
            <a:avLst/>
          </a:prstGeom>
        </p:spPr>
      </p:pic>
      <p:sp>
        <p:nvSpPr>
          <p:cNvPr id="151" name="Text 푂푏푠">
            <a:extLst xmlns:a="http://schemas.openxmlformats.org/drawingml/2006/main">
              <a:ext uri="{FF2B5EF4-FFF2-40B4-BE49-F238E27FC236}">
                <a16:creationId xmlns:a16="http://schemas.microsoft.com/office/drawing/2014/main" id="{B6FBB6A7-5CB8-498B-82FA-05BE268A0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6791" y="1779745"/>
            <a:ext cx="288324" cy="108816"/>
          </a:xfrm>
          <a:custGeom xmlns:a="http://schemas.openxmlformats.org/drawingml/2006/main">
            <a:pathLst>
              <a:path w="288324" h="108816">
                <a:moveTo>
                  <a:pt x="85571" y="55673"/>
                </a:moveTo>
                <a:cubicBezTo>
                  <a:pt x="88477" y="40583"/>
                  <a:pt x="87821" y="29149"/>
                  <a:pt x="83603" y="21369"/>
                </a:cubicBezTo>
                <a:cubicBezTo>
                  <a:pt x="79386" y="13683"/>
                  <a:pt x="71700" y="9840"/>
                  <a:pt x="60547" y="9840"/>
                </a:cubicBezTo>
                <a:cubicBezTo>
                  <a:pt x="49393" y="9840"/>
                  <a:pt x="40114" y="13683"/>
                  <a:pt x="32710" y="21369"/>
                </a:cubicBezTo>
                <a:cubicBezTo>
                  <a:pt x="25492" y="29241"/>
                  <a:pt x="20431" y="40676"/>
                  <a:pt x="17526" y="55673"/>
                </a:cubicBezTo>
                <a:cubicBezTo>
                  <a:pt x="14620" y="70575"/>
                  <a:pt x="15276" y="82010"/>
                  <a:pt x="19494" y="89977"/>
                </a:cubicBezTo>
                <a:cubicBezTo>
                  <a:pt x="23805" y="97662"/>
                  <a:pt x="31538" y="101505"/>
                  <a:pt x="42692" y="101505"/>
                </a:cubicBezTo>
                <a:cubicBezTo>
                  <a:pt x="53751" y="101505"/>
                  <a:pt x="62983" y="97662"/>
                  <a:pt x="70387" y="89977"/>
                </a:cubicBezTo>
                <a:cubicBezTo>
                  <a:pt x="77605" y="81917"/>
                  <a:pt x="82666" y="70482"/>
                  <a:pt x="85571" y="55673"/>
                </a:cubicBezTo>
                <a:moveTo>
                  <a:pt x="101317" y="55673"/>
                </a:moveTo>
                <a:cubicBezTo>
                  <a:pt x="99818" y="63451"/>
                  <a:pt x="97100" y="70856"/>
                  <a:pt x="93163" y="77886"/>
                </a:cubicBezTo>
                <a:cubicBezTo>
                  <a:pt x="89507" y="84354"/>
                  <a:pt x="84587" y="90164"/>
                  <a:pt x="78401" y="95318"/>
                </a:cubicBezTo>
                <a:cubicBezTo>
                  <a:pt x="73058" y="99818"/>
                  <a:pt x="67294" y="103192"/>
                  <a:pt x="61109" y="105442"/>
                </a:cubicBezTo>
                <a:cubicBezTo>
                  <a:pt x="54923" y="107691"/>
                  <a:pt x="48315" y="108816"/>
                  <a:pt x="41285" y="108816"/>
                </a:cubicBezTo>
                <a:cubicBezTo>
                  <a:pt x="34350" y="108816"/>
                  <a:pt x="28165" y="107691"/>
                  <a:pt x="22729" y="105442"/>
                </a:cubicBezTo>
                <a:cubicBezTo>
                  <a:pt x="17291" y="103005"/>
                  <a:pt x="12792" y="99630"/>
                  <a:pt x="9231" y="95318"/>
                </a:cubicBezTo>
                <a:cubicBezTo>
                  <a:pt x="5108" y="90070"/>
                  <a:pt x="2437" y="84259"/>
                  <a:pt x="1218" y="77886"/>
                </a:cubicBezTo>
                <a:cubicBezTo>
                  <a:pt x="0" y="71700"/>
                  <a:pt x="187" y="64295"/>
                  <a:pt x="1781" y="55673"/>
                </a:cubicBezTo>
                <a:cubicBezTo>
                  <a:pt x="3279" y="47425"/>
                  <a:pt x="5997" y="40020"/>
                  <a:pt x="9935" y="33459"/>
                </a:cubicBezTo>
                <a:cubicBezTo>
                  <a:pt x="13403" y="27274"/>
                  <a:pt x="18323" y="21463"/>
                  <a:pt x="24696" y="16027"/>
                </a:cubicBezTo>
                <a:cubicBezTo>
                  <a:pt x="30039" y="11528"/>
                  <a:pt x="35803" y="8153"/>
                  <a:pt x="41988" y="5904"/>
                </a:cubicBezTo>
                <a:cubicBezTo>
                  <a:pt x="48174" y="3654"/>
                  <a:pt x="54828" y="2529"/>
                  <a:pt x="61952" y="2529"/>
                </a:cubicBezTo>
                <a:cubicBezTo>
                  <a:pt x="76854" y="2529"/>
                  <a:pt x="87913" y="7403"/>
                  <a:pt x="95130" y="17151"/>
                </a:cubicBezTo>
                <a:cubicBezTo>
                  <a:pt x="102348" y="26899"/>
                  <a:pt x="104410" y="39739"/>
                  <a:pt x="101317" y="55673"/>
                </a:cubicBezTo>
                <a:close/>
                <a:moveTo>
                  <a:pt x="200222" y="59328"/>
                </a:moveTo>
                <a:cubicBezTo>
                  <a:pt x="200222" y="62422"/>
                  <a:pt x="199847" y="66077"/>
                  <a:pt x="199096" y="70295"/>
                </a:cubicBezTo>
                <a:cubicBezTo>
                  <a:pt x="196846" y="81729"/>
                  <a:pt x="192207" y="91007"/>
                  <a:pt x="185178" y="98131"/>
                </a:cubicBezTo>
                <a:cubicBezTo>
                  <a:pt x="178149" y="105254"/>
                  <a:pt x="170136" y="108816"/>
                  <a:pt x="161138" y="108816"/>
                </a:cubicBezTo>
                <a:cubicBezTo>
                  <a:pt x="155608" y="108816"/>
                  <a:pt x="151109" y="107738"/>
                  <a:pt x="147641" y="105581"/>
                </a:cubicBezTo>
                <a:cubicBezTo>
                  <a:pt x="144173" y="103426"/>
                  <a:pt x="141642" y="100052"/>
                  <a:pt x="140049" y="95460"/>
                </a:cubicBezTo>
                <a:lnTo>
                  <a:pt x="137940" y="106847"/>
                </a:lnTo>
                <a:lnTo>
                  <a:pt x="125288" y="106847"/>
                </a:lnTo>
                <a:lnTo>
                  <a:pt x="144547" y="7311"/>
                </a:lnTo>
                <a:lnTo>
                  <a:pt x="132457" y="7311"/>
                </a:lnTo>
                <a:lnTo>
                  <a:pt x="133864" y="0"/>
                </a:lnTo>
                <a:lnTo>
                  <a:pt x="158607" y="0"/>
                </a:lnTo>
                <a:lnTo>
                  <a:pt x="149891" y="45268"/>
                </a:lnTo>
                <a:cubicBezTo>
                  <a:pt x="153265" y="40582"/>
                  <a:pt x="157060" y="37208"/>
                  <a:pt x="161278" y="35147"/>
                </a:cubicBezTo>
                <a:cubicBezTo>
                  <a:pt x="165590" y="32991"/>
                  <a:pt x="170510" y="31912"/>
                  <a:pt x="176039" y="31912"/>
                </a:cubicBezTo>
                <a:cubicBezTo>
                  <a:pt x="184943" y="31912"/>
                  <a:pt x="191598" y="35428"/>
                  <a:pt x="196003" y="42458"/>
                </a:cubicBezTo>
                <a:cubicBezTo>
                  <a:pt x="198816" y="47143"/>
                  <a:pt x="200222" y="52767"/>
                  <a:pt x="200222" y="59328"/>
                </a:cubicBezTo>
                <a:moveTo>
                  <a:pt x="185740" y="57921"/>
                </a:moveTo>
                <a:cubicBezTo>
                  <a:pt x="185740" y="53798"/>
                  <a:pt x="185084" y="50330"/>
                  <a:pt x="183773" y="47519"/>
                </a:cubicBezTo>
                <a:cubicBezTo>
                  <a:pt x="181429" y="42363"/>
                  <a:pt x="177023" y="39785"/>
                  <a:pt x="170556" y="39785"/>
                </a:cubicBezTo>
                <a:cubicBezTo>
                  <a:pt x="164278" y="39785"/>
                  <a:pt x="158983" y="42082"/>
                  <a:pt x="154671" y="46676"/>
                </a:cubicBezTo>
                <a:cubicBezTo>
                  <a:pt x="150359" y="51455"/>
                  <a:pt x="147360" y="58156"/>
                  <a:pt x="145674" y="66778"/>
                </a:cubicBezTo>
                <a:lnTo>
                  <a:pt x="144266" y="73950"/>
                </a:lnTo>
                <a:cubicBezTo>
                  <a:pt x="143610" y="77229"/>
                  <a:pt x="143282" y="80463"/>
                  <a:pt x="143282" y="83651"/>
                </a:cubicBezTo>
                <a:cubicBezTo>
                  <a:pt x="143282" y="87868"/>
                  <a:pt x="143985" y="91336"/>
                  <a:pt x="145393" y="94053"/>
                </a:cubicBezTo>
                <a:cubicBezTo>
                  <a:pt x="147735" y="98645"/>
                  <a:pt x="152186" y="100941"/>
                  <a:pt x="158747" y="100941"/>
                </a:cubicBezTo>
                <a:cubicBezTo>
                  <a:pt x="165214" y="100941"/>
                  <a:pt x="170603" y="98364"/>
                  <a:pt x="174915" y="93210"/>
                </a:cubicBezTo>
                <a:cubicBezTo>
                  <a:pt x="179227" y="88055"/>
                  <a:pt x="182367" y="80417"/>
                  <a:pt x="184335" y="70295"/>
                </a:cubicBezTo>
                <a:cubicBezTo>
                  <a:pt x="185271" y="65888"/>
                  <a:pt x="185740" y="61764"/>
                  <a:pt x="185740" y="57921"/>
                </a:cubicBezTo>
                <a:close/>
                <a:moveTo>
                  <a:pt x="288324" y="37818"/>
                </a:moveTo>
                <a:lnTo>
                  <a:pt x="285231" y="53703"/>
                </a:lnTo>
                <a:lnTo>
                  <a:pt x="277920" y="53703"/>
                </a:lnTo>
                <a:cubicBezTo>
                  <a:pt x="278107" y="52392"/>
                  <a:pt x="278201" y="51408"/>
                  <a:pt x="278201" y="50752"/>
                </a:cubicBezTo>
                <a:cubicBezTo>
                  <a:pt x="278201" y="47378"/>
                  <a:pt x="277030" y="44519"/>
                  <a:pt x="274687" y="42175"/>
                </a:cubicBezTo>
                <a:cubicBezTo>
                  <a:pt x="272438" y="39832"/>
                  <a:pt x="268641" y="38661"/>
                  <a:pt x="263298" y="38661"/>
                </a:cubicBezTo>
                <a:cubicBezTo>
                  <a:pt x="252614" y="38661"/>
                  <a:pt x="246475" y="42410"/>
                  <a:pt x="244881" y="49908"/>
                </a:cubicBezTo>
                <a:cubicBezTo>
                  <a:pt x="244694" y="50845"/>
                  <a:pt x="244600" y="51923"/>
                  <a:pt x="244600" y="53141"/>
                </a:cubicBezTo>
                <a:cubicBezTo>
                  <a:pt x="244600" y="54642"/>
                  <a:pt x="245351" y="56141"/>
                  <a:pt x="246851" y="57640"/>
                </a:cubicBezTo>
                <a:cubicBezTo>
                  <a:pt x="248444" y="59234"/>
                  <a:pt x="252099" y="61016"/>
                  <a:pt x="257815" y="62984"/>
                </a:cubicBezTo>
                <a:lnTo>
                  <a:pt x="267235" y="66077"/>
                </a:lnTo>
                <a:cubicBezTo>
                  <a:pt x="273702" y="68138"/>
                  <a:pt x="278154" y="70856"/>
                  <a:pt x="280591" y="74231"/>
                </a:cubicBezTo>
                <a:cubicBezTo>
                  <a:pt x="282278" y="76481"/>
                  <a:pt x="283122" y="78729"/>
                  <a:pt x="283122" y="80978"/>
                </a:cubicBezTo>
                <a:cubicBezTo>
                  <a:pt x="283122" y="90726"/>
                  <a:pt x="279279" y="98036"/>
                  <a:pt x="271594" y="102910"/>
                </a:cubicBezTo>
                <a:cubicBezTo>
                  <a:pt x="265501" y="106848"/>
                  <a:pt x="257863" y="108816"/>
                  <a:pt x="248679" y="108816"/>
                </a:cubicBezTo>
                <a:cubicBezTo>
                  <a:pt x="239305" y="108816"/>
                  <a:pt x="230589" y="106800"/>
                  <a:pt x="222528" y="102769"/>
                </a:cubicBezTo>
                <a:lnTo>
                  <a:pt x="225903" y="85759"/>
                </a:lnTo>
                <a:lnTo>
                  <a:pt x="233072" y="85759"/>
                </a:lnTo>
                <a:cubicBezTo>
                  <a:pt x="232885" y="87446"/>
                  <a:pt x="232791" y="88710"/>
                  <a:pt x="232791" y="89554"/>
                </a:cubicBezTo>
                <a:cubicBezTo>
                  <a:pt x="232791" y="97896"/>
                  <a:pt x="238462" y="102067"/>
                  <a:pt x="249803" y="102067"/>
                </a:cubicBezTo>
                <a:cubicBezTo>
                  <a:pt x="261144" y="102067"/>
                  <a:pt x="267657" y="97896"/>
                  <a:pt x="269343" y="89554"/>
                </a:cubicBezTo>
                <a:cubicBezTo>
                  <a:pt x="269438" y="88992"/>
                  <a:pt x="269485" y="87867"/>
                  <a:pt x="269485" y="86180"/>
                </a:cubicBezTo>
                <a:cubicBezTo>
                  <a:pt x="269485" y="84681"/>
                  <a:pt x="268688" y="83135"/>
                  <a:pt x="267095" y="81542"/>
                </a:cubicBezTo>
                <a:cubicBezTo>
                  <a:pt x="265595" y="79760"/>
                  <a:pt x="261565" y="77744"/>
                  <a:pt x="255005" y="75495"/>
                </a:cubicBezTo>
                <a:lnTo>
                  <a:pt x="246428" y="72403"/>
                </a:lnTo>
                <a:cubicBezTo>
                  <a:pt x="240523" y="70434"/>
                  <a:pt x="236634" y="68137"/>
                  <a:pt x="234760" y="65513"/>
                </a:cubicBezTo>
                <a:cubicBezTo>
                  <a:pt x="232885" y="62796"/>
                  <a:pt x="231948" y="59984"/>
                  <a:pt x="231948" y="57078"/>
                </a:cubicBezTo>
                <a:cubicBezTo>
                  <a:pt x="231948" y="55766"/>
                  <a:pt x="232088" y="54501"/>
                  <a:pt x="232368" y="53283"/>
                </a:cubicBezTo>
                <a:cubicBezTo>
                  <a:pt x="233681" y="46534"/>
                  <a:pt x="237149" y="41332"/>
                  <a:pt x="242773" y="37676"/>
                </a:cubicBezTo>
                <a:cubicBezTo>
                  <a:pt x="248303" y="33834"/>
                  <a:pt x="255192" y="31912"/>
                  <a:pt x="263440" y="31912"/>
                </a:cubicBezTo>
                <a:cubicBezTo>
                  <a:pt x="271406" y="31912"/>
                  <a:pt x="279701" y="33881"/>
                  <a:pt x="288324" y="3781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2" name="Text �">
            <a:extLst xmlns:a="http://schemas.openxmlformats.org/drawingml/2006/main">
              <a:ext uri="{FF2B5EF4-FFF2-40B4-BE49-F238E27FC236}">
                <a16:creationId xmlns:a16="http://schemas.microsoft.com/office/drawing/2014/main" id="{77318487-2934-4B40-B685-E700DE684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6526" y="1841417"/>
            <a:ext cx="47502" cy="95533"/>
          </a:xfrm>
          <a:custGeom xmlns:a="http://schemas.openxmlformats.org/drawingml/2006/main">
            <a:pathLst>
              <a:path w="47502" h="95533">
                <a:moveTo>
                  <a:pt x="47502" y="4481"/>
                </a:moveTo>
                <a:cubicBezTo>
                  <a:pt x="47502" y="4945"/>
                  <a:pt x="47469" y="5310"/>
                  <a:pt x="47402" y="5577"/>
                </a:cubicBezTo>
                <a:cubicBezTo>
                  <a:pt x="47069" y="7169"/>
                  <a:pt x="46306" y="8463"/>
                  <a:pt x="45112" y="9459"/>
                </a:cubicBezTo>
                <a:cubicBezTo>
                  <a:pt x="43851" y="10522"/>
                  <a:pt x="42423" y="11053"/>
                  <a:pt x="40830" y="11053"/>
                </a:cubicBezTo>
                <a:cubicBezTo>
                  <a:pt x="39302" y="11053"/>
                  <a:pt x="38107" y="10522"/>
                  <a:pt x="37244" y="9459"/>
                </a:cubicBezTo>
                <a:cubicBezTo>
                  <a:pt x="36580" y="8730"/>
                  <a:pt x="36248" y="7800"/>
                  <a:pt x="36248" y="6671"/>
                </a:cubicBezTo>
                <a:cubicBezTo>
                  <a:pt x="36248" y="6207"/>
                  <a:pt x="36282" y="5842"/>
                  <a:pt x="36349" y="5577"/>
                </a:cubicBezTo>
                <a:cubicBezTo>
                  <a:pt x="36680" y="4116"/>
                  <a:pt x="37477" y="2821"/>
                  <a:pt x="38739" y="1693"/>
                </a:cubicBezTo>
                <a:cubicBezTo>
                  <a:pt x="40066" y="564"/>
                  <a:pt x="41493" y="0"/>
                  <a:pt x="43021" y="0"/>
                </a:cubicBezTo>
                <a:cubicBezTo>
                  <a:pt x="44415" y="0"/>
                  <a:pt x="45576" y="564"/>
                  <a:pt x="46505" y="1693"/>
                </a:cubicBezTo>
                <a:cubicBezTo>
                  <a:pt x="47170" y="2423"/>
                  <a:pt x="47502" y="3353"/>
                  <a:pt x="47502" y="4481"/>
                </a:cubicBezTo>
                <a:moveTo>
                  <a:pt x="44414" y="21609"/>
                </a:moveTo>
                <a:lnTo>
                  <a:pt x="33361" y="78371"/>
                </a:lnTo>
                <a:cubicBezTo>
                  <a:pt x="32232" y="83617"/>
                  <a:pt x="29842" y="87799"/>
                  <a:pt x="26191" y="90920"/>
                </a:cubicBezTo>
                <a:cubicBezTo>
                  <a:pt x="22473" y="94040"/>
                  <a:pt x="17826" y="95533"/>
                  <a:pt x="12249" y="95401"/>
                </a:cubicBezTo>
                <a:cubicBezTo>
                  <a:pt x="10058" y="95401"/>
                  <a:pt x="7900" y="95135"/>
                  <a:pt x="5776" y="94604"/>
                </a:cubicBezTo>
                <a:cubicBezTo>
                  <a:pt x="3851" y="94139"/>
                  <a:pt x="1926" y="93343"/>
                  <a:pt x="0" y="92214"/>
                </a:cubicBezTo>
                <a:lnTo>
                  <a:pt x="2091" y="81558"/>
                </a:lnTo>
                <a:lnTo>
                  <a:pt x="6672" y="81558"/>
                </a:lnTo>
                <a:cubicBezTo>
                  <a:pt x="6605" y="82090"/>
                  <a:pt x="6572" y="82820"/>
                  <a:pt x="6572" y="83749"/>
                </a:cubicBezTo>
                <a:cubicBezTo>
                  <a:pt x="6572" y="85807"/>
                  <a:pt x="6971" y="87367"/>
                  <a:pt x="7768" y="88429"/>
                </a:cubicBezTo>
                <a:cubicBezTo>
                  <a:pt x="8829" y="89890"/>
                  <a:pt x="10688" y="90620"/>
                  <a:pt x="13345" y="90620"/>
                </a:cubicBezTo>
                <a:cubicBezTo>
                  <a:pt x="16265" y="90620"/>
                  <a:pt x="18655" y="89624"/>
                  <a:pt x="20514" y="87633"/>
                </a:cubicBezTo>
                <a:cubicBezTo>
                  <a:pt x="22307" y="85641"/>
                  <a:pt x="23601" y="82554"/>
                  <a:pt x="24398" y="78371"/>
                </a:cubicBezTo>
                <a:lnTo>
                  <a:pt x="34455" y="26788"/>
                </a:lnTo>
                <a:lnTo>
                  <a:pt x="25992" y="26788"/>
                </a:lnTo>
                <a:lnTo>
                  <a:pt x="26987" y="21609"/>
                </a:lnTo>
                <a:lnTo>
                  <a:pt x="44414" y="2160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3" name="Text +">
            <a:extLst xmlns:a="http://schemas.openxmlformats.org/drawingml/2006/main">
              <a:ext uri="{FF2B5EF4-FFF2-40B4-BE49-F238E27FC236}">
                <a16:creationId xmlns:a16="http://schemas.microsoft.com/office/drawing/2014/main" id="{99E0D40A-BEBB-41F0-A2C9-9940B1A23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6751" y="1975405"/>
            <a:ext cx="66450" cy="66588"/>
          </a:xfrm>
          <a:custGeom xmlns:a="http://schemas.openxmlformats.org/drawingml/2006/main">
            <a:pathLst>
              <a:path w="66450" h="66588">
                <a:moveTo>
                  <a:pt x="27390" y="66588"/>
                </a:moveTo>
                <a:lnTo>
                  <a:pt x="27390" y="38991"/>
                </a:lnTo>
                <a:lnTo>
                  <a:pt x="0" y="38991"/>
                </a:lnTo>
                <a:lnTo>
                  <a:pt x="0" y="27459"/>
                </a:lnTo>
                <a:lnTo>
                  <a:pt x="27390" y="27459"/>
                </a:lnTo>
                <a:lnTo>
                  <a:pt x="27390" y="0"/>
                </a:lnTo>
                <a:lnTo>
                  <a:pt x="39060" y="0"/>
                </a:lnTo>
                <a:lnTo>
                  <a:pt x="39060" y="27459"/>
                </a:lnTo>
                <a:lnTo>
                  <a:pt x="66450" y="27459"/>
                </a:lnTo>
                <a:lnTo>
                  <a:pt x="66450" y="38991"/>
                </a:lnTo>
                <a:lnTo>
                  <a:pt x="39060" y="38991"/>
                </a:lnTo>
                <a:lnTo>
                  <a:pt x="39060" y="66588"/>
                </a:lnTo>
                <a:lnTo>
                  <a:pt x="27390" y="6658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4" name="Text 퐶��">
            <a:extLst xmlns:a="http://schemas.openxmlformats.org/drawingml/2006/main">
              <a:ext uri="{FF2B5EF4-FFF2-40B4-BE49-F238E27FC236}">
                <a16:creationId xmlns:a16="http://schemas.microsoft.com/office/drawing/2014/main" id="{DD5A1070-A18F-4BC3-B4C9-0DCF103E9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3861" y="1753559"/>
            <a:ext cx="311825" cy="106287"/>
          </a:xfrm>
          <a:custGeom xmlns:a="http://schemas.openxmlformats.org/drawingml/2006/main">
            <a:pathLst>
              <a:path w="311825" h="106287">
                <a:moveTo>
                  <a:pt x="98787" y="8858"/>
                </a:moveTo>
                <a:lnTo>
                  <a:pt x="94287" y="32476"/>
                </a:lnTo>
                <a:lnTo>
                  <a:pt x="86555" y="32476"/>
                </a:lnTo>
                <a:cubicBezTo>
                  <a:pt x="86555" y="23667"/>
                  <a:pt x="84353" y="17341"/>
                  <a:pt x="79948" y="13498"/>
                </a:cubicBezTo>
                <a:cubicBezTo>
                  <a:pt x="75823" y="9373"/>
                  <a:pt x="69075" y="7311"/>
                  <a:pt x="59704" y="7311"/>
                </a:cubicBezTo>
                <a:cubicBezTo>
                  <a:pt x="48830" y="7311"/>
                  <a:pt x="39785" y="11201"/>
                  <a:pt x="32569" y="18981"/>
                </a:cubicBezTo>
                <a:cubicBezTo>
                  <a:pt x="25540" y="26572"/>
                  <a:pt x="20525" y="37960"/>
                  <a:pt x="17526" y="53143"/>
                </a:cubicBezTo>
                <a:cubicBezTo>
                  <a:pt x="14620" y="68046"/>
                  <a:pt x="15230" y="79433"/>
                  <a:pt x="19354" y="87306"/>
                </a:cubicBezTo>
                <a:cubicBezTo>
                  <a:pt x="23477" y="95086"/>
                  <a:pt x="30975" y="98976"/>
                  <a:pt x="41847" y="98976"/>
                </a:cubicBezTo>
                <a:cubicBezTo>
                  <a:pt x="49532" y="98976"/>
                  <a:pt x="56234" y="97148"/>
                  <a:pt x="61952" y="93493"/>
                </a:cubicBezTo>
                <a:cubicBezTo>
                  <a:pt x="67575" y="89837"/>
                  <a:pt x="72168" y="84401"/>
                  <a:pt x="75730" y="77185"/>
                </a:cubicBezTo>
                <a:lnTo>
                  <a:pt x="88383" y="77185"/>
                </a:lnTo>
                <a:cubicBezTo>
                  <a:pt x="83509" y="86651"/>
                  <a:pt x="77042" y="93915"/>
                  <a:pt x="68982" y="98976"/>
                </a:cubicBezTo>
                <a:cubicBezTo>
                  <a:pt x="60640" y="103850"/>
                  <a:pt x="51126" y="106287"/>
                  <a:pt x="40442" y="106287"/>
                </a:cubicBezTo>
                <a:cubicBezTo>
                  <a:pt x="33694" y="106287"/>
                  <a:pt x="27743" y="105162"/>
                  <a:pt x="22587" y="102913"/>
                </a:cubicBezTo>
                <a:cubicBezTo>
                  <a:pt x="17151" y="100476"/>
                  <a:pt x="12699" y="97101"/>
                  <a:pt x="9231" y="92789"/>
                </a:cubicBezTo>
                <a:cubicBezTo>
                  <a:pt x="5108" y="87541"/>
                  <a:pt x="2437" y="81730"/>
                  <a:pt x="1218" y="75357"/>
                </a:cubicBezTo>
                <a:cubicBezTo>
                  <a:pt x="0" y="69077"/>
                  <a:pt x="187" y="61673"/>
                  <a:pt x="1781" y="53143"/>
                </a:cubicBezTo>
                <a:cubicBezTo>
                  <a:pt x="4873" y="37023"/>
                  <a:pt x="11995" y="24182"/>
                  <a:pt x="23149" y="14622"/>
                </a:cubicBezTo>
                <a:cubicBezTo>
                  <a:pt x="34208" y="4874"/>
                  <a:pt x="47283" y="0"/>
                  <a:pt x="62374" y="0"/>
                </a:cubicBezTo>
                <a:cubicBezTo>
                  <a:pt x="68091" y="0"/>
                  <a:pt x="73901" y="750"/>
                  <a:pt x="79806" y="2250"/>
                </a:cubicBezTo>
                <a:cubicBezTo>
                  <a:pt x="85617" y="3562"/>
                  <a:pt x="91944" y="5764"/>
                  <a:pt x="98787" y="8858"/>
                </a:cubicBezTo>
                <a:close/>
                <a:moveTo>
                  <a:pt x="179530" y="55111"/>
                </a:moveTo>
                <a:cubicBezTo>
                  <a:pt x="179530" y="50893"/>
                  <a:pt x="178875" y="47238"/>
                  <a:pt x="177563" y="44146"/>
                </a:cubicBezTo>
                <a:cubicBezTo>
                  <a:pt x="175219" y="38803"/>
                  <a:pt x="170580" y="36132"/>
                  <a:pt x="163645" y="36132"/>
                </a:cubicBezTo>
                <a:cubicBezTo>
                  <a:pt x="156896" y="36132"/>
                  <a:pt x="151272" y="38803"/>
                  <a:pt x="146773" y="44146"/>
                </a:cubicBezTo>
                <a:cubicBezTo>
                  <a:pt x="142275" y="49488"/>
                  <a:pt x="139041" y="57361"/>
                  <a:pt x="137072" y="67765"/>
                </a:cubicBezTo>
                <a:cubicBezTo>
                  <a:pt x="136135" y="72357"/>
                  <a:pt x="135667" y="76575"/>
                  <a:pt x="135667" y="80418"/>
                </a:cubicBezTo>
                <a:cubicBezTo>
                  <a:pt x="135667" y="84730"/>
                  <a:pt x="136323" y="88432"/>
                  <a:pt x="137636" y="91524"/>
                </a:cubicBezTo>
                <a:cubicBezTo>
                  <a:pt x="139979" y="96867"/>
                  <a:pt x="144571" y="99538"/>
                  <a:pt x="151413" y="99538"/>
                </a:cubicBezTo>
                <a:cubicBezTo>
                  <a:pt x="158162" y="99538"/>
                  <a:pt x="163785" y="96867"/>
                  <a:pt x="168283" y="91524"/>
                </a:cubicBezTo>
                <a:cubicBezTo>
                  <a:pt x="172689" y="86275"/>
                  <a:pt x="175970" y="78356"/>
                  <a:pt x="178125" y="67765"/>
                </a:cubicBezTo>
                <a:cubicBezTo>
                  <a:pt x="179062" y="63172"/>
                  <a:pt x="179530" y="58953"/>
                  <a:pt x="179530" y="55111"/>
                </a:cubicBezTo>
                <a:moveTo>
                  <a:pt x="193871" y="57642"/>
                </a:moveTo>
                <a:cubicBezTo>
                  <a:pt x="193871" y="61110"/>
                  <a:pt x="193543" y="64485"/>
                  <a:pt x="192886" y="67765"/>
                </a:cubicBezTo>
                <a:cubicBezTo>
                  <a:pt x="190637" y="79294"/>
                  <a:pt x="185623" y="88619"/>
                  <a:pt x="177844" y="95741"/>
                </a:cubicBezTo>
                <a:cubicBezTo>
                  <a:pt x="170064" y="102772"/>
                  <a:pt x="160832" y="106287"/>
                  <a:pt x="150147" y="106287"/>
                </a:cubicBezTo>
                <a:cubicBezTo>
                  <a:pt x="139650" y="106287"/>
                  <a:pt x="131777" y="102772"/>
                  <a:pt x="126528" y="95741"/>
                </a:cubicBezTo>
                <a:cubicBezTo>
                  <a:pt x="122967" y="90774"/>
                  <a:pt x="121187" y="84823"/>
                  <a:pt x="121187" y="77886"/>
                </a:cubicBezTo>
                <a:cubicBezTo>
                  <a:pt x="121187" y="74887"/>
                  <a:pt x="121561" y="71514"/>
                  <a:pt x="122311" y="67765"/>
                </a:cubicBezTo>
                <a:cubicBezTo>
                  <a:pt x="124561" y="56142"/>
                  <a:pt x="129575" y="46864"/>
                  <a:pt x="137355" y="39929"/>
                </a:cubicBezTo>
                <a:cubicBezTo>
                  <a:pt x="145134" y="32898"/>
                  <a:pt x="154365" y="29383"/>
                  <a:pt x="165050" y="29383"/>
                </a:cubicBezTo>
                <a:cubicBezTo>
                  <a:pt x="175735" y="29383"/>
                  <a:pt x="183608" y="32898"/>
                  <a:pt x="188669" y="39929"/>
                </a:cubicBezTo>
                <a:cubicBezTo>
                  <a:pt x="192137" y="44801"/>
                  <a:pt x="193871" y="50706"/>
                  <a:pt x="193871" y="57642"/>
                </a:cubicBezTo>
                <a:close/>
                <a:moveTo>
                  <a:pt x="311825" y="1828"/>
                </a:moveTo>
                <a:lnTo>
                  <a:pt x="307185" y="26009"/>
                </a:lnTo>
                <a:lnTo>
                  <a:pt x="298750" y="26009"/>
                </a:lnTo>
                <a:lnTo>
                  <a:pt x="301844" y="9982"/>
                </a:lnTo>
                <a:lnTo>
                  <a:pt x="271618" y="9982"/>
                </a:lnTo>
                <a:lnTo>
                  <a:pt x="254745" y="97007"/>
                </a:lnTo>
                <a:lnTo>
                  <a:pt x="267821" y="97007"/>
                </a:lnTo>
                <a:lnTo>
                  <a:pt x="266415" y="104318"/>
                </a:lnTo>
                <a:lnTo>
                  <a:pt x="226347" y="104318"/>
                </a:lnTo>
                <a:lnTo>
                  <a:pt x="227752" y="97007"/>
                </a:lnTo>
                <a:lnTo>
                  <a:pt x="240827" y="97007"/>
                </a:lnTo>
                <a:lnTo>
                  <a:pt x="257839" y="9982"/>
                </a:lnTo>
                <a:lnTo>
                  <a:pt x="227613" y="9982"/>
                </a:lnTo>
                <a:lnTo>
                  <a:pt x="224519" y="26009"/>
                </a:lnTo>
                <a:lnTo>
                  <a:pt x="216084" y="26009"/>
                </a:lnTo>
                <a:lnTo>
                  <a:pt x="220864" y="1828"/>
                </a:lnTo>
                <a:lnTo>
                  <a:pt x="311825" y="182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5" name="Text �">
            <a:extLst xmlns:a="http://schemas.openxmlformats.org/drawingml/2006/main">
              <a:ext uri="{FF2B5EF4-FFF2-40B4-BE49-F238E27FC236}">
                <a16:creationId xmlns:a16="http://schemas.microsoft.com/office/drawing/2014/main" id="{0C99B7C0-36A8-4C08-A047-7824F3FB2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7028" y="1812702"/>
            <a:ext cx="47502" cy="95533"/>
          </a:xfrm>
          <a:custGeom xmlns:a="http://schemas.openxmlformats.org/drawingml/2006/main">
            <a:pathLst>
              <a:path w="47502" h="95533">
                <a:moveTo>
                  <a:pt x="47502" y="4481"/>
                </a:moveTo>
                <a:cubicBezTo>
                  <a:pt x="47502" y="4945"/>
                  <a:pt x="47469" y="5310"/>
                  <a:pt x="47402" y="5577"/>
                </a:cubicBezTo>
                <a:cubicBezTo>
                  <a:pt x="47069" y="7169"/>
                  <a:pt x="46306" y="8463"/>
                  <a:pt x="45112" y="9459"/>
                </a:cubicBezTo>
                <a:cubicBezTo>
                  <a:pt x="43851" y="10522"/>
                  <a:pt x="42423" y="11053"/>
                  <a:pt x="40830" y="11053"/>
                </a:cubicBezTo>
                <a:cubicBezTo>
                  <a:pt x="39302" y="11053"/>
                  <a:pt x="38107" y="10522"/>
                  <a:pt x="37244" y="9459"/>
                </a:cubicBezTo>
                <a:cubicBezTo>
                  <a:pt x="36580" y="8730"/>
                  <a:pt x="36248" y="7800"/>
                  <a:pt x="36248" y="6671"/>
                </a:cubicBezTo>
                <a:cubicBezTo>
                  <a:pt x="36248" y="6207"/>
                  <a:pt x="36282" y="5842"/>
                  <a:pt x="36349" y="5577"/>
                </a:cubicBezTo>
                <a:cubicBezTo>
                  <a:pt x="36680" y="4116"/>
                  <a:pt x="37477" y="2821"/>
                  <a:pt x="38739" y="1693"/>
                </a:cubicBezTo>
                <a:cubicBezTo>
                  <a:pt x="40066" y="564"/>
                  <a:pt x="41493" y="0"/>
                  <a:pt x="43021" y="0"/>
                </a:cubicBezTo>
                <a:cubicBezTo>
                  <a:pt x="44415" y="0"/>
                  <a:pt x="45576" y="564"/>
                  <a:pt x="46505" y="1693"/>
                </a:cubicBezTo>
                <a:cubicBezTo>
                  <a:pt x="47170" y="2423"/>
                  <a:pt x="47502" y="3353"/>
                  <a:pt x="47502" y="4481"/>
                </a:cubicBezTo>
                <a:moveTo>
                  <a:pt x="44414" y="21609"/>
                </a:moveTo>
                <a:lnTo>
                  <a:pt x="33361" y="78371"/>
                </a:lnTo>
                <a:cubicBezTo>
                  <a:pt x="32232" y="83617"/>
                  <a:pt x="29842" y="87799"/>
                  <a:pt x="26191" y="90920"/>
                </a:cubicBezTo>
                <a:cubicBezTo>
                  <a:pt x="22473" y="94040"/>
                  <a:pt x="17826" y="95533"/>
                  <a:pt x="12249" y="95401"/>
                </a:cubicBezTo>
                <a:cubicBezTo>
                  <a:pt x="10058" y="95401"/>
                  <a:pt x="7900" y="95135"/>
                  <a:pt x="5776" y="94604"/>
                </a:cubicBezTo>
                <a:cubicBezTo>
                  <a:pt x="3851" y="94139"/>
                  <a:pt x="1926" y="93343"/>
                  <a:pt x="0" y="92214"/>
                </a:cubicBezTo>
                <a:lnTo>
                  <a:pt x="2091" y="81558"/>
                </a:lnTo>
                <a:lnTo>
                  <a:pt x="6672" y="81558"/>
                </a:lnTo>
                <a:cubicBezTo>
                  <a:pt x="6605" y="82090"/>
                  <a:pt x="6572" y="82820"/>
                  <a:pt x="6572" y="83749"/>
                </a:cubicBezTo>
                <a:cubicBezTo>
                  <a:pt x="6572" y="85807"/>
                  <a:pt x="6971" y="87367"/>
                  <a:pt x="7768" y="88429"/>
                </a:cubicBezTo>
                <a:cubicBezTo>
                  <a:pt x="8829" y="89890"/>
                  <a:pt x="10688" y="90620"/>
                  <a:pt x="13345" y="90620"/>
                </a:cubicBezTo>
                <a:cubicBezTo>
                  <a:pt x="16265" y="90620"/>
                  <a:pt x="18655" y="89624"/>
                  <a:pt x="20514" y="87633"/>
                </a:cubicBezTo>
                <a:cubicBezTo>
                  <a:pt x="22307" y="85641"/>
                  <a:pt x="23601" y="82554"/>
                  <a:pt x="24398" y="78371"/>
                </a:cubicBezTo>
                <a:lnTo>
                  <a:pt x="34455" y="26788"/>
                </a:lnTo>
                <a:lnTo>
                  <a:pt x="25992" y="26788"/>
                </a:lnTo>
                <a:lnTo>
                  <a:pt x="26987" y="21609"/>
                </a:lnTo>
                <a:lnTo>
                  <a:pt x="44414" y="2160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6" name="Text 퐴푐����">
            <a:extLst xmlns:a="http://schemas.openxmlformats.org/drawingml/2006/main">
              <a:ext uri="{FF2B5EF4-FFF2-40B4-BE49-F238E27FC236}">
                <a16:creationId xmlns:a16="http://schemas.microsoft.com/office/drawing/2014/main" id="{B3D18C35-B739-4280-977E-C043C528D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7026" y="2143660"/>
            <a:ext cx="510783" cy="105442"/>
          </a:xfrm>
          <a:custGeom xmlns:a="http://schemas.openxmlformats.org/drawingml/2006/main">
            <a:pathLst>
              <a:path w="510783" h="105442">
                <a:moveTo>
                  <a:pt x="73808" y="66356"/>
                </a:moveTo>
                <a:lnTo>
                  <a:pt x="64530" y="17574"/>
                </a:lnTo>
                <a:lnTo>
                  <a:pt x="36271" y="66356"/>
                </a:lnTo>
                <a:lnTo>
                  <a:pt x="73808" y="66356"/>
                </a:lnTo>
                <a:moveTo>
                  <a:pt x="105161" y="96162"/>
                </a:moveTo>
                <a:lnTo>
                  <a:pt x="103753" y="103472"/>
                </a:lnTo>
                <a:lnTo>
                  <a:pt x="66497" y="103472"/>
                </a:lnTo>
                <a:lnTo>
                  <a:pt x="67905" y="96162"/>
                </a:lnTo>
                <a:lnTo>
                  <a:pt x="79292" y="96162"/>
                </a:lnTo>
                <a:lnTo>
                  <a:pt x="75074" y="73667"/>
                </a:lnTo>
                <a:lnTo>
                  <a:pt x="32054" y="73667"/>
                </a:lnTo>
                <a:lnTo>
                  <a:pt x="18979" y="96162"/>
                </a:lnTo>
                <a:lnTo>
                  <a:pt x="30226" y="96162"/>
                </a:lnTo>
                <a:lnTo>
                  <a:pt x="28821" y="103472"/>
                </a:lnTo>
                <a:lnTo>
                  <a:pt x="0" y="103472"/>
                </a:lnTo>
                <a:lnTo>
                  <a:pt x="1405" y="96162"/>
                </a:lnTo>
                <a:lnTo>
                  <a:pt x="10404" y="96162"/>
                </a:lnTo>
                <a:lnTo>
                  <a:pt x="65515" y="983"/>
                </a:lnTo>
                <a:lnTo>
                  <a:pt x="77043" y="983"/>
                </a:lnTo>
                <a:lnTo>
                  <a:pt x="95037" y="96162"/>
                </a:lnTo>
                <a:lnTo>
                  <a:pt x="105161" y="96162"/>
                </a:lnTo>
                <a:close/>
                <a:moveTo>
                  <a:pt x="197854" y="35006"/>
                </a:moveTo>
                <a:lnTo>
                  <a:pt x="194199" y="53703"/>
                </a:lnTo>
                <a:lnTo>
                  <a:pt x="186890" y="53703"/>
                </a:lnTo>
                <a:lnTo>
                  <a:pt x="186890" y="51876"/>
                </a:lnTo>
                <a:cubicBezTo>
                  <a:pt x="186890" y="46347"/>
                  <a:pt x="185718" y="42270"/>
                  <a:pt x="183374" y="39646"/>
                </a:cubicBezTo>
                <a:cubicBezTo>
                  <a:pt x="180750" y="36740"/>
                  <a:pt x="176439" y="35287"/>
                  <a:pt x="170441" y="35287"/>
                </a:cubicBezTo>
                <a:cubicBezTo>
                  <a:pt x="163599" y="35287"/>
                  <a:pt x="157928" y="37958"/>
                  <a:pt x="153429" y="43301"/>
                </a:cubicBezTo>
                <a:cubicBezTo>
                  <a:pt x="149024" y="48455"/>
                  <a:pt x="145743" y="56328"/>
                  <a:pt x="143587" y="66920"/>
                </a:cubicBezTo>
                <a:cubicBezTo>
                  <a:pt x="142650" y="71512"/>
                  <a:pt x="142182" y="75776"/>
                  <a:pt x="142182" y="79712"/>
                </a:cubicBezTo>
                <a:cubicBezTo>
                  <a:pt x="142182" y="83931"/>
                  <a:pt x="142838" y="87586"/>
                  <a:pt x="144151" y="90678"/>
                </a:cubicBezTo>
                <a:cubicBezTo>
                  <a:pt x="146493" y="96021"/>
                  <a:pt x="151133" y="98693"/>
                  <a:pt x="158069" y="98693"/>
                </a:cubicBezTo>
                <a:cubicBezTo>
                  <a:pt x="163598" y="98693"/>
                  <a:pt x="168190" y="97287"/>
                  <a:pt x="171846" y="94475"/>
                </a:cubicBezTo>
                <a:cubicBezTo>
                  <a:pt x="175596" y="91664"/>
                  <a:pt x="178689" y="87352"/>
                  <a:pt x="181126" y="81540"/>
                </a:cubicBezTo>
                <a:lnTo>
                  <a:pt x="191247" y="81540"/>
                </a:lnTo>
                <a:cubicBezTo>
                  <a:pt x="187966" y="89413"/>
                  <a:pt x="183374" y="95318"/>
                  <a:pt x="177470" y="99255"/>
                </a:cubicBezTo>
                <a:cubicBezTo>
                  <a:pt x="171846" y="103379"/>
                  <a:pt x="164909" y="105442"/>
                  <a:pt x="156662" y="105442"/>
                </a:cubicBezTo>
                <a:cubicBezTo>
                  <a:pt x="146165" y="105442"/>
                  <a:pt x="138292" y="101926"/>
                  <a:pt x="133043" y="94896"/>
                </a:cubicBezTo>
                <a:cubicBezTo>
                  <a:pt x="129482" y="89929"/>
                  <a:pt x="127701" y="83977"/>
                  <a:pt x="127701" y="77041"/>
                </a:cubicBezTo>
                <a:cubicBezTo>
                  <a:pt x="127701" y="74042"/>
                  <a:pt x="128076" y="70668"/>
                  <a:pt x="128825" y="66920"/>
                </a:cubicBezTo>
                <a:cubicBezTo>
                  <a:pt x="131075" y="55110"/>
                  <a:pt x="136136" y="45784"/>
                  <a:pt x="144009" y="38942"/>
                </a:cubicBezTo>
                <a:cubicBezTo>
                  <a:pt x="151789" y="32006"/>
                  <a:pt x="160974" y="28538"/>
                  <a:pt x="171565" y="28538"/>
                </a:cubicBezTo>
                <a:cubicBezTo>
                  <a:pt x="175877" y="28538"/>
                  <a:pt x="180376" y="29053"/>
                  <a:pt x="185062" y="30085"/>
                </a:cubicBezTo>
                <a:cubicBezTo>
                  <a:pt x="189280" y="31210"/>
                  <a:pt x="193544" y="32850"/>
                  <a:pt x="197854" y="35006"/>
                </a:cubicBezTo>
                <a:close/>
                <a:moveTo>
                  <a:pt x="269180" y="30507"/>
                </a:moveTo>
                <a:lnTo>
                  <a:pt x="267775" y="37818"/>
                </a:lnTo>
                <a:lnTo>
                  <a:pt x="244014" y="37818"/>
                </a:lnTo>
                <a:lnTo>
                  <a:pt x="235017" y="84213"/>
                </a:lnTo>
                <a:cubicBezTo>
                  <a:pt x="234361" y="87586"/>
                  <a:pt x="234032" y="90445"/>
                  <a:pt x="234032" y="92787"/>
                </a:cubicBezTo>
                <a:cubicBezTo>
                  <a:pt x="234032" y="94287"/>
                  <a:pt x="234173" y="95366"/>
                  <a:pt x="234455" y="96022"/>
                </a:cubicBezTo>
                <a:cubicBezTo>
                  <a:pt x="235299" y="97803"/>
                  <a:pt x="237360" y="98693"/>
                  <a:pt x="240640" y="98693"/>
                </a:cubicBezTo>
                <a:cubicBezTo>
                  <a:pt x="243920" y="98693"/>
                  <a:pt x="246498" y="97709"/>
                  <a:pt x="248373" y="95741"/>
                </a:cubicBezTo>
                <a:cubicBezTo>
                  <a:pt x="250248" y="93772"/>
                  <a:pt x="251654" y="90632"/>
                  <a:pt x="252591" y="86321"/>
                </a:cubicBezTo>
                <a:lnTo>
                  <a:pt x="262152" y="86321"/>
                </a:lnTo>
                <a:cubicBezTo>
                  <a:pt x="260464" y="92976"/>
                  <a:pt x="257699" y="97803"/>
                  <a:pt x="253856" y="100802"/>
                </a:cubicBezTo>
                <a:cubicBezTo>
                  <a:pt x="250014" y="103895"/>
                  <a:pt x="244811" y="105442"/>
                  <a:pt x="238250" y="105442"/>
                </a:cubicBezTo>
                <a:cubicBezTo>
                  <a:pt x="230846" y="105442"/>
                  <a:pt x="225973" y="103848"/>
                  <a:pt x="223630" y="100660"/>
                </a:cubicBezTo>
                <a:cubicBezTo>
                  <a:pt x="222130" y="98692"/>
                  <a:pt x="221427" y="95834"/>
                  <a:pt x="221521" y="92086"/>
                </a:cubicBezTo>
                <a:cubicBezTo>
                  <a:pt x="221521" y="89836"/>
                  <a:pt x="221803" y="87212"/>
                  <a:pt x="222365" y="84213"/>
                </a:cubicBezTo>
                <a:lnTo>
                  <a:pt x="231362" y="37818"/>
                </a:lnTo>
                <a:lnTo>
                  <a:pt x="220256" y="37818"/>
                </a:lnTo>
                <a:lnTo>
                  <a:pt x="221661" y="30507"/>
                </a:lnTo>
                <a:lnTo>
                  <a:pt x="232769" y="30507"/>
                </a:lnTo>
                <a:lnTo>
                  <a:pt x="237126" y="7873"/>
                </a:lnTo>
                <a:lnTo>
                  <a:pt x="249920" y="7873"/>
                </a:lnTo>
                <a:lnTo>
                  <a:pt x="245421" y="30507"/>
                </a:lnTo>
                <a:lnTo>
                  <a:pt x="269180" y="30507"/>
                </a:lnTo>
                <a:close/>
                <a:moveTo>
                  <a:pt x="322510" y="6326"/>
                </a:moveTo>
                <a:cubicBezTo>
                  <a:pt x="322510" y="6981"/>
                  <a:pt x="322464" y="7497"/>
                  <a:pt x="322371" y="7873"/>
                </a:cubicBezTo>
                <a:cubicBezTo>
                  <a:pt x="321902" y="10121"/>
                  <a:pt x="320823" y="11948"/>
                  <a:pt x="319136" y="13354"/>
                </a:cubicBezTo>
                <a:cubicBezTo>
                  <a:pt x="317262" y="14854"/>
                  <a:pt x="315247" y="15604"/>
                  <a:pt x="313091" y="15604"/>
                </a:cubicBezTo>
                <a:cubicBezTo>
                  <a:pt x="310935" y="15604"/>
                  <a:pt x="309249" y="14854"/>
                  <a:pt x="308030" y="13354"/>
                </a:cubicBezTo>
                <a:cubicBezTo>
                  <a:pt x="307093" y="12324"/>
                  <a:pt x="306625" y="11012"/>
                  <a:pt x="306625" y="9418"/>
                </a:cubicBezTo>
                <a:cubicBezTo>
                  <a:pt x="306625" y="8763"/>
                  <a:pt x="306671" y="8248"/>
                  <a:pt x="306764" y="7873"/>
                </a:cubicBezTo>
                <a:cubicBezTo>
                  <a:pt x="307234" y="5623"/>
                  <a:pt x="308358" y="3796"/>
                  <a:pt x="310139" y="2390"/>
                </a:cubicBezTo>
                <a:cubicBezTo>
                  <a:pt x="311919" y="797"/>
                  <a:pt x="313888" y="0"/>
                  <a:pt x="316045" y="0"/>
                </a:cubicBezTo>
                <a:cubicBezTo>
                  <a:pt x="318105" y="0"/>
                  <a:pt x="319792" y="797"/>
                  <a:pt x="321105" y="2390"/>
                </a:cubicBezTo>
                <a:cubicBezTo>
                  <a:pt x="322042" y="3421"/>
                  <a:pt x="322510" y="4733"/>
                  <a:pt x="322510" y="6326"/>
                </a:cubicBezTo>
                <a:moveTo>
                  <a:pt x="318434" y="30507"/>
                </a:moveTo>
                <a:lnTo>
                  <a:pt x="305640" y="96162"/>
                </a:lnTo>
                <a:lnTo>
                  <a:pt x="317591" y="96162"/>
                </a:lnTo>
                <a:lnTo>
                  <a:pt x="316184" y="103472"/>
                </a:lnTo>
                <a:lnTo>
                  <a:pt x="291722" y="103472"/>
                </a:lnTo>
                <a:lnTo>
                  <a:pt x="304375" y="37818"/>
                </a:lnTo>
                <a:lnTo>
                  <a:pt x="292284" y="37818"/>
                </a:lnTo>
                <a:lnTo>
                  <a:pt x="293831" y="30507"/>
                </a:lnTo>
                <a:lnTo>
                  <a:pt x="318434" y="30507"/>
                </a:lnTo>
                <a:close/>
                <a:moveTo>
                  <a:pt x="403372" y="54265"/>
                </a:moveTo>
                <a:cubicBezTo>
                  <a:pt x="403372" y="50048"/>
                  <a:pt x="402716" y="46393"/>
                  <a:pt x="401405" y="43301"/>
                </a:cubicBezTo>
                <a:cubicBezTo>
                  <a:pt x="399061" y="37958"/>
                  <a:pt x="394421" y="35287"/>
                  <a:pt x="387487" y="35287"/>
                </a:cubicBezTo>
                <a:cubicBezTo>
                  <a:pt x="380738" y="35287"/>
                  <a:pt x="375114" y="37958"/>
                  <a:pt x="370615" y="43301"/>
                </a:cubicBezTo>
                <a:cubicBezTo>
                  <a:pt x="366117" y="48643"/>
                  <a:pt x="362883" y="56516"/>
                  <a:pt x="360914" y="66920"/>
                </a:cubicBezTo>
                <a:cubicBezTo>
                  <a:pt x="359977" y="71512"/>
                  <a:pt x="359509" y="75730"/>
                  <a:pt x="359509" y="79573"/>
                </a:cubicBezTo>
                <a:cubicBezTo>
                  <a:pt x="359509" y="83884"/>
                  <a:pt x="360165" y="87586"/>
                  <a:pt x="361478" y="90678"/>
                </a:cubicBezTo>
                <a:cubicBezTo>
                  <a:pt x="363821" y="96021"/>
                  <a:pt x="368413" y="98693"/>
                  <a:pt x="375255" y="98693"/>
                </a:cubicBezTo>
                <a:cubicBezTo>
                  <a:pt x="382004" y="98693"/>
                  <a:pt x="387627" y="96021"/>
                  <a:pt x="392125" y="90678"/>
                </a:cubicBezTo>
                <a:cubicBezTo>
                  <a:pt x="396531" y="85430"/>
                  <a:pt x="399812" y="77510"/>
                  <a:pt x="401967" y="66920"/>
                </a:cubicBezTo>
                <a:cubicBezTo>
                  <a:pt x="402904" y="62326"/>
                  <a:pt x="403372" y="58108"/>
                  <a:pt x="403372" y="54265"/>
                </a:cubicBezTo>
                <a:moveTo>
                  <a:pt x="417713" y="56797"/>
                </a:moveTo>
                <a:cubicBezTo>
                  <a:pt x="417713" y="60265"/>
                  <a:pt x="417385" y="63639"/>
                  <a:pt x="416728" y="66920"/>
                </a:cubicBezTo>
                <a:cubicBezTo>
                  <a:pt x="414479" y="78448"/>
                  <a:pt x="409464" y="87774"/>
                  <a:pt x="401686" y="94896"/>
                </a:cubicBezTo>
                <a:cubicBezTo>
                  <a:pt x="393906" y="101926"/>
                  <a:pt x="384674" y="105442"/>
                  <a:pt x="373989" y="105442"/>
                </a:cubicBezTo>
                <a:cubicBezTo>
                  <a:pt x="363492" y="105442"/>
                  <a:pt x="355619" y="101926"/>
                  <a:pt x="350370" y="94896"/>
                </a:cubicBezTo>
                <a:cubicBezTo>
                  <a:pt x="346809" y="89929"/>
                  <a:pt x="345029" y="83977"/>
                  <a:pt x="345029" y="77041"/>
                </a:cubicBezTo>
                <a:cubicBezTo>
                  <a:pt x="345029" y="74042"/>
                  <a:pt x="345403" y="70668"/>
                  <a:pt x="346153" y="66920"/>
                </a:cubicBezTo>
                <a:cubicBezTo>
                  <a:pt x="348402" y="55297"/>
                  <a:pt x="353417" y="46019"/>
                  <a:pt x="361197" y="39084"/>
                </a:cubicBezTo>
                <a:cubicBezTo>
                  <a:pt x="368976" y="32053"/>
                  <a:pt x="378207" y="28538"/>
                  <a:pt x="388892" y="28538"/>
                </a:cubicBezTo>
                <a:cubicBezTo>
                  <a:pt x="399576" y="28538"/>
                  <a:pt x="407449" y="32053"/>
                  <a:pt x="412511" y="39084"/>
                </a:cubicBezTo>
                <a:cubicBezTo>
                  <a:pt x="415979" y="43956"/>
                  <a:pt x="417713" y="49861"/>
                  <a:pt x="417713" y="56797"/>
                </a:cubicBezTo>
                <a:close/>
                <a:moveTo>
                  <a:pt x="510783" y="96162"/>
                </a:moveTo>
                <a:lnTo>
                  <a:pt x="509378" y="103472"/>
                </a:lnTo>
                <a:lnTo>
                  <a:pt x="485478" y="103472"/>
                </a:lnTo>
                <a:lnTo>
                  <a:pt x="493771" y="61014"/>
                </a:lnTo>
                <a:cubicBezTo>
                  <a:pt x="494802" y="56328"/>
                  <a:pt x="495224" y="52391"/>
                  <a:pt x="495037" y="49205"/>
                </a:cubicBezTo>
                <a:cubicBezTo>
                  <a:pt x="495037" y="46299"/>
                  <a:pt x="494709" y="44143"/>
                  <a:pt x="494052" y="42737"/>
                </a:cubicBezTo>
                <a:cubicBezTo>
                  <a:pt x="492553" y="39551"/>
                  <a:pt x="488992" y="37864"/>
                  <a:pt x="483369" y="37676"/>
                </a:cubicBezTo>
                <a:cubicBezTo>
                  <a:pt x="477557" y="37676"/>
                  <a:pt x="472683" y="39832"/>
                  <a:pt x="468747" y="44144"/>
                </a:cubicBezTo>
                <a:cubicBezTo>
                  <a:pt x="464717" y="48549"/>
                  <a:pt x="461952" y="54782"/>
                  <a:pt x="460452" y="62842"/>
                </a:cubicBezTo>
                <a:lnTo>
                  <a:pt x="452579" y="103472"/>
                </a:lnTo>
                <a:lnTo>
                  <a:pt x="439926" y="103472"/>
                </a:lnTo>
                <a:lnTo>
                  <a:pt x="452720" y="37818"/>
                </a:lnTo>
                <a:lnTo>
                  <a:pt x="440630" y="37818"/>
                </a:lnTo>
                <a:lnTo>
                  <a:pt x="442035" y="30507"/>
                </a:lnTo>
                <a:lnTo>
                  <a:pt x="466778" y="30507"/>
                </a:lnTo>
                <a:lnTo>
                  <a:pt x="464249" y="43441"/>
                </a:lnTo>
                <a:cubicBezTo>
                  <a:pt x="467528" y="38379"/>
                  <a:pt x="471276" y="34677"/>
                  <a:pt x="475494" y="32335"/>
                </a:cubicBezTo>
                <a:cubicBezTo>
                  <a:pt x="479713" y="29804"/>
                  <a:pt x="484306" y="28538"/>
                  <a:pt x="489273" y="28538"/>
                </a:cubicBezTo>
                <a:cubicBezTo>
                  <a:pt x="497333" y="28538"/>
                  <a:pt x="502816" y="30835"/>
                  <a:pt x="505722" y="35428"/>
                </a:cubicBezTo>
                <a:cubicBezTo>
                  <a:pt x="507503" y="38146"/>
                  <a:pt x="508393" y="41894"/>
                  <a:pt x="508393" y="46674"/>
                </a:cubicBezTo>
                <a:cubicBezTo>
                  <a:pt x="508393" y="49861"/>
                  <a:pt x="507971" y="53329"/>
                  <a:pt x="507127" y="57078"/>
                </a:cubicBezTo>
                <a:lnTo>
                  <a:pt x="499535" y="96162"/>
                </a:lnTo>
                <a:lnTo>
                  <a:pt x="510783" y="9616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7" name="Text �">
            <a:extLst xmlns:a="http://schemas.openxmlformats.org/drawingml/2006/main">
              <a:ext uri="{FF2B5EF4-FFF2-40B4-BE49-F238E27FC236}">
                <a16:creationId xmlns:a16="http://schemas.microsoft.com/office/drawing/2014/main" id="{3F6CE0F4-0B6A-459D-82B8-ED5F5FB94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8845" y="2201957"/>
            <a:ext cx="47502" cy="95533"/>
          </a:xfrm>
          <a:custGeom xmlns:a="http://schemas.openxmlformats.org/drawingml/2006/main">
            <a:pathLst>
              <a:path w="47502" h="95533">
                <a:moveTo>
                  <a:pt x="47502" y="4481"/>
                </a:moveTo>
                <a:cubicBezTo>
                  <a:pt x="47502" y="4945"/>
                  <a:pt x="47469" y="5310"/>
                  <a:pt x="47402" y="5577"/>
                </a:cubicBezTo>
                <a:cubicBezTo>
                  <a:pt x="47069" y="7169"/>
                  <a:pt x="46306" y="8463"/>
                  <a:pt x="45112" y="9459"/>
                </a:cubicBezTo>
                <a:cubicBezTo>
                  <a:pt x="43851" y="10522"/>
                  <a:pt x="42423" y="11053"/>
                  <a:pt x="40830" y="11053"/>
                </a:cubicBezTo>
                <a:cubicBezTo>
                  <a:pt x="39302" y="11053"/>
                  <a:pt x="38107" y="10522"/>
                  <a:pt x="37244" y="9459"/>
                </a:cubicBezTo>
                <a:cubicBezTo>
                  <a:pt x="36580" y="8730"/>
                  <a:pt x="36248" y="7800"/>
                  <a:pt x="36248" y="6671"/>
                </a:cubicBezTo>
                <a:cubicBezTo>
                  <a:pt x="36248" y="6207"/>
                  <a:pt x="36282" y="5842"/>
                  <a:pt x="36349" y="5577"/>
                </a:cubicBezTo>
                <a:cubicBezTo>
                  <a:pt x="36680" y="4116"/>
                  <a:pt x="37477" y="2821"/>
                  <a:pt x="38739" y="1693"/>
                </a:cubicBezTo>
                <a:cubicBezTo>
                  <a:pt x="40066" y="564"/>
                  <a:pt x="41493" y="0"/>
                  <a:pt x="43021" y="0"/>
                </a:cubicBezTo>
                <a:cubicBezTo>
                  <a:pt x="44415" y="0"/>
                  <a:pt x="45576" y="564"/>
                  <a:pt x="46505" y="1693"/>
                </a:cubicBezTo>
                <a:cubicBezTo>
                  <a:pt x="47170" y="2423"/>
                  <a:pt x="47502" y="3353"/>
                  <a:pt x="47502" y="4481"/>
                </a:cubicBezTo>
                <a:moveTo>
                  <a:pt x="44414" y="21609"/>
                </a:moveTo>
                <a:lnTo>
                  <a:pt x="33361" y="78371"/>
                </a:lnTo>
                <a:cubicBezTo>
                  <a:pt x="32232" y="83617"/>
                  <a:pt x="29842" y="87799"/>
                  <a:pt x="26191" y="90920"/>
                </a:cubicBezTo>
                <a:cubicBezTo>
                  <a:pt x="22473" y="94040"/>
                  <a:pt x="17826" y="95533"/>
                  <a:pt x="12249" y="95401"/>
                </a:cubicBezTo>
                <a:cubicBezTo>
                  <a:pt x="10058" y="95401"/>
                  <a:pt x="7900" y="95135"/>
                  <a:pt x="5776" y="94604"/>
                </a:cubicBezTo>
                <a:cubicBezTo>
                  <a:pt x="3851" y="94139"/>
                  <a:pt x="1926" y="93343"/>
                  <a:pt x="0" y="92214"/>
                </a:cubicBezTo>
                <a:lnTo>
                  <a:pt x="2091" y="81558"/>
                </a:lnTo>
                <a:lnTo>
                  <a:pt x="6672" y="81558"/>
                </a:lnTo>
                <a:cubicBezTo>
                  <a:pt x="6605" y="82090"/>
                  <a:pt x="6572" y="82820"/>
                  <a:pt x="6572" y="83749"/>
                </a:cubicBezTo>
                <a:cubicBezTo>
                  <a:pt x="6572" y="85807"/>
                  <a:pt x="6971" y="87367"/>
                  <a:pt x="7768" y="88429"/>
                </a:cubicBezTo>
                <a:cubicBezTo>
                  <a:pt x="8829" y="89890"/>
                  <a:pt x="10688" y="90620"/>
                  <a:pt x="13345" y="90620"/>
                </a:cubicBezTo>
                <a:cubicBezTo>
                  <a:pt x="16265" y="90620"/>
                  <a:pt x="18655" y="89624"/>
                  <a:pt x="20514" y="87633"/>
                </a:cubicBezTo>
                <a:cubicBezTo>
                  <a:pt x="22307" y="85641"/>
                  <a:pt x="23601" y="82554"/>
                  <a:pt x="24398" y="78371"/>
                </a:cubicBezTo>
                <a:lnTo>
                  <a:pt x="34455" y="26788"/>
                </a:lnTo>
                <a:lnTo>
                  <a:pt x="25992" y="26788"/>
                </a:lnTo>
                <a:lnTo>
                  <a:pt x="26987" y="21609"/>
                </a:lnTo>
                <a:lnTo>
                  <a:pt x="44414" y="2160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3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395883f3e14235"/>
          <a:stretch xmlns:a="http://schemas.openxmlformats.org/drawingml/2006/main"/>
        </p:blipFill>
        <p:spPr>
          <a:xfrm xmlns:a="http://schemas.openxmlformats.org/drawingml/2006/main">
            <a:off x="4002331" y="1652793"/>
            <a:ext cx="773790" cy="773790"/>
          </a:xfrm>
          <a:prstGeom xmlns:a="http://schemas.openxmlformats.org/drawingml/2006/main" prst="rect">
            <a:avLst/>
          </a:prstGeom>
        </p:spPr>
      </p:pic>
      <p:sp>
        <p:nvSpPr>
          <p:cNvPr id="159" name="Text 푂푏푠">
            <a:extLst xmlns:a="http://schemas.openxmlformats.org/drawingml/2006/main">
              <a:ext uri="{FF2B5EF4-FFF2-40B4-BE49-F238E27FC236}">
                <a16:creationId xmlns:a16="http://schemas.microsoft.com/office/drawing/2014/main" id="{5D545D1E-869C-4EDA-BB20-9E9982F8C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4854" y="1779066"/>
            <a:ext cx="288324" cy="108816"/>
          </a:xfrm>
          <a:custGeom xmlns:a="http://schemas.openxmlformats.org/drawingml/2006/main">
            <a:pathLst>
              <a:path w="288324" h="108816">
                <a:moveTo>
                  <a:pt x="85571" y="55673"/>
                </a:moveTo>
                <a:cubicBezTo>
                  <a:pt x="88477" y="40583"/>
                  <a:pt x="87821" y="29149"/>
                  <a:pt x="83603" y="21369"/>
                </a:cubicBezTo>
                <a:cubicBezTo>
                  <a:pt x="79386" y="13683"/>
                  <a:pt x="71700" y="9840"/>
                  <a:pt x="60547" y="9840"/>
                </a:cubicBezTo>
                <a:cubicBezTo>
                  <a:pt x="49393" y="9840"/>
                  <a:pt x="40114" y="13683"/>
                  <a:pt x="32710" y="21369"/>
                </a:cubicBezTo>
                <a:cubicBezTo>
                  <a:pt x="25492" y="29241"/>
                  <a:pt x="20431" y="40676"/>
                  <a:pt x="17526" y="55673"/>
                </a:cubicBezTo>
                <a:cubicBezTo>
                  <a:pt x="14620" y="70575"/>
                  <a:pt x="15276" y="82010"/>
                  <a:pt x="19494" y="89977"/>
                </a:cubicBezTo>
                <a:cubicBezTo>
                  <a:pt x="23805" y="97662"/>
                  <a:pt x="31538" y="101505"/>
                  <a:pt x="42692" y="101505"/>
                </a:cubicBezTo>
                <a:cubicBezTo>
                  <a:pt x="53751" y="101505"/>
                  <a:pt x="62983" y="97662"/>
                  <a:pt x="70387" y="89977"/>
                </a:cubicBezTo>
                <a:cubicBezTo>
                  <a:pt x="77605" y="81917"/>
                  <a:pt x="82666" y="70482"/>
                  <a:pt x="85571" y="55673"/>
                </a:cubicBezTo>
                <a:moveTo>
                  <a:pt x="101317" y="55673"/>
                </a:moveTo>
                <a:cubicBezTo>
                  <a:pt x="99818" y="63451"/>
                  <a:pt x="97100" y="70856"/>
                  <a:pt x="93163" y="77886"/>
                </a:cubicBezTo>
                <a:cubicBezTo>
                  <a:pt x="89507" y="84354"/>
                  <a:pt x="84587" y="90164"/>
                  <a:pt x="78401" y="95318"/>
                </a:cubicBezTo>
                <a:cubicBezTo>
                  <a:pt x="73058" y="99818"/>
                  <a:pt x="67294" y="103192"/>
                  <a:pt x="61109" y="105442"/>
                </a:cubicBezTo>
                <a:cubicBezTo>
                  <a:pt x="54923" y="107691"/>
                  <a:pt x="48315" y="108816"/>
                  <a:pt x="41285" y="108816"/>
                </a:cubicBezTo>
                <a:cubicBezTo>
                  <a:pt x="34350" y="108816"/>
                  <a:pt x="28165" y="107691"/>
                  <a:pt x="22729" y="105442"/>
                </a:cubicBezTo>
                <a:cubicBezTo>
                  <a:pt x="17291" y="103005"/>
                  <a:pt x="12792" y="99630"/>
                  <a:pt x="9231" y="95318"/>
                </a:cubicBezTo>
                <a:cubicBezTo>
                  <a:pt x="5108" y="90070"/>
                  <a:pt x="2437" y="84259"/>
                  <a:pt x="1218" y="77886"/>
                </a:cubicBezTo>
                <a:cubicBezTo>
                  <a:pt x="0" y="71700"/>
                  <a:pt x="187" y="64295"/>
                  <a:pt x="1781" y="55673"/>
                </a:cubicBezTo>
                <a:cubicBezTo>
                  <a:pt x="3279" y="47425"/>
                  <a:pt x="5997" y="40020"/>
                  <a:pt x="9935" y="33459"/>
                </a:cubicBezTo>
                <a:cubicBezTo>
                  <a:pt x="13403" y="27274"/>
                  <a:pt x="18323" y="21463"/>
                  <a:pt x="24696" y="16027"/>
                </a:cubicBezTo>
                <a:cubicBezTo>
                  <a:pt x="30039" y="11528"/>
                  <a:pt x="35803" y="8153"/>
                  <a:pt x="41988" y="5904"/>
                </a:cubicBezTo>
                <a:cubicBezTo>
                  <a:pt x="48174" y="3654"/>
                  <a:pt x="54828" y="2529"/>
                  <a:pt x="61952" y="2529"/>
                </a:cubicBezTo>
                <a:cubicBezTo>
                  <a:pt x="76854" y="2529"/>
                  <a:pt x="87913" y="7403"/>
                  <a:pt x="95130" y="17151"/>
                </a:cubicBezTo>
                <a:cubicBezTo>
                  <a:pt x="102348" y="26899"/>
                  <a:pt x="104410" y="39739"/>
                  <a:pt x="101317" y="55673"/>
                </a:cubicBezTo>
                <a:close/>
                <a:moveTo>
                  <a:pt x="200222" y="59328"/>
                </a:moveTo>
                <a:cubicBezTo>
                  <a:pt x="200222" y="62422"/>
                  <a:pt x="199847" y="66077"/>
                  <a:pt x="199096" y="70295"/>
                </a:cubicBezTo>
                <a:cubicBezTo>
                  <a:pt x="196847" y="81729"/>
                  <a:pt x="192207" y="91007"/>
                  <a:pt x="185178" y="98131"/>
                </a:cubicBezTo>
                <a:cubicBezTo>
                  <a:pt x="178149" y="105254"/>
                  <a:pt x="170136" y="108816"/>
                  <a:pt x="161139" y="108816"/>
                </a:cubicBezTo>
                <a:cubicBezTo>
                  <a:pt x="155608" y="108816"/>
                  <a:pt x="151109" y="107738"/>
                  <a:pt x="147641" y="105581"/>
                </a:cubicBezTo>
                <a:cubicBezTo>
                  <a:pt x="144173" y="103426"/>
                  <a:pt x="141642" y="100052"/>
                  <a:pt x="140049" y="95460"/>
                </a:cubicBezTo>
                <a:lnTo>
                  <a:pt x="137940" y="106847"/>
                </a:lnTo>
                <a:lnTo>
                  <a:pt x="125288" y="106847"/>
                </a:lnTo>
                <a:lnTo>
                  <a:pt x="144548" y="7311"/>
                </a:lnTo>
                <a:lnTo>
                  <a:pt x="132457" y="7311"/>
                </a:lnTo>
                <a:lnTo>
                  <a:pt x="133864" y="0"/>
                </a:lnTo>
                <a:lnTo>
                  <a:pt x="158607" y="0"/>
                </a:lnTo>
                <a:lnTo>
                  <a:pt x="149891" y="45268"/>
                </a:lnTo>
                <a:cubicBezTo>
                  <a:pt x="153265" y="40582"/>
                  <a:pt x="157061" y="37208"/>
                  <a:pt x="161278" y="35147"/>
                </a:cubicBezTo>
                <a:cubicBezTo>
                  <a:pt x="165590" y="32991"/>
                  <a:pt x="170510" y="31912"/>
                  <a:pt x="176039" y="31912"/>
                </a:cubicBezTo>
                <a:cubicBezTo>
                  <a:pt x="184944" y="31912"/>
                  <a:pt x="191598" y="35428"/>
                  <a:pt x="196003" y="42458"/>
                </a:cubicBezTo>
                <a:cubicBezTo>
                  <a:pt x="198816" y="47143"/>
                  <a:pt x="200222" y="52767"/>
                  <a:pt x="200222" y="59328"/>
                </a:cubicBezTo>
                <a:moveTo>
                  <a:pt x="185740" y="57921"/>
                </a:moveTo>
                <a:cubicBezTo>
                  <a:pt x="185740" y="53798"/>
                  <a:pt x="185084" y="50330"/>
                  <a:pt x="183773" y="47519"/>
                </a:cubicBezTo>
                <a:cubicBezTo>
                  <a:pt x="181429" y="42363"/>
                  <a:pt x="177023" y="39785"/>
                  <a:pt x="170556" y="39785"/>
                </a:cubicBezTo>
                <a:cubicBezTo>
                  <a:pt x="164278" y="39785"/>
                  <a:pt x="158983" y="42082"/>
                  <a:pt x="154671" y="46676"/>
                </a:cubicBezTo>
                <a:cubicBezTo>
                  <a:pt x="150359" y="51455"/>
                  <a:pt x="147360" y="58156"/>
                  <a:pt x="145674" y="66778"/>
                </a:cubicBezTo>
                <a:lnTo>
                  <a:pt x="144267" y="73950"/>
                </a:lnTo>
                <a:cubicBezTo>
                  <a:pt x="143610" y="77229"/>
                  <a:pt x="143282" y="80463"/>
                  <a:pt x="143282" y="83651"/>
                </a:cubicBezTo>
                <a:cubicBezTo>
                  <a:pt x="143282" y="87868"/>
                  <a:pt x="143986" y="91336"/>
                  <a:pt x="145393" y="94053"/>
                </a:cubicBezTo>
                <a:cubicBezTo>
                  <a:pt x="147735" y="98645"/>
                  <a:pt x="152187" y="100941"/>
                  <a:pt x="158747" y="100941"/>
                </a:cubicBezTo>
                <a:cubicBezTo>
                  <a:pt x="165214" y="100941"/>
                  <a:pt x="170603" y="98364"/>
                  <a:pt x="174915" y="93210"/>
                </a:cubicBezTo>
                <a:cubicBezTo>
                  <a:pt x="179227" y="88055"/>
                  <a:pt x="182367" y="80417"/>
                  <a:pt x="184335" y="70295"/>
                </a:cubicBezTo>
                <a:cubicBezTo>
                  <a:pt x="185272" y="65888"/>
                  <a:pt x="185740" y="61764"/>
                  <a:pt x="185740" y="57921"/>
                </a:cubicBezTo>
                <a:close/>
                <a:moveTo>
                  <a:pt x="288324" y="37818"/>
                </a:moveTo>
                <a:lnTo>
                  <a:pt x="285231" y="53703"/>
                </a:lnTo>
                <a:lnTo>
                  <a:pt x="277920" y="53703"/>
                </a:lnTo>
                <a:cubicBezTo>
                  <a:pt x="278107" y="52392"/>
                  <a:pt x="278201" y="51408"/>
                  <a:pt x="278201" y="50752"/>
                </a:cubicBezTo>
                <a:cubicBezTo>
                  <a:pt x="278201" y="47378"/>
                  <a:pt x="277030" y="44519"/>
                  <a:pt x="274687" y="42175"/>
                </a:cubicBezTo>
                <a:cubicBezTo>
                  <a:pt x="272438" y="39832"/>
                  <a:pt x="268641" y="38661"/>
                  <a:pt x="263298" y="38661"/>
                </a:cubicBezTo>
                <a:cubicBezTo>
                  <a:pt x="252614" y="38661"/>
                  <a:pt x="246475" y="42410"/>
                  <a:pt x="244881" y="49908"/>
                </a:cubicBezTo>
                <a:cubicBezTo>
                  <a:pt x="244694" y="50845"/>
                  <a:pt x="244600" y="51923"/>
                  <a:pt x="244600" y="53141"/>
                </a:cubicBezTo>
                <a:cubicBezTo>
                  <a:pt x="244600" y="54642"/>
                  <a:pt x="245351" y="56141"/>
                  <a:pt x="246851" y="57640"/>
                </a:cubicBezTo>
                <a:cubicBezTo>
                  <a:pt x="248444" y="59234"/>
                  <a:pt x="252099" y="61016"/>
                  <a:pt x="257815" y="62984"/>
                </a:cubicBezTo>
                <a:lnTo>
                  <a:pt x="267235" y="66077"/>
                </a:lnTo>
                <a:cubicBezTo>
                  <a:pt x="273702" y="68138"/>
                  <a:pt x="278154" y="70856"/>
                  <a:pt x="280591" y="74231"/>
                </a:cubicBezTo>
                <a:cubicBezTo>
                  <a:pt x="282278" y="76481"/>
                  <a:pt x="283122" y="78729"/>
                  <a:pt x="283122" y="80978"/>
                </a:cubicBezTo>
                <a:cubicBezTo>
                  <a:pt x="283122" y="90726"/>
                  <a:pt x="279279" y="98036"/>
                  <a:pt x="271594" y="102910"/>
                </a:cubicBezTo>
                <a:cubicBezTo>
                  <a:pt x="265501" y="106848"/>
                  <a:pt x="257863" y="108816"/>
                  <a:pt x="248679" y="108816"/>
                </a:cubicBezTo>
                <a:cubicBezTo>
                  <a:pt x="239305" y="108816"/>
                  <a:pt x="230589" y="106800"/>
                  <a:pt x="222528" y="102769"/>
                </a:cubicBezTo>
                <a:lnTo>
                  <a:pt x="225903" y="85759"/>
                </a:lnTo>
                <a:lnTo>
                  <a:pt x="233072" y="85759"/>
                </a:lnTo>
                <a:cubicBezTo>
                  <a:pt x="232885" y="87446"/>
                  <a:pt x="232791" y="88710"/>
                  <a:pt x="232791" y="89554"/>
                </a:cubicBezTo>
                <a:cubicBezTo>
                  <a:pt x="232791" y="97896"/>
                  <a:pt x="238462" y="102067"/>
                  <a:pt x="249803" y="102067"/>
                </a:cubicBezTo>
                <a:cubicBezTo>
                  <a:pt x="261144" y="102067"/>
                  <a:pt x="267657" y="97896"/>
                  <a:pt x="269343" y="89554"/>
                </a:cubicBezTo>
                <a:cubicBezTo>
                  <a:pt x="269438" y="88992"/>
                  <a:pt x="269485" y="87867"/>
                  <a:pt x="269485" y="86180"/>
                </a:cubicBezTo>
                <a:cubicBezTo>
                  <a:pt x="269485" y="84681"/>
                  <a:pt x="268688" y="83135"/>
                  <a:pt x="267095" y="81542"/>
                </a:cubicBezTo>
                <a:cubicBezTo>
                  <a:pt x="265595" y="79760"/>
                  <a:pt x="261565" y="77744"/>
                  <a:pt x="255005" y="75495"/>
                </a:cubicBezTo>
                <a:lnTo>
                  <a:pt x="246428" y="72403"/>
                </a:lnTo>
                <a:cubicBezTo>
                  <a:pt x="240523" y="70434"/>
                  <a:pt x="236634" y="68137"/>
                  <a:pt x="234760" y="65513"/>
                </a:cubicBezTo>
                <a:cubicBezTo>
                  <a:pt x="232885" y="62796"/>
                  <a:pt x="231948" y="59984"/>
                  <a:pt x="231948" y="57078"/>
                </a:cubicBezTo>
                <a:cubicBezTo>
                  <a:pt x="231948" y="55766"/>
                  <a:pt x="232088" y="54501"/>
                  <a:pt x="232368" y="53283"/>
                </a:cubicBezTo>
                <a:cubicBezTo>
                  <a:pt x="233681" y="46534"/>
                  <a:pt x="237149" y="41332"/>
                  <a:pt x="242773" y="37676"/>
                </a:cubicBezTo>
                <a:cubicBezTo>
                  <a:pt x="248303" y="33834"/>
                  <a:pt x="255192" y="31912"/>
                  <a:pt x="263440" y="31912"/>
                </a:cubicBezTo>
                <a:cubicBezTo>
                  <a:pt x="271406" y="31912"/>
                  <a:pt x="279701" y="33881"/>
                  <a:pt x="288324" y="3781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0" name="Text �">
            <a:extLst xmlns:a="http://schemas.openxmlformats.org/drawingml/2006/main">
              <a:ext uri="{FF2B5EF4-FFF2-40B4-BE49-F238E27FC236}">
                <a16:creationId xmlns:a16="http://schemas.microsoft.com/office/drawing/2014/main" id="{CC796F28-A4C6-4AE0-992D-5569BFBA2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2556" y="1838347"/>
            <a:ext cx="50588" cy="75683"/>
          </a:xfrm>
          <a:custGeom xmlns:a="http://schemas.openxmlformats.org/drawingml/2006/main">
            <a:pathLst>
              <a:path w="50588" h="75683">
                <a:moveTo>
                  <a:pt x="50588" y="70505"/>
                </a:moveTo>
                <a:lnTo>
                  <a:pt x="49593" y="75683"/>
                </a:lnTo>
                <a:lnTo>
                  <a:pt x="35253" y="75683"/>
                </a:lnTo>
                <a:lnTo>
                  <a:pt x="21211" y="49294"/>
                </a:lnTo>
                <a:lnTo>
                  <a:pt x="12846" y="55865"/>
                </a:lnTo>
                <a:lnTo>
                  <a:pt x="8962" y="75683"/>
                </a:lnTo>
                <a:lnTo>
                  <a:pt x="0" y="75683"/>
                </a:lnTo>
                <a:lnTo>
                  <a:pt x="13743" y="5179"/>
                </a:lnTo>
                <a:lnTo>
                  <a:pt x="5179" y="5179"/>
                </a:lnTo>
                <a:lnTo>
                  <a:pt x="6174" y="0"/>
                </a:lnTo>
                <a:lnTo>
                  <a:pt x="23700" y="0"/>
                </a:lnTo>
                <a:lnTo>
                  <a:pt x="14141" y="49294"/>
                </a:lnTo>
                <a:lnTo>
                  <a:pt x="39833" y="29178"/>
                </a:lnTo>
                <a:lnTo>
                  <a:pt x="32364" y="29178"/>
                </a:lnTo>
                <a:lnTo>
                  <a:pt x="33360" y="23999"/>
                </a:lnTo>
                <a:lnTo>
                  <a:pt x="47900" y="23999"/>
                </a:lnTo>
                <a:lnTo>
                  <a:pt x="46903" y="29178"/>
                </a:lnTo>
                <a:lnTo>
                  <a:pt x="28780" y="43418"/>
                </a:lnTo>
                <a:lnTo>
                  <a:pt x="43120" y="70505"/>
                </a:lnTo>
                <a:lnTo>
                  <a:pt x="50588" y="7050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1" name="Text +">
            <a:extLst xmlns:a="http://schemas.openxmlformats.org/drawingml/2006/main">
              <a:ext uri="{FF2B5EF4-FFF2-40B4-BE49-F238E27FC236}">
                <a16:creationId xmlns:a16="http://schemas.microsoft.com/office/drawing/2014/main" id="{5C43B1FB-2867-47B8-9442-FF7A83F31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1962" y="1977631"/>
            <a:ext cx="66450" cy="66588"/>
          </a:xfrm>
          <a:custGeom xmlns:a="http://schemas.openxmlformats.org/drawingml/2006/main">
            <a:pathLst>
              <a:path w="66450" h="66588">
                <a:moveTo>
                  <a:pt x="27390" y="66588"/>
                </a:moveTo>
                <a:lnTo>
                  <a:pt x="27390" y="38991"/>
                </a:lnTo>
                <a:lnTo>
                  <a:pt x="0" y="38991"/>
                </a:lnTo>
                <a:lnTo>
                  <a:pt x="0" y="27459"/>
                </a:lnTo>
                <a:lnTo>
                  <a:pt x="27390" y="27459"/>
                </a:lnTo>
                <a:lnTo>
                  <a:pt x="27390" y="0"/>
                </a:lnTo>
                <a:lnTo>
                  <a:pt x="39060" y="0"/>
                </a:lnTo>
                <a:lnTo>
                  <a:pt x="39060" y="27459"/>
                </a:lnTo>
                <a:lnTo>
                  <a:pt x="66450" y="27459"/>
                </a:lnTo>
                <a:lnTo>
                  <a:pt x="66450" y="38991"/>
                </a:lnTo>
                <a:lnTo>
                  <a:pt x="39060" y="38991"/>
                </a:lnTo>
                <a:lnTo>
                  <a:pt x="39060" y="66588"/>
                </a:lnTo>
                <a:lnTo>
                  <a:pt x="27390" y="6658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2" name="Text 퐶��">
            <a:extLst xmlns:a="http://schemas.openxmlformats.org/drawingml/2006/main">
              <a:ext uri="{FF2B5EF4-FFF2-40B4-BE49-F238E27FC236}">
                <a16:creationId xmlns:a16="http://schemas.microsoft.com/office/drawing/2014/main" id="{6EF0B554-6D77-4982-A437-66FE6B048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7977" y="1758234"/>
            <a:ext cx="311825" cy="106287"/>
          </a:xfrm>
          <a:custGeom xmlns:a="http://schemas.openxmlformats.org/drawingml/2006/main">
            <a:pathLst>
              <a:path w="311825" h="106287">
                <a:moveTo>
                  <a:pt x="98787" y="8858"/>
                </a:moveTo>
                <a:lnTo>
                  <a:pt x="94287" y="32476"/>
                </a:lnTo>
                <a:lnTo>
                  <a:pt x="86555" y="32476"/>
                </a:lnTo>
                <a:cubicBezTo>
                  <a:pt x="86555" y="23667"/>
                  <a:pt x="84353" y="17341"/>
                  <a:pt x="79948" y="13498"/>
                </a:cubicBezTo>
                <a:cubicBezTo>
                  <a:pt x="75823" y="9373"/>
                  <a:pt x="69075" y="7311"/>
                  <a:pt x="59704" y="7311"/>
                </a:cubicBezTo>
                <a:cubicBezTo>
                  <a:pt x="48830" y="7311"/>
                  <a:pt x="39785" y="11201"/>
                  <a:pt x="32569" y="18981"/>
                </a:cubicBezTo>
                <a:cubicBezTo>
                  <a:pt x="25540" y="26572"/>
                  <a:pt x="20525" y="37960"/>
                  <a:pt x="17526" y="53143"/>
                </a:cubicBezTo>
                <a:cubicBezTo>
                  <a:pt x="14620" y="68046"/>
                  <a:pt x="15230" y="79433"/>
                  <a:pt x="19354" y="87306"/>
                </a:cubicBezTo>
                <a:cubicBezTo>
                  <a:pt x="23477" y="95086"/>
                  <a:pt x="30975" y="98976"/>
                  <a:pt x="41847" y="98976"/>
                </a:cubicBezTo>
                <a:cubicBezTo>
                  <a:pt x="49532" y="98976"/>
                  <a:pt x="56234" y="97148"/>
                  <a:pt x="61952" y="93493"/>
                </a:cubicBezTo>
                <a:cubicBezTo>
                  <a:pt x="67575" y="89837"/>
                  <a:pt x="72168" y="84401"/>
                  <a:pt x="75730" y="77185"/>
                </a:cubicBezTo>
                <a:lnTo>
                  <a:pt x="88383" y="77185"/>
                </a:lnTo>
                <a:cubicBezTo>
                  <a:pt x="83509" y="86651"/>
                  <a:pt x="77042" y="93915"/>
                  <a:pt x="68982" y="98976"/>
                </a:cubicBezTo>
                <a:cubicBezTo>
                  <a:pt x="60640" y="103850"/>
                  <a:pt x="51126" y="106287"/>
                  <a:pt x="40442" y="106287"/>
                </a:cubicBezTo>
                <a:cubicBezTo>
                  <a:pt x="33694" y="106287"/>
                  <a:pt x="27743" y="105162"/>
                  <a:pt x="22587" y="102913"/>
                </a:cubicBezTo>
                <a:cubicBezTo>
                  <a:pt x="17151" y="100476"/>
                  <a:pt x="12699" y="97101"/>
                  <a:pt x="9231" y="92789"/>
                </a:cubicBezTo>
                <a:cubicBezTo>
                  <a:pt x="5108" y="87541"/>
                  <a:pt x="2437" y="81730"/>
                  <a:pt x="1218" y="75357"/>
                </a:cubicBezTo>
                <a:cubicBezTo>
                  <a:pt x="0" y="69077"/>
                  <a:pt x="187" y="61673"/>
                  <a:pt x="1781" y="53143"/>
                </a:cubicBezTo>
                <a:cubicBezTo>
                  <a:pt x="4873" y="37023"/>
                  <a:pt x="11995" y="24182"/>
                  <a:pt x="23149" y="14622"/>
                </a:cubicBezTo>
                <a:cubicBezTo>
                  <a:pt x="34208" y="4874"/>
                  <a:pt x="47283" y="0"/>
                  <a:pt x="62374" y="0"/>
                </a:cubicBezTo>
                <a:cubicBezTo>
                  <a:pt x="68091" y="0"/>
                  <a:pt x="73901" y="750"/>
                  <a:pt x="79806" y="2250"/>
                </a:cubicBezTo>
                <a:cubicBezTo>
                  <a:pt x="85617" y="3562"/>
                  <a:pt x="91944" y="5764"/>
                  <a:pt x="98787" y="8858"/>
                </a:cubicBezTo>
                <a:close/>
                <a:moveTo>
                  <a:pt x="179531" y="55111"/>
                </a:moveTo>
                <a:cubicBezTo>
                  <a:pt x="179531" y="50893"/>
                  <a:pt x="178875" y="47238"/>
                  <a:pt x="177564" y="44146"/>
                </a:cubicBezTo>
                <a:cubicBezTo>
                  <a:pt x="175220" y="38803"/>
                  <a:pt x="170580" y="36132"/>
                  <a:pt x="163646" y="36132"/>
                </a:cubicBezTo>
                <a:cubicBezTo>
                  <a:pt x="156897" y="36132"/>
                  <a:pt x="151273" y="38803"/>
                  <a:pt x="146773" y="44146"/>
                </a:cubicBezTo>
                <a:cubicBezTo>
                  <a:pt x="142276" y="49488"/>
                  <a:pt x="139042" y="57361"/>
                  <a:pt x="137073" y="67765"/>
                </a:cubicBezTo>
                <a:cubicBezTo>
                  <a:pt x="136136" y="72357"/>
                  <a:pt x="135668" y="76575"/>
                  <a:pt x="135668" y="80418"/>
                </a:cubicBezTo>
                <a:cubicBezTo>
                  <a:pt x="135668" y="84730"/>
                  <a:pt x="136324" y="88432"/>
                  <a:pt x="137637" y="91524"/>
                </a:cubicBezTo>
                <a:cubicBezTo>
                  <a:pt x="139979" y="96867"/>
                  <a:pt x="144572" y="99538"/>
                  <a:pt x="151413" y="99538"/>
                </a:cubicBezTo>
                <a:cubicBezTo>
                  <a:pt x="158162" y="99538"/>
                  <a:pt x="163786" y="96867"/>
                  <a:pt x="168283" y="91524"/>
                </a:cubicBezTo>
                <a:cubicBezTo>
                  <a:pt x="172690" y="86275"/>
                  <a:pt x="175971" y="78356"/>
                  <a:pt x="178126" y="67765"/>
                </a:cubicBezTo>
                <a:cubicBezTo>
                  <a:pt x="179062" y="63172"/>
                  <a:pt x="179531" y="58953"/>
                  <a:pt x="179531" y="55111"/>
                </a:cubicBezTo>
                <a:moveTo>
                  <a:pt x="193872" y="57642"/>
                </a:moveTo>
                <a:cubicBezTo>
                  <a:pt x="193872" y="61110"/>
                  <a:pt x="193543" y="64485"/>
                  <a:pt x="192887" y="67765"/>
                </a:cubicBezTo>
                <a:cubicBezTo>
                  <a:pt x="190637" y="79294"/>
                  <a:pt x="185623" y="88619"/>
                  <a:pt x="177845" y="95741"/>
                </a:cubicBezTo>
                <a:cubicBezTo>
                  <a:pt x="170065" y="102772"/>
                  <a:pt x="160832" y="106287"/>
                  <a:pt x="150148" y="106287"/>
                </a:cubicBezTo>
                <a:cubicBezTo>
                  <a:pt x="139651" y="106287"/>
                  <a:pt x="131778" y="102772"/>
                  <a:pt x="126529" y="95741"/>
                </a:cubicBezTo>
                <a:cubicBezTo>
                  <a:pt x="122968" y="90774"/>
                  <a:pt x="121187" y="84823"/>
                  <a:pt x="121187" y="77886"/>
                </a:cubicBezTo>
                <a:cubicBezTo>
                  <a:pt x="121187" y="74887"/>
                  <a:pt x="121562" y="71514"/>
                  <a:pt x="122311" y="67765"/>
                </a:cubicBezTo>
                <a:cubicBezTo>
                  <a:pt x="124561" y="56142"/>
                  <a:pt x="129576" y="46864"/>
                  <a:pt x="137356" y="39929"/>
                </a:cubicBezTo>
                <a:cubicBezTo>
                  <a:pt x="145134" y="32898"/>
                  <a:pt x="154366" y="29383"/>
                  <a:pt x="165051" y="29383"/>
                </a:cubicBezTo>
                <a:cubicBezTo>
                  <a:pt x="175735" y="29383"/>
                  <a:pt x="183608" y="32898"/>
                  <a:pt x="188669" y="39929"/>
                </a:cubicBezTo>
                <a:cubicBezTo>
                  <a:pt x="192138" y="44801"/>
                  <a:pt x="193872" y="50706"/>
                  <a:pt x="193872" y="57642"/>
                </a:cubicBezTo>
                <a:close/>
                <a:moveTo>
                  <a:pt x="311825" y="1828"/>
                </a:moveTo>
                <a:lnTo>
                  <a:pt x="307185" y="26009"/>
                </a:lnTo>
                <a:lnTo>
                  <a:pt x="298750" y="26009"/>
                </a:lnTo>
                <a:lnTo>
                  <a:pt x="301844" y="9982"/>
                </a:lnTo>
                <a:lnTo>
                  <a:pt x="271618" y="9982"/>
                </a:lnTo>
                <a:lnTo>
                  <a:pt x="254745" y="97007"/>
                </a:lnTo>
                <a:lnTo>
                  <a:pt x="267821" y="97007"/>
                </a:lnTo>
                <a:lnTo>
                  <a:pt x="266415" y="104318"/>
                </a:lnTo>
                <a:lnTo>
                  <a:pt x="226347" y="104318"/>
                </a:lnTo>
                <a:lnTo>
                  <a:pt x="227752" y="97007"/>
                </a:lnTo>
                <a:lnTo>
                  <a:pt x="240827" y="97007"/>
                </a:lnTo>
                <a:lnTo>
                  <a:pt x="257839" y="9982"/>
                </a:lnTo>
                <a:lnTo>
                  <a:pt x="227613" y="9982"/>
                </a:lnTo>
                <a:lnTo>
                  <a:pt x="224519" y="26009"/>
                </a:lnTo>
                <a:lnTo>
                  <a:pt x="216084" y="26009"/>
                </a:lnTo>
                <a:lnTo>
                  <a:pt x="220864" y="1828"/>
                </a:lnTo>
                <a:lnTo>
                  <a:pt x="311825" y="182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3" name="Text �">
            <a:extLst xmlns:a="http://schemas.openxmlformats.org/drawingml/2006/main">
              <a:ext uri="{FF2B5EF4-FFF2-40B4-BE49-F238E27FC236}">
                <a16:creationId xmlns:a16="http://schemas.microsoft.com/office/drawing/2014/main" id="{7D6B4820-DE10-4CBC-8C92-BE29E05AC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9110" y="1814986"/>
            <a:ext cx="50588" cy="75683"/>
          </a:xfrm>
          <a:custGeom xmlns:a="http://schemas.openxmlformats.org/drawingml/2006/main">
            <a:pathLst>
              <a:path w="50588" h="75683">
                <a:moveTo>
                  <a:pt x="50588" y="70505"/>
                </a:moveTo>
                <a:lnTo>
                  <a:pt x="49593" y="75683"/>
                </a:lnTo>
                <a:lnTo>
                  <a:pt x="35253" y="75683"/>
                </a:lnTo>
                <a:lnTo>
                  <a:pt x="21211" y="49294"/>
                </a:lnTo>
                <a:lnTo>
                  <a:pt x="12846" y="55865"/>
                </a:lnTo>
                <a:lnTo>
                  <a:pt x="8962" y="75683"/>
                </a:lnTo>
                <a:lnTo>
                  <a:pt x="0" y="75683"/>
                </a:lnTo>
                <a:lnTo>
                  <a:pt x="13743" y="5179"/>
                </a:lnTo>
                <a:lnTo>
                  <a:pt x="5179" y="5179"/>
                </a:lnTo>
                <a:lnTo>
                  <a:pt x="6174" y="0"/>
                </a:lnTo>
                <a:lnTo>
                  <a:pt x="23700" y="0"/>
                </a:lnTo>
                <a:lnTo>
                  <a:pt x="14141" y="49294"/>
                </a:lnTo>
                <a:lnTo>
                  <a:pt x="39833" y="29178"/>
                </a:lnTo>
                <a:lnTo>
                  <a:pt x="32364" y="29178"/>
                </a:lnTo>
                <a:lnTo>
                  <a:pt x="33360" y="23999"/>
                </a:lnTo>
                <a:lnTo>
                  <a:pt x="47900" y="23999"/>
                </a:lnTo>
                <a:lnTo>
                  <a:pt x="46903" y="29178"/>
                </a:lnTo>
                <a:lnTo>
                  <a:pt x="28780" y="43418"/>
                </a:lnTo>
                <a:lnTo>
                  <a:pt x="43120" y="70505"/>
                </a:lnTo>
                <a:lnTo>
                  <a:pt x="50588" y="7050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4" name="Text 퐴푐����">
            <a:extLst xmlns:a="http://schemas.openxmlformats.org/drawingml/2006/main">
              <a:ext uri="{FF2B5EF4-FFF2-40B4-BE49-F238E27FC236}">
                <a16:creationId xmlns:a16="http://schemas.microsoft.com/office/drawing/2014/main" id="{14C049D4-9946-4391-9CAF-F7124FF06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0221" y="2147585"/>
            <a:ext cx="510783" cy="105442"/>
          </a:xfrm>
          <a:custGeom xmlns:a="http://schemas.openxmlformats.org/drawingml/2006/main">
            <a:pathLst>
              <a:path w="510783" h="105442">
                <a:moveTo>
                  <a:pt x="73808" y="66356"/>
                </a:moveTo>
                <a:lnTo>
                  <a:pt x="64530" y="17574"/>
                </a:lnTo>
                <a:lnTo>
                  <a:pt x="36271" y="66356"/>
                </a:lnTo>
                <a:lnTo>
                  <a:pt x="73808" y="66356"/>
                </a:lnTo>
                <a:moveTo>
                  <a:pt x="105161" y="96162"/>
                </a:moveTo>
                <a:lnTo>
                  <a:pt x="103753" y="103472"/>
                </a:lnTo>
                <a:lnTo>
                  <a:pt x="66497" y="103472"/>
                </a:lnTo>
                <a:lnTo>
                  <a:pt x="67905" y="96162"/>
                </a:lnTo>
                <a:lnTo>
                  <a:pt x="79292" y="96162"/>
                </a:lnTo>
                <a:lnTo>
                  <a:pt x="75074" y="73667"/>
                </a:lnTo>
                <a:lnTo>
                  <a:pt x="32054" y="73667"/>
                </a:lnTo>
                <a:lnTo>
                  <a:pt x="18979" y="96162"/>
                </a:lnTo>
                <a:lnTo>
                  <a:pt x="30226" y="96162"/>
                </a:lnTo>
                <a:lnTo>
                  <a:pt x="28821" y="103472"/>
                </a:lnTo>
                <a:lnTo>
                  <a:pt x="0" y="103472"/>
                </a:lnTo>
                <a:lnTo>
                  <a:pt x="1405" y="96162"/>
                </a:lnTo>
                <a:lnTo>
                  <a:pt x="10404" y="96162"/>
                </a:lnTo>
                <a:lnTo>
                  <a:pt x="65515" y="983"/>
                </a:lnTo>
                <a:lnTo>
                  <a:pt x="77043" y="983"/>
                </a:lnTo>
                <a:lnTo>
                  <a:pt x="95037" y="96162"/>
                </a:lnTo>
                <a:lnTo>
                  <a:pt x="105161" y="96162"/>
                </a:lnTo>
                <a:close/>
                <a:moveTo>
                  <a:pt x="197855" y="35006"/>
                </a:moveTo>
                <a:lnTo>
                  <a:pt x="194199" y="53703"/>
                </a:lnTo>
                <a:lnTo>
                  <a:pt x="186891" y="53703"/>
                </a:lnTo>
                <a:lnTo>
                  <a:pt x="186891" y="51876"/>
                </a:lnTo>
                <a:cubicBezTo>
                  <a:pt x="186891" y="46347"/>
                  <a:pt x="185719" y="42270"/>
                  <a:pt x="183375" y="39646"/>
                </a:cubicBezTo>
                <a:cubicBezTo>
                  <a:pt x="180750" y="36740"/>
                  <a:pt x="176439" y="35287"/>
                  <a:pt x="170441" y="35287"/>
                </a:cubicBezTo>
                <a:cubicBezTo>
                  <a:pt x="163599" y="35287"/>
                  <a:pt x="157929" y="37958"/>
                  <a:pt x="153430" y="43301"/>
                </a:cubicBezTo>
                <a:cubicBezTo>
                  <a:pt x="149025" y="48455"/>
                  <a:pt x="145744" y="56328"/>
                  <a:pt x="143587" y="66920"/>
                </a:cubicBezTo>
                <a:cubicBezTo>
                  <a:pt x="142651" y="71512"/>
                  <a:pt x="142182" y="75776"/>
                  <a:pt x="142182" y="79712"/>
                </a:cubicBezTo>
                <a:cubicBezTo>
                  <a:pt x="142182" y="83931"/>
                  <a:pt x="142839" y="87586"/>
                  <a:pt x="144151" y="90678"/>
                </a:cubicBezTo>
                <a:cubicBezTo>
                  <a:pt x="146494" y="96021"/>
                  <a:pt x="151133" y="98693"/>
                  <a:pt x="158070" y="98693"/>
                </a:cubicBezTo>
                <a:cubicBezTo>
                  <a:pt x="163599" y="98693"/>
                  <a:pt x="168191" y="97287"/>
                  <a:pt x="171846" y="94475"/>
                </a:cubicBezTo>
                <a:cubicBezTo>
                  <a:pt x="175596" y="91664"/>
                  <a:pt x="178690" y="87352"/>
                  <a:pt x="181126" y="81540"/>
                </a:cubicBezTo>
                <a:lnTo>
                  <a:pt x="191248" y="81540"/>
                </a:lnTo>
                <a:cubicBezTo>
                  <a:pt x="187967" y="89413"/>
                  <a:pt x="183375" y="95318"/>
                  <a:pt x="177471" y="99255"/>
                </a:cubicBezTo>
                <a:cubicBezTo>
                  <a:pt x="171846" y="103379"/>
                  <a:pt x="164910" y="105442"/>
                  <a:pt x="156662" y="105442"/>
                </a:cubicBezTo>
                <a:cubicBezTo>
                  <a:pt x="146165" y="105442"/>
                  <a:pt x="138292" y="101926"/>
                  <a:pt x="133044" y="94896"/>
                </a:cubicBezTo>
                <a:cubicBezTo>
                  <a:pt x="129482" y="89929"/>
                  <a:pt x="127702" y="83977"/>
                  <a:pt x="127702" y="77041"/>
                </a:cubicBezTo>
                <a:cubicBezTo>
                  <a:pt x="127702" y="74042"/>
                  <a:pt x="128077" y="70668"/>
                  <a:pt x="128826" y="66920"/>
                </a:cubicBezTo>
                <a:cubicBezTo>
                  <a:pt x="131076" y="55110"/>
                  <a:pt x="136137" y="45784"/>
                  <a:pt x="144010" y="38942"/>
                </a:cubicBezTo>
                <a:cubicBezTo>
                  <a:pt x="151790" y="32006"/>
                  <a:pt x="160975" y="28538"/>
                  <a:pt x="171565" y="28538"/>
                </a:cubicBezTo>
                <a:cubicBezTo>
                  <a:pt x="175877" y="28538"/>
                  <a:pt x="180376" y="29053"/>
                  <a:pt x="185063" y="30085"/>
                </a:cubicBezTo>
                <a:cubicBezTo>
                  <a:pt x="189280" y="31210"/>
                  <a:pt x="193544" y="32850"/>
                  <a:pt x="197855" y="35006"/>
                </a:cubicBezTo>
                <a:close/>
                <a:moveTo>
                  <a:pt x="269181" y="30507"/>
                </a:moveTo>
                <a:lnTo>
                  <a:pt x="267775" y="37818"/>
                </a:lnTo>
                <a:lnTo>
                  <a:pt x="244015" y="37818"/>
                </a:lnTo>
                <a:lnTo>
                  <a:pt x="235018" y="84213"/>
                </a:lnTo>
                <a:cubicBezTo>
                  <a:pt x="234361" y="87586"/>
                  <a:pt x="234033" y="90445"/>
                  <a:pt x="234033" y="92787"/>
                </a:cubicBezTo>
                <a:cubicBezTo>
                  <a:pt x="234033" y="94287"/>
                  <a:pt x="234174" y="95366"/>
                  <a:pt x="234456" y="96022"/>
                </a:cubicBezTo>
                <a:cubicBezTo>
                  <a:pt x="235300" y="97803"/>
                  <a:pt x="237361" y="98693"/>
                  <a:pt x="240641" y="98693"/>
                </a:cubicBezTo>
                <a:cubicBezTo>
                  <a:pt x="243921" y="98693"/>
                  <a:pt x="246499" y="97709"/>
                  <a:pt x="248374" y="95741"/>
                </a:cubicBezTo>
                <a:cubicBezTo>
                  <a:pt x="250249" y="93772"/>
                  <a:pt x="251655" y="90632"/>
                  <a:pt x="252592" y="86321"/>
                </a:cubicBezTo>
                <a:lnTo>
                  <a:pt x="262153" y="86321"/>
                </a:lnTo>
                <a:cubicBezTo>
                  <a:pt x="260465" y="92976"/>
                  <a:pt x="257700" y="97803"/>
                  <a:pt x="253857" y="100802"/>
                </a:cubicBezTo>
                <a:cubicBezTo>
                  <a:pt x="250014" y="103895"/>
                  <a:pt x="244812" y="105442"/>
                  <a:pt x="238251" y="105442"/>
                </a:cubicBezTo>
                <a:cubicBezTo>
                  <a:pt x="230847" y="105442"/>
                  <a:pt x="225974" y="103848"/>
                  <a:pt x="223631" y="100660"/>
                </a:cubicBezTo>
                <a:cubicBezTo>
                  <a:pt x="222131" y="98692"/>
                  <a:pt x="221428" y="95834"/>
                  <a:pt x="221522" y="92086"/>
                </a:cubicBezTo>
                <a:cubicBezTo>
                  <a:pt x="221522" y="89836"/>
                  <a:pt x="221803" y="87212"/>
                  <a:pt x="222365" y="84213"/>
                </a:cubicBezTo>
                <a:lnTo>
                  <a:pt x="231362" y="37818"/>
                </a:lnTo>
                <a:lnTo>
                  <a:pt x="220257" y="37818"/>
                </a:lnTo>
                <a:lnTo>
                  <a:pt x="221662" y="30507"/>
                </a:lnTo>
                <a:lnTo>
                  <a:pt x="232770" y="30507"/>
                </a:lnTo>
                <a:lnTo>
                  <a:pt x="237127" y="7873"/>
                </a:lnTo>
                <a:lnTo>
                  <a:pt x="249921" y="7873"/>
                </a:lnTo>
                <a:lnTo>
                  <a:pt x="245422" y="30507"/>
                </a:lnTo>
                <a:lnTo>
                  <a:pt x="269181" y="30507"/>
                </a:lnTo>
                <a:close/>
                <a:moveTo>
                  <a:pt x="322511" y="6326"/>
                </a:moveTo>
                <a:cubicBezTo>
                  <a:pt x="322511" y="6981"/>
                  <a:pt x="322464" y="7497"/>
                  <a:pt x="322371" y="7873"/>
                </a:cubicBezTo>
                <a:cubicBezTo>
                  <a:pt x="321902" y="10121"/>
                  <a:pt x="320824" y="11948"/>
                  <a:pt x="319136" y="13354"/>
                </a:cubicBezTo>
                <a:cubicBezTo>
                  <a:pt x="317263" y="14854"/>
                  <a:pt x="315248" y="15604"/>
                  <a:pt x="313091" y="15604"/>
                </a:cubicBezTo>
                <a:cubicBezTo>
                  <a:pt x="310936" y="15604"/>
                  <a:pt x="309249" y="14854"/>
                  <a:pt x="308030" y="13354"/>
                </a:cubicBezTo>
                <a:cubicBezTo>
                  <a:pt x="307094" y="12324"/>
                  <a:pt x="306625" y="11012"/>
                  <a:pt x="306625" y="9418"/>
                </a:cubicBezTo>
                <a:cubicBezTo>
                  <a:pt x="306625" y="8763"/>
                  <a:pt x="306672" y="8248"/>
                  <a:pt x="306765" y="7873"/>
                </a:cubicBezTo>
                <a:cubicBezTo>
                  <a:pt x="307234" y="5623"/>
                  <a:pt x="308359" y="3796"/>
                  <a:pt x="310139" y="2390"/>
                </a:cubicBezTo>
                <a:cubicBezTo>
                  <a:pt x="311920" y="797"/>
                  <a:pt x="313888" y="0"/>
                  <a:pt x="316045" y="0"/>
                </a:cubicBezTo>
                <a:cubicBezTo>
                  <a:pt x="318106" y="0"/>
                  <a:pt x="319793" y="797"/>
                  <a:pt x="321106" y="2390"/>
                </a:cubicBezTo>
                <a:cubicBezTo>
                  <a:pt x="322042" y="3421"/>
                  <a:pt x="322511" y="4733"/>
                  <a:pt x="322511" y="6326"/>
                </a:cubicBezTo>
                <a:moveTo>
                  <a:pt x="318435" y="30507"/>
                </a:moveTo>
                <a:lnTo>
                  <a:pt x="305641" y="96162"/>
                </a:lnTo>
                <a:lnTo>
                  <a:pt x="317592" y="96162"/>
                </a:lnTo>
                <a:lnTo>
                  <a:pt x="316184" y="103472"/>
                </a:lnTo>
                <a:lnTo>
                  <a:pt x="291722" y="103472"/>
                </a:lnTo>
                <a:lnTo>
                  <a:pt x="304375" y="37818"/>
                </a:lnTo>
                <a:lnTo>
                  <a:pt x="292285" y="37818"/>
                </a:lnTo>
                <a:lnTo>
                  <a:pt x="293831" y="30507"/>
                </a:lnTo>
                <a:lnTo>
                  <a:pt x="318435" y="30507"/>
                </a:lnTo>
                <a:close/>
                <a:moveTo>
                  <a:pt x="403373" y="54265"/>
                </a:moveTo>
                <a:cubicBezTo>
                  <a:pt x="403373" y="50048"/>
                  <a:pt x="402717" y="46393"/>
                  <a:pt x="401405" y="43301"/>
                </a:cubicBezTo>
                <a:cubicBezTo>
                  <a:pt x="399061" y="37958"/>
                  <a:pt x="394422" y="35287"/>
                  <a:pt x="387487" y="35287"/>
                </a:cubicBezTo>
                <a:cubicBezTo>
                  <a:pt x="380738" y="35287"/>
                  <a:pt x="375114" y="37958"/>
                  <a:pt x="370615" y="43301"/>
                </a:cubicBezTo>
                <a:cubicBezTo>
                  <a:pt x="366117" y="48643"/>
                  <a:pt x="362884" y="56516"/>
                  <a:pt x="360914" y="66920"/>
                </a:cubicBezTo>
                <a:cubicBezTo>
                  <a:pt x="359978" y="71512"/>
                  <a:pt x="359509" y="75730"/>
                  <a:pt x="359509" y="79573"/>
                </a:cubicBezTo>
                <a:cubicBezTo>
                  <a:pt x="359509" y="83884"/>
                  <a:pt x="360166" y="87586"/>
                  <a:pt x="361479" y="90678"/>
                </a:cubicBezTo>
                <a:cubicBezTo>
                  <a:pt x="363821" y="96021"/>
                  <a:pt x="368413" y="98693"/>
                  <a:pt x="375255" y="98693"/>
                </a:cubicBezTo>
                <a:cubicBezTo>
                  <a:pt x="382004" y="98693"/>
                  <a:pt x="387627" y="96021"/>
                  <a:pt x="392125" y="90678"/>
                </a:cubicBezTo>
                <a:cubicBezTo>
                  <a:pt x="396532" y="85430"/>
                  <a:pt x="399812" y="77510"/>
                  <a:pt x="401967" y="66920"/>
                </a:cubicBezTo>
                <a:cubicBezTo>
                  <a:pt x="402904" y="62326"/>
                  <a:pt x="403373" y="58108"/>
                  <a:pt x="403373" y="54265"/>
                </a:cubicBezTo>
                <a:moveTo>
                  <a:pt x="417713" y="56797"/>
                </a:moveTo>
                <a:cubicBezTo>
                  <a:pt x="417713" y="60265"/>
                  <a:pt x="417385" y="63639"/>
                  <a:pt x="416729" y="66920"/>
                </a:cubicBezTo>
                <a:cubicBezTo>
                  <a:pt x="414479" y="78448"/>
                  <a:pt x="409465" y="87774"/>
                  <a:pt x="401686" y="94896"/>
                </a:cubicBezTo>
                <a:cubicBezTo>
                  <a:pt x="393906" y="101926"/>
                  <a:pt x="384674" y="105442"/>
                  <a:pt x="373990" y="105442"/>
                </a:cubicBezTo>
                <a:cubicBezTo>
                  <a:pt x="363492" y="105442"/>
                  <a:pt x="355619" y="101926"/>
                  <a:pt x="350371" y="94896"/>
                </a:cubicBezTo>
                <a:cubicBezTo>
                  <a:pt x="346810" y="89929"/>
                  <a:pt x="345029" y="83977"/>
                  <a:pt x="345029" y="77041"/>
                </a:cubicBezTo>
                <a:cubicBezTo>
                  <a:pt x="345029" y="74042"/>
                  <a:pt x="345404" y="70668"/>
                  <a:pt x="346153" y="66920"/>
                </a:cubicBezTo>
                <a:cubicBezTo>
                  <a:pt x="348403" y="55297"/>
                  <a:pt x="353418" y="46019"/>
                  <a:pt x="361198" y="39084"/>
                </a:cubicBezTo>
                <a:cubicBezTo>
                  <a:pt x="368976" y="32053"/>
                  <a:pt x="378208" y="28538"/>
                  <a:pt x="388892" y="28538"/>
                </a:cubicBezTo>
                <a:cubicBezTo>
                  <a:pt x="399577" y="28538"/>
                  <a:pt x="407450" y="32053"/>
                  <a:pt x="412511" y="39084"/>
                </a:cubicBezTo>
                <a:cubicBezTo>
                  <a:pt x="415979" y="43956"/>
                  <a:pt x="417713" y="49861"/>
                  <a:pt x="417713" y="56797"/>
                </a:cubicBezTo>
                <a:close/>
                <a:moveTo>
                  <a:pt x="510783" y="96162"/>
                </a:moveTo>
                <a:lnTo>
                  <a:pt x="509378" y="103472"/>
                </a:lnTo>
                <a:lnTo>
                  <a:pt x="485478" y="103472"/>
                </a:lnTo>
                <a:lnTo>
                  <a:pt x="493772" y="61014"/>
                </a:lnTo>
                <a:cubicBezTo>
                  <a:pt x="494803" y="56328"/>
                  <a:pt x="495225" y="52391"/>
                  <a:pt x="495037" y="49205"/>
                </a:cubicBezTo>
                <a:cubicBezTo>
                  <a:pt x="495037" y="46299"/>
                  <a:pt x="494709" y="44143"/>
                  <a:pt x="494053" y="42737"/>
                </a:cubicBezTo>
                <a:cubicBezTo>
                  <a:pt x="492554" y="39551"/>
                  <a:pt x="488993" y="37864"/>
                  <a:pt x="483370" y="37676"/>
                </a:cubicBezTo>
                <a:cubicBezTo>
                  <a:pt x="477557" y="37676"/>
                  <a:pt x="472683" y="39832"/>
                  <a:pt x="468748" y="44144"/>
                </a:cubicBezTo>
                <a:cubicBezTo>
                  <a:pt x="464718" y="48549"/>
                  <a:pt x="461952" y="54782"/>
                  <a:pt x="460452" y="62842"/>
                </a:cubicBezTo>
                <a:lnTo>
                  <a:pt x="452579" y="103472"/>
                </a:lnTo>
                <a:lnTo>
                  <a:pt x="439927" y="103472"/>
                </a:lnTo>
                <a:lnTo>
                  <a:pt x="452721" y="37818"/>
                </a:lnTo>
                <a:lnTo>
                  <a:pt x="440630" y="37818"/>
                </a:lnTo>
                <a:lnTo>
                  <a:pt x="442035" y="30507"/>
                </a:lnTo>
                <a:lnTo>
                  <a:pt x="466778" y="30507"/>
                </a:lnTo>
                <a:lnTo>
                  <a:pt x="464249" y="43441"/>
                </a:lnTo>
                <a:cubicBezTo>
                  <a:pt x="467529" y="38379"/>
                  <a:pt x="471277" y="34677"/>
                  <a:pt x="475494" y="32335"/>
                </a:cubicBezTo>
                <a:cubicBezTo>
                  <a:pt x="479713" y="29804"/>
                  <a:pt x="484306" y="28538"/>
                  <a:pt x="489273" y="28538"/>
                </a:cubicBezTo>
                <a:cubicBezTo>
                  <a:pt x="497333" y="28538"/>
                  <a:pt x="502817" y="30835"/>
                  <a:pt x="505723" y="35428"/>
                </a:cubicBezTo>
                <a:cubicBezTo>
                  <a:pt x="507503" y="38146"/>
                  <a:pt x="508393" y="41894"/>
                  <a:pt x="508393" y="46674"/>
                </a:cubicBezTo>
                <a:cubicBezTo>
                  <a:pt x="508393" y="49861"/>
                  <a:pt x="507972" y="53329"/>
                  <a:pt x="507128" y="57078"/>
                </a:cubicBezTo>
                <a:lnTo>
                  <a:pt x="499536" y="96162"/>
                </a:lnTo>
                <a:lnTo>
                  <a:pt x="510783" y="9616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5" name="Text �">
            <a:extLst xmlns:a="http://schemas.openxmlformats.org/drawingml/2006/main">
              <a:ext uri="{FF2B5EF4-FFF2-40B4-BE49-F238E27FC236}">
                <a16:creationId xmlns:a16="http://schemas.microsoft.com/office/drawing/2014/main" id="{4A0E0DE6-78ED-477C-9CCC-090836760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0007" y="2203492"/>
            <a:ext cx="50588" cy="75683"/>
          </a:xfrm>
          <a:custGeom xmlns:a="http://schemas.openxmlformats.org/drawingml/2006/main">
            <a:pathLst>
              <a:path w="50588" h="75683">
                <a:moveTo>
                  <a:pt x="50588" y="70505"/>
                </a:moveTo>
                <a:lnTo>
                  <a:pt x="49593" y="75683"/>
                </a:lnTo>
                <a:lnTo>
                  <a:pt x="35253" y="75683"/>
                </a:lnTo>
                <a:lnTo>
                  <a:pt x="21211" y="49294"/>
                </a:lnTo>
                <a:lnTo>
                  <a:pt x="12846" y="55865"/>
                </a:lnTo>
                <a:lnTo>
                  <a:pt x="8962" y="75683"/>
                </a:lnTo>
                <a:lnTo>
                  <a:pt x="0" y="75683"/>
                </a:lnTo>
                <a:lnTo>
                  <a:pt x="13743" y="5179"/>
                </a:lnTo>
                <a:lnTo>
                  <a:pt x="5179" y="5179"/>
                </a:lnTo>
                <a:lnTo>
                  <a:pt x="6174" y="0"/>
                </a:lnTo>
                <a:lnTo>
                  <a:pt x="23700" y="0"/>
                </a:lnTo>
                <a:lnTo>
                  <a:pt x="14141" y="49294"/>
                </a:lnTo>
                <a:lnTo>
                  <a:pt x="39833" y="29178"/>
                </a:lnTo>
                <a:lnTo>
                  <a:pt x="32364" y="29178"/>
                </a:lnTo>
                <a:lnTo>
                  <a:pt x="33360" y="23999"/>
                </a:lnTo>
                <a:lnTo>
                  <a:pt x="47900" y="23999"/>
                </a:lnTo>
                <a:lnTo>
                  <a:pt x="46903" y="29178"/>
                </a:lnTo>
                <a:lnTo>
                  <a:pt x="28780" y="43418"/>
                </a:lnTo>
                <a:lnTo>
                  <a:pt x="43120" y="70505"/>
                </a:lnTo>
                <a:lnTo>
                  <a:pt x="50588" y="7050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3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1abfc549f744d8"/>
          <a:stretch xmlns:a="http://schemas.openxmlformats.org/drawingml/2006/main"/>
        </p:blipFill>
        <p:spPr>
          <a:xfrm xmlns:a="http://schemas.openxmlformats.org/drawingml/2006/main">
            <a:off x="5951831" y="1653379"/>
            <a:ext cx="773790" cy="773790"/>
          </a:xfrm>
          <a:prstGeom xmlns:a="http://schemas.openxmlformats.org/drawingml/2006/main" prst="rect">
            <a:avLst/>
          </a:prstGeom>
        </p:spPr>
      </p:pic>
      <p:pic>
        <p:nvPicPr>
          <p:cNvPr id="3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7f555b3c7f4a45"/>
          <a:stretch xmlns:a="http://schemas.openxmlformats.org/drawingml/2006/main"/>
        </p:blipFill>
        <p:spPr>
          <a:xfrm xmlns:a="http://schemas.openxmlformats.org/drawingml/2006/main">
            <a:off x="463190" y="1937720"/>
            <a:ext cx="234315" cy="234315"/>
          </a:xfrm>
          <a:prstGeom xmlns:a="http://schemas.openxmlformats.org/drawingml/2006/main" prst="rect">
            <a:avLst/>
          </a:prstGeom>
        </p:spPr>
      </p:pic>
      <p:sp>
        <p:nvSpPr>
          <p:cNvPr id="1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6281DF6-1035-4B07-9142-0D25CE8A7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6427" y="799535"/>
            <a:ext cx="888640" cy="758009"/>
          </a:xfrm>
          <a:custGeom xmlns:a="http://schemas.openxmlformats.org/drawingml/2006/main">
            <a:pathLst>
              <a:path w="888640" h="758009">
                <a:moveTo>
                  <a:pt x="4112" y="725990"/>
                </a:moveTo>
                <a:lnTo>
                  <a:pt x="6327" y="730582"/>
                </a:lnTo>
                <a:lnTo>
                  <a:pt x="8951" y="734906"/>
                </a:lnTo>
                <a:lnTo>
                  <a:pt x="11973" y="738936"/>
                </a:lnTo>
                <a:lnTo>
                  <a:pt x="15348" y="742661"/>
                </a:lnTo>
                <a:lnTo>
                  <a:pt x="19073" y="746036"/>
                </a:lnTo>
                <a:lnTo>
                  <a:pt x="23103" y="749058"/>
                </a:lnTo>
                <a:lnTo>
                  <a:pt x="27427" y="751683"/>
                </a:lnTo>
                <a:lnTo>
                  <a:pt x="32019" y="753897"/>
                </a:lnTo>
                <a:lnTo>
                  <a:pt x="36834" y="755654"/>
                </a:lnTo>
                <a:lnTo>
                  <a:pt x="41872" y="756955"/>
                </a:lnTo>
                <a:lnTo>
                  <a:pt x="47004" y="757740"/>
                </a:lnTo>
                <a:lnTo>
                  <a:pt x="49733" y="757939"/>
                </a:lnTo>
                <a:lnTo>
                  <a:pt x="52358" y="758009"/>
                </a:lnTo>
                <a:lnTo>
                  <a:pt x="836282" y="758009"/>
                </a:lnTo>
                <a:lnTo>
                  <a:pt x="838906" y="757939"/>
                </a:lnTo>
                <a:lnTo>
                  <a:pt x="841636" y="757740"/>
                </a:lnTo>
                <a:lnTo>
                  <a:pt x="846768" y="756955"/>
                </a:lnTo>
                <a:lnTo>
                  <a:pt x="851805" y="755654"/>
                </a:lnTo>
                <a:lnTo>
                  <a:pt x="856620" y="753897"/>
                </a:lnTo>
                <a:lnTo>
                  <a:pt x="861213" y="751683"/>
                </a:lnTo>
                <a:lnTo>
                  <a:pt x="865536" y="749058"/>
                </a:lnTo>
                <a:lnTo>
                  <a:pt x="869566" y="746036"/>
                </a:lnTo>
                <a:lnTo>
                  <a:pt x="873292" y="742661"/>
                </a:lnTo>
                <a:lnTo>
                  <a:pt x="876666" y="738936"/>
                </a:lnTo>
                <a:lnTo>
                  <a:pt x="879689" y="734906"/>
                </a:lnTo>
                <a:lnTo>
                  <a:pt x="882313" y="730582"/>
                </a:lnTo>
                <a:lnTo>
                  <a:pt x="884527" y="725990"/>
                </a:lnTo>
                <a:lnTo>
                  <a:pt x="886285" y="721175"/>
                </a:lnTo>
                <a:lnTo>
                  <a:pt x="887585" y="716137"/>
                </a:lnTo>
                <a:lnTo>
                  <a:pt x="888370" y="711005"/>
                </a:lnTo>
                <a:lnTo>
                  <a:pt x="888569" y="708276"/>
                </a:lnTo>
                <a:lnTo>
                  <a:pt x="888640" y="705651"/>
                </a:lnTo>
                <a:lnTo>
                  <a:pt x="888640" y="52358"/>
                </a:lnTo>
                <a:lnTo>
                  <a:pt x="888569" y="49733"/>
                </a:lnTo>
                <a:lnTo>
                  <a:pt x="888370" y="47004"/>
                </a:lnTo>
                <a:lnTo>
                  <a:pt x="887585" y="41872"/>
                </a:lnTo>
                <a:lnTo>
                  <a:pt x="886285" y="36834"/>
                </a:lnTo>
                <a:lnTo>
                  <a:pt x="884527" y="32019"/>
                </a:lnTo>
                <a:lnTo>
                  <a:pt x="882313" y="27427"/>
                </a:lnTo>
                <a:lnTo>
                  <a:pt x="879689" y="23103"/>
                </a:lnTo>
                <a:lnTo>
                  <a:pt x="876666" y="19073"/>
                </a:lnTo>
                <a:lnTo>
                  <a:pt x="873292" y="15348"/>
                </a:lnTo>
                <a:lnTo>
                  <a:pt x="869566" y="11973"/>
                </a:lnTo>
                <a:lnTo>
                  <a:pt x="865536" y="8951"/>
                </a:lnTo>
                <a:lnTo>
                  <a:pt x="861213" y="6327"/>
                </a:lnTo>
                <a:lnTo>
                  <a:pt x="856620" y="4112"/>
                </a:lnTo>
                <a:lnTo>
                  <a:pt x="851805" y="2355"/>
                </a:lnTo>
                <a:lnTo>
                  <a:pt x="846768" y="1054"/>
                </a:lnTo>
                <a:lnTo>
                  <a:pt x="841636" y="269"/>
                </a:lnTo>
                <a:lnTo>
                  <a:pt x="838906" y="70"/>
                </a:lnTo>
                <a:lnTo>
                  <a:pt x="836282" y="0"/>
                </a:lnTo>
                <a:lnTo>
                  <a:pt x="52358" y="0"/>
                </a:lnTo>
                <a:lnTo>
                  <a:pt x="49733" y="70"/>
                </a:lnTo>
                <a:lnTo>
                  <a:pt x="47004" y="269"/>
                </a:lnTo>
                <a:lnTo>
                  <a:pt x="41872" y="1054"/>
                </a:lnTo>
                <a:lnTo>
                  <a:pt x="36834" y="2355"/>
                </a:lnTo>
                <a:lnTo>
                  <a:pt x="32019" y="4112"/>
                </a:lnTo>
                <a:lnTo>
                  <a:pt x="27427" y="6327"/>
                </a:lnTo>
                <a:lnTo>
                  <a:pt x="23103" y="8951"/>
                </a:lnTo>
                <a:lnTo>
                  <a:pt x="19073" y="11973"/>
                </a:lnTo>
                <a:lnTo>
                  <a:pt x="15348" y="15348"/>
                </a:lnTo>
                <a:lnTo>
                  <a:pt x="11973" y="19073"/>
                </a:lnTo>
                <a:lnTo>
                  <a:pt x="8951" y="23103"/>
                </a:lnTo>
                <a:lnTo>
                  <a:pt x="6327" y="27427"/>
                </a:lnTo>
                <a:lnTo>
                  <a:pt x="4112" y="32019"/>
                </a:lnTo>
                <a:lnTo>
                  <a:pt x="2355" y="36834"/>
                </a:lnTo>
                <a:lnTo>
                  <a:pt x="1054" y="41872"/>
                </a:lnTo>
                <a:lnTo>
                  <a:pt x="269" y="47004"/>
                </a:lnTo>
                <a:lnTo>
                  <a:pt x="70" y="49733"/>
                </a:lnTo>
                <a:lnTo>
                  <a:pt x="0" y="52358"/>
                </a:lnTo>
                <a:lnTo>
                  <a:pt x="0" y="705651"/>
                </a:lnTo>
                <a:lnTo>
                  <a:pt x="70" y="708276"/>
                </a:lnTo>
                <a:lnTo>
                  <a:pt x="269" y="711005"/>
                </a:lnTo>
                <a:lnTo>
                  <a:pt x="1054" y="716137"/>
                </a:lnTo>
                <a:lnTo>
                  <a:pt x="2355" y="721175"/>
                </a:lnTo>
                <a:lnTo>
                  <a:pt x="4112" y="725990"/>
                </a:lnTo>
                <a:close/>
                <a:moveTo>
                  <a:pt x="16617" y="33054"/>
                </a:moveTo>
                <a:lnTo>
                  <a:pt x="18668" y="29673"/>
                </a:lnTo>
                <a:lnTo>
                  <a:pt x="20987" y="26574"/>
                </a:lnTo>
                <a:lnTo>
                  <a:pt x="23641" y="23641"/>
                </a:lnTo>
                <a:lnTo>
                  <a:pt x="26574" y="20987"/>
                </a:lnTo>
                <a:lnTo>
                  <a:pt x="29673" y="18668"/>
                </a:lnTo>
                <a:lnTo>
                  <a:pt x="33054" y="16617"/>
                </a:lnTo>
                <a:lnTo>
                  <a:pt x="36588" y="14921"/>
                </a:lnTo>
                <a:lnTo>
                  <a:pt x="40312" y="13554"/>
                </a:lnTo>
                <a:lnTo>
                  <a:pt x="44212" y="12550"/>
                </a:lnTo>
                <a:lnTo>
                  <a:pt x="48372" y="11918"/>
                </a:lnTo>
                <a:lnTo>
                  <a:pt x="50380" y="11769"/>
                </a:lnTo>
                <a:lnTo>
                  <a:pt x="52580" y="11716"/>
                </a:lnTo>
                <a:lnTo>
                  <a:pt x="836059" y="11716"/>
                </a:lnTo>
                <a:lnTo>
                  <a:pt x="838260" y="11769"/>
                </a:lnTo>
                <a:lnTo>
                  <a:pt x="840267" y="11918"/>
                </a:lnTo>
                <a:lnTo>
                  <a:pt x="844428" y="12550"/>
                </a:lnTo>
                <a:lnTo>
                  <a:pt x="848327" y="13554"/>
                </a:lnTo>
                <a:lnTo>
                  <a:pt x="852051" y="14921"/>
                </a:lnTo>
                <a:lnTo>
                  <a:pt x="855585" y="16617"/>
                </a:lnTo>
                <a:lnTo>
                  <a:pt x="858967" y="18668"/>
                </a:lnTo>
                <a:lnTo>
                  <a:pt x="862062" y="20985"/>
                </a:lnTo>
                <a:lnTo>
                  <a:pt x="865049" y="23696"/>
                </a:lnTo>
                <a:lnTo>
                  <a:pt x="867652" y="26574"/>
                </a:lnTo>
                <a:lnTo>
                  <a:pt x="869971" y="29673"/>
                </a:lnTo>
                <a:lnTo>
                  <a:pt x="872023" y="33054"/>
                </a:lnTo>
                <a:lnTo>
                  <a:pt x="873719" y="36588"/>
                </a:lnTo>
                <a:lnTo>
                  <a:pt x="875086" y="40312"/>
                </a:lnTo>
                <a:lnTo>
                  <a:pt x="876089" y="44212"/>
                </a:lnTo>
                <a:lnTo>
                  <a:pt x="876721" y="48372"/>
                </a:lnTo>
                <a:lnTo>
                  <a:pt x="876870" y="50380"/>
                </a:lnTo>
                <a:lnTo>
                  <a:pt x="876924" y="52580"/>
                </a:lnTo>
                <a:lnTo>
                  <a:pt x="876924" y="705429"/>
                </a:lnTo>
                <a:lnTo>
                  <a:pt x="876870" y="707629"/>
                </a:lnTo>
                <a:lnTo>
                  <a:pt x="876721" y="709637"/>
                </a:lnTo>
                <a:lnTo>
                  <a:pt x="876089" y="713797"/>
                </a:lnTo>
                <a:lnTo>
                  <a:pt x="875086" y="717697"/>
                </a:lnTo>
                <a:lnTo>
                  <a:pt x="873719" y="721421"/>
                </a:lnTo>
                <a:lnTo>
                  <a:pt x="872023" y="724955"/>
                </a:lnTo>
                <a:lnTo>
                  <a:pt x="869971" y="728336"/>
                </a:lnTo>
                <a:lnTo>
                  <a:pt x="867655" y="731432"/>
                </a:lnTo>
                <a:lnTo>
                  <a:pt x="864994" y="734363"/>
                </a:lnTo>
                <a:lnTo>
                  <a:pt x="862062" y="737024"/>
                </a:lnTo>
                <a:lnTo>
                  <a:pt x="858967" y="739341"/>
                </a:lnTo>
                <a:lnTo>
                  <a:pt x="855585" y="741392"/>
                </a:lnTo>
                <a:lnTo>
                  <a:pt x="852051" y="743088"/>
                </a:lnTo>
                <a:lnTo>
                  <a:pt x="848327" y="744455"/>
                </a:lnTo>
                <a:lnTo>
                  <a:pt x="844428" y="745459"/>
                </a:lnTo>
                <a:lnTo>
                  <a:pt x="840267" y="746091"/>
                </a:lnTo>
                <a:lnTo>
                  <a:pt x="838260" y="746240"/>
                </a:lnTo>
                <a:lnTo>
                  <a:pt x="836059" y="746293"/>
                </a:lnTo>
                <a:lnTo>
                  <a:pt x="52580" y="746293"/>
                </a:lnTo>
                <a:lnTo>
                  <a:pt x="50380" y="746240"/>
                </a:lnTo>
                <a:lnTo>
                  <a:pt x="48372" y="746091"/>
                </a:lnTo>
                <a:lnTo>
                  <a:pt x="44212" y="745459"/>
                </a:lnTo>
                <a:lnTo>
                  <a:pt x="40312" y="744455"/>
                </a:lnTo>
                <a:lnTo>
                  <a:pt x="36588" y="743088"/>
                </a:lnTo>
                <a:lnTo>
                  <a:pt x="33054" y="741392"/>
                </a:lnTo>
                <a:lnTo>
                  <a:pt x="29673" y="739341"/>
                </a:lnTo>
                <a:lnTo>
                  <a:pt x="26574" y="737022"/>
                </a:lnTo>
                <a:lnTo>
                  <a:pt x="23696" y="734419"/>
                </a:lnTo>
                <a:lnTo>
                  <a:pt x="20985" y="731432"/>
                </a:lnTo>
                <a:lnTo>
                  <a:pt x="18668" y="728336"/>
                </a:lnTo>
                <a:lnTo>
                  <a:pt x="16617" y="724955"/>
                </a:lnTo>
                <a:lnTo>
                  <a:pt x="14921" y="721421"/>
                </a:lnTo>
                <a:lnTo>
                  <a:pt x="13554" y="717697"/>
                </a:lnTo>
                <a:lnTo>
                  <a:pt x="12550" y="713797"/>
                </a:lnTo>
                <a:lnTo>
                  <a:pt x="11918" y="709637"/>
                </a:lnTo>
                <a:lnTo>
                  <a:pt x="11769" y="707629"/>
                </a:lnTo>
                <a:lnTo>
                  <a:pt x="11716" y="705429"/>
                </a:lnTo>
                <a:lnTo>
                  <a:pt x="11716" y="52580"/>
                </a:lnTo>
                <a:lnTo>
                  <a:pt x="11769" y="50380"/>
                </a:lnTo>
                <a:lnTo>
                  <a:pt x="11918" y="48372"/>
                </a:lnTo>
                <a:lnTo>
                  <a:pt x="12550" y="44212"/>
                </a:lnTo>
                <a:lnTo>
                  <a:pt x="13554" y="40312"/>
                </a:lnTo>
                <a:lnTo>
                  <a:pt x="14921" y="36588"/>
                </a:lnTo>
                <a:lnTo>
                  <a:pt x="16617" y="33054"/>
                </a:lnTo>
                <a:close/>
              </a:path>
            </a:pathLst>
          </a:custGeom>
          <a:solidFill xmlns:a="http://schemas.openxmlformats.org/drawingml/2006/main">
            <a:srgbClr val="3B5F2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9" name="Text Rejection">
            <a:extLst xmlns:a="http://schemas.openxmlformats.org/drawingml/2006/main">
              <a:ext uri="{FF2B5EF4-FFF2-40B4-BE49-F238E27FC236}">
                <a16:creationId xmlns:a16="http://schemas.microsoft.com/office/drawing/2014/main" id="{680159B2-ADB9-48DE-A13D-8221404DC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8307" y="1039057"/>
            <a:ext cx="611081" cy="146721"/>
          </a:xfrm>
          <a:custGeom xmlns:a="http://schemas.openxmlformats.org/drawingml/2006/main">
            <a:pathLst>
              <a:path w="611081" h="146721">
                <a:moveTo>
                  <a:pt x="69265" y="106494"/>
                </a:moveTo>
                <a:cubicBezTo>
                  <a:pt x="67526" y="106494"/>
                  <a:pt x="65901" y="105760"/>
                  <a:pt x="64391" y="104291"/>
                </a:cubicBezTo>
                <a:cubicBezTo>
                  <a:pt x="49243" y="89283"/>
                  <a:pt x="32401" y="79186"/>
                  <a:pt x="13867" y="73999"/>
                </a:cubicBezTo>
                <a:lnTo>
                  <a:pt x="14416" y="87490"/>
                </a:lnTo>
                <a:lnTo>
                  <a:pt x="14759" y="101052"/>
                </a:lnTo>
                <a:cubicBezTo>
                  <a:pt x="14759" y="103071"/>
                  <a:pt x="14107" y="104757"/>
                  <a:pt x="12803" y="106110"/>
                </a:cubicBezTo>
                <a:cubicBezTo>
                  <a:pt x="11498" y="107465"/>
                  <a:pt x="9862" y="108142"/>
                  <a:pt x="7894" y="108142"/>
                </a:cubicBezTo>
                <a:cubicBezTo>
                  <a:pt x="5927" y="108142"/>
                  <a:pt x="4290" y="107466"/>
                  <a:pt x="2986" y="106115"/>
                </a:cubicBezTo>
                <a:cubicBezTo>
                  <a:pt x="1682" y="104765"/>
                  <a:pt x="1030" y="103082"/>
                  <a:pt x="1030" y="101067"/>
                </a:cubicBezTo>
                <a:cubicBezTo>
                  <a:pt x="1030" y="97449"/>
                  <a:pt x="858" y="92056"/>
                  <a:pt x="515" y="84890"/>
                </a:cubicBezTo>
                <a:cubicBezTo>
                  <a:pt x="172" y="77723"/>
                  <a:pt x="0" y="72331"/>
                  <a:pt x="0" y="68713"/>
                </a:cubicBezTo>
                <a:cubicBezTo>
                  <a:pt x="0" y="64500"/>
                  <a:pt x="458" y="58226"/>
                  <a:pt x="1373" y="49893"/>
                </a:cubicBezTo>
                <a:cubicBezTo>
                  <a:pt x="2288" y="41558"/>
                  <a:pt x="2746" y="35307"/>
                  <a:pt x="2746" y="31139"/>
                </a:cubicBezTo>
                <a:cubicBezTo>
                  <a:pt x="2746" y="28804"/>
                  <a:pt x="2528" y="25346"/>
                  <a:pt x="2094" y="20767"/>
                </a:cubicBezTo>
                <a:cubicBezTo>
                  <a:pt x="1659" y="16188"/>
                  <a:pt x="1442" y="12730"/>
                  <a:pt x="1442" y="10395"/>
                </a:cubicBezTo>
                <a:cubicBezTo>
                  <a:pt x="1442" y="7785"/>
                  <a:pt x="2174" y="5495"/>
                  <a:pt x="3638" y="3526"/>
                </a:cubicBezTo>
                <a:cubicBezTo>
                  <a:pt x="5377" y="1099"/>
                  <a:pt x="7780" y="0"/>
                  <a:pt x="10846" y="229"/>
                </a:cubicBezTo>
                <a:lnTo>
                  <a:pt x="27390" y="1533"/>
                </a:lnTo>
                <a:cubicBezTo>
                  <a:pt x="33660" y="2313"/>
                  <a:pt x="38946" y="3847"/>
                  <a:pt x="43248" y="6137"/>
                </a:cubicBezTo>
                <a:cubicBezTo>
                  <a:pt x="61782" y="15982"/>
                  <a:pt x="71050" y="28003"/>
                  <a:pt x="71050" y="42200"/>
                </a:cubicBezTo>
                <a:cubicBezTo>
                  <a:pt x="71050" y="49161"/>
                  <a:pt x="67892" y="55319"/>
                  <a:pt x="61576" y="60677"/>
                </a:cubicBezTo>
                <a:cubicBezTo>
                  <a:pt x="56496" y="64982"/>
                  <a:pt x="50158" y="68256"/>
                  <a:pt x="42561" y="70500"/>
                </a:cubicBezTo>
                <a:cubicBezTo>
                  <a:pt x="56794" y="78148"/>
                  <a:pt x="67434" y="86208"/>
                  <a:pt x="74482" y="94678"/>
                </a:cubicBezTo>
                <a:cubicBezTo>
                  <a:pt x="75672" y="96144"/>
                  <a:pt x="76267" y="97702"/>
                  <a:pt x="76267" y="99351"/>
                </a:cubicBezTo>
                <a:cubicBezTo>
                  <a:pt x="76267" y="101274"/>
                  <a:pt x="75569" y="102946"/>
                  <a:pt x="74173" y="104366"/>
                </a:cubicBezTo>
                <a:cubicBezTo>
                  <a:pt x="72777" y="105785"/>
                  <a:pt x="71141" y="106494"/>
                  <a:pt x="69265" y="106494"/>
                </a:cubicBezTo>
                <a:moveTo>
                  <a:pt x="25537" y="15741"/>
                </a:moveTo>
                <a:lnTo>
                  <a:pt x="15377" y="14919"/>
                </a:lnTo>
                <a:lnTo>
                  <a:pt x="16063" y="23200"/>
                </a:lnTo>
                <a:cubicBezTo>
                  <a:pt x="16384" y="26576"/>
                  <a:pt x="16544" y="29337"/>
                  <a:pt x="16544" y="31480"/>
                </a:cubicBezTo>
                <a:cubicBezTo>
                  <a:pt x="16544" y="35130"/>
                  <a:pt x="16246" y="39669"/>
                  <a:pt x="15652" y="45098"/>
                </a:cubicBezTo>
                <a:lnTo>
                  <a:pt x="14210" y="58716"/>
                </a:lnTo>
                <a:cubicBezTo>
                  <a:pt x="14851" y="58716"/>
                  <a:pt x="15846" y="58739"/>
                  <a:pt x="17196" y="58785"/>
                </a:cubicBezTo>
                <a:cubicBezTo>
                  <a:pt x="18546" y="58830"/>
                  <a:pt x="19564" y="58853"/>
                  <a:pt x="20251" y="58853"/>
                </a:cubicBezTo>
                <a:cubicBezTo>
                  <a:pt x="31921" y="58853"/>
                  <a:pt x="40662" y="57302"/>
                  <a:pt x="46474" y="54200"/>
                </a:cubicBezTo>
                <a:cubicBezTo>
                  <a:pt x="49037" y="52786"/>
                  <a:pt x="51417" y="50938"/>
                  <a:pt x="53613" y="48657"/>
                </a:cubicBezTo>
                <a:cubicBezTo>
                  <a:pt x="56039" y="46101"/>
                  <a:pt x="57252" y="43934"/>
                  <a:pt x="57252" y="42155"/>
                </a:cubicBezTo>
                <a:cubicBezTo>
                  <a:pt x="57252" y="35814"/>
                  <a:pt x="53636" y="29906"/>
                  <a:pt x="46405" y="24431"/>
                </a:cubicBezTo>
                <a:cubicBezTo>
                  <a:pt x="39769" y="19413"/>
                  <a:pt x="32813" y="16516"/>
                  <a:pt x="25537" y="15741"/>
                </a:cubicBezTo>
                <a:close/>
                <a:moveTo>
                  <a:pt x="122022" y="108828"/>
                </a:moveTo>
                <a:cubicBezTo>
                  <a:pt x="111679" y="108828"/>
                  <a:pt x="103304" y="106240"/>
                  <a:pt x="96897" y="101065"/>
                </a:cubicBezTo>
                <a:cubicBezTo>
                  <a:pt x="89895" y="95338"/>
                  <a:pt x="86394" y="87322"/>
                  <a:pt x="86394" y="77015"/>
                </a:cubicBezTo>
                <a:cubicBezTo>
                  <a:pt x="86394" y="65106"/>
                  <a:pt x="89277" y="55121"/>
                  <a:pt x="95044" y="47059"/>
                </a:cubicBezTo>
                <a:cubicBezTo>
                  <a:pt x="101313" y="38264"/>
                  <a:pt x="109688" y="33866"/>
                  <a:pt x="120169" y="33866"/>
                </a:cubicBezTo>
                <a:cubicBezTo>
                  <a:pt x="127765" y="33866"/>
                  <a:pt x="133967" y="35147"/>
                  <a:pt x="138772" y="37710"/>
                </a:cubicBezTo>
                <a:cubicBezTo>
                  <a:pt x="144675" y="40868"/>
                  <a:pt x="147627" y="45719"/>
                  <a:pt x="147627" y="52263"/>
                </a:cubicBezTo>
                <a:cubicBezTo>
                  <a:pt x="147627" y="56840"/>
                  <a:pt x="145042" y="61004"/>
                  <a:pt x="139870" y="64757"/>
                </a:cubicBezTo>
                <a:cubicBezTo>
                  <a:pt x="137582" y="66405"/>
                  <a:pt x="132731" y="68967"/>
                  <a:pt x="125317" y="72445"/>
                </a:cubicBezTo>
                <a:lnTo>
                  <a:pt x="99094" y="84871"/>
                </a:lnTo>
                <a:cubicBezTo>
                  <a:pt x="101657" y="88669"/>
                  <a:pt x="104849" y="91529"/>
                  <a:pt x="108670" y="93451"/>
                </a:cubicBezTo>
                <a:cubicBezTo>
                  <a:pt x="112492" y="95374"/>
                  <a:pt x="116942" y="96335"/>
                  <a:pt x="122022" y="96335"/>
                </a:cubicBezTo>
                <a:cubicBezTo>
                  <a:pt x="125180" y="96335"/>
                  <a:pt x="128887" y="95740"/>
                  <a:pt x="133143" y="94550"/>
                </a:cubicBezTo>
                <a:cubicBezTo>
                  <a:pt x="138543" y="93040"/>
                  <a:pt x="142021" y="91060"/>
                  <a:pt x="143577" y="88612"/>
                </a:cubicBezTo>
                <a:cubicBezTo>
                  <a:pt x="145133" y="86163"/>
                  <a:pt x="146804" y="84939"/>
                  <a:pt x="148588" y="84939"/>
                </a:cubicBezTo>
                <a:cubicBezTo>
                  <a:pt x="150190" y="84939"/>
                  <a:pt x="151620" y="85548"/>
                  <a:pt x="152879" y="86765"/>
                </a:cubicBezTo>
                <a:cubicBezTo>
                  <a:pt x="154137" y="87980"/>
                  <a:pt x="154767" y="89391"/>
                  <a:pt x="154767" y="90997"/>
                </a:cubicBezTo>
                <a:cubicBezTo>
                  <a:pt x="154767" y="96091"/>
                  <a:pt x="150671" y="100475"/>
                  <a:pt x="142479" y="104147"/>
                </a:cubicBezTo>
                <a:cubicBezTo>
                  <a:pt x="135477" y="107268"/>
                  <a:pt x="128658" y="108828"/>
                  <a:pt x="122022" y="108828"/>
                </a:cubicBezTo>
                <a:moveTo>
                  <a:pt x="120169" y="46222"/>
                </a:moveTo>
                <a:cubicBezTo>
                  <a:pt x="114585" y="46222"/>
                  <a:pt x="109940" y="48385"/>
                  <a:pt x="106233" y="52709"/>
                </a:cubicBezTo>
                <a:cubicBezTo>
                  <a:pt x="102526" y="57034"/>
                  <a:pt x="99757" y="63544"/>
                  <a:pt x="97927" y="72239"/>
                </a:cubicBezTo>
                <a:lnTo>
                  <a:pt x="119002" y="62217"/>
                </a:lnTo>
                <a:cubicBezTo>
                  <a:pt x="127285" y="58190"/>
                  <a:pt x="133189" y="54689"/>
                  <a:pt x="136712" y="51714"/>
                </a:cubicBezTo>
                <a:cubicBezTo>
                  <a:pt x="132777" y="48053"/>
                  <a:pt x="127262" y="46222"/>
                  <a:pt x="120169" y="46222"/>
                </a:cubicBezTo>
                <a:close/>
                <a:moveTo>
                  <a:pt x="189219" y="18764"/>
                </a:moveTo>
                <a:cubicBezTo>
                  <a:pt x="187022" y="18764"/>
                  <a:pt x="185134" y="17983"/>
                  <a:pt x="183555" y="16421"/>
                </a:cubicBezTo>
                <a:cubicBezTo>
                  <a:pt x="181977" y="14858"/>
                  <a:pt x="181187" y="12996"/>
                  <a:pt x="181187" y="10835"/>
                </a:cubicBezTo>
                <a:cubicBezTo>
                  <a:pt x="181187" y="8628"/>
                  <a:pt x="181977" y="6744"/>
                  <a:pt x="183555" y="5182"/>
                </a:cubicBezTo>
                <a:cubicBezTo>
                  <a:pt x="185134" y="3619"/>
                  <a:pt x="187022" y="2837"/>
                  <a:pt x="189219" y="2837"/>
                </a:cubicBezTo>
                <a:cubicBezTo>
                  <a:pt x="191416" y="2837"/>
                  <a:pt x="193315" y="3619"/>
                  <a:pt x="194917" y="5182"/>
                </a:cubicBezTo>
                <a:cubicBezTo>
                  <a:pt x="196518" y="6744"/>
                  <a:pt x="197319" y="8628"/>
                  <a:pt x="197319" y="10835"/>
                </a:cubicBezTo>
                <a:cubicBezTo>
                  <a:pt x="197319" y="12996"/>
                  <a:pt x="196518" y="14858"/>
                  <a:pt x="194917" y="16421"/>
                </a:cubicBezTo>
                <a:cubicBezTo>
                  <a:pt x="193315" y="17983"/>
                  <a:pt x="191416" y="18764"/>
                  <a:pt x="189219" y="18764"/>
                </a:cubicBezTo>
                <a:moveTo>
                  <a:pt x="188670" y="121597"/>
                </a:moveTo>
                <a:cubicBezTo>
                  <a:pt x="188715" y="116242"/>
                  <a:pt x="187937" y="102536"/>
                  <a:pt x="186336" y="80477"/>
                </a:cubicBezTo>
                <a:lnTo>
                  <a:pt x="184002" y="42653"/>
                </a:lnTo>
                <a:cubicBezTo>
                  <a:pt x="184002" y="40364"/>
                  <a:pt x="184654" y="38328"/>
                  <a:pt x="185958" y="36543"/>
                </a:cubicBezTo>
                <a:cubicBezTo>
                  <a:pt x="187262" y="34758"/>
                  <a:pt x="188921" y="33866"/>
                  <a:pt x="190935" y="33866"/>
                </a:cubicBezTo>
                <a:cubicBezTo>
                  <a:pt x="192491" y="33866"/>
                  <a:pt x="194047" y="34439"/>
                  <a:pt x="195603" y="35584"/>
                </a:cubicBezTo>
                <a:cubicBezTo>
                  <a:pt x="197159" y="36728"/>
                  <a:pt x="197983" y="37895"/>
                  <a:pt x="198074" y="39085"/>
                </a:cubicBezTo>
                <a:lnTo>
                  <a:pt x="200340" y="78652"/>
                </a:lnTo>
                <a:lnTo>
                  <a:pt x="202193" y="120964"/>
                </a:lnTo>
                <a:cubicBezTo>
                  <a:pt x="202193" y="127328"/>
                  <a:pt x="200294" y="133098"/>
                  <a:pt x="196495" y="138274"/>
                </a:cubicBezTo>
                <a:cubicBezTo>
                  <a:pt x="192377" y="143906"/>
                  <a:pt x="187365" y="146721"/>
                  <a:pt x="181462" y="146721"/>
                </a:cubicBezTo>
                <a:cubicBezTo>
                  <a:pt x="171622" y="146721"/>
                  <a:pt x="163385" y="139132"/>
                  <a:pt x="156749" y="123952"/>
                </a:cubicBezTo>
                <a:cubicBezTo>
                  <a:pt x="156200" y="122714"/>
                  <a:pt x="155925" y="121613"/>
                  <a:pt x="155925" y="120651"/>
                </a:cubicBezTo>
                <a:cubicBezTo>
                  <a:pt x="155925" y="118816"/>
                  <a:pt x="156646" y="117233"/>
                  <a:pt x="158087" y="115903"/>
                </a:cubicBezTo>
                <a:cubicBezTo>
                  <a:pt x="159529" y="114573"/>
                  <a:pt x="161165" y="113908"/>
                  <a:pt x="162996" y="113908"/>
                </a:cubicBezTo>
                <a:cubicBezTo>
                  <a:pt x="165696" y="113908"/>
                  <a:pt x="168510" y="116883"/>
                  <a:pt x="171439" y="122832"/>
                </a:cubicBezTo>
                <a:cubicBezTo>
                  <a:pt x="172171" y="124388"/>
                  <a:pt x="173453" y="126631"/>
                  <a:pt x="175283" y="129560"/>
                </a:cubicBezTo>
                <a:cubicBezTo>
                  <a:pt x="177068" y="131848"/>
                  <a:pt x="179128" y="132992"/>
                  <a:pt x="181462" y="132992"/>
                </a:cubicBezTo>
                <a:cubicBezTo>
                  <a:pt x="183475" y="132992"/>
                  <a:pt x="185192" y="131482"/>
                  <a:pt x="186610" y="128461"/>
                </a:cubicBezTo>
                <a:cubicBezTo>
                  <a:pt x="187709" y="126173"/>
                  <a:pt x="188395" y="123885"/>
                  <a:pt x="188670" y="121597"/>
                </a:cubicBezTo>
                <a:close/>
                <a:moveTo>
                  <a:pt x="255581" y="108828"/>
                </a:moveTo>
                <a:cubicBezTo>
                  <a:pt x="245238" y="108828"/>
                  <a:pt x="236863" y="106240"/>
                  <a:pt x="230456" y="101065"/>
                </a:cubicBezTo>
                <a:cubicBezTo>
                  <a:pt x="223454" y="95338"/>
                  <a:pt x="219953" y="87322"/>
                  <a:pt x="219953" y="77015"/>
                </a:cubicBezTo>
                <a:cubicBezTo>
                  <a:pt x="219953" y="65106"/>
                  <a:pt x="222836" y="55121"/>
                  <a:pt x="228603" y="47059"/>
                </a:cubicBezTo>
                <a:cubicBezTo>
                  <a:pt x="234872" y="38264"/>
                  <a:pt x="243247" y="33866"/>
                  <a:pt x="253728" y="33866"/>
                </a:cubicBezTo>
                <a:cubicBezTo>
                  <a:pt x="261324" y="33866"/>
                  <a:pt x="267526" y="35147"/>
                  <a:pt x="272331" y="37710"/>
                </a:cubicBezTo>
                <a:cubicBezTo>
                  <a:pt x="278234" y="40868"/>
                  <a:pt x="281186" y="45719"/>
                  <a:pt x="281186" y="52263"/>
                </a:cubicBezTo>
                <a:cubicBezTo>
                  <a:pt x="281186" y="56840"/>
                  <a:pt x="278601" y="61004"/>
                  <a:pt x="273429" y="64757"/>
                </a:cubicBezTo>
                <a:cubicBezTo>
                  <a:pt x="271141" y="66405"/>
                  <a:pt x="266290" y="68967"/>
                  <a:pt x="258876" y="72445"/>
                </a:cubicBezTo>
                <a:lnTo>
                  <a:pt x="232653" y="84871"/>
                </a:lnTo>
                <a:cubicBezTo>
                  <a:pt x="235216" y="88669"/>
                  <a:pt x="238408" y="91529"/>
                  <a:pt x="242229" y="93451"/>
                </a:cubicBezTo>
                <a:cubicBezTo>
                  <a:pt x="246050" y="95374"/>
                  <a:pt x="250501" y="96335"/>
                  <a:pt x="255581" y="96335"/>
                </a:cubicBezTo>
                <a:cubicBezTo>
                  <a:pt x="258739" y="96335"/>
                  <a:pt x="262446" y="95740"/>
                  <a:pt x="266702" y="94550"/>
                </a:cubicBezTo>
                <a:cubicBezTo>
                  <a:pt x="272102" y="93040"/>
                  <a:pt x="275580" y="91060"/>
                  <a:pt x="277136" y="88612"/>
                </a:cubicBezTo>
                <a:cubicBezTo>
                  <a:pt x="278692" y="86163"/>
                  <a:pt x="280363" y="84939"/>
                  <a:pt x="282147" y="84939"/>
                </a:cubicBezTo>
                <a:cubicBezTo>
                  <a:pt x="283749" y="84939"/>
                  <a:pt x="285179" y="85548"/>
                  <a:pt x="286438" y="86765"/>
                </a:cubicBezTo>
                <a:cubicBezTo>
                  <a:pt x="287696" y="87980"/>
                  <a:pt x="288326" y="89391"/>
                  <a:pt x="288326" y="90997"/>
                </a:cubicBezTo>
                <a:cubicBezTo>
                  <a:pt x="288326" y="96091"/>
                  <a:pt x="284230" y="100475"/>
                  <a:pt x="276038" y="104147"/>
                </a:cubicBezTo>
                <a:cubicBezTo>
                  <a:pt x="269036" y="107268"/>
                  <a:pt x="262217" y="108828"/>
                  <a:pt x="255581" y="108828"/>
                </a:cubicBezTo>
                <a:moveTo>
                  <a:pt x="253728" y="46222"/>
                </a:moveTo>
                <a:cubicBezTo>
                  <a:pt x="248144" y="46222"/>
                  <a:pt x="243499" y="48385"/>
                  <a:pt x="239792" y="52709"/>
                </a:cubicBezTo>
                <a:cubicBezTo>
                  <a:pt x="236085" y="57034"/>
                  <a:pt x="233316" y="63544"/>
                  <a:pt x="231486" y="72239"/>
                </a:cubicBezTo>
                <a:lnTo>
                  <a:pt x="252561" y="62217"/>
                </a:lnTo>
                <a:cubicBezTo>
                  <a:pt x="260844" y="58190"/>
                  <a:pt x="266748" y="54689"/>
                  <a:pt x="270271" y="51714"/>
                </a:cubicBezTo>
                <a:cubicBezTo>
                  <a:pt x="266336" y="48053"/>
                  <a:pt x="260821" y="46222"/>
                  <a:pt x="253728" y="46222"/>
                </a:cubicBezTo>
                <a:close/>
                <a:moveTo>
                  <a:pt x="331290" y="110064"/>
                </a:moveTo>
                <a:cubicBezTo>
                  <a:pt x="321908" y="110064"/>
                  <a:pt x="314082" y="107222"/>
                  <a:pt x="307813" y="101537"/>
                </a:cubicBezTo>
                <a:cubicBezTo>
                  <a:pt x="301223" y="95577"/>
                  <a:pt x="297928" y="87714"/>
                  <a:pt x="297928" y="77948"/>
                </a:cubicBezTo>
                <a:cubicBezTo>
                  <a:pt x="297928" y="68642"/>
                  <a:pt x="301017" y="59038"/>
                  <a:pt x="307195" y="49135"/>
                </a:cubicBezTo>
                <a:cubicBezTo>
                  <a:pt x="314060" y="38132"/>
                  <a:pt x="321794" y="32630"/>
                  <a:pt x="330398" y="32630"/>
                </a:cubicBezTo>
                <a:cubicBezTo>
                  <a:pt x="334883" y="32630"/>
                  <a:pt x="339894" y="33686"/>
                  <a:pt x="345431" y="35799"/>
                </a:cubicBezTo>
                <a:cubicBezTo>
                  <a:pt x="352433" y="38509"/>
                  <a:pt x="355934" y="41815"/>
                  <a:pt x="355934" y="45718"/>
                </a:cubicBezTo>
                <a:cubicBezTo>
                  <a:pt x="355934" y="47463"/>
                  <a:pt x="355362" y="49013"/>
                  <a:pt x="354218" y="50369"/>
                </a:cubicBezTo>
                <a:cubicBezTo>
                  <a:pt x="353074" y="51723"/>
                  <a:pt x="351655" y="52401"/>
                  <a:pt x="349962" y="52401"/>
                </a:cubicBezTo>
                <a:cubicBezTo>
                  <a:pt x="348635" y="52401"/>
                  <a:pt x="347479" y="51997"/>
                  <a:pt x="346495" y="51188"/>
                </a:cubicBezTo>
                <a:cubicBezTo>
                  <a:pt x="345511" y="50379"/>
                  <a:pt x="344562" y="49581"/>
                  <a:pt x="343646" y="48794"/>
                </a:cubicBezTo>
                <a:cubicBezTo>
                  <a:pt x="340946" y="46622"/>
                  <a:pt x="336530" y="45536"/>
                  <a:pt x="330398" y="45536"/>
                </a:cubicBezTo>
                <a:cubicBezTo>
                  <a:pt x="325730" y="45536"/>
                  <a:pt x="321107" y="49712"/>
                  <a:pt x="316531" y="58064"/>
                </a:cubicBezTo>
                <a:cubicBezTo>
                  <a:pt x="312366" y="65727"/>
                  <a:pt x="310284" y="72357"/>
                  <a:pt x="310284" y="77954"/>
                </a:cubicBezTo>
                <a:cubicBezTo>
                  <a:pt x="310284" y="84011"/>
                  <a:pt x="312343" y="88783"/>
                  <a:pt x="316462" y="92272"/>
                </a:cubicBezTo>
                <a:cubicBezTo>
                  <a:pt x="320306" y="95529"/>
                  <a:pt x="325249" y="97158"/>
                  <a:pt x="331290" y="97158"/>
                </a:cubicBezTo>
                <a:cubicBezTo>
                  <a:pt x="334036" y="97158"/>
                  <a:pt x="336965" y="96426"/>
                  <a:pt x="340077" y="94962"/>
                </a:cubicBezTo>
                <a:lnTo>
                  <a:pt x="348040" y="90706"/>
                </a:lnTo>
                <a:cubicBezTo>
                  <a:pt x="349413" y="89973"/>
                  <a:pt x="350397" y="89607"/>
                  <a:pt x="350992" y="89607"/>
                </a:cubicBezTo>
                <a:cubicBezTo>
                  <a:pt x="352685" y="89607"/>
                  <a:pt x="354149" y="90282"/>
                  <a:pt x="355385" y="91632"/>
                </a:cubicBezTo>
                <a:cubicBezTo>
                  <a:pt x="356621" y="92982"/>
                  <a:pt x="357239" y="94527"/>
                  <a:pt x="357239" y="96266"/>
                </a:cubicBezTo>
                <a:cubicBezTo>
                  <a:pt x="357239" y="99607"/>
                  <a:pt x="353715" y="102833"/>
                  <a:pt x="346667" y="105945"/>
                </a:cubicBezTo>
                <a:cubicBezTo>
                  <a:pt x="340489" y="108691"/>
                  <a:pt x="335363" y="110064"/>
                  <a:pt x="331290" y="110064"/>
                </a:cubicBezTo>
                <a:close/>
                <a:moveTo>
                  <a:pt x="418239" y="47243"/>
                </a:moveTo>
                <a:cubicBezTo>
                  <a:pt x="417278" y="47243"/>
                  <a:pt x="416145" y="47198"/>
                  <a:pt x="414841" y="47106"/>
                </a:cubicBezTo>
                <a:cubicBezTo>
                  <a:pt x="413537" y="47013"/>
                  <a:pt x="412404" y="46967"/>
                  <a:pt x="411443" y="46967"/>
                </a:cubicBezTo>
                <a:cubicBezTo>
                  <a:pt x="410390" y="46967"/>
                  <a:pt x="407278" y="47313"/>
                  <a:pt x="402107" y="48007"/>
                </a:cubicBezTo>
                <a:lnTo>
                  <a:pt x="403411" y="88532"/>
                </a:lnTo>
                <a:lnTo>
                  <a:pt x="403480" y="91551"/>
                </a:lnTo>
                <a:lnTo>
                  <a:pt x="403548" y="95047"/>
                </a:lnTo>
                <a:cubicBezTo>
                  <a:pt x="403731" y="105058"/>
                  <a:pt x="401329" y="110064"/>
                  <a:pt x="396340" y="110064"/>
                </a:cubicBezTo>
                <a:cubicBezTo>
                  <a:pt x="394510" y="110064"/>
                  <a:pt x="392920" y="109470"/>
                  <a:pt x="391569" y="108281"/>
                </a:cubicBezTo>
                <a:cubicBezTo>
                  <a:pt x="390219" y="107093"/>
                  <a:pt x="389544" y="105607"/>
                  <a:pt x="389544" y="103824"/>
                </a:cubicBezTo>
                <a:cubicBezTo>
                  <a:pt x="389544" y="102087"/>
                  <a:pt x="389613" y="99482"/>
                  <a:pt x="389750" y="96009"/>
                </a:cubicBezTo>
                <a:cubicBezTo>
                  <a:pt x="389888" y="92533"/>
                  <a:pt x="389956" y="89927"/>
                  <a:pt x="389956" y="88189"/>
                </a:cubicBezTo>
                <a:lnTo>
                  <a:pt x="388583" y="48144"/>
                </a:lnTo>
                <a:cubicBezTo>
                  <a:pt x="385243" y="48007"/>
                  <a:pt x="380163" y="47616"/>
                  <a:pt x="373344" y="46971"/>
                </a:cubicBezTo>
                <a:cubicBezTo>
                  <a:pt x="369271" y="46419"/>
                  <a:pt x="367234" y="44143"/>
                  <a:pt x="367234" y="40143"/>
                </a:cubicBezTo>
                <a:cubicBezTo>
                  <a:pt x="367234" y="38119"/>
                  <a:pt x="367852" y="36442"/>
                  <a:pt x="369088" y="35110"/>
                </a:cubicBezTo>
                <a:cubicBezTo>
                  <a:pt x="370323" y="33777"/>
                  <a:pt x="371902" y="33111"/>
                  <a:pt x="373824" y="33111"/>
                </a:cubicBezTo>
                <a:lnTo>
                  <a:pt x="388240" y="34278"/>
                </a:lnTo>
                <a:cubicBezTo>
                  <a:pt x="388240" y="31937"/>
                  <a:pt x="388137" y="28805"/>
                  <a:pt x="387931" y="24882"/>
                </a:cubicBezTo>
                <a:cubicBezTo>
                  <a:pt x="387725" y="20957"/>
                  <a:pt x="387622" y="18124"/>
                  <a:pt x="387622" y="16380"/>
                </a:cubicBezTo>
                <a:cubicBezTo>
                  <a:pt x="387622" y="14452"/>
                  <a:pt x="388286" y="12858"/>
                  <a:pt x="389613" y="11596"/>
                </a:cubicBezTo>
                <a:cubicBezTo>
                  <a:pt x="390940" y="10334"/>
                  <a:pt x="392565" y="9702"/>
                  <a:pt x="394487" y="9702"/>
                </a:cubicBezTo>
                <a:cubicBezTo>
                  <a:pt x="398606" y="9702"/>
                  <a:pt x="401008" y="13066"/>
                  <a:pt x="401695" y="19793"/>
                </a:cubicBezTo>
                <a:cubicBezTo>
                  <a:pt x="401832" y="21486"/>
                  <a:pt x="401901" y="23523"/>
                  <a:pt x="401901" y="25903"/>
                </a:cubicBezTo>
                <a:lnTo>
                  <a:pt x="401764" y="29884"/>
                </a:lnTo>
                <a:lnTo>
                  <a:pt x="401695" y="34140"/>
                </a:lnTo>
                <a:cubicBezTo>
                  <a:pt x="407370" y="33408"/>
                  <a:pt x="410619" y="33042"/>
                  <a:pt x="411443" y="33042"/>
                </a:cubicBezTo>
                <a:cubicBezTo>
                  <a:pt x="416202" y="33042"/>
                  <a:pt x="419314" y="33271"/>
                  <a:pt x="420779" y="33729"/>
                </a:cubicBezTo>
                <a:cubicBezTo>
                  <a:pt x="423570" y="34650"/>
                  <a:pt x="424966" y="36821"/>
                  <a:pt x="424966" y="40241"/>
                </a:cubicBezTo>
                <a:cubicBezTo>
                  <a:pt x="424966" y="42275"/>
                  <a:pt x="424337" y="43951"/>
                  <a:pt x="423078" y="45268"/>
                </a:cubicBezTo>
                <a:cubicBezTo>
                  <a:pt x="421820" y="46585"/>
                  <a:pt x="420207" y="47243"/>
                  <a:pt x="418239" y="47243"/>
                </a:cubicBezTo>
                <a:close/>
                <a:moveTo>
                  <a:pt x="451619" y="18764"/>
                </a:moveTo>
                <a:cubicBezTo>
                  <a:pt x="449423" y="18764"/>
                  <a:pt x="447523" y="17986"/>
                  <a:pt x="445922" y="16430"/>
                </a:cubicBezTo>
                <a:cubicBezTo>
                  <a:pt x="444320" y="14874"/>
                  <a:pt x="443519" y="12997"/>
                  <a:pt x="443519" y="10800"/>
                </a:cubicBezTo>
                <a:cubicBezTo>
                  <a:pt x="443519" y="8604"/>
                  <a:pt x="444320" y="6727"/>
                  <a:pt x="445922" y="5171"/>
                </a:cubicBezTo>
                <a:cubicBezTo>
                  <a:pt x="447523" y="3615"/>
                  <a:pt x="449423" y="2837"/>
                  <a:pt x="451619" y="2837"/>
                </a:cubicBezTo>
                <a:cubicBezTo>
                  <a:pt x="453816" y="2837"/>
                  <a:pt x="455704" y="3615"/>
                  <a:pt x="457283" y="5171"/>
                </a:cubicBezTo>
                <a:cubicBezTo>
                  <a:pt x="458862" y="6727"/>
                  <a:pt x="459651" y="8604"/>
                  <a:pt x="459651" y="10800"/>
                </a:cubicBezTo>
                <a:cubicBezTo>
                  <a:pt x="459651" y="12997"/>
                  <a:pt x="458862" y="14874"/>
                  <a:pt x="457283" y="16430"/>
                </a:cubicBezTo>
                <a:cubicBezTo>
                  <a:pt x="455704" y="17986"/>
                  <a:pt x="453816" y="18764"/>
                  <a:pt x="451619" y="18764"/>
                </a:cubicBezTo>
                <a:moveTo>
                  <a:pt x="454708" y="74543"/>
                </a:moveTo>
                <a:cubicBezTo>
                  <a:pt x="454708" y="77292"/>
                  <a:pt x="454788" y="81404"/>
                  <a:pt x="454949" y="86878"/>
                </a:cubicBezTo>
                <a:cubicBezTo>
                  <a:pt x="455109" y="92352"/>
                  <a:pt x="455189" y="96463"/>
                  <a:pt x="455189" y="99211"/>
                </a:cubicBezTo>
                <a:cubicBezTo>
                  <a:pt x="455189" y="101226"/>
                  <a:pt x="454571" y="102875"/>
                  <a:pt x="453335" y="104158"/>
                </a:cubicBezTo>
                <a:cubicBezTo>
                  <a:pt x="452100" y="105441"/>
                  <a:pt x="450475" y="106082"/>
                  <a:pt x="448462" y="106082"/>
                </a:cubicBezTo>
                <a:cubicBezTo>
                  <a:pt x="446494" y="106082"/>
                  <a:pt x="444880" y="105441"/>
                  <a:pt x="443622" y="104158"/>
                </a:cubicBezTo>
                <a:cubicBezTo>
                  <a:pt x="442363" y="102875"/>
                  <a:pt x="441734" y="101226"/>
                  <a:pt x="441734" y="99211"/>
                </a:cubicBezTo>
                <a:cubicBezTo>
                  <a:pt x="441734" y="96463"/>
                  <a:pt x="441654" y="92352"/>
                  <a:pt x="441494" y="86878"/>
                </a:cubicBezTo>
                <a:cubicBezTo>
                  <a:pt x="441334" y="81404"/>
                  <a:pt x="441254" y="77292"/>
                  <a:pt x="441254" y="74543"/>
                </a:cubicBezTo>
                <a:cubicBezTo>
                  <a:pt x="441254" y="70237"/>
                  <a:pt x="441482" y="64866"/>
                  <a:pt x="441940" y="58431"/>
                </a:cubicBezTo>
                <a:cubicBezTo>
                  <a:pt x="442398" y="51994"/>
                  <a:pt x="442627" y="46622"/>
                  <a:pt x="442627" y="42316"/>
                </a:cubicBezTo>
                <a:cubicBezTo>
                  <a:pt x="442627" y="40255"/>
                  <a:pt x="443256" y="38583"/>
                  <a:pt x="444514" y="37300"/>
                </a:cubicBezTo>
                <a:cubicBezTo>
                  <a:pt x="445773" y="36017"/>
                  <a:pt x="447386" y="35376"/>
                  <a:pt x="449354" y="35376"/>
                </a:cubicBezTo>
                <a:cubicBezTo>
                  <a:pt x="451322" y="35376"/>
                  <a:pt x="452935" y="36017"/>
                  <a:pt x="454194" y="37300"/>
                </a:cubicBezTo>
                <a:cubicBezTo>
                  <a:pt x="455452" y="38583"/>
                  <a:pt x="456081" y="40255"/>
                  <a:pt x="456081" y="42316"/>
                </a:cubicBezTo>
                <a:cubicBezTo>
                  <a:pt x="456081" y="46622"/>
                  <a:pt x="455853" y="51994"/>
                  <a:pt x="455395" y="58431"/>
                </a:cubicBezTo>
                <a:cubicBezTo>
                  <a:pt x="454937" y="64866"/>
                  <a:pt x="454708" y="70237"/>
                  <a:pt x="454708" y="74543"/>
                </a:cubicBezTo>
                <a:close/>
                <a:moveTo>
                  <a:pt x="503498" y="109789"/>
                </a:moveTo>
                <a:cubicBezTo>
                  <a:pt x="495809" y="109789"/>
                  <a:pt x="489196" y="106947"/>
                  <a:pt x="483659" y="101262"/>
                </a:cubicBezTo>
                <a:cubicBezTo>
                  <a:pt x="477480" y="94935"/>
                  <a:pt x="474231" y="86430"/>
                  <a:pt x="473911" y="75747"/>
                </a:cubicBezTo>
                <a:cubicBezTo>
                  <a:pt x="473636" y="65386"/>
                  <a:pt x="476245" y="56262"/>
                  <a:pt x="481736" y="48376"/>
                </a:cubicBezTo>
                <a:cubicBezTo>
                  <a:pt x="488143" y="39069"/>
                  <a:pt x="497068" y="34415"/>
                  <a:pt x="508509" y="34415"/>
                </a:cubicBezTo>
                <a:cubicBezTo>
                  <a:pt x="517662" y="34415"/>
                  <a:pt x="524595" y="38610"/>
                  <a:pt x="529309" y="47001"/>
                </a:cubicBezTo>
                <a:cubicBezTo>
                  <a:pt x="533061" y="53786"/>
                  <a:pt x="534869" y="61946"/>
                  <a:pt x="534732" y="71482"/>
                </a:cubicBezTo>
                <a:cubicBezTo>
                  <a:pt x="534595" y="81661"/>
                  <a:pt x="531940" y="90349"/>
                  <a:pt x="526769" y="97549"/>
                </a:cubicBezTo>
                <a:cubicBezTo>
                  <a:pt x="520911" y="105709"/>
                  <a:pt x="513154" y="109789"/>
                  <a:pt x="503498" y="109789"/>
                </a:cubicBezTo>
                <a:moveTo>
                  <a:pt x="507616" y="48419"/>
                </a:moveTo>
                <a:cubicBezTo>
                  <a:pt x="500889" y="48373"/>
                  <a:pt x="495649" y="51581"/>
                  <a:pt x="491896" y="58042"/>
                </a:cubicBezTo>
                <a:cubicBezTo>
                  <a:pt x="488921" y="63222"/>
                  <a:pt x="487434" y="69135"/>
                  <a:pt x="487434" y="75779"/>
                </a:cubicBezTo>
                <a:cubicBezTo>
                  <a:pt x="487434" y="82425"/>
                  <a:pt x="489242" y="87604"/>
                  <a:pt x="492857" y="91317"/>
                </a:cubicBezTo>
                <a:cubicBezTo>
                  <a:pt x="495878" y="94387"/>
                  <a:pt x="499424" y="95923"/>
                  <a:pt x="503498" y="95923"/>
                </a:cubicBezTo>
                <a:cubicBezTo>
                  <a:pt x="508257" y="95923"/>
                  <a:pt x="512353" y="94181"/>
                  <a:pt x="515785" y="90697"/>
                </a:cubicBezTo>
                <a:cubicBezTo>
                  <a:pt x="519675" y="86848"/>
                  <a:pt x="521735" y="81647"/>
                  <a:pt x="521964" y="75093"/>
                </a:cubicBezTo>
                <a:cubicBezTo>
                  <a:pt x="522604" y="57356"/>
                  <a:pt x="517822" y="48465"/>
                  <a:pt x="507616" y="48419"/>
                </a:cubicBezTo>
                <a:close/>
                <a:moveTo>
                  <a:pt x="604216" y="110613"/>
                </a:moveTo>
                <a:cubicBezTo>
                  <a:pt x="600281" y="110613"/>
                  <a:pt x="598061" y="108458"/>
                  <a:pt x="597558" y="104147"/>
                </a:cubicBezTo>
                <a:lnTo>
                  <a:pt x="595635" y="89082"/>
                </a:lnTo>
                <a:cubicBezTo>
                  <a:pt x="594995" y="83716"/>
                  <a:pt x="594674" y="78694"/>
                  <a:pt x="594674" y="74016"/>
                </a:cubicBezTo>
                <a:cubicBezTo>
                  <a:pt x="594674" y="72731"/>
                  <a:pt x="594755" y="70553"/>
                  <a:pt x="594915" y="67481"/>
                </a:cubicBezTo>
                <a:cubicBezTo>
                  <a:pt x="595075" y="64408"/>
                  <a:pt x="595155" y="62229"/>
                  <a:pt x="595155" y="60945"/>
                </a:cubicBezTo>
                <a:cubicBezTo>
                  <a:pt x="595155" y="51038"/>
                  <a:pt x="593324" y="46085"/>
                  <a:pt x="589663" y="46085"/>
                </a:cubicBezTo>
                <a:cubicBezTo>
                  <a:pt x="584538" y="46085"/>
                  <a:pt x="579641" y="49132"/>
                  <a:pt x="574973" y="55226"/>
                </a:cubicBezTo>
                <a:cubicBezTo>
                  <a:pt x="570762" y="60769"/>
                  <a:pt x="567467" y="67778"/>
                  <a:pt x="565088" y="76253"/>
                </a:cubicBezTo>
                <a:cubicBezTo>
                  <a:pt x="564996" y="78041"/>
                  <a:pt x="564790" y="80286"/>
                  <a:pt x="564470" y="82989"/>
                </a:cubicBezTo>
                <a:cubicBezTo>
                  <a:pt x="564195" y="85280"/>
                  <a:pt x="564058" y="87502"/>
                  <a:pt x="564058" y="89654"/>
                </a:cubicBezTo>
                <a:cubicBezTo>
                  <a:pt x="564058" y="91029"/>
                  <a:pt x="564195" y="93090"/>
                  <a:pt x="564470" y="95839"/>
                </a:cubicBezTo>
                <a:cubicBezTo>
                  <a:pt x="564744" y="98588"/>
                  <a:pt x="564882" y="100649"/>
                  <a:pt x="564882" y="102024"/>
                </a:cubicBezTo>
                <a:cubicBezTo>
                  <a:pt x="564882" y="104086"/>
                  <a:pt x="564252" y="105759"/>
                  <a:pt x="562994" y="107041"/>
                </a:cubicBezTo>
                <a:cubicBezTo>
                  <a:pt x="561735" y="108324"/>
                  <a:pt x="560122" y="108966"/>
                  <a:pt x="558154" y="108966"/>
                </a:cubicBezTo>
                <a:cubicBezTo>
                  <a:pt x="556141" y="108966"/>
                  <a:pt x="554516" y="108323"/>
                  <a:pt x="553280" y="107039"/>
                </a:cubicBezTo>
                <a:cubicBezTo>
                  <a:pt x="552045" y="105756"/>
                  <a:pt x="551427" y="104083"/>
                  <a:pt x="551427" y="102019"/>
                </a:cubicBezTo>
                <a:cubicBezTo>
                  <a:pt x="551427" y="100645"/>
                  <a:pt x="551278" y="98583"/>
                  <a:pt x="550981" y="95833"/>
                </a:cubicBezTo>
                <a:cubicBezTo>
                  <a:pt x="550683" y="93081"/>
                  <a:pt x="550534" y="91017"/>
                  <a:pt x="550534" y="89642"/>
                </a:cubicBezTo>
                <a:cubicBezTo>
                  <a:pt x="550534" y="84919"/>
                  <a:pt x="550866" y="78375"/>
                  <a:pt x="551530" y="70008"/>
                </a:cubicBezTo>
                <a:cubicBezTo>
                  <a:pt x="552193" y="61642"/>
                  <a:pt x="552525" y="55098"/>
                  <a:pt x="552525" y="50375"/>
                </a:cubicBezTo>
                <a:cubicBezTo>
                  <a:pt x="552525" y="48908"/>
                  <a:pt x="552445" y="46731"/>
                  <a:pt x="552285" y="43843"/>
                </a:cubicBezTo>
                <a:cubicBezTo>
                  <a:pt x="552125" y="40954"/>
                  <a:pt x="552045" y="38777"/>
                  <a:pt x="552045" y="37311"/>
                </a:cubicBezTo>
                <a:cubicBezTo>
                  <a:pt x="552045" y="35339"/>
                  <a:pt x="552697" y="33723"/>
                  <a:pt x="554001" y="32463"/>
                </a:cubicBezTo>
                <a:cubicBezTo>
                  <a:pt x="555305" y="31201"/>
                  <a:pt x="556919" y="30571"/>
                  <a:pt x="558841" y="30571"/>
                </a:cubicBezTo>
                <a:cubicBezTo>
                  <a:pt x="563051" y="30571"/>
                  <a:pt x="565362" y="33558"/>
                  <a:pt x="565774" y="39531"/>
                </a:cubicBezTo>
                <a:lnTo>
                  <a:pt x="565980" y="47595"/>
                </a:lnTo>
                <a:cubicBezTo>
                  <a:pt x="573668" y="37344"/>
                  <a:pt x="581563" y="32218"/>
                  <a:pt x="589663" y="32218"/>
                </a:cubicBezTo>
                <a:cubicBezTo>
                  <a:pt x="596986" y="32218"/>
                  <a:pt x="602088" y="35450"/>
                  <a:pt x="604971" y="41915"/>
                </a:cubicBezTo>
                <a:cubicBezTo>
                  <a:pt x="606939" y="46224"/>
                  <a:pt x="608015" y="52596"/>
                  <a:pt x="608198" y="61033"/>
                </a:cubicBezTo>
                <a:lnTo>
                  <a:pt x="608198" y="67977"/>
                </a:lnTo>
                <a:lnTo>
                  <a:pt x="608129" y="74372"/>
                </a:lnTo>
                <a:cubicBezTo>
                  <a:pt x="608129" y="78177"/>
                  <a:pt x="608621" y="83095"/>
                  <a:pt x="609605" y="89125"/>
                </a:cubicBezTo>
                <a:cubicBezTo>
                  <a:pt x="610589" y="95153"/>
                  <a:pt x="611081" y="100046"/>
                  <a:pt x="611081" y="103804"/>
                </a:cubicBezTo>
                <a:cubicBezTo>
                  <a:pt x="611081" y="105822"/>
                  <a:pt x="610429" y="107461"/>
                  <a:pt x="609125" y="108721"/>
                </a:cubicBezTo>
                <a:cubicBezTo>
                  <a:pt x="607820" y="109982"/>
                  <a:pt x="606184" y="110613"/>
                  <a:pt x="604216" y="11061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0" name="Text Sampling">
            <a:extLst xmlns:a="http://schemas.openxmlformats.org/drawingml/2006/main">
              <a:ext uri="{FF2B5EF4-FFF2-40B4-BE49-F238E27FC236}">
                <a16:creationId xmlns:a16="http://schemas.microsoft.com/office/drawing/2014/main" id="{ACA39DC9-DB15-49D8-8F0D-33D58899C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9428" y="1202913"/>
            <a:ext cx="565129" cy="150474"/>
          </a:xfrm>
          <a:custGeom xmlns:a="http://schemas.openxmlformats.org/drawingml/2006/main">
            <a:pathLst>
              <a:path w="565129" h="150474">
                <a:moveTo>
                  <a:pt x="46" y="93446"/>
                </a:moveTo>
                <a:cubicBezTo>
                  <a:pt x="0" y="91518"/>
                  <a:pt x="652" y="89946"/>
                  <a:pt x="2002" y="88731"/>
                </a:cubicBezTo>
                <a:cubicBezTo>
                  <a:pt x="3352" y="87515"/>
                  <a:pt x="5011" y="86907"/>
                  <a:pt x="6979" y="86907"/>
                </a:cubicBezTo>
                <a:cubicBezTo>
                  <a:pt x="9222" y="86907"/>
                  <a:pt x="11189" y="88194"/>
                  <a:pt x="12883" y="90768"/>
                </a:cubicBezTo>
                <a:cubicBezTo>
                  <a:pt x="15217" y="94264"/>
                  <a:pt x="17299" y="96632"/>
                  <a:pt x="19130" y="97873"/>
                </a:cubicBezTo>
                <a:cubicBezTo>
                  <a:pt x="23020" y="100448"/>
                  <a:pt x="28672" y="101735"/>
                  <a:pt x="36085" y="101735"/>
                </a:cubicBezTo>
                <a:cubicBezTo>
                  <a:pt x="43179" y="101735"/>
                  <a:pt x="49769" y="100199"/>
                  <a:pt x="55856" y="97127"/>
                </a:cubicBezTo>
                <a:cubicBezTo>
                  <a:pt x="63636" y="93184"/>
                  <a:pt x="67526" y="87706"/>
                  <a:pt x="67526" y="80692"/>
                </a:cubicBezTo>
                <a:cubicBezTo>
                  <a:pt x="67526" y="74916"/>
                  <a:pt x="64254" y="70355"/>
                  <a:pt x="57709" y="67008"/>
                </a:cubicBezTo>
                <a:cubicBezTo>
                  <a:pt x="52172" y="64119"/>
                  <a:pt x="45330" y="62560"/>
                  <a:pt x="37184" y="62331"/>
                </a:cubicBezTo>
                <a:cubicBezTo>
                  <a:pt x="29953" y="62057"/>
                  <a:pt x="23798" y="60476"/>
                  <a:pt x="18718" y="57588"/>
                </a:cubicBezTo>
                <a:cubicBezTo>
                  <a:pt x="12219" y="53877"/>
                  <a:pt x="8970" y="48561"/>
                  <a:pt x="8970" y="41641"/>
                </a:cubicBezTo>
                <a:cubicBezTo>
                  <a:pt x="8970" y="33485"/>
                  <a:pt x="13592" y="26039"/>
                  <a:pt x="22837" y="19303"/>
                </a:cubicBezTo>
                <a:cubicBezTo>
                  <a:pt x="31669" y="12933"/>
                  <a:pt x="40799" y="9748"/>
                  <a:pt x="50227" y="9748"/>
                </a:cubicBezTo>
                <a:cubicBezTo>
                  <a:pt x="54666" y="9748"/>
                  <a:pt x="59677" y="10507"/>
                  <a:pt x="65260" y="12024"/>
                </a:cubicBezTo>
                <a:cubicBezTo>
                  <a:pt x="72674" y="14000"/>
                  <a:pt x="76381" y="16528"/>
                  <a:pt x="76381" y="19607"/>
                </a:cubicBezTo>
                <a:cubicBezTo>
                  <a:pt x="76381" y="23652"/>
                  <a:pt x="74322" y="25674"/>
                  <a:pt x="70203" y="25674"/>
                </a:cubicBezTo>
                <a:cubicBezTo>
                  <a:pt x="68372" y="25674"/>
                  <a:pt x="65169" y="25182"/>
                  <a:pt x="60592" y="24198"/>
                </a:cubicBezTo>
                <a:cubicBezTo>
                  <a:pt x="56016" y="23214"/>
                  <a:pt x="52469" y="22745"/>
                  <a:pt x="49952" y="22791"/>
                </a:cubicBezTo>
                <a:cubicBezTo>
                  <a:pt x="42813" y="22882"/>
                  <a:pt x="36749" y="24640"/>
                  <a:pt x="31761" y="28064"/>
                </a:cubicBezTo>
                <a:cubicBezTo>
                  <a:pt x="26635" y="31579"/>
                  <a:pt x="24072" y="35847"/>
                  <a:pt x="24072" y="40869"/>
                </a:cubicBezTo>
                <a:cubicBezTo>
                  <a:pt x="24072" y="44658"/>
                  <a:pt x="27459" y="47329"/>
                  <a:pt x="34232" y="48881"/>
                </a:cubicBezTo>
                <a:cubicBezTo>
                  <a:pt x="36749" y="49474"/>
                  <a:pt x="41623" y="50022"/>
                  <a:pt x="48854" y="50524"/>
                </a:cubicBezTo>
                <a:cubicBezTo>
                  <a:pt x="59334" y="51304"/>
                  <a:pt x="67526" y="54606"/>
                  <a:pt x="73429" y="60431"/>
                </a:cubicBezTo>
                <a:cubicBezTo>
                  <a:pt x="78830" y="65751"/>
                  <a:pt x="81530" y="72240"/>
                  <a:pt x="81530" y="79899"/>
                </a:cubicBezTo>
                <a:cubicBezTo>
                  <a:pt x="81530" y="90815"/>
                  <a:pt x="76496" y="99530"/>
                  <a:pt x="66427" y="106042"/>
                </a:cubicBezTo>
                <a:cubicBezTo>
                  <a:pt x="57686" y="111683"/>
                  <a:pt x="47549" y="114503"/>
                  <a:pt x="36017" y="114503"/>
                </a:cubicBezTo>
                <a:cubicBezTo>
                  <a:pt x="27642" y="114503"/>
                  <a:pt x="19976" y="112897"/>
                  <a:pt x="13020" y="109685"/>
                </a:cubicBezTo>
                <a:cubicBezTo>
                  <a:pt x="4508" y="105741"/>
                  <a:pt x="183" y="100328"/>
                  <a:pt x="46" y="93446"/>
                </a:cubicBezTo>
                <a:close/>
                <a:moveTo>
                  <a:pt x="151243" y="115052"/>
                </a:moveTo>
                <a:cubicBezTo>
                  <a:pt x="150373" y="115052"/>
                  <a:pt x="148794" y="114037"/>
                  <a:pt x="146506" y="112006"/>
                </a:cubicBezTo>
                <a:cubicBezTo>
                  <a:pt x="144447" y="110114"/>
                  <a:pt x="142914" y="108429"/>
                  <a:pt x="141907" y="106952"/>
                </a:cubicBezTo>
                <a:cubicBezTo>
                  <a:pt x="137513" y="109355"/>
                  <a:pt x="133646" y="111168"/>
                  <a:pt x="130305" y="112392"/>
                </a:cubicBezTo>
                <a:cubicBezTo>
                  <a:pt x="126965" y="113616"/>
                  <a:pt x="124173" y="114229"/>
                  <a:pt x="121930" y="114229"/>
                </a:cubicBezTo>
                <a:cubicBezTo>
                  <a:pt x="111222" y="114229"/>
                  <a:pt x="103419" y="111208"/>
                  <a:pt x="98522" y="105167"/>
                </a:cubicBezTo>
                <a:cubicBezTo>
                  <a:pt x="93900" y="99492"/>
                  <a:pt x="91589" y="90797"/>
                  <a:pt x="91589" y="79081"/>
                </a:cubicBezTo>
                <a:cubicBezTo>
                  <a:pt x="91589" y="68006"/>
                  <a:pt x="95398" y="58533"/>
                  <a:pt x="103018" y="50661"/>
                </a:cubicBezTo>
                <a:cubicBezTo>
                  <a:pt x="110638" y="42790"/>
                  <a:pt x="119734" y="38854"/>
                  <a:pt x="130305" y="38854"/>
                </a:cubicBezTo>
                <a:cubicBezTo>
                  <a:pt x="134287" y="38854"/>
                  <a:pt x="138749" y="39884"/>
                  <a:pt x="143692" y="41943"/>
                </a:cubicBezTo>
                <a:cubicBezTo>
                  <a:pt x="149916" y="44506"/>
                  <a:pt x="153028" y="47595"/>
                  <a:pt x="153028" y="51211"/>
                </a:cubicBezTo>
                <a:cubicBezTo>
                  <a:pt x="153028" y="52446"/>
                  <a:pt x="152570" y="53545"/>
                  <a:pt x="151655" y="54506"/>
                </a:cubicBezTo>
                <a:cubicBezTo>
                  <a:pt x="151197" y="56245"/>
                  <a:pt x="150842" y="59105"/>
                  <a:pt x="150591" y="63087"/>
                </a:cubicBezTo>
                <a:cubicBezTo>
                  <a:pt x="150339" y="67068"/>
                  <a:pt x="150190" y="72171"/>
                  <a:pt x="150144" y="78395"/>
                </a:cubicBezTo>
                <a:cubicBezTo>
                  <a:pt x="150099" y="84070"/>
                  <a:pt x="150488" y="88555"/>
                  <a:pt x="151311" y="91850"/>
                </a:cubicBezTo>
                <a:cubicBezTo>
                  <a:pt x="151769" y="93863"/>
                  <a:pt x="153211" y="97891"/>
                  <a:pt x="155636" y="103932"/>
                </a:cubicBezTo>
                <a:cubicBezTo>
                  <a:pt x="155956" y="104755"/>
                  <a:pt x="156483" y="105968"/>
                  <a:pt x="157215" y="107570"/>
                </a:cubicBezTo>
                <a:lnTo>
                  <a:pt x="157627" y="108737"/>
                </a:lnTo>
                <a:cubicBezTo>
                  <a:pt x="157627" y="110567"/>
                  <a:pt x="156986" y="112078"/>
                  <a:pt x="155705" y="113268"/>
                </a:cubicBezTo>
                <a:cubicBezTo>
                  <a:pt x="154423" y="114457"/>
                  <a:pt x="152936" y="115052"/>
                  <a:pt x="151243" y="115052"/>
                </a:cubicBezTo>
                <a:moveTo>
                  <a:pt x="136964" y="67368"/>
                </a:moveTo>
                <a:cubicBezTo>
                  <a:pt x="136964" y="65405"/>
                  <a:pt x="137090" y="63271"/>
                  <a:pt x="137342" y="60967"/>
                </a:cubicBezTo>
                <a:cubicBezTo>
                  <a:pt x="137593" y="58662"/>
                  <a:pt x="137971" y="56208"/>
                  <a:pt x="138474" y="53607"/>
                </a:cubicBezTo>
                <a:cubicBezTo>
                  <a:pt x="136781" y="52739"/>
                  <a:pt x="135328" y="52099"/>
                  <a:pt x="134115" y="51689"/>
                </a:cubicBezTo>
                <a:cubicBezTo>
                  <a:pt x="132903" y="51279"/>
                  <a:pt x="131930" y="51073"/>
                  <a:pt x="131198" y="51073"/>
                </a:cubicBezTo>
                <a:cubicBezTo>
                  <a:pt x="124104" y="51073"/>
                  <a:pt x="117983" y="53960"/>
                  <a:pt x="112835" y="59734"/>
                </a:cubicBezTo>
                <a:cubicBezTo>
                  <a:pt x="107686" y="65507"/>
                  <a:pt x="105112" y="72159"/>
                  <a:pt x="105112" y="79691"/>
                </a:cubicBezTo>
                <a:cubicBezTo>
                  <a:pt x="105112" y="87176"/>
                  <a:pt x="106439" y="92790"/>
                  <a:pt x="109093" y="96533"/>
                </a:cubicBezTo>
                <a:cubicBezTo>
                  <a:pt x="111748" y="100275"/>
                  <a:pt x="115729" y="102147"/>
                  <a:pt x="121038" y="102147"/>
                </a:cubicBezTo>
                <a:cubicBezTo>
                  <a:pt x="125431" y="102147"/>
                  <a:pt x="129161" y="101348"/>
                  <a:pt x="132228" y="99750"/>
                </a:cubicBezTo>
                <a:cubicBezTo>
                  <a:pt x="133875" y="98884"/>
                  <a:pt x="136186" y="97150"/>
                  <a:pt x="139161" y="94548"/>
                </a:cubicBezTo>
                <a:cubicBezTo>
                  <a:pt x="137696" y="82452"/>
                  <a:pt x="136964" y="73392"/>
                  <a:pt x="136964" y="67368"/>
                </a:cubicBezTo>
                <a:close/>
                <a:moveTo>
                  <a:pt x="256863" y="116288"/>
                </a:moveTo>
                <a:cubicBezTo>
                  <a:pt x="253111" y="116288"/>
                  <a:pt x="250914" y="114293"/>
                  <a:pt x="250273" y="110303"/>
                </a:cubicBezTo>
                <a:cubicBezTo>
                  <a:pt x="249449" y="105257"/>
                  <a:pt x="248626" y="98149"/>
                  <a:pt x="247802" y="88977"/>
                </a:cubicBezTo>
                <a:lnTo>
                  <a:pt x="245468" y="67649"/>
                </a:lnTo>
                <a:cubicBezTo>
                  <a:pt x="245010" y="64486"/>
                  <a:pt x="244232" y="61390"/>
                  <a:pt x="243134" y="58363"/>
                </a:cubicBezTo>
                <a:cubicBezTo>
                  <a:pt x="241578" y="54235"/>
                  <a:pt x="239885" y="52172"/>
                  <a:pt x="238054" y="52172"/>
                </a:cubicBezTo>
                <a:cubicBezTo>
                  <a:pt x="236361" y="52172"/>
                  <a:pt x="233203" y="53615"/>
                  <a:pt x="228581" y="56501"/>
                </a:cubicBezTo>
                <a:cubicBezTo>
                  <a:pt x="224187" y="59158"/>
                  <a:pt x="221304" y="61288"/>
                  <a:pt x="219931" y="62891"/>
                </a:cubicBezTo>
                <a:cubicBezTo>
                  <a:pt x="219885" y="67198"/>
                  <a:pt x="220000" y="71504"/>
                  <a:pt x="220274" y="75810"/>
                </a:cubicBezTo>
                <a:lnTo>
                  <a:pt x="222334" y="94158"/>
                </a:lnTo>
                <a:cubicBezTo>
                  <a:pt x="223203" y="101396"/>
                  <a:pt x="223638" y="107375"/>
                  <a:pt x="223638" y="112094"/>
                </a:cubicBezTo>
                <a:cubicBezTo>
                  <a:pt x="223638" y="114109"/>
                  <a:pt x="223009" y="115770"/>
                  <a:pt x="221750" y="117075"/>
                </a:cubicBezTo>
                <a:cubicBezTo>
                  <a:pt x="220492" y="118381"/>
                  <a:pt x="218879" y="119034"/>
                  <a:pt x="216911" y="119034"/>
                </a:cubicBezTo>
                <a:cubicBezTo>
                  <a:pt x="214943" y="119034"/>
                  <a:pt x="213330" y="118381"/>
                  <a:pt x="212071" y="117075"/>
                </a:cubicBezTo>
                <a:cubicBezTo>
                  <a:pt x="210813" y="115770"/>
                  <a:pt x="210183" y="114109"/>
                  <a:pt x="210183" y="112094"/>
                </a:cubicBezTo>
                <a:cubicBezTo>
                  <a:pt x="210183" y="106551"/>
                  <a:pt x="209623" y="98362"/>
                  <a:pt x="208501" y="87527"/>
                </a:cubicBezTo>
                <a:cubicBezTo>
                  <a:pt x="207380" y="76692"/>
                  <a:pt x="206820" y="68503"/>
                  <a:pt x="206820" y="62960"/>
                </a:cubicBezTo>
                <a:cubicBezTo>
                  <a:pt x="206820" y="58105"/>
                  <a:pt x="206133" y="54325"/>
                  <a:pt x="204760" y="51623"/>
                </a:cubicBezTo>
                <a:cubicBezTo>
                  <a:pt x="201557" y="53090"/>
                  <a:pt x="198307" y="55475"/>
                  <a:pt x="195012" y="58777"/>
                </a:cubicBezTo>
                <a:lnTo>
                  <a:pt x="186912" y="67860"/>
                </a:lnTo>
                <a:cubicBezTo>
                  <a:pt x="186180" y="68959"/>
                  <a:pt x="185013" y="70404"/>
                  <a:pt x="183411" y="72193"/>
                </a:cubicBezTo>
                <a:cubicBezTo>
                  <a:pt x="183411" y="74945"/>
                  <a:pt x="183159" y="79004"/>
                  <a:pt x="182656" y="84371"/>
                </a:cubicBezTo>
                <a:cubicBezTo>
                  <a:pt x="182152" y="89737"/>
                  <a:pt x="181901" y="93705"/>
                  <a:pt x="181901" y="96273"/>
                </a:cubicBezTo>
                <a:cubicBezTo>
                  <a:pt x="181901" y="97649"/>
                  <a:pt x="182118" y="99575"/>
                  <a:pt x="182553" y="102052"/>
                </a:cubicBezTo>
                <a:cubicBezTo>
                  <a:pt x="182988" y="104528"/>
                  <a:pt x="183205" y="106316"/>
                  <a:pt x="183205" y="107417"/>
                </a:cubicBezTo>
                <a:cubicBezTo>
                  <a:pt x="183205" y="109298"/>
                  <a:pt x="182507" y="110881"/>
                  <a:pt x="181111" y="112165"/>
                </a:cubicBezTo>
                <a:cubicBezTo>
                  <a:pt x="179715" y="113449"/>
                  <a:pt x="178079" y="114091"/>
                  <a:pt x="176203" y="114091"/>
                </a:cubicBezTo>
                <a:cubicBezTo>
                  <a:pt x="171032" y="114091"/>
                  <a:pt x="168446" y="108206"/>
                  <a:pt x="168446" y="96434"/>
                </a:cubicBezTo>
                <a:cubicBezTo>
                  <a:pt x="168446" y="93685"/>
                  <a:pt x="168698" y="89586"/>
                  <a:pt x="169201" y="84135"/>
                </a:cubicBezTo>
                <a:cubicBezTo>
                  <a:pt x="169704" y="78685"/>
                  <a:pt x="169956" y="74586"/>
                  <a:pt x="169956" y="71837"/>
                </a:cubicBezTo>
                <a:cubicBezTo>
                  <a:pt x="169956" y="69410"/>
                  <a:pt x="169739" y="65769"/>
                  <a:pt x="169304" y="60913"/>
                </a:cubicBezTo>
                <a:cubicBezTo>
                  <a:pt x="168869" y="56058"/>
                  <a:pt x="168652" y="52393"/>
                  <a:pt x="168652" y="49919"/>
                </a:cubicBezTo>
                <a:cubicBezTo>
                  <a:pt x="168652" y="39522"/>
                  <a:pt x="170986" y="34323"/>
                  <a:pt x="175654" y="34323"/>
                </a:cubicBezTo>
                <a:cubicBezTo>
                  <a:pt x="177439" y="34323"/>
                  <a:pt x="179075" y="35090"/>
                  <a:pt x="180562" y="36623"/>
                </a:cubicBezTo>
                <a:cubicBezTo>
                  <a:pt x="182049" y="38156"/>
                  <a:pt x="182793" y="39838"/>
                  <a:pt x="182793" y="41669"/>
                </a:cubicBezTo>
                <a:cubicBezTo>
                  <a:pt x="182793" y="42538"/>
                  <a:pt x="182679" y="43888"/>
                  <a:pt x="182450" y="45719"/>
                </a:cubicBezTo>
                <a:cubicBezTo>
                  <a:pt x="182221" y="47549"/>
                  <a:pt x="182107" y="48945"/>
                  <a:pt x="182107" y="49906"/>
                </a:cubicBezTo>
                <a:lnTo>
                  <a:pt x="182244" y="57114"/>
                </a:lnTo>
                <a:cubicBezTo>
                  <a:pt x="184624" y="52217"/>
                  <a:pt x="188125" y="47790"/>
                  <a:pt x="192747" y="43831"/>
                </a:cubicBezTo>
                <a:cubicBezTo>
                  <a:pt x="197369" y="39872"/>
                  <a:pt x="201305" y="37893"/>
                  <a:pt x="204554" y="37893"/>
                </a:cubicBezTo>
                <a:cubicBezTo>
                  <a:pt x="211739" y="37893"/>
                  <a:pt x="216682" y="41463"/>
                  <a:pt x="219382" y="48602"/>
                </a:cubicBezTo>
                <a:cubicBezTo>
                  <a:pt x="221899" y="45261"/>
                  <a:pt x="224897" y="42756"/>
                  <a:pt x="228375" y="41085"/>
                </a:cubicBezTo>
                <a:cubicBezTo>
                  <a:pt x="231853" y="39415"/>
                  <a:pt x="235834" y="38580"/>
                  <a:pt x="240319" y="38580"/>
                </a:cubicBezTo>
                <a:cubicBezTo>
                  <a:pt x="247962" y="38580"/>
                  <a:pt x="253179" y="42706"/>
                  <a:pt x="255971" y="50958"/>
                </a:cubicBezTo>
                <a:cubicBezTo>
                  <a:pt x="256520" y="52608"/>
                  <a:pt x="257458" y="59049"/>
                  <a:pt x="258785" y="70282"/>
                </a:cubicBezTo>
                <a:cubicBezTo>
                  <a:pt x="260067" y="78167"/>
                  <a:pt x="261714" y="91303"/>
                  <a:pt x="263728" y="109687"/>
                </a:cubicBezTo>
                <a:cubicBezTo>
                  <a:pt x="263865" y="111521"/>
                  <a:pt x="263247" y="113079"/>
                  <a:pt x="261874" y="114362"/>
                </a:cubicBezTo>
                <a:cubicBezTo>
                  <a:pt x="260502" y="115646"/>
                  <a:pt x="258831" y="116288"/>
                  <a:pt x="256863" y="116288"/>
                </a:cubicBezTo>
                <a:close/>
                <a:moveTo>
                  <a:pt x="307813" y="112993"/>
                </a:moveTo>
                <a:cubicBezTo>
                  <a:pt x="303236" y="112993"/>
                  <a:pt x="298202" y="112261"/>
                  <a:pt x="292710" y="110796"/>
                </a:cubicBezTo>
                <a:lnTo>
                  <a:pt x="292573" y="143609"/>
                </a:lnTo>
                <a:cubicBezTo>
                  <a:pt x="292573" y="145623"/>
                  <a:pt x="291944" y="147271"/>
                  <a:pt x="290685" y="148552"/>
                </a:cubicBezTo>
                <a:cubicBezTo>
                  <a:pt x="289427" y="149833"/>
                  <a:pt x="287814" y="150474"/>
                  <a:pt x="285846" y="150474"/>
                </a:cubicBezTo>
                <a:cubicBezTo>
                  <a:pt x="283878" y="150474"/>
                  <a:pt x="282265" y="149833"/>
                  <a:pt x="281006" y="148550"/>
                </a:cubicBezTo>
                <a:cubicBezTo>
                  <a:pt x="279748" y="147267"/>
                  <a:pt x="279118" y="145617"/>
                  <a:pt x="279118" y="143601"/>
                </a:cubicBezTo>
                <a:lnTo>
                  <a:pt x="279324" y="116110"/>
                </a:lnTo>
                <a:lnTo>
                  <a:pt x="279324" y="88688"/>
                </a:lnTo>
                <a:cubicBezTo>
                  <a:pt x="279187" y="78652"/>
                  <a:pt x="278844" y="69511"/>
                  <a:pt x="278295" y="61265"/>
                </a:cubicBezTo>
                <a:lnTo>
                  <a:pt x="277265" y="47313"/>
                </a:lnTo>
                <a:cubicBezTo>
                  <a:pt x="277265" y="44059"/>
                  <a:pt x="277860" y="41310"/>
                  <a:pt x="279050" y="39064"/>
                </a:cubicBezTo>
                <a:cubicBezTo>
                  <a:pt x="280423" y="36361"/>
                  <a:pt x="282413" y="35010"/>
                  <a:pt x="285022" y="35010"/>
                </a:cubicBezTo>
                <a:cubicBezTo>
                  <a:pt x="286807" y="35010"/>
                  <a:pt x="288306" y="35649"/>
                  <a:pt x="289518" y="36926"/>
                </a:cubicBezTo>
                <a:cubicBezTo>
                  <a:pt x="290731" y="38203"/>
                  <a:pt x="291337" y="39761"/>
                  <a:pt x="291337" y="41600"/>
                </a:cubicBezTo>
                <a:cubicBezTo>
                  <a:pt x="291337" y="42012"/>
                  <a:pt x="291269" y="42767"/>
                  <a:pt x="291132" y="43865"/>
                </a:cubicBezTo>
                <a:cubicBezTo>
                  <a:pt x="290903" y="45284"/>
                  <a:pt x="290743" y="46588"/>
                  <a:pt x="290651" y="47778"/>
                </a:cubicBezTo>
                <a:cubicBezTo>
                  <a:pt x="294587" y="45078"/>
                  <a:pt x="298385" y="43053"/>
                  <a:pt x="302046" y="41703"/>
                </a:cubicBezTo>
                <a:cubicBezTo>
                  <a:pt x="305708" y="40353"/>
                  <a:pt x="309209" y="39678"/>
                  <a:pt x="312549" y="39678"/>
                </a:cubicBezTo>
                <a:cubicBezTo>
                  <a:pt x="321931" y="39678"/>
                  <a:pt x="328796" y="43846"/>
                  <a:pt x="333143" y="52182"/>
                </a:cubicBezTo>
                <a:cubicBezTo>
                  <a:pt x="336576" y="58780"/>
                  <a:pt x="338292" y="67506"/>
                  <a:pt x="338292" y="78363"/>
                </a:cubicBezTo>
                <a:cubicBezTo>
                  <a:pt x="338292" y="88256"/>
                  <a:pt x="335638" y="96410"/>
                  <a:pt x="330329" y="102825"/>
                </a:cubicBezTo>
                <a:cubicBezTo>
                  <a:pt x="324700" y="109603"/>
                  <a:pt x="317194" y="112993"/>
                  <a:pt x="307813" y="112993"/>
                </a:cubicBezTo>
                <a:moveTo>
                  <a:pt x="312549" y="53407"/>
                </a:moveTo>
                <a:cubicBezTo>
                  <a:pt x="308339" y="53407"/>
                  <a:pt x="304541" y="54346"/>
                  <a:pt x="301154" y="56222"/>
                </a:cubicBezTo>
                <a:cubicBezTo>
                  <a:pt x="298728" y="57549"/>
                  <a:pt x="295662" y="59975"/>
                  <a:pt x="291955" y="63498"/>
                </a:cubicBezTo>
                <a:cubicBezTo>
                  <a:pt x="292550" y="73887"/>
                  <a:pt x="292848" y="84802"/>
                  <a:pt x="292848" y="96243"/>
                </a:cubicBezTo>
                <a:cubicBezTo>
                  <a:pt x="297836" y="98165"/>
                  <a:pt x="302824" y="99126"/>
                  <a:pt x="307813" y="99126"/>
                </a:cubicBezTo>
                <a:cubicBezTo>
                  <a:pt x="313533" y="99126"/>
                  <a:pt x="317904" y="96998"/>
                  <a:pt x="320924" y="92742"/>
                </a:cubicBezTo>
                <a:cubicBezTo>
                  <a:pt x="323533" y="89035"/>
                  <a:pt x="324837" y="84230"/>
                  <a:pt x="324837" y="78326"/>
                </a:cubicBezTo>
                <a:cubicBezTo>
                  <a:pt x="324837" y="69997"/>
                  <a:pt x="323819" y="63762"/>
                  <a:pt x="321782" y="59620"/>
                </a:cubicBezTo>
                <a:cubicBezTo>
                  <a:pt x="319746" y="55478"/>
                  <a:pt x="316668" y="53407"/>
                  <a:pt x="312549" y="53407"/>
                </a:cubicBezTo>
                <a:close/>
                <a:moveTo>
                  <a:pt x="371055" y="56565"/>
                </a:moveTo>
                <a:lnTo>
                  <a:pt x="370026" y="90723"/>
                </a:lnTo>
                <a:cubicBezTo>
                  <a:pt x="370026" y="94343"/>
                  <a:pt x="369843" y="99658"/>
                  <a:pt x="369477" y="106669"/>
                </a:cubicBezTo>
                <a:cubicBezTo>
                  <a:pt x="369019" y="111251"/>
                  <a:pt x="366776" y="113542"/>
                  <a:pt x="362749" y="113542"/>
                </a:cubicBezTo>
                <a:cubicBezTo>
                  <a:pt x="358264" y="113542"/>
                  <a:pt x="356022" y="111205"/>
                  <a:pt x="356022" y="106532"/>
                </a:cubicBezTo>
                <a:cubicBezTo>
                  <a:pt x="356022" y="100987"/>
                  <a:pt x="356273" y="92659"/>
                  <a:pt x="356777" y="81548"/>
                </a:cubicBezTo>
                <a:cubicBezTo>
                  <a:pt x="357280" y="70438"/>
                  <a:pt x="357532" y="62110"/>
                  <a:pt x="357532" y="56565"/>
                </a:cubicBezTo>
                <a:cubicBezTo>
                  <a:pt x="357532" y="49326"/>
                  <a:pt x="357646" y="41044"/>
                  <a:pt x="357875" y="31719"/>
                </a:cubicBezTo>
                <a:cubicBezTo>
                  <a:pt x="358104" y="22395"/>
                  <a:pt x="358218" y="14113"/>
                  <a:pt x="358218" y="6873"/>
                </a:cubicBezTo>
                <a:cubicBezTo>
                  <a:pt x="358218" y="2291"/>
                  <a:pt x="360461" y="0"/>
                  <a:pt x="364946" y="0"/>
                </a:cubicBezTo>
                <a:cubicBezTo>
                  <a:pt x="369477" y="0"/>
                  <a:pt x="371742" y="2291"/>
                  <a:pt x="371742" y="6873"/>
                </a:cubicBezTo>
                <a:cubicBezTo>
                  <a:pt x="371742" y="14113"/>
                  <a:pt x="371628" y="22395"/>
                  <a:pt x="371399" y="31719"/>
                </a:cubicBezTo>
                <a:cubicBezTo>
                  <a:pt x="371170" y="41044"/>
                  <a:pt x="371055" y="49326"/>
                  <a:pt x="371055" y="56565"/>
                </a:cubicBezTo>
                <a:close/>
                <a:moveTo>
                  <a:pt x="405393" y="23615"/>
                </a:moveTo>
                <a:cubicBezTo>
                  <a:pt x="403196" y="23615"/>
                  <a:pt x="401297" y="22837"/>
                  <a:pt x="399695" y="21281"/>
                </a:cubicBezTo>
                <a:cubicBezTo>
                  <a:pt x="398093" y="19725"/>
                  <a:pt x="397292" y="17848"/>
                  <a:pt x="397292" y="15652"/>
                </a:cubicBezTo>
                <a:cubicBezTo>
                  <a:pt x="397292" y="13455"/>
                  <a:pt x="398093" y="11578"/>
                  <a:pt x="399695" y="10022"/>
                </a:cubicBezTo>
                <a:cubicBezTo>
                  <a:pt x="401297" y="8466"/>
                  <a:pt x="403196" y="7688"/>
                  <a:pt x="405393" y="7688"/>
                </a:cubicBezTo>
                <a:cubicBezTo>
                  <a:pt x="407589" y="7688"/>
                  <a:pt x="409477" y="8466"/>
                  <a:pt x="411056" y="10022"/>
                </a:cubicBezTo>
                <a:cubicBezTo>
                  <a:pt x="412635" y="11578"/>
                  <a:pt x="413424" y="13455"/>
                  <a:pt x="413424" y="15652"/>
                </a:cubicBezTo>
                <a:cubicBezTo>
                  <a:pt x="413424" y="17848"/>
                  <a:pt x="412635" y="19725"/>
                  <a:pt x="411056" y="21281"/>
                </a:cubicBezTo>
                <a:cubicBezTo>
                  <a:pt x="409477" y="22837"/>
                  <a:pt x="407589" y="23615"/>
                  <a:pt x="405393" y="23615"/>
                </a:cubicBezTo>
                <a:moveTo>
                  <a:pt x="408482" y="79395"/>
                </a:moveTo>
                <a:cubicBezTo>
                  <a:pt x="408482" y="82143"/>
                  <a:pt x="408562" y="86255"/>
                  <a:pt x="408722" y="91730"/>
                </a:cubicBezTo>
                <a:cubicBezTo>
                  <a:pt x="408882" y="97203"/>
                  <a:pt x="408962" y="101314"/>
                  <a:pt x="408962" y="104062"/>
                </a:cubicBezTo>
                <a:cubicBezTo>
                  <a:pt x="408962" y="106077"/>
                  <a:pt x="408345" y="107726"/>
                  <a:pt x="407109" y="109009"/>
                </a:cubicBezTo>
                <a:cubicBezTo>
                  <a:pt x="405873" y="110292"/>
                  <a:pt x="404249" y="110934"/>
                  <a:pt x="402235" y="110934"/>
                </a:cubicBezTo>
                <a:cubicBezTo>
                  <a:pt x="400267" y="110934"/>
                  <a:pt x="398654" y="110292"/>
                  <a:pt x="397395" y="109009"/>
                </a:cubicBezTo>
                <a:cubicBezTo>
                  <a:pt x="396137" y="107726"/>
                  <a:pt x="395508" y="106077"/>
                  <a:pt x="395508" y="104062"/>
                </a:cubicBezTo>
                <a:cubicBezTo>
                  <a:pt x="395508" y="101314"/>
                  <a:pt x="395427" y="97203"/>
                  <a:pt x="395267" y="91730"/>
                </a:cubicBezTo>
                <a:cubicBezTo>
                  <a:pt x="395107" y="86255"/>
                  <a:pt x="395027" y="82143"/>
                  <a:pt x="395027" y="79395"/>
                </a:cubicBezTo>
                <a:cubicBezTo>
                  <a:pt x="395027" y="75088"/>
                  <a:pt x="395256" y="69717"/>
                  <a:pt x="395713" y="63282"/>
                </a:cubicBezTo>
                <a:cubicBezTo>
                  <a:pt x="396171" y="56845"/>
                  <a:pt x="396400" y="51473"/>
                  <a:pt x="396400" y="47167"/>
                </a:cubicBezTo>
                <a:cubicBezTo>
                  <a:pt x="396400" y="45106"/>
                  <a:pt x="397029" y="43434"/>
                  <a:pt x="398288" y="42151"/>
                </a:cubicBezTo>
                <a:cubicBezTo>
                  <a:pt x="399546" y="40869"/>
                  <a:pt x="401159" y="40227"/>
                  <a:pt x="403127" y="40227"/>
                </a:cubicBezTo>
                <a:cubicBezTo>
                  <a:pt x="405095" y="40227"/>
                  <a:pt x="406708" y="40869"/>
                  <a:pt x="407967" y="42151"/>
                </a:cubicBezTo>
                <a:cubicBezTo>
                  <a:pt x="409225" y="43434"/>
                  <a:pt x="409855" y="45106"/>
                  <a:pt x="409855" y="47167"/>
                </a:cubicBezTo>
                <a:cubicBezTo>
                  <a:pt x="409855" y="51473"/>
                  <a:pt x="409626" y="56845"/>
                  <a:pt x="409168" y="63282"/>
                </a:cubicBezTo>
                <a:cubicBezTo>
                  <a:pt x="408711" y="69717"/>
                  <a:pt x="408482" y="75088"/>
                  <a:pt x="408482" y="79395"/>
                </a:cubicBezTo>
                <a:close/>
                <a:moveTo>
                  <a:pt x="484181" y="115464"/>
                </a:moveTo>
                <a:cubicBezTo>
                  <a:pt x="480245" y="115464"/>
                  <a:pt x="478025" y="113309"/>
                  <a:pt x="477522" y="108999"/>
                </a:cubicBezTo>
                <a:lnTo>
                  <a:pt x="475600" y="93933"/>
                </a:lnTo>
                <a:cubicBezTo>
                  <a:pt x="474959" y="88567"/>
                  <a:pt x="474639" y="83545"/>
                  <a:pt x="474639" y="78867"/>
                </a:cubicBezTo>
                <a:cubicBezTo>
                  <a:pt x="474639" y="77583"/>
                  <a:pt x="474719" y="75404"/>
                  <a:pt x="474879" y="72332"/>
                </a:cubicBezTo>
                <a:cubicBezTo>
                  <a:pt x="475039" y="69259"/>
                  <a:pt x="475119" y="67080"/>
                  <a:pt x="475119" y="65796"/>
                </a:cubicBezTo>
                <a:cubicBezTo>
                  <a:pt x="475119" y="55889"/>
                  <a:pt x="473289" y="50936"/>
                  <a:pt x="469627" y="50936"/>
                </a:cubicBezTo>
                <a:cubicBezTo>
                  <a:pt x="464502" y="50936"/>
                  <a:pt x="459605" y="53983"/>
                  <a:pt x="454937" y="60077"/>
                </a:cubicBezTo>
                <a:cubicBezTo>
                  <a:pt x="450727" y="65620"/>
                  <a:pt x="447432" y="72629"/>
                  <a:pt x="445052" y="81104"/>
                </a:cubicBezTo>
                <a:cubicBezTo>
                  <a:pt x="444960" y="82892"/>
                  <a:pt x="444754" y="85137"/>
                  <a:pt x="444434" y="87840"/>
                </a:cubicBezTo>
                <a:cubicBezTo>
                  <a:pt x="444159" y="90131"/>
                  <a:pt x="444022" y="92353"/>
                  <a:pt x="444022" y="94505"/>
                </a:cubicBezTo>
                <a:cubicBezTo>
                  <a:pt x="444022" y="95880"/>
                  <a:pt x="444159" y="97941"/>
                  <a:pt x="444434" y="100690"/>
                </a:cubicBezTo>
                <a:cubicBezTo>
                  <a:pt x="444709" y="103439"/>
                  <a:pt x="444846" y="105500"/>
                  <a:pt x="444846" y="106875"/>
                </a:cubicBezTo>
                <a:cubicBezTo>
                  <a:pt x="444846" y="108937"/>
                  <a:pt x="444217" y="110610"/>
                  <a:pt x="442958" y="111892"/>
                </a:cubicBezTo>
                <a:cubicBezTo>
                  <a:pt x="441700" y="113175"/>
                  <a:pt x="440086" y="113817"/>
                  <a:pt x="438118" y="113817"/>
                </a:cubicBezTo>
                <a:cubicBezTo>
                  <a:pt x="436105" y="113817"/>
                  <a:pt x="434480" y="113175"/>
                  <a:pt x="433244" y="111890"/>
                </a:cubicBezTo>
                <a:cubicBezTo>
                  <a:pt x="432009" y="110607"/>
                  <a:pt x="431391" y="108934"/>
                  <a:pt x="431391" y="106870"/>
                </a:cubicBezTo>
                <a:cubicBezTo>
                  <a:pt x="431391" y="105496"/>
                  <a:pt x="431242" y="103434"/>
                  <a:pt x="430945" y="100684"/>
                </a:cubicBezTo>
                <a:cubicBezTo>
                  <a:pt x="430647" y="97932"/>
                  <a:pt x="430499" y="95868"/>
                  <a:pt x="430499" y="94493"/>
                </a:cubicBezTo>
                <a:cubicBezTo>
                  <a:pt x="430499" y="89770"/>
                  <a:pt x="430830" y="83226"/>
                  <a:pt x="431494" y="74860"/>
                </a:cubicBezTo>
                <a:cubicBezTo>
                  <a:pt x="432158" y="66493"/>
                  <a:pt x="432489" y="59949"/>
                  <a:pt x="432489" y="55226"/>
                </a:cubicBezTo>
                <a:cubicBezTo>
                  <a:pt x="432489" y="53759"/>
                  <a:pt x="432409" y="51582"/>
                  <a:pt x="432249" y="48694"/>
                </a:cubicBezTo>
                <a:cubicBezTo>
                  <a:pt x="432089" y="45805"/>
                  <a:pt x="432009" y="43628"/>
                  <a:pt x="432009" y="42162"/>
                </a:cubicBezTo>
                <a:cubicBezTo>
                  <a:pt x="432009" y="40190"/>
                  <a:pt x="432661" y="38574"/>
                  <a:pt x="433965" y="37314"/>
                </a:cubicBezTo>
                <a:cubicBezTo>
                  <a:pt x="435270" y="36053"/>
                  <a:pt x="436883" y="35422"/>
                  <a:pt x="438805" y="35422"/>
                </a:cubicBezTo>
                <a:cubicBezTo>
                  <a:pt x="443015" y="35422"/>
                  <a:pt x="445326" y="38409"/>
                  <a:pt x="445738" y="44382"/>
                </a:cubicBezTo>
                <a:lnTo>
                  <a:pt x="445944" y="52446"/>
                </a:lnTo>
                <a:cubicBezTo>
                  <a:pt x="453633" y="42195"/>
                  <a:pt x="461527" y="37069"/>
                  <a:pt x="469627" y="37069"/>
                </a:cubicBezTo>
                <a:cubicBezTo>
                  <a:pt x="476950" y="37069"/>
                  <a:pt x="482052" y="40301"/>
                  <a:pt x="484936" y="46766"/>
                </a:cubicBezTo>
                <a:cubicBezTo>
                  <a:pt x="486904" y="51075"/>
                  <a:pt x="487979" y="57448"/>
                  <a:pt x="488162" y="65884"/>
                </a:cubicBezTo>
                <a:lnTo>
                  <a:pt x="488162" y="72828"/>
                </a:lnTo>
                <a:lnTo>
                  <a:pt x="488093" y="79223"/>
                </a:lnTo>
                <a:cubicBezTo>
                  <a:pt x="488093" y="83029"/>
                  <a:pt x="488585" y="87946"/>
                  <a:pt x="489569" y="93976"/>
                </a:cubicBezTo>
                <a:cubicBezTo>
                  <a:pt x="490553" y="100004"/>
                  <a:pt x="491045" y="104897"/>
                  <a:pt x="491045" y="108655"/>
                </a:cubicBezTo>
                <a:cubicBezTo>
                  <a:pt x="491045" y="110673"/>
                  <a:pt x="490393" y="112312"/>
                  <a:pt x="489089" y="113572"/>
                </a:cubicBezTo>
                <a:cubicBezTo>
                  <a:pt x="487785" y="114834"/>
                  <a:pt x="486148" y="115464"/>
                  <a:pt x="484181" y="115464"/>
                </a:cubicBezTo>
                <a:close/>
                <a:moveTo>
                  <a:pt x="561834" y="80935"/>
                </a:moveTo>
                <a:lnTo>
                  <a:pt x="560255" y="104000"/>
                </a:lnTo>
                <a:cubicBezTo>
                  <a:pt x="559981" y="113153"/>
                  <a:pt x="559042" y="120636"/>
                  <a:pt x="557441" y="126448"/>
                </a:cubicBezTo>
                <a:cubicBezTo>
                  <a:pt x="555381" y="133862"/>
                  <a:pt x="552086" y="139330"/>
                  <a:pt x="547555" y="142854"/>
                </a:cubicBezTo>
                <a:cubicBezTo>
                  <a:pt x="542064" y="147110"/>
                  <a:pt x="534124" y="149239"/>
                  <a:pt x="523735" y="149239"/>
                </a:cubicBezTo>
                <a:cubicBezTo>
                  <a:pt x="517648" y="149239"/>
                  <a:pt x="512545" y="148827"/>
                  <a:pt x="508427" y="148003"/>
                </a:cubicBezTo>
                <a:cubicBezTo>
                  <a:pt x="502660" y="146859"/>
                  <a:pt x="499777" y="144479"/>
                  <a:pt x="499777" y="140864"/>
                </a:cubicBezTo>
                <a:cubicBezTo>
                  <a:pt x="499777" y="136791"/>
                  <a:pt x="501768" y="134754"/>
                  <a:pt x="505749" y="134754"/>
                </a:cubicBezTo>
                <a:cubicBezTo>
                  <a:pt x="507397" y="134754"/>
                  <a:pt x="510143" y="135154"/>
                  <a:pt x="513987" y="135955"/>
                </a:cubicBezTo>
                <a:cubicBezTo>
                  <a:pt x="517831" y="136756"/>
                  <a:pt x="522087" y="137111"/>
                  <a:pt x="526755" y="137019"/>
                </a:cubicBezTo>
                <a:cubicBezTo>
                  <a:pt x="535542" y="136873"/>
                  <a:pt x="541606" y="132367"/>
                  <a:pt x="544947" y="123500"/>
                </a:cubicBezTo>
                <a:cubicBezTo>
                  <a:pt x="547144" y="117588"/>
                  <a:pt x="548311" y="108502"/>
                  <a:pt x="548448" y="96243"/>
                </a:cubicBezTo>
                <a:cubicBezTo>
                  <a:pt x="545977" y="101598"/>
                  <a:pt x="543036" y="105613"/>
                  <a:pt x="539627" y="108291"/>
                </a:cubicBezTo>
                <a:cubicBezTo>
                  <a:pt x="536217" y="110968"/>
                  <a:pt x="532316" y="112306"/>
                  <a:pt x="527922" y="112306"/>
                </a:cubicBezTo>
                <a:cubicBezTo>
                  <a:pt x="519639" y="112306"/>
                  <a:pt x="512900" y="109478"/>
                  <a:pt x="507706" y="103820"/>
                </a:cubicBezTo>
                <a:cubicBezTo>
                  <a:pt x="502512" y="98162"/>
                  <a:pt x="499914" y="90821"/>
                  <a:pt x="499914" y="81797"/>
                </a:cubicBezTo>
                <a:cubicBezTo>
                  <a:pt x="499914" y="69429"/>
                  <a:pt x="503461" y="59466"/>
                  <a:pt x="510555" y="51908"/>
                </a:cubicBezTo>
                <a:cubicBezTo>
                  <a:pt x="517877" y="44121"/>
                  <a:pt x="527854" y="40227"/>
                  <a:pt x="540485" y="40227"/>
                </a:cubicBezTo>
                <a:cubicBezTo>
                  <a:pt x="544741" y="40227"/>
                  <a:pt x="548311" y="40776"/>
                  <a:pt x="551194" y="41875"/>
                </a:cubicBezTo>
                <a:cubicBezTo>
                  <a:pt x="554077" y="42973"/>
                  <a:pt x="556274" y="44621"/>
                  <a:pt x="557784" y="46817"/>
                </a:cubicBezTo>
                <a:cubicBezTo>
                  <a:pt x="562681" y="46955"/>
                  <a:pt x="565129" y="49678"/>
                  <a:pt x="565129" y="54986"/>
                </a:cubicBezTo>
                <a:cubicBezTo>
                  <a:pt x="565129" y="58236"/>
                  <a:pt x="564649" y="62583"/>
                  <a:pt x="563687" y="68029"/>
                </a:cubicBezTo>
                <a:cubicBezTo>
                  <a:pt x="562635" y="74345"/>
                  <a:pt x="562017" y="78647"/>
                  <a:pt x="561834" y="80935"/>
                </a:cubicBezTo>
                <a:moveTo>
                  <a:pt x="539798" y="53957"/>
                </a:moveTo>
                <a:cubicBezTo>
                  <a:pt x="531103" y="53957"/>
                  <a:pt x="524376" y="56655"/>
                  <a:pt x="519616" y="62053"/>
                </a:cubicBezTo>
                <a:cubicBezTo>
                  <a:pt x="515360" y="66914"/>
                  <a:pt x="513232" y="73094"/>
                  <a:pt x="513232" y="80594"/>
                </a:cubicBezTo>
                <a:cubicBezTo>
                  <a:pt x="513232" y="86567"/>
                  <a:pt x="514490" y="91058"/>
                  <a:pt x="517008" y="94066"/>
                </a:cubicBezTo>
                <a:cubicBezTo>
                  <a:pt x="519525" y="97073"/>
                  <a:pt x="523300" y="98577"/>
                  <a:pt x="528334" y="98577"/>
                </a:cubicBezTo>
                <a:cubicBezTo>
                  <a:pt x="532957" y="98577"/>
                  <a:pt x="537441" y="96229"/>
                  <a:pt x="541789" y="91532"/>
                </a:cubicBezTo>
                <a:cubicBezTo>
                  <a:pt x="545725" y="87206"/>
                  <a:pt x="547967" y="82921"/>
                  <a:pt x="548516" y="78678"/>
                </a:cubicBezTo>
                <a:cubicBezTo>
                  <a:pt x="549478" y="74227"/>
                  <a:pt x="550507" y="67243"/>
                  <a:pt x="551606" y="57726"/>
                </a:cubicBezTo>
                <a:cubicBezTo>
                  <a:pt x="549775" y="56449"/>
                  <a:pt x="547876" y="55501"/>
                  <a:pt x="545908" y="54883"/>
                </a:cubicBezTo>
                <a:cubicBezTo>
                  <a:pt x="543940" y="54265"/>
                  <a:pt x="541903" y="53957"/>
                  <a:pt x="539798" y="5395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3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78652f78014db6"/>
          <a:stretch xmlns:a="http://schemas.openxmlformats.org/drawingml/2006/main"/>
        </p:blipFill>
        <p:spPr>
          <a:xfrm xmlns:a="http://schemas.openxmlformats.org/drawingml/2006/main">
            <a:off x="9020854" y="826339"/>
            <a:ext cx="256259" cy="240960"/>
          </a:xfrm>
          <a:prstGeom xmlns:a="http://schemas.openxmlformats.org/drawingml/2006/main" prst="rect">
            <a:avLst/>
          </a:prstGeom>
        </p:spPr>
      </p:pic>
      <p:sp>
        <p:nvSpPr>
          <p:cNvPr id="1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1F0C908-E405-4048-8E51-761B54D70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9707" y="248894"/>
            <a:ext cx="17574" cy="279421"/>
          </a:xfrm>
          <a:custGeom xmlns:a="http://schemas.openxmlformats.org/drawingml/2006/main">
            <a:pathLst>
              <a:path w="17574" h="279421">
                <a:moveTo>
                  <a:pt x="17574" y="279421"/>
                </a:moveTo>
                <a:lnTo>
                  <a:pt x="17574" y="209126"/>
                </a:lnTo>
                <a:lnTo>
                  <a:pt x="0" y="209126"/>
                </a:lnTo>
                <a:lnTo>
                  <a:pt x="0" y="279421"/>
                </a:lnTo>
                <a:lnTo>
                  <a:pt x="17574" y="279421"/>
                </a:lnTo>
                <a:close/>
                <a:moveTo>
                  <a:pt x="17574" y="156405"/>
                </a:moveTo>
                <a:lnTo>
                  <a:pt x="17574" y="86111"/>
                </a:lnTo>
                <a:lnTo>
                  <a:pt x="0" y="86111"/>
                </a:lnTo>
                <a:lnTo>
                  <a:pt x="0" y="156405"/>
                </a:lnTo>
                <a:lnTo>
                  <a:pt x="17574" y="156405"/>
                </a:lnTo>
                <a:close/>
                <a:moveTo>
                  <a:pt x="17574" y="33390"/>
                </a:moveTo>
                <a:lnTo>
                  <a:pt x="17574" y="0"/>
                </a:lnTo>
                <a:lnTo>
                  <a:pt x="0" y="0"/>
                </a:lnTo>
                <a:lnTo>
                  <a:pt x="0" y="33390"/>
                </a:lnTo>
                <a:lnTo>
                  <a:pt x="17574" y="3339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3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d0a341ec8243e1"/>
          <a:stretch xmlns:a="http://schemas.openxmlformats.org/drawingml/2006/main"/>
        </p:blipFill>
        <p:spPr>
          <a:xfrm xmlns:a="http://schemas.openxmlformats.org/drawingml/2006/main">
            <a:off x="352957" y="2052429"/>
            <a:ext cx="716629" cy="716629"/>
          </a:xfrm>
          <a:prstGeom xmlns:a="http://schemas.openxmlformats.org/drawingml/2006/main" prst="rect">
            <a:avLst/>
          </a:prstGeom>
        </p:spPr>
      </p:pic>
      <p:sp>
        <p:nvSpPr>
          <p:cNvPr id="174" name="Text Hard">
            <a:extLst xmlns:a="http://schemas.openxmlformats.org/drawingml/2006/main">
              <a:ext uri="{FF2B5EF4-FFF2-40B4-BE49-F238E27FC236}">
                <a16:creationId xmlns:a16="http://schemas.microsoft.com/office/drawing/2014/main" id="{973074E5-1E66-4042-B72A-9765006D8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868" y="1939010"/>
            <a:ext cx="312280" cy="115190"/>
          </a:xfrm>
          <a:custGeom xmlns:a="http://schemas.openxmlformats.org/drawingml/2006/main">
            <a:pathLst>
              <a:path w="312280" h="115190">
                <a:moveTo>
                  <a:pt x="89516" y="12637"/>
                </a:moveTo>
                <a:cubicBezTo>
                  <a:pt x="88829" y="14561"/>
                  <a:pt x="88486" y="17377"/>
                  <a:pt x="88486" y="21085"/>
                </a:cubicBezTo>
                <a:cubicBezTo>
                  <a:pt x="88486" y="22460"/>
                  <a:pt x="88532" y="24498"/>
                  <a:pt x="88623" y="27199"/>
                </a:cubicBezTo>
                <a:cubicBezTo>
                  <a:pt x="88715" y="29901"/>
                  <a:pt x="88761" y="31939"/>
                  <a:pt x="88761" y="33313"/>
                </a:cubicBezTo>
                <a:cubicBezTo>
                  <a:pt x="88761" y="37892"/>
                  <a:pt x="88360" y="44716"/>
                  <a:pt x="87559" y="53783"/>
                </a:cubicBezTo>
                <a:cubicBezTo>
                  <a:pt x="86758" y="62850"/>
                  <a:pt x="86358" y="69673"/>
                  <a:pt x="86358" y="74252"/>
                </a:cubicBezTo>
                <a:cubicBezTo>
                  <a:pt x="86358" y="77732"/>
                  <a:pt x="86610" y="82952"/>
                  <a:pt x="87113" y="89913"/>
                </a:cubicBezTo>
                <a:cubicBezTo>
                  <a:pt x="87616" y="96873"/>
                  <a:pt x="87868" y="102117"/>
                  <a:pt x="87868" y="105643"/>
                </a:cubicBezTo>
                <a:cubicBezTo>
                  <a:pt x="87868" y="107521"/>
                  <a:pt x="87239" y="109101"/>
                  <a:pt x="85980" y="110382"/>
                </a:cubicBezTo>
                <a:cubicBezTo>
                  <a:pt x="84722" y="111665"/>
                  <a:pt x="83154" y="112306"/>
                  <a:pt x="81278" y="112306"/>
                </a:cubicBezTo>
                <a:cubicBezTo>
                  <a:pt x="79447" y="112306"/>
                  <a:pt x="77891" y="111666"/>
                  <a:pt x="76610" y="110384"/>
                </a:cubicBezTo>
                <a:cubicBezTo>
                  <a:pt x="75329" y="109103"/>
                  <a:pt x="74688" y="107524"/>
                  <a:pt x="74688" y="105648"/>
                </a:cubicBezTo>
                <a:cubicBezTo>
                  <a:pt x="74688" y="102124"/>
                  <a:pt x="74436" y="96884"/>
                  <a:pt x="73933" y="89928"/>
                </a:cubicBezTo>
                <a:cubicBezTo>
                  <a:pt x="73429" y="82971"/>
                  <a:pt x="73178" y="77754"/>
                  <a:pt x="73178" y="74276"/>
                </a:cubicBezTo>
                <a:cubicBezTo>
                  <a:pt x="73178" y="70935"/>
                  <a:pt x="73292" y="67549"/>
                  <a:pt x="73521" y="64116"/>
                </a:cubicBezTo>
                <a:cubicBezTo>
                  <a:pt x="65695" y="64254"/>
                  <a:pt x="56016" y="65421"/>
                  <a:pt x="44483" y="67617"/>
                </a:cubicBezTo>
                <a:lnTo>
                  <a:pt x="15652" y="73246"/>
                </a:lnTo>
                <a:cubicBezTo>
                  <a:pt x="15652" y="77372"/>
                  <a:pt x="15240" y="83229"/>
                  <a:pt x="14416" y="90816"/>
                </a:cubicBezTo>
                <a:cubicBezTo>
                  <a:pt x="13592" y="98401"/>
                  <a:pt x="13180" y="104280"/>
                  <a:pt x="13180" y="108451"/>
                </a:cubicBezTo>
                <a:cubicBezTo>
                  <a:pt x="13180" y="110331"/>
                  <a:pt x="12551" y="111923"/>
                  <a:pt x="11292" y="113229"/>
                </a:cubicBezTo>
                <a:cubicBezTo>
                  <a:pt x="10034" y="114536"/>
                  <a:pt x="8466" y="115190"/>
                  <a:pt x="6590" y="115190"/>
                </a:cubicBezTo>
                <a:cubicBezTo>
                  <a:pt x="4714" y="115190"/>
                  <a:pt x="3146" y="114537"/>
                  <a:pt x="1888" y="113231"/>
                </a:cubicBezTo>
                <a:cubicBezTo>
                  <a:pt x="629" y="111927"/>
                  <a:pt x="0" y="110336"/>
                  <a:pt x="0" y="108458"/>
                </a:cubicBezTo>
                <a:cubicBezTo>
                  <a:pt x="0" y="103604"/>
                  <a:pt x="400" y="96357"/>
                  <a:pt x="1201" y="86718"/>
                </a:cubicBezTo>
                <a:cubicBezTo>
                  <a:pt x="2002" y="77079"/>
                  <a:pt x="2403" y="69833"/>
                  <a:pt x="2403" y="64979"/>
                </a:cubicBezTo>
                <a:cubicBezTo>
                  <a:pt x="2403" y="62460"/>
                  <a:pt x="2311" y="58660"/>
                  <a:pt x="2128" y="53577"/>
                </a:cubicBezTo>
                <a:cubicBezTo>
                  <a:pt x="1945" y="48493"/>
                  <a:pt x="1853" y="44668"/>
                  <a:pt x="1853" y="42104"/>
                </a:cubicBezTo>
                <a:cubicBezTo>
                  <a:pt x="1853" y="38487"/>
                  <a:pt x="2082" y="33050"/>
                  <a:pt x="2540" y="25792"/>
                </a:cubicBezTo>
                <a:cubicBezTo>
                  <a:pt x="2998" y="18533"/>
                  <a:pt x="3226" y="13094"/>
                  <a:pt x="3226" y="9478"/>
                </a:cubicBezTo>
                <a:cubicBezTo>
                  <a:pt x="3226" y="7554"/>
                  <a:pt x="3856" y="5952"/>
                  <a:pt x="5114" y="4670"/>
                </a:cubicBezTo>
                <a:cubicBezTo>
                  <a:pt x="6373" y="3387"/>
                  <a:pt x="7940" y="2746"/>
                  <a:pt x="9817" y="2746"/>
                </a:cubicBezTo>
                <a:cubicBezTo>
                  <a:pt x="11693" y="2746"/>
                  <a:pt x="13260" y="3387"/>
                  <a:pt x="14519" y="4668"/>
                </a:cubicBezTo>
                <a:cubicBezTo>
                  <a:pt x="15777" y="5948"/>
                  <a:pt x="16407" y="7549"/>
                  <a:pt x="16407" y="9471"/>
                </a:cubicBezTo>
                <a:cubicBezTo>
                  <a:pt x="16407" y="13131"/>
                  <a:pt x="16166" y="18609"/>
                  <a:pt x="15686" y="25906"/>
                </a:cubicBezTo>
                <a:cubicBezTo>
                  <a:pt x="15205" y="33201"/>
                  <a:pt x="14965" y="38678"/>
                  <a:pt x="14965" y="42338"/>
                </a:cubicBezTo>
                <a:lnTo>
                  <a:pt x="15377" y="59699"/>
                </a:lnTo>
                <a:lnTo>
                  <a:pt x="44826" y="54111"/>
                </a:lnTo>
                <a:cubicBezTo>
                  <a:pt x="56588" y="51903"/>
                  <a:pt x="66496" y="50753"/>
                  <a:pt x="74551" y="50661"/>
                </a:cubicBezTo>
                <a:cubicBezTo>
                  <a:pt x="75054" y="44117"/>
                  <a:pt x="75306" y="34255"/>
                  <a:pt x="75306" y="21075"/>
                </a:cubicBezTo>
                <a:cubicBezTo>
                  <a:pt x="75306" y="17597"/>
                  <a:pt x="75878" y="14073"/>
                  <a:pt x="77022" y="10503"/>
                </a:cubicBezTo>
                <a:cubicBezTo>
                  <a:pt x="78532" y="5606"/>
                  <a:pt x="80660" y="3158"/>
                  <a:pt x="83406" y="3158"/>
                </a:cubicBezTo>
                <a:cubicBezTo>
                  <a:pt x="85145" y="3158"/>
                  <a:pt x="86701" y="3788"/>
                  <a:pt x="88074" y="5048"/>
                </a:cubicBezTo>
                <a:cubicBezTo>
                  <a:pt x="89447" y="6306"/>
                  <a:pt x="90133" y="7897"/>
                  <a:pt x="90133" y="9821"/>
                </a:cubicBezTo>
                <a:cubicBezTo>
                  <a:pt x="90133" y="10507"/>
                  <a:pt x="89928" y="11446"/>
                  <a:pt x="89516" y="12637"/>
                </a:cubicBezTo>
                <a:close/>
                <a:moveTo>
                  <a:pt x="160506" y="113954"/>
                </a:moveTo>
                <a:cubicBezTo>
                  <a:pt x="159636" y="113954"/>
                  <a:pt x="158057" y="112939"/>
                  <a:pt x="155769" y="110908"/>
                </a:cubicBezTo>
                <a:cubicBezTo>
                  <a:pt x="153710" y="109016"/>
                  <a:pt x="152177" y="107331"/>
                  <a:pt x="151170" y="105854"/>
                </a:cubicBezTo>
                <a:cubicBezTo>
                  <a:pt x="146776" y="108256"/>
                  <a:pt x="142909" y="110070"/>
                  <a:pt x="139569" y="111294"/>
                </a:cubicBezTo>
                <a:cubicBezTo>
                  <a:pt x="136228" y="112518"/>
                  <a:pt x="133436" y="113130"/>
                  <a:pt x="131194" y="113130"/>
                </a:cubicBezTo>
                <a:cubicBezTo>
                  <a:pt x="120485" y="113130"/>
                  <a:pt x="112682" y="110110"/>
                  <a:pt x="107785" y="104069"/>
                </a:cubicBezTo>
                <a:cubicBezTo>
                  <a:pt x="103163" y="98394"/>
                  <a:pt x="100852" y="89699"/>
                  <a:pt x="100852" y="77983"/>
                </a:cubicBezTo>
                <a:cubicBezTo>
                  <a:pt x="100852" y="66908"/>
                  <a:pt x="104662" y="57435"/>
                  <a:pt x="112281" y="49563"/>
                </a:cubicBezTo>
                <a:cubicBezTo>
                  <a:pt x="119901" y="41692"/>
                  <a:pt x="128997" y="37756"/>
                  <a:pt x="139569" y="37756"/>
                </a:cubicBezTo>
                <a:cubicBezTo>
                  <a:pt x="143550" y="37756"/>
                  <a:pt x="148012" y="38786"/>
                  <a:pt x="152955" y="40845"/>
                </a:cubicBezTo>
                <a:cubicBezTo>
                  <a:pt x="159179" y="43408"/>
                  <a:pt x="162291" y="46497"/>
                  <a:pt x="162291" y="50112"/>
                </a:cubicBezTo>
                <a:cubicBezTo>
                  <a:pt x="162291" y="51348"/>
                  <a:pt x="161833" y="52446"/>
                  <a:pt x="160918" y="53407"/>
                </a:cubicBezTo>
                <a:cubicBezTo>
                  <a:pt x="160460" y="55146"/>
                  <a:pt x="160105" y="58007"/>
                  <a:pt x="159854" y="61988"/>
                </a:cubicBezTo>
                <a:cubicBezTo>
                  <a:pt x="159602" y="65970"/>
                  <a:pt x="159453" y="71072"/>
                  <a:pt x="159408" y="77296"/>
                </a:cubicBezTo>
                <a:cubicBezTo>
                  <a:pt x="159362" y="82971"/>
                  <a:pt x="159751" y="87456"/>
                  <a:pt x="160575" y="90751"/>
                </a:cubicBezTo>
                <a:cubicBezTo>
                  <a:pt x="161032" y="92765"/>
                  <a:pt x="162474" y="96792"/>
                  <a:pt x="164899" y="102833"/>
                </a:cubicBezTo>
                <a:cubicBezTo>
                  <a:pt x="165220" y="103657"/>
                  <a:pt x="165746" y="104870"/>
                  <a:pt x="166478" y="106471"/>
                </a:cubicBezTo>
                <a:lnTo>
                  <a:pt x="166890" y="107638"/>
                </a:lnTo>
                <a:cubicBezTo>
                  <a:pt x="166890" y="109469"/>
                  <a:pt x="166249" y="110979"/>
                  <a:pt x="164968" y="112169"/>
                </a:cubicBezTo>
                <a:cubicBezTo>
                  <a:pt x="163687" y="113359"/>
                  <a:pt x="162199" y="113954"/>
                  <a:pt x="160506" y="113954"/>
                </a:cubicBezTo>
                <a:moveTo>
                  <a:pt x="146227" y="66270"/>
                </a:moveTo>
                <a:cubicBezTo>
                  <a:pt x="146227" y="64306"/>
                  <a:pt x="146353" y="62173"/>
                  <a:pt x="146605" y="59869"/>
                </a:cubicBezTo>
                <a:cubicBezTo>
                  <a:pt x="146857" y="57563"/>
                  <a:pt x="147234" y="55110"/>
                  <a:pt x="147738" y="52508"/>
                </a:cubicBezTo>
                <a:cubicBezTo>
                  <a:pt x="146044" y="51640"/>
                  <a:pt x="144591" y="51001"/>
                  <a:pt x="143378" y="50591"/>
                </a:cubicBezTo>
                <a:cubicBezTo>
                  <a:pt x="142166" y="50180"/>
                  <a:pt x="141193" y="49975"/>
                  <a:pt x="140461" y="49975"/>
                </a:cubicBezTo>
                <a:cubicBezTo>
                  <a:pt x="133367" y="49975"/>
                  <a:pt x="127246" y="52862"/>
                  <a:pt x="122098" y="58635"/>
                </a:cubicBezTo>
                <a:cubicBezTo>
                  <a:pt x="116949" y="64409"/>
                  <a:pt x="114375" y="71061"/>
                  <a:pt x="114375" y="78592"/>
                </a:cubicBezTo>
                <a:cubicBezTo>
                  <a:pt x="114375" y="86078"/>
                  <a:pt x="115702" y="91692"/>
                  <a:pt x="118357" y="95434"/>
                </a:cubicBezTo>
                <a:cubicBezTo>
                  <a:pt x="121011" y="99177"/>
                  <a:pt x="124992" y="101048"/>
                  <a:pt x="130301" y="101048"/>
                </a:cubicBezTo>
                <a:cubicBezTo>
                  <a:pt x="134695" y="101048"/>
                  <a:pt x="138424" y="100250"/>
                  <a:pt x="141491" y="98652"/>
                </a:cubicBezTo>
                <a:cubicBezTo>
                  <a:pt x="143138" y="97785"/>
                  <a:pt x="145449" y="96051"/>
                  <a:pt x="148424" y="93450"/>
                </a:cubicBezTo>
                <a:cubicBezTo>
                  <a:pt x="146960" y="81354"/>
                  <a:pt x="146227" y="72294"/>
                  <a:pt x="146227" y="66270"/>
                </a:cubicBezTo>
                <a:close/>
                <a:moveTo>
                  <a:pt x="232352" y="58556"/>
                </a:moveTo>
                <a:cubicBezTo>
                  <a:pt x="232031" y="64276"/>
                  <a:pt x="229743" y="67137"/>
                  <a:pt x="225487" y="67137"/>
                </a:cubicBezTo>
                <a:cubicBezTo>
                  <a:pt x="221551" y="67137"/>
                  <a:pt x="219583" y="64881"/>
                  <a:pt x="219583" y="60369"/>
                </a:cubicBezTo>
                <a:cubicBezTo>
                  <a:pt x="219583" y="59502"/>
                  <a:pt x="219515" y="57906"/>
                  <a:pt x="219377" y="55580"/>
                </a:cubicBezTo>
                <a:lnTo>
                  <a:pt x="219171" y="49838"/>
                </a:lnTo>
                <a:cubicBezTo>
                  <a:pt x="211941" y="50709"/>
                  <a:pt x="206151" y="52749"/>
                  <a:pt x="201804" y="55960"/>
                </a:cubicBezTo>
                <a:cubicBezTo>
                  <a:pt x="197731" y="58942"/>
                  <a:pt x="194344" y="63437"/>
                  <a:pt x="191644" y="69445"/>
                </a:cubicBezTo>
                <a:lnTo>
                  <a:pt x="191781" y="107143"/>
                </a:lnTo>
                <a:cubicBezTo>
                  <a:pt x="191781" y="111775"/>
                  <a:pt x="189516" y="114091"/>
                  <a:pt x="184985" y="114091"/>
                </a:cubicBezTo>
                <a:cubicBezTo>
                  <a:pt x="180958" y="114091"/>
                  <a:pt x="178944" y="111776"/>
                  <a:pt x="178944" y="107145"/>
                </a:cubicBezTo>
                <a:lnTo>
                  <a:pt x="178944" y="58867"/>
                </a:lnTo>
                <a:cubicBezTo>
                  <a:pt x="178944" y="57354"/>
                  <a:pt x="179002" y="55085"/>
                  <a:pt x="179116" y="52060"/>
                </a:cubicBezTo>
                <a:cubicBezTo>
                  <a:pt x="179230" y="49034"/>
                  <a:pt x="179288" y="46764"/>
                  <a:pt x="179288" y="45251"/>
                </a:cubicBezTo>
                <a:cubicBezTo>
                  <a:pt x="179288" y="40620"/>
                  <a:pt x="181301" y="38305"/>
                  <a:pt x="185328" y="38305"/>
                </a:cubicBezTo>
                <a:cubicBezTo>
                  <a:pt x="189813" y="38305"/>
                  <a:pt x="192079" y="42103"/>
                  <a:pt x="192125" y="49700"/>
                </a:cubicBezTo>
                <a:cubicBezTo>
                  <a:pt x="200911" y="41188"/>
                  <a:pt x="210659" y="36932"/>
                  <a:pt x="221368" y="36932"/>
                </a:cubicBezTo>
                <a:cubicBezTo>
                  <a:pt x="225075" y="36932"/>
                  <a:pt x="227844" y="38328"/>
                  <a:pt x="229674" y="41120"/>
                </a:cubicBezTo>
                <a:cubicBezTo>
                  <a:pt x="231505" y="43911"/>
                  <a:pt x="232420" y="48122"/>
                  <a:pt x="232420" y="53751"/>
                </a:cubicBezTo>
                <a:cubicBezTo>
                  <a:pt x="232420" y="56130"/>
                  <a:pt x="232397" y="57732"/>
                  <a:pt x="232352" y="58556"/>
                </a:cubicBezTo>
                <a:close/>
                <a:moveTo>
                  <a:pt x="309534" y="48778"/>
                </a:moveTo>
                <a:cubicBezTo>
                  <a:pt x="308985" y="55501"/>
                  <a:pt x="308710" y="62224"/>
                  <a:pt x="308710" y="68947"/>
                </a:cubicBezTo>
                <a:cubicBezTo>
                  <a:pt x="308710" y="84178"/>
                  <a:pt x="309419" y="95681"/>
                  <a:pt x="310838" y="103455"/>
                </a:cubicBezTo>
                <a:cubicBezTo>
                  <a:pt x="310930" y="104096"/>
                  <a:pt x="310975" y="104622"/>
                  <a:pt x="310975" y="105034"/>
                </a:cubicBezTo>
                <a:cubicBezTo>
                  <a:pt x="310975" y="106863"/>
                  <a:pt x="310335" y="108372"/>
                  <a:pt x="309053" y="109561"/>
                </a:cubicBezTo>
                <a:cubicBezTo>
                  <a:pt x="307772" y="110750"/>
                  <a:pt x="306284" y="111345"/>
                  <a:pt x="304591" y="111345"/>
                </a:cubicBezTo>
                <a:cubicBezTo>
                  <a:pt x="301754" y="111345"/>
                  <a:pt x="299671" y="109286"/>
                  <a:pt x="298344" y="105167"/>
                </a:cubicBezTo>
                <a:cubicBezTo>
                  <a:pt x="295049" y="107593"/>
                  <a:pt x="291628" y="109435"/>
                  <a:pt x="288082" y="110693"/>
                </a:cubicBezTo>
                <a:cubicBezTo>
                  <a:pt x="284535" y="111952"/>
                  <a:pt x="280839" y="112581"/>
                  <a:pt x="276995" y="112581"/>
                </a:cubicBezTo>
                <a:cubicBezTo>
                  <a:pt x="267522" y="112581"/>
                  <a:pt x="259673" y="109420"/>
                  <a:pt x="253449" y="103099"/>
                </a:cubicBezTo>
                <a:cubicBezTo>
                  <a:pt x="247042" y="96641"/>
                  <a:pt x="243839" y="88349"/>
                  <a:pt x="243839" y="78225"/>
                </a:cubicBezTo>
                <a:cubicBezTo>
                  <a:pt x="243839" y="65995"/>
                  <a:pt x="247076" y="56193"/>
                  <a:pt x="253552" y="48819"/>
                </a:cubicBezTo>
                <a:cubicBezTo>
                  <a:pt x="260028" y="41443"/>
                  <a:pt x="268437" y="37756"/>
                  <a:pt x="278780" y="37756"/>
                </a:cubicBezTo>
                <a:cubicBezTo>
                  <a:pt x="284089" y="37756"/>
                  <a:pt x="288185" y="38580"/>
                  <a:pt x="291068" y="40227"/>
                </a:cubicBezTo>
                <a:lnTo>
                  <a:pt x="297520" y="44964"/>
                </a:lnTo>
                <a:cubicBezTo>
                  <a:pt x="298161" y="25723"/>
                  <a:pt x="298916" y="12768"/>
                  <a:pt x="299786" y="6099"/>
                </a:cubicBezTo>
                <a:cubicBezTo>
                  <a:pt x="300381" y="2033"/>
                  <a:pt x="302463" y="0"/>
                  <a:pt x="306033" y="0"/>
                </a:cubicBezTo>
                <a:cubicBezTo>
                  <a:pt x="310197" y="0"/>
                  <a:pt x="312280" y="2218"/>
                  <a:pt x="312280" y="6654"/>
                </a:cubicBezTo>
                <a:cubicBezTo>
                  <a:pt x="312280" y="13011"/>
                  <a:pt x="311364" y="27053"/>
                  <a:pt x="309534" y="48778"/>
                </a:cubicBezTo>
                <a:moveTo>
                  <a:pt x="279054" y="50524"/>
                </a:moveTo>
                <a:cubicBezTo>
                  <a:pt x="271366" y="50524"/>
                  <a:pt x="265600" y="52801"/>
                  <a:pt x="261755" y="57355"/>
                </a:cubicBezTo>
                <a:cubicBezTo>
                  <a:pt x="257911" y="61908"/>
                  <a:pt x="255989" y="68761"/>
                  <a:pt x="255989" y="77914"/>
                </a:cubicBezTo>
                <a:cubicBezTo>
                  <a:pt x="255989" y="83818"/>
                  <a:pt x="258083" y="88898"/>
                  <a:pt x="262270" y="93154"/>
                </a:cubicBezTo>
                <a:cubicBezTo>
                  <a:pt x="266458" y="97410"/>
                  <a:pt x="271366" y="99538"/>
                  <a:pt x="276995" y="99538"/>
                </a:cubicBezTo>
                <a:cubicBezTo>
                  <a:pt x="280839" y="99538"/>
                  <a:pt x="284089" y="98829"/>
                  <a:pt x="286743" y="97410"/>
                </a:cubicBezTo>
                <a:cubicBezTo>
                  <a:pt x="288299" y="96586"/>
                  <a:pt x="290839" y="94687"/>
                  <a:pt x="294363" y="91712"/>
                </a:cubicBezTo>
                <a:cubicBezTo>
                  <a:pt x="295049" y="91117"/>
                  <a:pt x="295713" y="90408"/>
                  <a:pt x="296354" y="89584"/>
                </a:cubicBezTo>
                <a:lnTo>
                  <a:pt x="296148" y="77708"/>
                </a:lnTo>
                <a:lnTo>
                  <a:pt x="296216" y="69745"/>
                </a:lnTo>
                <a:lnTo>
                  <a:pt x="296354" y="61645"/>
                </a:lnTo>
                <a:cubicBezTo>
                  <a:pt x="294614" y="57938"/>
                  <a:pt x="292303" y="55158"/>
                  <a:pt x="289420" y="53304"/>
                </a:cubicBezTo>
                <a:cubicBezTo>
                  <a:pt x="286537" y="51451"/>
                  <a:pt x="283082" y="50524"/>
                  <a:pt x="279054" y="5052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5" name="Text example">
            <a:extLst xmlns:a="http://schemas.openxmlformats.org/drawingml/2006/main">
              <a:ext uri="{FF2B5EF4-FFF2-40B4-BE49-F238E27FC236}">
                <a16:creationId xmlns:a16="http://schemas.microsoft.com/office/drawing/2014/main" id="{BE5284AF-8459-4A6B-883E-4ADEA2C52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406" y="2106619"/>
            <a:ext cx="522943" cy="150474"/>
          </a:xfrm>
          <a:custGeom xmlns:a="http://schemas.openxmlformats.org/drawingml/2006/main">
            <a:pathLst>
              <a:path w="522943" h="150474">
                <a:moveTo>
                  <a:pt x="35628" y="113679"/>
                </a:moveTo>
                <a:cubicBezTo>
                  <a:pt x="25285" y="113679"/>
                  <a:pt x="16910" y="111092"/>
                  <a:pt x="10503" y="105916"/>
                </a:cubicBezTo>
                <a:cubicBezTo>
                  <a:pt x="3501" y="100190"/>
                  <a:pt x="0" y="92173"/>
                  <a:pt x="0" y="81866"/>
                </a:cubicBezTo>
                <a:cubicBezTo>
                  <a:pt x="0" y="69957"/>
                  <a:pt x="2883" y="59972"/>
                  <a:pt x="8650" y="51910"/>
                </a:cubicBezTo>
                <a:cubicBezTo>
                  <a:pt x="14919" y="43115"/>
                  <a:pt x="23294" y="38717"/>
                  <a:pt x="33774" y="38717"/>
                </a:cubicBezTo>
                <a:cubicBezTo>
                  <a:pt x="41371" y="38717"/>
                  <a:pt x="47572" y="39998"/>
                  <a:pt x="52378" y="42561"/>
                </a:cubicBezTo>
                <a:cubicBezTo>
                  <a:pt x="58281" y="45719"/>
                  <a:pt x="61233" y="50570"/>
                  <a:pt x="61233" y="57114"/>
                </a:cubicBezTo>
                <a:cubicBezTo>
                  <a:pt x="61233" y="61691"/>
                  <a:pt x="58647" y="65855"/>
                  <a:pt x="53476" y="69608"/>
                </a:cubicBezTo>
                <a:cubicBezTo>
                  <a:pt x="51188" y="71256"/>
                  <a:pt x="46337" y="73818"/>
                  <a:pt x="38923" y="77296"/>
                </a:cubicBezTo>
                <a:lnTo>
                  <a:pt x="12700" y="89722"/>
                </a:lnTo>
                <a:cubicBezTo>
                  <a:pt x="15263" y="93520"/>
                  <a:pt x="18455" y="96380"/>
                  <a:pt x="22276" y="98302"/>
                </a:cubicBezTo>
                <a:cubicBezTo>
                  <a:pt x="26097" y="100225"/>
                  <a:pt x="30548" y="101186"/>
                  <a:pt x="35628" y="101186"/>
                </a:cubicBezTo>
                <a:cubicBezTo>
                  <a:pt x="38786" y="101186"/>
                  <a:pt x="42492" y="100591"/>
                  <a:pt x="46749" y="99401"/>
                </a:cubicBezTo>
                <a:cubicBezTo>
                  <a:pt x="52149" y="97891"/>
                  <a:pt x="55627" y="95911"/>
                  <a:pt x="57183" y="93463"/>
                </a:cubicBezTo>
                <a:cubicBezTo>
                  <a:pt x="58739" y="91014"/>
                  <a:pt x="60409" y="89790"/>
                  <a:pt x="62194" y="89790"/>
                </a:cubicBezTo>
                <a:cubicBezTo>
                  <a:pt x="63796" y="89790"/>
                  <a:pt x="65226" y="90399"/>
                  <a:pt x="66485" y="91616"/>
                </a:cubicBezTo>
                <a:cubicBezTo>
                  <a:pt x="67743" y="92831"/>
                  <a:pt x="68372" y="94242"/>
                  <a:pt x="68372" y="95848"/>
                </a:cubicBezTo>
                <a:cubicBezTo>
                  <a:pt x="68372" y="100943"/>
                  <a:pt x="64276" y="105326"/>
                  <a:pt x="56085" y="108999"/>
                </a:cubicBezTo>
                <a:cubicBezTo>
                  <a:pt x="49083" y="112119"/>
                  <a:pt x="42264" y="113679"/>
                  <a:pt x="35628" y="113679"/>
                </a:cubicBezTo>
                <a:moveTo>
                  <a:pt x="33774" y="51073"/>
                </a:moveTo>
                <a:cubicBezTo>
                  <a:pt x="28191" y="51073"/>
                  <a:pt x="23546" y="53236"/>
                  <a:pt x="19839" y="57560"/>
                </a:cubicBezTo>
                <a:cubicBezTo>
                  <a:pt x="16132" y="61885"/>
                  <a:pt x="13363" y="68395"/>
                  <a:pt x="11533" y="77091"/>
                </a:cubicBezTo>
                <a:lnTo>
                  <a:pt x="32607" y="67068"/>
                </a:lnTo>
                <a:cubicBezTo>
                  <a:pt x="40891" y="63041"/>
                  <a:pt x="46794" y="59540"/>
                  <a:pt x="50318" y="56565"/>
                </a:cubicBezTo>
                <a:cubicBezTo>
                  <a:pt x="46382" y="52904"/>
                  <a:pt x="40868" y="51073"/>
                  <a:pt x="33774" y="51073"/>
                </a:cubicBezTo>
                <a:close/>
                <a:moveTo>
                  <a:pt x="143394" y="51554"/>
                </a:moveTo>
                <a:lnTo>
                  <a:pt x="133372" y="60959"/>
                </a:lnTo>
                <a:lnTo>
                  <a:pt x="121153" y="73109"/>
                </a:lnTo>
                <a:lnTo>
                  <a:pt x="143532" y="102402"/>
                </a:lnTo>
                <a:cubicBezTo>
                  <a:pt x="144676" y="103869"/>
                  <a:pt x="145248" y="105314"/>
                  <a:pt x="145248" y="106735"/>
                </a:cubicBezTo>
                <a:cubicBezTo>
                  <a:pt x="145248" y="108523"/>
                  <a:pt x="144561" y="110104"/>
                  <a:pt x="143188" y="111478"/>
                </a:cubicBezTo>
                <a:cubicBezTo>
                  <a:pt x="141816" y="112854"/>
                  <a:pt x="140260" y="113542"/>
                  <a:pt x="138520" y="113542"/>
                </a:cubicBezTo>
                <a:cubicBezTo>
                  <a:pt x="136781" y="113542"/>
                  <a:pt x="135203" y="112693"/>
                  <a:pt x="133784" y="110996"/>
                </a:cubicBezTo>
                <a:cubicBezTo>
                  <a:pt x="129573" y="106089"/>
                  <a:pt x="122160" y="96641"/>
                  <a:pt x="111542" y="82651"/>
                </a:cubicBezTo>
                <a:lnTo>
                  <a:pt x="98156" y="96449"/>
                </a:lnTo>
                <a:cubicBezTo>
                  <a:pt x="95456" y="98875"/>
                  <a:pt x="91520" y="102650"/>
                  <a:pt x="86349" y="107776"/>
                </a:cubicBezTo>
                <a:cubicBezTo>
                  <a:pt x="84884" y="109423"/>
                  <a:pt x="83305" y="110247"/>
                  <a:pt x="81612" y="110247"/>
                </a:cubicBezTo>
                <a:cubicBezTo>
                  <a:pt x="79873" y="110247"/>
                  <a:pt x="78329" y="109561"/>
                  <a:pt x="76978" y="108188"/>
                </a:cubicBezTo>
                <a:cubicBezTo>
                  <a:pt x="75628" y="106815"/>
                  <a:pt x="74953" y="105236"/>
                  <a:pt x="74953" y="103451"/>
                </a:cubicBezTo>
                <a:cubicBezTo>
                  <a:pt x="74953" y="102032"/>
                  <a:pt x="75525" y="100591"/>
                  <a:pt x="76670" y="99126"/>
                </a:cubicBezTo>
                <a:cubicBezTo>
                  <a:pt x="77951" y="97433"/>
                  <a:pt x="79942" y="95396"/>
                  <a:pt x="82642" y="93017"/>
                </a:cubicBezTo>
                <a:cubicBezTo>
                  <a:pt x="85800" y="90225"/>
                  <a:pt x="87882" y="88303"/>
                  <a:pt x="88889" y="87250"/>
                </a:cubicBezTo>
                <a:lnTo>
                  <a:pt x="103511" y="71942"/>
                </a:lnTo>
                <a:lnTo>
                  <a:pt x="94518" y="58968"/>
                </a:lnTo>
                <a:cubicBezTo>
                  <a:pt x="90902" y="53796"/>
                  <a:pt x="87745" y="50021"/>
                  <a:pt x="85044" y="47641"/>
                </a:cubicBezTo>
                <a:cubicBezTo>
                  <a:pt x="83305" y="46085"/>
                  <a:pt x="82436" y="44392"/>
                  <a:pt x="82436" y="42561"/>
                </a:cubicBezTo>
                <a:cubicBezTo>
                  <a:pt x="82436" y="40731"/>
                  <a:pt x="83088" y="39106"/>
                  <a:pt x="84392" y="37687"/>
                </a:cubicBezTo>
                <a:cubicBezTo>
                  <a:pt x="85697" y="36268"/>
                  <a:pt x="87195" y="35559"/>
                  <a:pt x="88889" y="35559"/>
                </a:cubicBezTo>
                <a:cubicBezTo>
                  <a:pt x="91589" y="35559"/>
                  <a:pt x="95662" y="39083"/>
                  <a:pt x="101108" y="46131"/>
                </a:cubicBezTo>
                <a:lnTo>
                  <a:pt x="112984" y="62537"/>
                </a:lnTo>
                <a:lnTo>
                  <a:pt x="126439" y="50181"/>
                </a:lnTo>
                <a:cubicBezTo>
                  <a:pt x="132022" y="44918"/>
                  <a:pt x="135797" y="40799"/>
                  <a:pt x="137765" y="37824"/>
                </a:cubicBezTo>
                <a:cubicBezTo>
                  <a:pt x="139230" y="35674"/>
                  <a:pt x="140969" y="34598"/>
                  <a:pt x="142983" y="34598"/>
                </a:cubicBezTo>
                <a:cubicBezTo>
                  <a:pt x="144767" y="34598"/>
                  <a:pt x="146346" y="35262"/>
                  <a:pt x="147719" y="36589"/>
                </a:cubicBezTo>
                <a:cubicBezTo>
                  <a:pt x="149092" y="37916"/>
                  <a:pt x="149779" y="39449"/>
                  <a:pt x="149779" y="41188"/>
                </a:cubicBezTo>
                <a:cubicBezTo>
                  <a:pt x="149779" y="43705"/>
                  <a:pt x="147651" y="47160"/>
                  <a:pt x="143394" y="51554"/>
                </a:cubicBezTo>
                <a:close/>
                <a:moveTo>
                  <a:pt x="217103" y="115052"/>
                </a:moveTo>
                <a:cubicBezTo>
                  <a:pt x="216233" y="115052"/>
                  <a:pt x="214655" y="114037"/>
                  <a:pt x="212366" y="112006"/>
                </a:cubicBezTo>
                <a:cubicBezTo>
                  <a:pt x="210307" y="110114"/>
                  <a:pt x="208774" y="108429"/>
                  <a:pt x="207767" y="106952"/>
                </a:cubicBezTo>
                <a:cubicBezTo>
                  <a:pt x="203374" y="109355"/>
                  <a:pt x="199506" y="111168"/>
                  <a:pt x="196166" y="112392"/>
                </a:cubicBezTo>
                <a:cubicBezTo>
                  <a:pt x="192825" y="113616"/>
                  <a:pt x="190033" y="114229"/>
                  <a:pt x="187791" y="114229"/>
                </a:cubicBezTo>
                <a:cubicBezTo>
                  <a:pt x="177082" y="114229"/>
                  <a:pt x="169279" y="111208"/>
                  <a:pt x="164382" y="105167"/>
                </a:cubicBezTo>
                <a:cubicBezTo>
                  <a:pt x="159760" y="99492"/>
                  <a:pt x="157449" y="90797"/>
                  <a:pt x="157449" y="79081"/>
                </a:cubicBezTo>
                <a:cubicBezTo>
                  <a:pt x="157449" y="68006"/>
                  <a:pt x="161259" y="58533"/>
                  <a:pt x="168878" y="50661"/>
                </a:cubicBezTo>
                <a:cubicBezTo>
                  <a:pt x="176498" y="42790"/>
                  <a:pt x="185594" y="38854"/>
                  <a:pt x="196166" y="38854"/>
                </a:cubicBezTo>
                <a:cubicBezTo>
                  <a:pt x="200147" y="38854"/>
                  <a:pt x="204609" y="39884"/>
                  <a:pt x="209552" y="41943"/>
                </a:cubicBezTo>
                <a:cubicBezTo>
                  <a:pt x="215776" y="44506"/>
                  <a:pt x="218888" y="47595"/>
                  <a:pt x="218888" y="51211"/>
                </a:cubicBezTo>
                <a:cubicBezTo>
                  <a:pt x="218888" y="52446"/>
                  <a:pt x="218430" y="53545"/>
                  <a:pt x="217515" y="54506"/>
                </a:cubicBezTo>
                <a:cubicBezTo>
                  <a:pt x="217057" y="56245"/>
                  <a:pt x="216703" y="59105"/>
                  <a:pt x="216451" y="63087"/>
                </a:cubicBezTo>
                <a:cubicBezTo>
                  <a:pt x="216199" y="67068"/>
                  <a:pt x="216050" y="72171"/>
                  <a:pt x="216005" y="78395"/>
                </a:cubicBezTo>
                <a:cubicBezTo>
                  <a:pt x="215959" y="84070"/>
                  <a:pt x="216348" y="88555"/>
                  <a:pt x="217172" y="91850"/>
                </a:cubicBezTo>
                <a:cubicBezTo>
                  <a:pt x="217629" y="93863"/>
                  <a:pt x="219071" y="97891"/>
                  <a:pt x="221496" y="103932"/>
                </a:cubicBezTo>
                <a:cubicBezTo>
                  <a:pt x="221817" y="104755"/>
                  <a:pt x="222343" y="105968"/>
                  <a:pt x="223075" y="107570"/>
                </a:cubicBezTo>
                <a:lnTo>
                  <a:pt x="223487" y="108737"/>
                </a:lnTo>
                <a:cubicBezTo>
                  <a:pt x="223487" y="110567"/>
                  <a:pt x="222846" y="112078"/>
                  <a:pt x="221565" y="113268"/>
                </a:cubicBezTo>
                <a:cubicBezTo>
                  <a:pt x="220284" y="114457"/>
                  <a:pt x="218796" y="115052"/>
                  <a:pt x="217103" y="115052"/>
                </a:cubicBezTo>
                <a:moveTo>
                  <a:pt x="202824" y="67368"/>
                </a:moveTo>
                <a:cubicBezTo>
                  <a:pt x="202824" y="65405"/>
                  <a:pt x="202950" y="63271"/>
                  <a:pt x="203202" y="60967"/>
                </a:cubicBezTo>
                <a:cubicBezTo>
                  <a:pt x="203454" y="58662"/>
                  <a:pt x="203831" y="56208"/>
                  <a:pt x="204335" y="53607"/>
                </a:cubicBezTo>
                <a:cubicBezTo>
                  <a:pt x="202641" y="52739"/>
                  <a:pt x="201188" y="52099"/>
                  <a:pt x="199976" y="51689"/>
                </a:cubicBezTo>
                <a:cubicBezTo>
                  <a:pt x="198763" y="51279"/>
                  <a:pt x="197790" y="51073"/>
                  <a:pt x="197058" y="51073"/>
                </a:cubicBezTo>
                <a:cubicBezTo>
                  <a:pt x="189965" y="51073"/>
                  <a:pt x="183843" y="53960"/>
                  <a:pt x="178695" y="59734"/>
                </a:cubicBezTo>
                <a:cubicBezTo>
                  <a:pt x="173546" y="65507"/>
                  <a:pt x="170972" y="72159"/>
                  <a:pt x="170972" y="79691"/>
                </a:cubicBezTo>
                <a:cubicBezTo>
                  <a:pt x="170972" y="87176"/>
                  <a:pt x="172299" y="92790"/>
                  <a:pt x="174954" y="96533"/>
                </a:cubicBezTo>
                <a:cubicBezTo>
                  <a:pt x="177608" y="100275"/>
                  <a:pt x="181590" y="102147"/>
                  <a:pt x="186898" y="102147"/>
                </a:cubicBezTo>
                <a:cubicBezTo>
                  <a:pt x="191292" y="102147"/>
                  <a:pt x="195022" y="101348"/>
                  <a:pt x="198088" y="99750"/>
                </a:cubicBezTo>
                <a:cubicBezTo>
                  <a:pt x="199735" y="98884"/>
                  <a:pt x="202046" y="97150"/>
                  <a:pt x="205021" y="94548"/>
                </a:cubicBezTo>
                <a:cubicBezTo>
                  <a:pt x="203557" y="82452"/>
                  <a:pt x="202824" y="73392"/>
                  <a:pt x="202824" y="67368"/>
                </a:cubicBezTo>
                <a:close/>
                <a:moveTo>
                  <a:pt x="322723" y="116288"/>
                </a:moveTo>
                <a:cubicBezTo>
                  <a:pt x="318970" y="116288"/>
                  <a:pt x="316774" y="114293"/>
                  <a:pt x="316133" y="110303"/>
                </a:cubicBezTo>
                <a:cubicBezTo>
                  <a:pt x="315309" y="105257"/>
                  <a:pt x="314485" y="98149"/>
                  <a:pt x="313662" y="88977"/>
                </a:cubicBezTo>
                <a:lnTo>
                  <a:pt x="311328" y="67649"/>
                </a:lnTo>
                <a:cubicBezTo>
                  <a:pt x="310870" y="64486"/>
                  <a:pt x="310092" y="61390"/>
                  <a:pt x="308994" y="58363"/>
                </a:cubicBezTo>
                <a:cubicBezTo>
                  <a:pt x="307438" y="54235"/>
                  <a:pt x="305744" y="52172"/>
                  <a:pt x="303914" y="52172"/>
                </a:cubicBezTo>
                <a:cubicBezTo>
                  <a:pt x="302221" y="52172"/>
                  <a:pt x="299063" y="53615"/>
                  <a:pt x="294441" y="56501"/>
                </a:cubicBezTo>
                <a:cubicBezTo>
                  <a:pt x="290047" y="59158"/>
                  <a:pt x="287164" y="61288"/>
                  <a:pt x="285791" y="62891"/>
                </a:cubicBezTo>
                <a:cubicBezTo>
                  <a:pt x="285745" y="67198"/>
                  <a:pt x="285860" y="71504"/>
                  <a:pt x="286134" y="75810"/>
                </a:cubicBezTo>
                <a:lnTo>
                  <a:pt x="288194" y="94158"/>
                </a:lnTo>
                <a:cubicBezTo>
                  <a:pt x="289063" y="101396"/>
                  <a:pt x="289498" y="107375"/>
                  <a:pt x="289498" y="112094"/>
                </a:cubicBezTo>
                <a:cubicBezTo>
                  <a:pt x="289498" y="114109"/>
                  <a:pt x="288869" y="115770"/>
                  <a:pt x="287610" y="117075"/>
                </a:cubicBezTo>
                <a:cubicBezTo>
                  <a:pt x="286352" y="118381"/>
                  <a:pt x="284738" y="119034"/>
                  <a:pt x="282771" y="119034"/>
                </a:cubicBezTo>
                <a:cubicBezTo>
                  <a:pt x="280803" y="119034"/>
                  <a:pt x="279189" y="118381"/>
                  <a:pt x="277931" y="117075"/>
                </a:cubicBezTo>
                <a:cubicBezTo>
                  <a:pt x="276672" y="115770"/>
                  <a:pt x="276043" y="114109"/>
                  <a:pt x="276043" y="112094"/>
                </a:cubicBezTo>
                <a:cubicBezTo>
                  <a:pt x="276043" y="106551"/>
                  <a:pt x="275483" y="98362"/>
                  <a:pt x="274361" y="87527"/>
                </a:cubicBezTo>
                <a:cubicBezTo>
                  <a:pt x="273240" y="76692"/>
                  <a:pt x="272679" y="68503"/>
                  <a:pt x="272679" y="62960"/>
                </a:cubicBezTo>
                <a:cubicBezTo>
                  <a:pt x="272679" y="58105"/>
                  <a:pt x="271993" y="54325"/>
                  <a:pt x="270620" y="51623"/>
                </a:cubicBezTo>
                <a:cubicBezTo>
                  <a:pt x="267417" y="53090"/>
                  <a:pt x="264167" y="55475"/>
                  <a:pt x="260872" y="58777"/>
                </a:cubicBezTo>
                <a:lnTo>
                  <a:pt x="252772" y="67860"/>
                </a:lnTo>
                <a:cubicBezTo>
                  <a:pt x="252040" y="68959"/>
                  <a:pt x="250873" y="70404"/>
                  <a:pt x="249271" y="72193"/>
                </a:cubicBezTo>
                <a:cubicBezTo>
                  <a:pt x="249271" y="74945"/>
                  <a:pt x="249019" y="79004"/>
                  <a:pt x="248516" y="84371"/>
                </a:cubicBezTo>
                <a:cubicBezTo>
                  <a:pt x="248012" y="89737"/>
                  <a:pt x="247761" y="93705"/>
                  <a:pt x="247761" y="96273"/>
                </a:cubicBezTo>
                <a:cubicBezTo>
                  <a:pt x="247761" y="97649"/>
                  <a:pt x="247978" y="99575"/>
                  <a:pt x="248413" y="102052"/>
                </a:cubicBezTo>
                <a:cubicBezTo>
                  <a:pt x="248848" y="104528"/>
                  <a:pt x="249065" y="106316"/>
                  <a:pt x="249065" y="107417"/>
                </a:cubicBezTo>
                <a:cubicBezTo>
                  <a:pt x="249065" y="109298"/>
                  <a:pt x="248367" y="110881"/>
                  <a:pt x="246971" y="112165"/>
                </a:cubicBezTo>
                <a:cubicBezTo>
                  <a:pt x="245575" y="113449"/>
                  <a:pt x="243939" y="114091"/>
                  <a:pt x="242063" y="114091"/>
                </a:cubicBezTo>
                <a:cubicBezTo>
                  <a:pt x="236891" y="114091"/>
                  <a:pt x="234306" y="108206"/>
                  <a:pt x="234306" y="96434"/>
                </a:cubicBezTo>
                <a:cubicBezTo>
                  <a:pt x="234306" y="93685"/>
                  <a:pt x="234557" y="89586"/>
                  <a:pt x="235061" y="84135"/>
                </a:cubicBezTo>
                <a:cubicBezTo>
                  <a:pt x="235564" y="78685"/>
                  <a:pt x="235816" y="74586"/>
                  <a:pt x="235816" y="71837"/>
                </a:cubicBezTo>
                <a:cubicBezTo>
                  <a:pt x="235816" y="69410"/>
                  <a:pt x="235599" y="65769"/>
                  <a:pt x="235164" y="60913"/>
                </a:cubicBezTo>
                <a:cubicBezTo>
                  <a:pt x="234729" y="56058"/>
                  <a:pt x="234512" y="52393"/>
                  <a:pt x="234512" y="49919"/>
                </a:cubicBezTo>
                <a:cubicBezTo>
                  <a:pt x="234512" y="39522"/>
                  <a:pt x="236846" y="34323"/>
                  <a:pt x="241514" y="34323"/>
                </a:cubicBezTo>
                <a:cubicBezTo>
                  <a:pt x="243299" y="34323"/>
                  <a:pt x="244935" y="35090"/>
                  <a:pt x="246422" y="36623"/>
                </a:cubicBezTo>
                <a:cubicBezTo>
                  <a:pt x="247909" y="38156"/>
                  <a:pt x="248653" y="39838"/>
                  <a:pt x="248653" y="41669"/>
                </a:cubicBezTo>
                <a:cubicBezTo>
                  <a:pt x="248653" y="42538"/>
                  <a:pt x="248539" y="43888"/>
                  <a:pt x="248310" y="45719"/>
                </a:cubicBezTo>
                <a:cubicBezTo>
                  <a:pt x="248081" y="47549"/>
                  <a:pt x="247967" y="48945"/>
                  <a:pt x="247967" y="49906"/>
                </a:cubicBezTo>
                <a:lnTo>
                  <a:pt x="248104" y="57114"/>
                </a:lnTo>
                <a:cubicBezTo>
                  <a:pt x="250484" y="52217"/>
                  <a:pt x="253985" y="47790"/>
                  <a:pt x="258607" y="43831"/>
                </a:cubicBezTo>
                <a:cubicBezTo>
                  <a:pt x="263229" y="39872"/>
                  <a:pt x="267165" y="37893"/>
                  <a:pt x="270414" y="37893"/>
                </a:cubicBezTo>
                <a:cubicBezTo>
                  <a:pt x="277599" y="37893"/>
                  <a:pt x="282542" y="41463"/>
                  <a:pt x="285242" y="48602"/>
                </a:cubicBezTo>
                <a:cubicBezTo>
                  <a:pt x="287759" y="45261"/>
                  <a:pt x="290756" y="42756"/>
                  <a:pt x="294235" y="41085"/>
                </a:cubicBezTo>
                <a:cubicBezTo>
                  <a:pt x="297713" y="39415"/>
                  <a:pt x="301694" y="38580"/>
                  <a:pt x="306179" y="38580"/>
                </a:cubicBezTo>
                <a:cubicBezTo>
                  <a:pt x="313822" y="38580"/>
                  <a:pt x="319039" y="42706"/>
                  <a:pt x="321831" y="50958"/>
                </a:cubicBezTo>
                <a:cubicBezTo>
                  <a:pt x="322380" y="52608"/>
                  <a:pt x="323318" y="59049"/>
                  <a:pt x="324645" y="70282"/>
                </a:cubicBezTo>
                <a:cubicBezTo>
                  <a:pt x="325927" y="78167"/>
                  <a:pt x="327574" y="91303"/>
                  <a:pt x="329588" y="109687"/>
                </a:cubicBezTo>
                <a:cubicBezTo>
                  <a:pt x="329725" y="111521"/>
                  <a:pt x="329107" y="113079"/>
                  <a:pt x="327734" y="114362"/>
                </a:cubicBezTo>
                <a:cubicBezTo>
                  <a:pt x="326361" y="115646"/>
                  <a:pt x="324691" y="116288"/>
                  <a:pt x="322723" y="116288"/>
                </a:cubicBezTo>
                <a:close/>
                <a:moveTo>
                  <a:pt x="373673" y="112993"/>
                </a:moveTo>
                <a:cubicBezTo>
                  <a:pt x="369096" y="112993"/>
                  <a:pt x="364062" y="112261"/>
                  <a:pt x="358571" y="110796"/>
                </a:cubicBezTo>
                <a:lnTo>
                  <a:pt x="358433" y="143609"/>
                </a:lnTo>
                <a:cubicBezTo>
                  <a:pt x="358433" y="145623"/>
                  <a:pt x="357804" y="147271"/>
                  <a:pt x="356546" y="148552"/>
                </a:cubicBezTo>
                <a:cubicBezTo>
                  <a:pt x="355287" y="149833"/>
                  <a:pt x="353674" y="150474"/>
                  <a:pt x="351706" y="150474"/>
                </a:cubicBezTo>
                <a:cubicBezTo>
                  <a:pt x="349738" y="150474"/>
                  <a:pt x="348125" y="149833"/>
                  <a:pt x="346866" y="148550"/>
                </a:cubicBezTo>
                <a:cubicBezTo>
                  <a:pt x="345608" y="147267"/>
                  <a:pt x="344979" y="145617"/>
                  <a:pt x="344979" y="143601"/>
                </a:cubicBezTo>
                <a:lnTo>
                  <a:pt x="345184" y="116110"/>
                </a:lnTo>
                <a:lnTo>
                  <a:pt x="345184" y="88688"/>
                </a:lnTo>
                <a:cubicBezTo>
                  <a:pt x="345047" y="78652"/>
                  <a:pt x="344704" y="69511"/>
                  <a:pt x="344155" y="61265"/>
                </a:cubicBezTo>
                <a:lnTo>
                  <a:pt x="343125" y="47313"/>
                </a:lnTo>
                <a:cubicBezTo>
                  <a:pt x="343125" y="44059"/>
                  <a:pt x="343720" y="41310"/>
                  <a:pt x="344910" y="39064"/>
                </a:cubicBezTo>
                <a:cubicBezTo>
                  <a:pt x="346283" y="36361"/>
                  <a:pt x="348274" y="35010"/>
                  <a:pt x="350882" y="35010"/>
                </a:cubicBezTo>
                <a:cubicBezTo>
                  <a:pt x="352667" y="35010"/>
                  <a:pt x="354166" y="35649"/>
                  <a:pt x="355379" y="36926"/>
                </a:cubicBezTo>
                <a:cubicBezTo>
                  <a:pt x="356591" y="38203"/>
                  <a:pt x="357198" y="39761"/>
                  <a:pt x="357198" y="41600"/>
                </a:cubicBezTo>
                <a:cubicBezTo>
                  <a:pt x="357198" y="42012"/>
                  <a:pt x="357129" y="42767"/>
                  <a:pt x="356992" y="43865"/>
                </a:cubicBezTo>
                <a:cubicBezTo>
                  <a:pt x="356763" y="45284"/>
                  <a:pt x="356603" y="46588"/>
                  <a:pt x="356511" y="47778"/>
                </a:cubicBezTo>
                <a:cubicBezTo>
                  <a:pt x="360447" y="45078"/>
                  <a:pt x="364245" y="43053"/>
                  <a:pt x="367907" y="41703"/>
                </a:cubicBezTo>
                <a:cubicBezTo>
                  <a:pt x="371568" y="40353"/>
                  <a:pt x="375069" y="39678"/>
                  <a:pt x="378410" y="39678"/>
                </a:cubicBezTo>
                <a:cubicBezTo>
                  <a:pt x="387791" y="39678"/>
                  <a:pt x="394656" y="43846"/>
                  <a:pt x="399004" y="52182"/>
                </a:cubicBezTo>
                <a:cubicBezTo>
                  <a:pt x="402436" y="58780"/>
                  <a:pt x="404152" y="67506"/>
                  <a:pt x="404152" y="78363"/>
                </a:cubicBezTo>
                <a:cubicBezTo>
                  <a:pt x="404152" y="88256"/>
                  <a:pt x="401498" y="96410"/>
                  <a:pt x="396189" y="102825"/>
                </a:cubicBezTo>
                <a:cubicBezTo>
                  <a:pt x="390560" y="109603"/>
                  <a:pt x="383055" y="112993"/>
                  <a:pt x="373673" y="112993"/>
                </a:cubicBezTo>
                <a:moveTo>
                  <a:pt x="378410" y="53407"/>
                </a:moveTo>
                <a:cubicBezTo>
                  <a:pt x="374199" y="53407"/>
                  <a:pt x="370401" y="54346"/>
                  <a:pt x="367014" y="56222"/>
                </a:cubicBezTo>
                <a:cubicBezTo>
                  <a:pt x="364589" y="57549"/>
                  <a:pt x="361522" y="59975"/>
                  <a:pt x="357816" y="63498"/>
                </a:cubicBezTo>
                <a:cubicBezTo>
                  <a:pt x="358410" y="73887"/>
                  <a:pt x="358708" y="84802"/>
                  <a:pt x="358708" y="96243"/>
                </a:cubicBezTo>
                <a:cubicBezTo>
                  <a:pt x="363696" y="98165"/>
                  <a:pt x="368685" y="99126"/>
                  <a:pt x="373673" y="99126"/>
                </a:cubicBezTo>
                <a:cubicBezTo>
                  <a:pt x="379394" y="99126"/>
                  <a:pt x="383764" y="96998"/>
                  <a:pt x="386785" y="92742"/>
                </a:cubicBezTo>
                <a:cubicBezTo>
                  <a:pt x="389393" y="89035"/>
                  <a:pt x="390697" y="84230"/>
                  <a:pt x="390697" y="78326"/>
                </a:cubicBezTo>
                <a:cubicBezTo>
                  <a:pt x="390697" y="69997"/>
                  <a:pt x="389679" y="63762"/>
                  <a:pt x="387643" y="59620"/>
                </a:cubicBezTo>
                <a:cubicBezTo>
                  <a:pt x="385606" y="55478"/>
                  <a:pt x="382528" y="53407"/>
                  <a:pt x="378410" y="53407"/>
                </a:cubicBezTo>
                <a:close/>
                <a:moveTo>
                  <a:pt x="436915" y="56565"/>
                </a:moveTo>
                <a:lnTo>
                  <a:pt x="435885" y="90723"/>
                </a:lnTo>
                <a:cubicBezTo>
                  <a:pt x="435885" y="94343"/>
                  <a:pt x="435702" y="99658"/>
                  <a:pt x="435336" y="106669"/>
                </a:cubicBezTo>
                <a:cubicBezTo>
                  <a:pt x="434879" y="111251"/>
                  <a:pt x="432636" y="113542"/>
                  <a:pt x="428609" y="113542"/>
                </a:cubicBezTo>
                <a:cubicBezTo>
                  <a:pt x="424124" y="113542"/>
                  <a:pt x="421881" y="111205"/>
                  <a:pt x="421881" y="106532"/>
                </a:cubicBezTo>
                <a:cubicBezTo>
                  <a:pt x="421881" y="100987"/>
                  <a:pt x="422133" y="92659"/>
                  <a:pt x="422636" y="81548"/>
                </a:cubicBezTo>
                <a:cubicBezTo>
                  <a:pt x="423140" y="70438"/>
                  <a:pt x="423392" y="62110"/>
                  <a:pt x="423392" y="56565"/>
                </a:cubicBezTo>
                <a:cubicBezTo>
                  <a:pt x="423392" y="49326"/>
                  <a:pt x="423506" y="41044"/>
                  <a:pt x="423735" y="31719"/>
                </a:cubicBezTo>
                <a:cubicBezTo>
                  <a:pt x="423964" y="22395"/>
                  <a:pt x="424078" y="14113"/>
                  <a:pt x="424078" y="6873"/>
                </a:cubicBezTo>
                <a:cubicBezTo>
                  <a:pt x="424078" y="2291"/>
                  <a:pt x="426321" y="0"/>
                  <a:pt x="430805" y="0"/>
                </a:cubicBezTo>
                <a:cubicBezTo>
                  <a:pt x="435336" y="0"/>
                  <a:pt x="437602" y="2291"/>
                  <a:pt x="437602" y="6873"/>
                </a:cubicBezTo>
                <a:cubicBezTo>
                  <a:pt x="437602" y="14113"/>
                  <a:pt x="437487" y="22395"/>
                  <a:pt x="437258" y="31719"/>
                </a:cubicBezTo>
                <a:cubicBezTo>
                  <a:pt x="437029" y="41044"/>
                  <a:pt x="436915" y="49326"/>
                  <a:pt x="436915" y="56565"/>
                </a:cubicBezTo>
                <a:close/>
                <a:moveTo>
                  <a:pt x="490199" y="113679"/>
                </a:moveTo>
                <a:cubicBezTo>
                  <a:pt x="479856" y="113679"/>
                  <a:pt x="471481" y="111092"/>
                  <a:pt x="465074" y="105916"/>
                </a:cubicBezTo>
                <a:cubicBezTo>
                  <a:pt x="458072" y="100190"/>
                  <a:pt x="454571" y="92173"/>
                  <a:pt x="454571" y="81866"/>
                </a:cubicBezTo>
                <a:cubicBezTo>
                  <a:pt x="454571" y="69957"/>
                  <a:pt x="457454" y="59972"/>
                  <a:pt x="463221" y="51910"/>
                </a:cubicBezTo>
                <a:cubicBezTo>
                  <a:pt x="469490" y="43115"/>
                  <a:pt x="477865" y="38717"/>
                  <a:pt x="488345" y="38717"/>
                </a:cubicBezTo>
                <a:cubicBezTo>
                  <a:pt x="495942" y="38717"/>
                  <a:pt x="502143" y="39998"/>
                  <a:pt x="506949" y="42561"/>
                </a:cubicBezTo>
                <a:cubicBezTo>
                  <a:pt x="512852" y="45719"/>
                  <a:pt x="515804" y="50570"/>
                  <a:pt x="515804" y="57114"/>
                </a:cubicBezTo>
                <a:cubicBezTo>
                  <a:pt x="515804" y="61691"/>
                  <a:pt x="513218" y="65855"/>
                  <a:pt x="508047" y="69608"/>
                </a:cubicBezTo>
                <a:cubicBezTo>
                  <a:pt x="505759" y="71256"/>
                  <a:pt x="500908" y="73818"/>
                  <a:pt x="493494" y="77296"/>
                </a:cubicBezTo>
                <a:lnTo>
                  <a:pt x="467271" y="89722"/>
                </a:lnTo>
                <a:cubicBezTo>
                  <a:pt x="469834" y="93520"/>
                  <a:pt x="473026" y="96380"/>
                  <a:pt x="476847" y="98302"/>
                </a:cubicBezTo>
                <a:cubicBezTo>
                  <a:pt x="480668" y="100225"/>
                  <a:pt x="485119" y="101186"/>
                  <a:pt x="490199" y="101186"/>
                </a:cubicBezTo>
                <a:cubicBezTo>
                  <a:pt x="493357" y="101186"/>
                  <a:pt x="497064" y="100591"/>
                  <a:pt x="501320" y="99401"/>
                </a:cubicBezTo>
                <a:cubicBezTo>
                  <a:pt x="506720" y="97891"/>
                  <a:pt x="510198" y="95911"/>
                  <a:pt x="511754" y="93463"/>
                </a:cubicBezTo>
                <a:cubicBezTo>
                  <a:pt x="513310" y="91014"/>
                  <a:pt x="514980" y="89790"/>
                  <a:pt x="516765" y="89790"/>
                </a:cubicBezTo>
                <a:cubicBezTo>
                  <a:pt x="518367" y="89790"/>
                  <a:pt x="519797" y="90399"/>
                  <a:pt x="521056" y="91616"/>
                </a:cubicBezTo>
                <a:cubicBezTo>
                  <a:pt x="522314" y="92831"/>
                  <a:pt x="522943" y="94242"/>
                  <a:pt x="522943" y="95848"/>
                </a:cubicBezTo>
                <a:cubicBezTo>
                  <a:pt x="522943" y="100943"/>
                  <a:pt x="518847" y="105326"/>
                  <a:pt x="510656" y="108999"/>
                </a:cubicBezTo>
                <a:cubicBezTo>
                  <a:pt x="503654" y="112119"/>
                  <a:pt x="496835" y="113679"/>
                  <a:pt x="490199" y="113679"/>
                </a:cubicBezTo>
                <a:moveTo>
                  <a:pt x="488345" y="51073"/>
                </a:moveTo>
                <a:cubicBezTo>
                  <a:pt x="482762" y="51073"/>
                  <a:pt x="478117" y="53236"/>
                  <a:pt x="474410" y="57560"/>
                </a:cubicBezTo>
                <a:cubicBezTo>
                  <a:pt x="470703" y="61885"/>
                  <a:pt x="467934" y="68395"/>
                  <a:pt x="466104" y="77091"/>
                </a:cubicBezTo>
                <a:lnTo>
                  <a:pt x="487178" y="67068"/>
                </a:lnTo>
                <a:cubicBezTo>
                  <a:pt x="495462" y="63041"/>
                  <a:pt x="501365" y="59540"/>
                  <a:pt x="504889" y="56565"/>
                </a:cubicBezTo>
                <a:cubicBezTo>
                  <a:pt x="500954" y="52904"/>
                  <a:pt x="495439" y="51073"/>
                  <a:pt x="488345" y="5107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3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0ddf1f0b0342e8"/>
          <a:stretch xmlns:a="http://schemas.openxmlformats.org/drawingml/2006/main"/>
        </p:blipFill>
        <p:spPr>
          <a:xfrm xmlns:a="http://schemas.openxmlformats.org/drawingml/2006/main">
            <a:off x="3033766" y="2984622"/>
            <a:ext cx="604849" cy="585586"/>
          </a:xfrm>
          <a:prstGeom xmlns:a="http://schemas.openxmlformats.org/drawingml/2006/main" prst="rect">
            <a:avLst/>
          </a:prstGeom>
        </p:spPr>
      </p:pic>
      <p:pic>
        <p:nvPicPr>
          <p:cNvPr id="3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9673eee3b44022"/>
          <a:stretch xmlns:a="http://schemas.openxmlformats.org/drawingml/2006/main"/>
        </p:blipFill>
        <p:spPr>
          <a:xfrm xmlns:a="http://schemas.openxmlformats.org/drawingml/2006/main">
            <a:off x="5375147" y="2984622"/>
            <a:ext cx="604849" cy="585586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471389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2026-09-08T03:29:23.4370000Z</dcterms:created>
  <dcterms:modified xsi:type="dcterms:W3CDTF">2026-09-08T03:29:23.4370000Z</dcterms:modified>
</coreProperties>
</file>