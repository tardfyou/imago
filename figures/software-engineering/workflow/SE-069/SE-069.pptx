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cfbc6dea04c48" /><Relationship Type="http://schemas.openxmlformats.org/officeDocument/2006/relationships/extended-properties" Target="/docProps/app.xml" Id="Raa9ec118c72e4312" /><Relationship Type="http://schemas.openxmlformats.org/officeDocument/2006/relationships/officeDocument" Target="/ppt/presentation.xml" Id="Rc3312700a1dd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763111fe14b5e"/>
  </p:sldMasterIdLst>
  <p:notesMasterIdLst>
    <p:notesMasterId xmlns:r="http://schemas.openxmlformats.org/officeDocument/2006/relationships" r:id="R59bdf81ce688404b"/>
  </p:notesMasterIdLst>
  <p:sldIdLst>
    <p:sldId xmlns:r="http://schemas.openxmlformats.org/officeDocument/2006/relationships" id="256" r:id="R2c4b3ad524e84ffb"/>
  </p:sldIdLst>
  <p:sldSz cx="10915650" cy="3771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717a44b6a444b" /><Relationship Type="http://schemas.openxmlformats.org/officeDocument/2006/relationships/slideMaster" Target="/ppt/slideMasters/slideMaster1.xml" Id="R951763111fe14b5e" /><Relationship Type="http://schemas.openxmlformats.org/officeDocument/2006/relationships/notesMaster" Target="/ppt/notesMasters/notesMaster1.xml" Id="R59bdf81ce688404b" /><Relationship Type="http://schemas.openxmlformats.org/officeDocument/2006/relationships/presProps" Target="/ppt/presProps.xml" Id="Rda3ac2166b444158" /><Relationship Type="http://schemas.openxmlformats.org/officeDocument/2006/relationships/tableStyles" Target="/ppt/tableStyles.xml" Id="Rd947f2cd1f7c43af" /><Relationship Type="http://schemas.openxmlformats.org/officeDocument/2006/relationships/slide" Target="/ppt/slides/slide1.xml" Id="R2c4b3ad524e84f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a1091fb4a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020973cce4280" /><Relationship Type="http://schemas.openxmlformats.org/officeDocument/2006/relationships/notesMaster" Target="/ppt/notesMasters/notesMaster1.xml" Id="R9ebda568065f4bd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素材ID：SE-069</ns1:t>
            </ns1:r>
          </ns1:p>
          <ns1:p>
            <ns1:r>
              <ns1:t>论文：Understanding Binary Code Similarity for Real-World Vulnerability Detection: A Large-Scale Empirical Study</ns1:t>
            </ns1:r>
          </ns1:p>
          <ns1:p>
            <ns1:r>
              <ns1:t>会议：FSE 2026</ns1:t>
            </ns1:r>
          </ns1:p>
          <ns1:p>
            <ns1:r>
              <ns1:t>奖项：FSE26 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类型：研究流程</ns1:t>
            </ns1:r>
          </ns1:p>
          <ns1:p>
            <ns1:r>
              <ns1:t>借鉴点：左侧真实固件、第三方源码及漏洞库三路采集/编译/解析并行，右侧函数池与漏洞集对照已有基准选择方法，再分解四个RQ。</ns1:t>
            </ns1:r>
          </ns1:p>
          <ns1:p>
            <ns1:r>
              <ns1:t>论文URL：https://arxiv.org/pdf/2606.28870</ns1:t>
            </ns1:r>
          </ns1:p>
          <ns1:p>
            <ns1:r>
              <ns1:t>官方获奖URL：https://conf.researchr.org/track/fse-2026/fse-2026-research-papers#fse26-distinguished-paper-awards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1ffd519d94b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ee497874094924" /><Relationship Type="http://schemas.openxmlformats.org/officeDocument/2006/relationships/slideLayout" Target="/ppt/slideLayouts/slideLayout1.xml" Id="R630e10fc4caf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e10fc4caf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943e7d68e4d82" /><Relationship Type="http://schemas.openxmlformats.org/officeDocument/2006/relationships/image" Target="/ppt/media/image.png" Id="R0631ae860b4b4465" /><Relationship Type="http://schemas.openxmlformats.org/officeDocument/2006/relationships/image" Target="/ppt/media/image2.png" Id="R4f4455eceec94f86" /><Relationship Type="http://schemas.openxmlformats.org/officeDocument/2006/relationships/image" Target="/ppt/media/image3.png" Id="R3e9c3b1159884b1b" /><Relationship Type="http://schemas.openxmlformats.org/officeDocument/2006/relationships/image" Target="/ppt/media/image4.png" Id="R3059ebd62cf245b3" /><Relationship Type="http://schemas.openxmlformats.org/officeDocument/2006/relationships/image" Target="/ppt/media/image5.png" Id="R3e5f6a937af84388" /><Relationship Type="http://schemas.openxmlformats.org/officeDocument/2006/relationships/image" Target="/ppt/media/image6.png" Id="Rb6408cf298b240f8" /><Relationship Type="http://schemas.openxmlformats.org/officeDocument/2006/relationships/image" Target="/ppt/media/image7.png" Id="Rb228bd1578fc4395" /><Relationship Type="http://schemas.openxmlformats.org/officeDocument/2006/relationships/image" Target="/ppt/media/image8.png" Id="Ra7fe8d02655e4047" /><Relationship Type="http://schemas.openxmlformats.org/officeDocument/2006/relationships/image" Target="/ppt/media/image9.png" Id="Rf47f465c384f44fa" /><Relationship Type="http://schemas.openxmlformats.org/officeDocument/2006/relationships/image" Target="/ppt/media/image10.png" Id="R6ccc03b8e938493e" /><Relationship Type="http://schemas.openxmlformats.org/officeDocument/2006/relationships/image" Target="/ppt/media/image11.png" Id="R731ab353fe0e461e" /><Relationship Type="http://schemas.openxmlformats.org/officeDocument/2006/relationships/image" Target="/ppt/media/image12.png" Id="Refe41a7af2e14645" /><Relationship Type="http://schemas.openxmlformats.org/officeDocument/2006/relationships/image" Target="/ppt/media/image13.png" Id="Rf64f81d2f96144e7" /><Relationship Type="http://schemas.openxmlformats.org/officeDocument/2006/relationships/image" Target="/ppt/media/image14.png" Id="R01f3e8c0045946fd" /><Relationship Type="http://schemas.openxmlformats.org/officeDocument/2006/relationships/image" Target="/ppt/media/image15.png" Id="Racc5a98d1c1b4abc" /><Relationship Type="http://schemas.openxmlformats.org/officeDocument/2006/relationships/notesSlide" Target="/ppt/notesSlides/notesSlide1.xml" Id="Rbb31b0aa08294c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D83ED-737A-4A65-A7BA-1B8186D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15650" cy="3771900"/>
          </a:xfrm>
          <a:custGeom xmlns:a="http://schemas.openxmlformats.org/drawingml/2006/main">
            <a:pathLst>
              <a:path w="10915650" h="3771900">
                <a:moveTo>
                  <a:pt x="10915650" y="3771900"/>
                </a:moveTo>
                <a:lnTo>
                  <a:pt x="10915650" y="0"/>
                </a:lnTo>
                <a:lnTo>
                  <a:pt x="0" y="0"/>
                </a:lnTo>
                <a:lnTo>
                  <a:pt x="0" y="3771900"/>
                </a:lnTo>
                <a:lnTo>
                  <a:pt x="10915650" y="3771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DF9F2-ABEB-4B75-912D-AE8F457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919" y="176103"/>
            <a:ext cx="2209227" cy="1740362"/>
          </a:xfrm>
          <a:custGeom xmlns:a="http://schemas.openxmlformats.org/drawingml/2006/main">
            <a:pathLst>
              <a:path w="2209227" h="1740362">
                <a:moveTo>
                  <a:pt x="437077" y="15894"/>
                </a:moveTo>
                <a:lnTo>
                  <a:pt x="437077" y="0"/>
                </a:lnTo>
                <a:lnTo>
                  <a:pt x="389396" y="0"/>
                </a:lnTo>
                <a:lnTo>
                  <a:pt x="389396" y="15894"/>
                </a:lnTo>
                <a:lnTo>
                  <a:pt x="437077" y="15894"/>
                </a:lnTo>
                <a:close/>
                <a:moveTo>
                  <a:pt x="341715" y="15894"/>
                </a:moveTo>
                <a:lnTo>
                  <a:pt x="341715" y="0"/>
                </a:lnTo>
                <a:lnTo>
                  <a:pt x="294034" y="0"/>
                </a:lnTo>
                <a:lnTo>
                  <a:pt x="294034" y="15894"/>
                </a:lnTo>
                <a:lnTo>
                  <a:pt x="341715" y="15894"/>
                </a:lnTo>
                <a:close/>
                <a:moveTo>
                  <a:pt x="246353" y="15894"/>
                </a:moveTo>
                <a:lnTo>
                  <a:pt x="246353" y="0"/>
                </a:lnTo>
                <a:lnTo>
                  <a:pt x="198671" y="0"/>
                </a:lnTo>
                <a:lnTo>
                  <a:pt x="198671" y="15894"/>
                </a:lnTo>
                <a:lnTo>
                  <a:pt x="246353" y="15894"/>
                </a:lnTo>
                <a:close/>
                <a:moveTo>
                  <a:pt x="150990" y="0"/>
                </a:moveTo>
                <a:lnTo>
                  <a:pt x="103309" y="0"/>
                </a:lnTo>
                <a:lnTo>
                  <a:pt x="103309" y="15894"/>
                </a:lnTo>
                <a:lnTo>
                  <a:pt x="150990" y="15894"/>
                </a:lnTo>
                <a:lnTo>
                  <a:pt x="150990" y="0"/>
                </a:lnTo>
                <a:close/>
                <a:moveTo>
                  <a:pt x="55628" y="15894"/>
                </a:moveTo>
                <a:lnTo>
                  <a:pt x="55628" y="0"/>
                </a:lnTo>
                <a:lnTo>
                  <a:pt x="0" y="0"/>
                </a:lnTo>
                <a:lnTo>
                  <a:pt x="0" y="23841"/>
                </a:lnTo>
                <a:lnTo>
                  <a:pt x="15894" y="23841"/>
                </a:lnTo>
                <a:lnTo>
                  <a:pt x="15894" y="15894"/>
                </a:lnTo>
                <a:lnTo>
                  <a:pt x="55628" y="15894"/>
                </a:lnTo>
                <a:close/>
                <a:moveTo>
                  <a:pt x="15894" y="71522"/>
                </a:moveTo>
                <a:lnTo>
                  <a:pt x="0" y="71522"/>
                </a:lnTo>
                <a:lnTo>
                  <a:pt x="0" y="119203"/>
                </a:lnTo>
                <a:lnTo>
                  <a:pt x="15894" y="119203"/>
                </a:lnTo>
                <a:lnTo>
                  <a:pt x="15894" y="71522"/>
                </a:lnTo>
                <a:close/>
                <a:moveTo>
                  <a:pt x="15894" y="166884"/>
                </a:moveTo>
                <a:lnTo>
                  <a:pt x="0" y="166884"/>
                </a:lnTo>
                <a:lnTo>
                  <a:pt x="0" y="214565"/>
                </a:lnTo>
                <a:lnTo>
                  <a:pt x="15894" y="214565"/>
                </a:lnTo>
                <a:lnTo>
                  <a:pt x="15894" y="166884"/>
                </a:lnTo>
                <a:close/>
                <a:moveTo>
                  <a:pt x="0" y="262246"/>
                </a:moveTo>
                <a:lnTo>
                  <a:pt x="0" y="309927"/>
                </a:lnTo>
                <a:lnTo>
                  <a:pt x="15894" y="309927"/>
                </a:lnTo>
                <a:lnTo>
                  <a:pt x="15894" y="262246"/>
                </a:lnTo>
                <a:lnTo>
                  <a:pt x="0" y="262246"/>
                </a:lnTo>
                <a:close/>
                <a:moveTo>
                  <a:pt x="0" y="357609"/>
                </a:moveTo>
                <a:lnTo>
                  <a:pt x="0" y="405290"/>
                </a:lnTo>
                <a:lnTo>
                  <a:pt x="15894" y="405290"/>
                </a:lnTo>
                <a:lnTo>
                  <a:pt x="15894" y="357609"/>
                </a:lnTo>
                <a:lnTo>
                  <a:pt x="0" y="357609"/>
                </a:lnTo>
                <a:close/>
                <a:moveTo>
                  <a:pt x="15894" y="452971"/>
                </a:moveTo>
                <a:lnTo>
                  <a:pt x="0" y="452971"/>
                </a:lnTo>
                <a:lnTo>
                  <a:pt x="0" y="500652"/>
                </a:lnTo>
                <a:lnTo>
                  <a:pt x="15894" y="500652"/>
                </a:lnTo>
                <a:lnTo>
                  <a:pt x="15894" y="452971"/>
                </a:lnTo>
                <a:close/>
                <a:moveTo>
                  <a:pt x="15894" y="548333"/>
                </a:moveTo>
                <a:lnTo>
                  <a:pt x="0" y="548333"/>
                </a:lnTo>
                <a:lnTo>
                  <a:pt x="0" y="596014"/>
                </a:lnTo>
                <a:lnTo>
                  <a:pt x="15894" y="596014"/>
                </a:lnTo>
                <a:lnTo>
                  <a:pt x="15894" y="548333"/>
                </a:lnTo>
                <a:close/>
                <a:moveTo>
                  <a:pt x="15894" y="643696"/>
                </a:moveTo>
                <a:lnTo>
                  <a:pt x="0" y="643696"/>
                </a:lnTo>
                <a:lnTo>
                  <a:pt x="0" y="691377"/>
                </a:lnTo>
                <a:lnTo>
                  <a:pt x="15894" y="691377"/>
                </a:lnTo>
                <a:lnTo>
                  <a:pt x="15894" y="643696"/>
                </a:lnTo>
                <a:close/>
                <a:moveTo>
                  <a:pt x="0" y="739058"/>
                </a:moveTo>
                <a:lnTo>
                  <a:pt x="0" y="786739"/>
                </a:lnTo>
                <a:lnTo>
                  <a:pt x="15894" y="786739"/>
                </a:lnTo>
                <a:lnTo>
                  <a:pt x="15894" y="739058"/>
                </a:lnTo>
                <a:lnTo>
                  <a:pt x="0" y="739058"/>
                </a:lnTo>
                <a:close/>
                <a:moveTo>
                  <a:pt x="0" y="834420"/>
                </a:moveTo>
                <a:lnTo>
                  <a:pt x="0" y="882101"/>
                </a:lnTo>
                <a:lnTo>
                  <a:pt x="15894" y="882101"/>
                </a:lnTo>
                <a:lnTo>
                  <a:pt x="15894" y="834420"/>
                </a:lnTo>
                <a:lnTo>
                  <a:pt x="0" y="834420"/>
                </a:lnTo>
                <a:close/>
                <a:moveTo>
                  <a:pt x="15894" y="929782"/>
                </a:moveTo>
                <a:lnTo>
                  <a:pt x="0" y="929782"/>
                </a:lnTo>
                <a:lnTo>
                  <a:pt x="0" y="977464"/>
                </a:lnTo>
                <a:lnTo>
                  <a:pt x="15894" y="977464"/>
                </a:lnTo>
                <a:lnTo>
                  <a:pt x="15894" y="929782"/>
                </a:lnTo>
                <a:close/>
                <a:moveTo>
                  <a:pt x="0" y="1025145"/>
                </a:moveTo>
                <a:lnTo>
                  <a:pt x="0" y="1072826"/>
                </a:lnTo>
                <a:lnTo>
                  <a:pt x="15894" y="1072826"/>
                </a:lnTo>
                <a:lnTo>
                  <a:pt x="15894" y="1025145"/>
                </a:lnTo>
                <a:lnTo>
                  <a:pt x="0" y="1025145"/>
                </a:lnTo>
                <a:close/>
                <a:moveTo>
                  <a:pt x="0" y="1120507"/>
                </a:moveTo>
                <a:lnTo>
                  <a:pt x="0" y="1168188"/>
                </a:lnTo>
                <a:lnTo>
                  <a:pt x="15894" y="1168188"/>
                </a:lnTo>
                <a:lnTo>
                  <a:pt x="15894" y="1120507"/>
                </a:lnTo>
                <a:lnTo>
                  <a:pt x="0" y="1120507"/>
                </a:lnTo>
                <a:close/>
                <a:moveTo>
                  <a:pt x="15894" y="1215869"/>
                </a:moveTo>
                <a:lnTo>
                  <a:pt x="0" y="1215869"/>
                </a:lnTo>
                <a:lnTo>
                  <a:pt x="0" y="1263550"/>
                </a:lnTo>
                <a:lnTo>
                  <a:pt x="15894" y="1263550"/>
                </a:lnTo>
                <a:lnTo>
                  <a:pt x="15894" y="1215869"/>
                </a:lnTo>
                <a:close/>
                <a:moveTo>
                  <a:pt x="0" y="1311232"/>
                </a:moveTo>
                <a:lnTo>
                  <a:pt x="0" y="1358913"/>
                </a:lnTo>
                <a:lnTo>
                  <a:pt x="15894" y="1358913"/>
                </a:lnTo>
                <a:lnTo>
                  <a:pt x="15894" y="1311232"/>
                </a:lnTo>
                <a:lnTo>
                  <a:pt x="0" y="1311232"/>
                </a:lnTo>
                <a:close/>
                <a:moveTo>
                  <a:pt x="0" y="1406594"/>
                </a:moveTo>
                <a:lnTo>
                  <a:pt x="0" y="1454275"/>
                </a:lnTo>
                <a:lnTo>
                  <a:pt x="15894" y="1454275"/>
                </a:lnTo>
                <a:lnTo>
                  <a:pt x="15894" y="1406594"/>
                </a:lnTo>
                <a:lnTo>
                  <a:pt x="0" y="1406594"/>
                </a:lnTo>
                <a:close/>
                <a:moveTo>
                  <a:pt x="15894" y="1501956"/>
                </a:moveTo>
                <a:lnTo>
                  <a:pt x="0" y="1501956"/>
                </a:lnTo>
                <a:lnTo>
                  <a:pt x="0" y="1549637"/>
                </a:lnTo>
                <a:lnTo>
                  <a:pt x="15894" y="1549637"/>
                </a:lnTo>
                <a:lnTo>
                  <a:pt x="15894" y="1501956"/>
                </a:lnTo>
                <a:close/>
                <a:moveTo>
                  <a:pt x="15894" y="1597318"/>
                </a:moveTo>
                <a:lnTo>
                  <a:pt x="0" y="1597318"/>
                </a:lnTo>
                <a:lnTo>
                  <a:pt x="0" y="1645000"/>
                </a:lnTo>
                <a:lnTo>
                  <a:pt x="15894" y="1645000"/>
                </a:lnTo>
                <a:lnTo>
                  <a:pt x="15894" y="1597318"/>
                </a:lnTo>
                <a:close/>
                <a:moveTo>
                  <a:pt x="15894" y="1724468"/>
                </a:moveTo>
                <a:lnTo>
                  <a:pt x="15894" y="1692681"/>
                </a:lnTo>
                <a:lnTo>
                  <a:pt x="0" y="1692681"/>
                </a:lnTo>
                <a:lnTo>
                  <a:pt x="0" y="1740362"/>
                </a:lnTo>
                <a:lnTo>
                  <a:pt x="15894" y="1740362"/>
                </a:lnTo>
                <a:lnTo>
                  <a:pt x="15894" y="1732415"/>
                </a:lnTo>
                <a:lnTo>
                  <a:pt x="15894" y="1724468"/>
                </a:lnTo>
                <a:close/>
                <a:moveTo>
                  <a:pt x="63575" y="1740362"/>
                </a:moveTo>
                <a:lnTo>
                  <a:pt x="111256" y="1740362"/>
                </a:lnTo>
                <a:lnTo>
                  <a:pt x="111256" y="1724468"/>
                </a:lnTo>
                <a:lnTo>
                  <a:pt x="63575" y="1724468"/>
                </a:lnTo>
                <a:lnTo>
                  <a:pt x="63575" y="1740362"/>
                </a:lnTo>
                <a:close/>
                <a:moveTo>
                  <a:pt x="158937" y="1724468"/>
                </a:moveTo>
                <a:lnTo>
                  <a:pt x="158937" y="1740362"/>
                </a:lnTo>
                <a:lnTo>
                  <a:pt x="206618" y="1740362"/>
                </a:lnTo>
                <a:lnTo>
                  <a:pt x="206618" y="1724468"/>
                </a:lnTo>
                <a:lnTo>
                  <a:pt x="158937" y="1724468"/>
                </a:lnTo>
                <a:close/>
                <a:moveTo>
                  <a:pt x="254299" y="1724468"/>
                </a:moveTo>
                <a:lnTo>
                  <a:pt x="254299" y="1740362"/>
                </a:lnTo>
                <a:lnTo>
                  <a:pt x="301981" y="1740362"/>
                </a:lnTo>
                <a:lnTo>
                  <a:pt x="301981" y="1724468"/>
                </a:lnTo>
                <a:lnTo>
                  <a:pt x="254299" y="1724468"/>
                </a:lnTo>
                <a:close/>
                <a:moveTo>
                  <a:pt x="349662" y="1724468"/>
                </a:moveTo>
                <a:lnTo>
                  <a:pt x="349662" y="1740362"/>
                </a:lnTo>
                <a:lnTo>
                  <a:pt x="397343" y="1740362"/>
                </a:lnTo>
                <a:lnTo>
                  <a:pt x="397343" y="1724468"/>
                </a:lnTo>
                <a:lnTo>
                  <a:pt x="349662" y="1724468"/>
                </a:lnTo>
                <a:close/>
                <a:moveTo>
                  <a:pt x="1199976" y="0"/>
                </a:moveTo>
                <a:lnTo>
                  <a:pt x="1152294" y="0"/>
                </a:lnTo>
                <a:lnTo>
                  <a:pt x="1152294" y="15894"/>
                </a:lnTo>
                <a:lnTo>
                  <a:pt x="1199976" y="15894"/>
                </a:lnTo>
                <a:lnTo>
                  <a:pt x="1199976" y="0"/>
                </a:lnTo>
                <a:close/>
                <a:moveTo>
                  <a:pt x="532439" y="0"/>
                </a:moveTo>
                <a:lnTo>
                  <a:pt x="484758" y="0"/>
                </a:lnTo>
                <a:lnTo>
                  <a:pt x="484758" y="15894"/>
                </a:lnTo>
                <a:lnTo>
                  <a:pt x="532439" y="15894"/>
                </a:lnTo>
                <a:lnTo>
                  <a:pt x="532439" y="0"/>
                </a:lnTo>
                <a:close/>
                <a:moveTo>
                  <a:pt x="1772149" y="15894"/>
                </a:moveTo>
                <a:lnTo>
                  <a:pt x="1772149" y="0"/>
                </a:lnTo>
                <a:lnTo>
                  <a:pt x="1724468" y="0"/>
                </a:lnTo>
                <a:lnTo>
                  <a:pt x="1724468" y="15894"/>
                </a:lnTo>
                <a:lnTo>
                  <a:pt x="1772149" y="15894"/>
                </a:lnTo>
                <a:close/>
                <a:moveTo>
                  <a:pt x="627802" y="15894"/>
                </a:moveTo>
                <a:lnTo>
                  <a:pt x="627802" y="0"/>
                </a:lnTo>
                <a:lnTo>
                  <a:pt x="580121" y="0"/>
                </a:lnTo>
                <a:lnTo>
                  <a:pt x="580121" y="15894"/>
                </a:lnTo>
                <a:lnTo>
                  <a:pt x="627802" y="15894"/>
                </a:lnTo>
                <a:close/>
                <a:moveTo>
                  <a:pt x="1676787" y="15894"/>
                </a:moveTo>
                <a:lnTo>
                  <a:pt x="1676787" y="0"/>
                </a:lnTo>
                <a:lnTo>
                  <a:pt x="1629106" y="0"/>
                </a:lnTo>
                <a:lnTo>
                  <a:pt x="1629106" y="15894"/>
                </a:lnTo>
                <a:lnTo>
                  <a:pt x="1676787" y="15894"/>
                </a:lnTo>
                <a:close/>
                <a:moveTo>
                  <a:pt x="723164" y="0"/>
                </a:moveTo>
                <a:lnTo>
                  <a:pt x="675483" y="0"/>
                </a:lnTo>
                <a:lnTo>
                  <a:pt x="675483" y="15894"/>
                </a:lnTo>
                <a:lnTo>
                  <a:pt x="723164" y="15894"/>
                </a:lnTo>
                <a:lnTo>
                  <a:pt x="723164" y="0"/>
                </a:lnTo>
                <a:close/>
                <a:moveTo>
                  <a:pt x="1581425" y="0"/>
                </a:moveTo>
                <a:lnTo>
                  <a:pt x="1533744" y="0"/>
                </a:lnTo>
                <a:lnTo>
                  <a:pt x="1533744" y="15894"/>
                </a:lnTo>
                <a:lnTo>
                  <a:pt x="1581425" y="15894"/>
                </a:lnTo>
                <a:lnTo>
                  <a:pt x="1581425" y="0"/>
                </a:lnTo>
                <a:close/>
                <a:moveTo>
                  <a:pt x="818526" y="15894"/>
                </a:moveTo>
                <a:lnTo>
                  <a:pt x="818526" y="0"/>
                </a:lnTo>
                <a:lnTo>
                  <a:pt x="770845" y="0"/>
                </a:lnTo>
                <a:lnTo>
                  <a:pt x="770845" y="15894"/>
                </a:lnTo>
                <a:lnTo>
                  <a:pt x="818526" y="15894"/>
                </a:lnTo>
                <a:close/>
                <a:moveTo>
                  <a:pt x="1486062" y="0"/>
                </a:moveTo>
                <a:lnTo>
                  <a:pt x="1438381" y="0"/>
                </a:lnTo>
                <a:lnTo>
                  <a:pt x="1438381" y="15894"/>
                </a:lnTo>
                <a:lnTo>
                  <a:pt x="1486062" y="15894"/>
                </a:lnTo>
                <a:lnTo>
                  <a:pt x="1486062" y="0"/>
                </a:lnTo>
                <a:close/>
                <a:moveTo>
                  <a:pt x="913889" y="0"/>
                </a:moveTo>
                <a:lnTo>
                  <a:pt x="866208" y="0"/>
                </a:lnTo>
                <a:lnTo>
                  <a:pt x="866208" y="15894"/>
                </a:lnTo>
                <a:lnTo>
                  <a:pt x="913889" y="15894"/>
                </a:lnTo>
                <a:lnTo>
                  <a:pt x="913889" y="0"/>
                </a:lnTo>
                <a:close/>
                <a:moveTo>
                  <a:pt x="1390700" y="15894"/>
                </a:moveTo>
                <a:lnTo>
                  <a:pt x="1390700" y="0"/>
                </a:lnTo>
                <a:lnTo>
                  <a:pt x="1343019" y="0"/>
                </a:lnTo>
                <a:lnTo>
                  <a:pt x="1343019" y="15894"/>
                </a:lnTo>
                <a:lnTo>
                  <a:pt x="1390700" y="15894"/>
                </a:lnTo>
                <a:close/>
                <a:moveTo>
                  <a:pt x="1009251" y="0"/>
                </a:moveTo>
                <a:lnTo>
                  <a:pt x="961570" y="0"/>
                </a:lnTo>
                <a:lnTo>
                  <a:pt x="961570" y="15894"/>
                </a:lnTo>
                <a:lnTo>
                  <a:pt x="1009251" y="15894"/>
                </a:lnTo>
                <a:lnTo>
                  <a:pt x="1009251" y="0"/>
                </a:lnTo>
                <a:close/>
                <a:moveTo>
                  <a:pt x="1295338" y="0"/>
                </a:moveTo>
                <a:lnTo>
                  <a:pt x="1247657" y="0"/>
                </a:lnTo>
                <a:lnTo>
                  <a:pt x="1247657" y="15894"/>
                </a:lnTo>
                <a:lnTo>
                  <a:pt x="1295338" y="15894"/>
                </a:lnTo>
                <a:lnTo>
                  <a:pt x="1295338" y="0"/>
                </a:lnTo>
                <a:close/>
                <a:moveTo>
                  <a:pt x="1104613" y="15894"/>
                </a:moveTo>
                <a:lnTo>
                  <a:pt x="1104613" y="0"/>
                </a:lnTo>
                <a:lnTo>
                  <a:pt x="1056932" y="0"/>
                </a:lnTo>
                <a:lnTo>
                  <a:pt x="1056932" y="15894"/>
                </a:lnTo>
                <a:lnTo>
                  <a:pt x="1104613" y="15894"/>
                </a:lnTo>
                <a:close/>
                <a:moveTo>
                  <a:pt x="445024" y="1724468"/>
                </a:moveTo>
                <a:lnTo>
                  <a:pt x="445024" y="1740362"/>
                </a:lnTo>
                <a:lnTo>
                  <a:pt x="492705" y="1740362"/>
                </a:lnTo>
                <a:lnTo>
                  <a:pt x="492705" y="1724468"/>
                </a:lnTo>
                <a:lnTo>
                  <a:pt x="445024" y="1724468"/>
                </a:lnTo>
                <a:close/>
                <a:moveTo>
                  <a:pt x="1112560" y="1724468"/>
                </a:moveTo>
                <a:lnTo>
                  <a:pt x="1112560" y="1740362"/>
                </a:lnTo>
                <a:lnTo>
                  <a:pt x="1160241" y="1740362"/>
                </a:lnTo>
                <a:lnTo>
                  <a:pt x="1160241" y="1724468"/>
                </a:lnTo>
                <a:lnTo>
                  <a:pt x="1112560" y="1724468"/>
                </a:lnTo>
                <a:close/>
                <a:moveTo>
                  <a:pt x="1207922" y="1740362"/>
                </a:moveTo>
                <a:lnTo>
                  <a:pt x="1255604" y="1740362"/>
                </a:lnTo>
                <a:lnTo>
                  <a:pt x="1255604" y="1724468"/>
                </a:lnTo>
                <a:lnTo>
                  <a:pt x="1207922" y="1724468"/>
                </a:lnTo>
                <a:lnTo>
                  <a:pt x="1207922" y="1740362"/>
                </a:lnTo>
                <a:close/>
                <a:moveTo>
                  <a:pt x="1017198" y="1740362"/>
                </a:moveTo>
                <a:lnTo>
                  <a:pt x="1064879" y="1740362"/>
                </a:lnTo>
                <a:lnTo>
                  <a:pt x="1064879" y="1724468"/>
                </a:lnTo>
                <a:lnTo>
                  <a:pt x="1017198" y="1724468"/>
                </a:lnTo>
                <a:lnTo>
                  <a:pt x="1017198" y="1740362"/>
                </a:lnTo>
                <a:close/>
                <a:moveTo>
                  <a:pt x="1303285" y="1724468"/>
                </a:moveTo>
                <a:lnTo>
                  <a:pt x="1303285" y="1740362"/>
                </a:lnTo>
                <a:lnTo>
                  <a:pt x="1350966" y="1740362"/>
                </a:lnTo>
                <a:lnTo>
                  <a:pt x="1350966" y="1724468"/>
                </a:lnTo>
                <a:lnTo>
                  <a:pt x="1303285" y="1724468"/>
                </a:lnTo>
                <a:close/>
                <a:moveTo>
                  <a:pt x="921836" y="1724468"/>
                </a:moveTo>
                <a:lnTo>
                  <a:pt x="921836" y="1740362"/>
                </a:lnTo>
                <a:lnTo>
                  <a:pt x="969517" y="1740362"/>
                </a:lnTo>
                <a:lnTo>
                  <a:pt x="969517" y="1724468"/>
                </a:lnTo>
                <a:lnTo>
                  <a:pt x="921836" y="1724468"/>
                </a:lnTo>
                <a:close/>
                <a:moveTo>
                  <a:pt x="1398647" y="1724468"/>
                </a:moveTo>
                <a:lnTo>
                  <a:pt x="1398647" y="1740362"/>
                </a:lnTo>
                <a:lnTo>
                  <a:pt x="1446328" y="1740362"/>
                </a:lnTo>
                <a:lnTo>
                  <a:pt x="1446328" y="1724468"/>
                </a:lnTo>
                <a:lnTo>
                  <a:pt x="1398647" y="1724468"/>
                </a:lnTo>
                <a:close/>
                <a:moveTo>
                  <a:pt x="826473" y="1740362"/>
                </a:moveTo>
                <a:lnTo>
                  <a:pt x="874154" y="1740362"/>
                </a:lnTo>
                <a:lnTo>
                  <a:pt x="874154" y="1724468"/>
                </a:lnTo>
                <a:lnTo>
                  <a:pt x="826473" y="1724468"/>
                </a:lnTo>
                <a:lnTo>
                  <a:pt x="826473" y="1740362"/>
                </a:lnTo>
                <a:close/>
                <a:moveTo>
                  <a:pt x="1494009" y="1740362"/>
                </a:moveTo>
                <a:lnTo>
                  <a:pt x="1541690" y="1740362"/>
                </a:lnTo>
                <a:lnTo>
                  <a:pt x="1541690" y="1724468"/>
                </a:lnTo>
                <a:lnTo>
                  <a:pt x="1494009" y="1724468"/>
                </a:lnTo>
                <a:lnTo>
                  <a:pt x="1494009" y="1740362"/>
                </a:lnTo>
                <a:close/>
                <a:moveTo>
                  <a:pt x="731111" y="1724468"/>
                </a:moveTo>
                <a:lnTo>
                  <a:pt x="731111" y="1740362"/>
                </a:lnTo>
                <a:lnTo>
                  <a:pt x="778792" y="1740362"/>
                </a:lnTo>
                <a:lnTo>
                  <a:pt x="778792" y="1724468"/>
                </a:lnTo>
                <a:lnTo>
                  <a:pt x="731111" y="1724468"/>
                </a:lnTo>
                <a:close/>
                <a:moveTo>
                  <a:pt x="1589372" y="1724468"/>
                </a:moveTo>
                <a:lnTo>
                  <a:pt x="1589372" y="1740362"/>
                </a:lnTo>
                <a:lnTo>
                  <a:pt x="1637053" y="1740362"/>
                </a:lnTo>
                <a:lnTo>
                  <a:pt x="1637053" y="1724468"/>
                </a:lnTo>
                <a:lnTo>
                  <a:pt x="1589372" y="1724468"/>
                </a:lnTo>
                <a:close/>
                <a:moveTo>
                  <a:pt x="635749" y="1724468"/>
                </a:moveTo>
                <a:lnTo>
                  <a:pt x="635749" y="1740362"/>
                </a:lnTo>
                <a:lnTo>
                  <a:pt x="683430" y="1740362"/>
                </a:lnTo>
                <a:lnTo>
                  <a:pt x="683430" y="1724468"/>
                </a:lnTo>
                <a:lnTo>
                  <a:pt x="635749" y="1724468"/>
                </a:lnTo>
                <a:close/>
                <a:moveTo>
                  <a:pt x="1684734" y="1740362"/>
                </a:moveTo>
                <a:lnTo>
                  <a:pt x="1732415" y="1740362"/>
                </a:lnTo>
                <a:lnTo>
                  <a:pt x="1732415" y="1724468"/>
                </a:lnTo>
                <a:lnTo>
                  <a:pt x="1684734" y="1724468"/>
                </a:lnTo>
                <a:lnTo>
                  <a:pt x="1684734" y="1740362"/>
                </a:lnTo>
                <a:close/>
                <a:moveTo>
                  <a:pt x="540386" y="1740362"/>
                </a:moveTo>
                <a:lnTo>
                  <a:pt x="588067" y="1740362"/>
                </a:lnTo>
                <a:lnTo>
                  <a:pt x="588067" y="1724468"/>
                </a:lnTo>
                <a:lnTo>
                  <a:pt x="540386" y="1724468"/>
                </a:lnTo>
                <a:lnTo>
                  <a:pt x="540386" y="1740362"/>
                </a:lnTo>
                <a:close/>
                <a:moveTo>
                  <a:pt x="1780096" y="1724468"/>
                </a:moveTo>
                <a:lnTo>
                  <a:pt x="1780096" y="1740362"/>
                </a:lnTo>
                <a:lnTo>
                  <a:pt x="1827777" y="1740362"/>
                </a:lnTo>
                <a:lnTo>
                  <a:pt x="1827777" y="1724468"/>
                </a:lnTo>
                <a:lnTo>
                  <a:pt x="1780096" y="1724468"/>
                </a:lnTo>
                <a:close/>
                <a:moveTo>
                  <a:pt x="2153599" y="0"/>
                </a:moveTo>
                <a:lnTo>
                  <a:pt x="2105917" y="0"/>
                </a:lnTo>
                <a:lnTo>
                  <a:pt x="2105917" y="15894"/>
                </a:lnTo>
                <a:lnTo>
                  <a:pt x="2153599" y="15894"/>
                </a:lnTo>
                <a:lnTo>
                  <a:pt x="2153599" y="0"/>
                </a:lnTo>
                <a:close/>
                <a:moveTo>
                  <a:pt x="1867512" y="0"/>
                </a:moveTo>
                <a:lnTo>
                  <a:pt x="1819831" y="0"/>
                </a:lnTo>
                <a:lnTo>
                  <a:pt x="1819831" y="15894"/>
                </a:lnTo>
                <a:lnTo>
                  <a:pt x="1867512" y="15894"/>
                </a:lnTo>
                <a:lnTo>
                  <a:pt x="1867512" y="0"/>
                </a:lnTo>
                <a:close/>
                <a:moveTo>
                  <a:pt x="1962874" y="15894"/>
                </a:moveTo>
                <a:lnTo>
                  <a:pt x="1962874" y="0"/>
                </a:lnTo>
                <a:lnTo>
                  <a:pt x="1915193" y="0"/>
                </a:lnTo>
                <a:lnTo>
                  <a:pt x="1915193" y="15894"/>
                </a:lnTo>
                <a:lnTo>
                  <a:pt x="1962874" y="15894"/>
                </a:lnTo>
                <a:close/>
                <a:moveTo>
                  <a:pt x="2058236" y="0"/>
                </a:moveTo>
                <a:lnTo>
                  <a:pt x="2010555" y="0"/>
                </a:lnTo>
                <a:lnTo>
                  <a:pt x="2010555" y="15894"/>
                </a:lnTo>
                <a:lnTo>
                  <a:pt x="2058236" y="15894"/>
                </a:lnTo>
                <a:lnTo>
                  <a:pt x="2058236" y="0"/>
                </a:lnTo>
                <a:close/>
                <a:moveTo>
                  <a:pt x="2209227" y="55628"/>
                </a:moveTo>
                <a:lnTo>
                  <a:pt x="2209227" y="7947"/>
                </a:lnTo>
                <a:lnTo>
                  <a:pt x="2193333" y="7947"/>
                </a:lnTo>
                <a:lnTo>
                  <a:pt x="2193333" y="55628"/>
                </a:lnTo>
                <a:lnTo>
                  <a:pt x="2209227" y="55628"/>
                </a:lnTo>
                <a:close/>
                <a:moveTo>
                  <a:pt x="2193333" y="150990"/>
                </a:moveTo>
                <a:lnTo>
                  <a:pt x="2209227" y="150990"/>
                </a:lnTo>
                <a:lnTo>
                  <a:pt x="2209227" y="103309"/>
                </a:lnTo>
                <a:lnTo>
                  <a:pt x="2193333" y="103309"/>
                </a:lnTo>
                <a:lnTo>
                  <a:pt x="2193333" y="150990"/>
                </a:lnTo>
                <a:close/>
                <a:moveTo>
                  <a:pt x="2193333" y="246353"/>
                </a:moveTo>
                <a:lnTo>
                  <a:pt x="2209227" y="246353"/>
                </a:lnTo>
                <a:lnTo>
                  <a:pt x="2209227" y="198671"/>
                </a:lnTo>
                <a:lnTo>
                  <a:pt x="2193333" y="198671"/>
                </a:lnTo>
                <a:lnTo>
                  <a:pt x="2193333" y="246353"/>
                </a:lnTo>
                <a:close/>
                <a:moveTo>
                  <a:pt x="2193333" y="341715"/>
                </a:moveTo>
                <a:lnTo>
                  <a:pt x="2209227" y="341715"/>
                </a:lnTo>
                <a:lnTo>
                  <a:pt x="2209227" y="294034"/>
                </a:lnTo>
                <a:lnTo>
                  <a:pt x="2193333" y="294034"/>
                </a:lnTo>
                <a:lnTo>
                  <a:pt x="2193333" y="341715"/>
                </a:lnTo>
                <a:close/>
                <a:moveTo>
                  <a:pt x="2209227" y="437077"/>
                </a:moveTo>
                <a:lnTo>
                  <a:pt x="2209227" y="389396"/>
                </a:lnTo>
                <a:lnTo>
                  <a:pt x="2193333" y="389396"/>
                </a:lnTo>
                <a:lnTo>
                  <a:pt x="2193333" y="437077"/>
                </a:lnTo>
                <a:lnTo>
                  <a:pt x="2209227" y="437077"/>
                </a:lnTo>
                <a:close/>
                <a:moveTo>
                  <a:pt x="2209227" y="532439"/>
                </a:moveTo>
                <a:lnTo>
                  <a:pt x="2209227" y="484758"/>
                </a:lnTo>
                <a:lnTo>
                  <a:pt x="2193333" y="484758"/>
                </a:lnTo>
                <a:lnTo>
                  <a:pt x="2193333" y="532439"/>
                </a:lnTo>
                <a:lnTo>
                  <a:pt x="2209227" y="532439"/>
                </a:lnTo>
                <a:close/>
                <a:moveTo>
                  <a:pt x="2193333" y="627802"/>
                </a:moveTo>
                <a:lnTo>
                  <a:pt x="2209227" y="627802"/>
                </a:lnTo>
                <a:lnTo>
                  <a:pt x="2209227" y="580121"/>
                </a:lnTo>
                <a:lnTo>
                  <a:pt x="2193333" y="580121"/>
                </a:lnTo>
                <a:lnTo>
                  <a:pt x="2193333" y="627802"/>
                </a:lnTo>
                <a:close/>
                <a:moveTo>
                  <a:pt x="2209227" y="723164"/>
                </a:moveTo>
                <a:lnTo>
                  <a:pt x="2209227" y="675483"/>
                </a:lnTo>
                <a:lnTo>
                  <a:pt x="2193333" y="675483"/>
                </a:lnTo>
                <a:lnTo>
                  <a:pt x="2193333" y="723164"/>
                </a:lnTo>
                <a:lnTo>
                  <a:pt x="2209227" y="723164"/>
                </a:lnTo>
                <a:close/>
                <a:moveTo>
                  <a:pt x="2209227" y="818526"/>
                </a:moveTo>
                <a:lnTo>
                  <a:pt x="2209227" y="770845"/>
                </a:lnTo>
                <a:lnTo>
                  <a:pt x="2193333" y="770845"/>
                </a:lnTo>
                <a:lnTo>
                  <a:pt x="2193333" y="818526"/>
                </a:lnTo>
                <a:lnTo>
                  <a:pt x="2209227" y="818526"/>
                </a:lnTo>
                <a:close/>
                <a:moveTo>
                  <a:pt x="2193333" y="913889"/>
                </a:moveTo>
                <a:lnTo>
                  <a:pt x="2209227" y="913889"/>
                </a:lnTo>
                <a:lnTo>
                  <a:pt x="2209227" y="866208"/>
                </a:lnTo>
                <a:lnTo>
                  <a:pt x="2193333" y="866208"/>
                </a:lnTo>
                <a:lnTo>
                  <a:pt x="2193333" y="913889"/>
                </a:lnTo>
                <a:close/>
                <a:moveTo>
                  <a:pt x="2209227" y="1009251"/>
                </a:moveTo>
                <a:lnTo>
                  <a:pt x="2209227" y="961570"/>
                </a:lnTo>
                <a:lnTo>
                  <a:pt x="2193333" y="961570"/>
                </a:lnTo>
                <a:lnTo>
                  <a:pt x="2193333" y="1009251"/>
                </a:lnTo>
                <a:lnTo>
                  <a:pt x="2209227" y="1009251"/>
                </a:lnTo>
                <a:close/>
                <a:moveTo>
                  <a:pt x="2209227" y="1104613"/>
                </a:moveTo>
                <a:lnTo>
                  <a:pt x="2209227" y="1056932"/>
                </a:lnTo>
                <a:lnTo>
                  <a:pt x="2193333" y="1056932"/>
                </a:lnTo>
                <a:lnTo>
                  <a:pt x="2193333" y="1104613"/>
                </a:lnTo>
                <a:lnTo>
                  <a:pt x="2209227" y="1104613"/>
                </a:lnTo>
                <a:close/>
                <a:moveTo>
                  <a:pt x="2193333" y="1199976"/>
                </a:moveTo>
                <a:lnTo>
                  <a:pt x="2209227" y="1199976"/>
                </a:lnTo>
                <a:lnTo>
                  <a:pt x="2209227" y="1152294"/>
                </a:lnTo>
                <a:lnTo>
                  <a:pt x="2193333" y="1152294"/>
                </a:lnTo>
                <a:lnTo>
                  <a:pt x="2193333" y="1199976"/>
                </a:lnTo>
                <a:close/>
                <a:moveTo>
                  <a:pt x="2193333" y="1295338"/>
                </a:moveTo>
                <a:lnTo>
                  <a:pt x="2209227" y="1295338"/>
                </a:lnTo>
                <a:lnTo>
                  <a:pt x="2209227" y="1247657"/>
                </a:lnTo>
                <a:lnTo>
                  <a:pt x="2193333" y="1247657"/>
                </a:lnTo>
                <a:lnTo>
                  <a:pt x="2193333" y="1295338"/>
                </a:lnTo>
                <a:close/>
                <a:moveTo>
                  <a:pt x="2193333" y="1390700"/>
                </a:moveTo>
                <a:lnTo>
                  <a:pt x="2209227" y="1390700"/>
                </a:lnTo>
                <a:lnTo>
                  <a:pt x="2209227" y="1343019"/>
                </a:lnTo>
                <a:lnTo>
                  <a:pt x="2193333" y="1343019"/>
                </a:lnTo>
                <a:lnTo>
                  <a:pt x="2193333" y="1390700"/>
                </a:lnTo>
                <a:close/>
                <a:moveTo>
                  <a:pt x="2209227" y="1486062"/>
                </a:moveTo>
                <a:lnTo>
                  <a:pt x="2209227" y="1438381"/>
                </a:lnTo>
                <a:lnTo>
                  <a:pt x="2193333" y="1438381"/>
                </a:lnTo>
                <a:lnTo>
                  <a:pt x="2193333" y="1486062"/>
                </a:lnTo>
                <a:lnTo>
                  <a:pt x="2209227" y="1486062"/>
                </a:lnTo>
                <a:close/>
                <a:moveTo>
                  <a:pt x="2209227" y="1581425"/>
                </a:moveTo>
                <a:lnTo>
                  <a:pt x="2209227" y="1533744"/>
                </a:lnTo>
                <a:lnTo>
                  <a:pt x="2193333" y="1533744"/>
                </a:lnTo>
                <a:lnTo>
                  <a:pt x="2193333" y="1581425"/>
                </a:lnTo>
                <a:lnTo>
                  <a:pt x="2209227" y="1581425"/>
                </a:lnTo>
                <a:close/>
                <a:moveTo>
                  <a:pt x="2193333" y="1676787"/>
                </a:moveTo>
                <a:lnTo>
                  <a:pt x="2209227" y="1676787"/>
                </a:lnTo>
                <a:lnTo>
                  <a:pt x="2209227" y="1629106"/>
                </a:lnTo>
                <a:lnTo>
                  <a:pt x="2193333" y="1629106"/>
                </a:lnTo>
                <a:lnTo>
                  <a:pt x="2193333" y="1676787"/>
                </a:lnTo>
                <a:close/>
                <a:moveTo>
                  <a:pt x="2209227" y="1724468"/>
                </a:moveTo>
                <a:lnTo>
                  <a:pt x="2201280" y="1724468"/>
                </a:lnTo>
                <a:lnTo>
                  <a:pt x="2193333" y="1724468"/>
                </a:lnTo>
                <a:lnTo>
                  <a:pt x="2161545" y="1724468"/>
                </a:lnTo>
                <a:lnTo>
                  <a:pt x="2161545" y="1740362"/>
                </a:lnTo>
                <a:lnTo>
                  <a:pt x="2209227" y="1740362"/>
                </a:lnTo>
                <a:lnTo>
                  <a:pt x="2209227" y="1724468"/>
                </a:lnTo>
                <a:close/>
                <a:moveTo>
                  <a:pt x="2066183" y="1740362"/>
                </a:moveTo>
                <a:lnTo>
                  <a:pt x="2113864" y="1740362"/>
                </a:lnTo>
                <a:lnTo>
                  <a:pt x="2113864" y="1724468"/>
                </a:lnTo>
                <a:lnTo>
                  <a:pt x="2066183" y="1724468"/>
                </a:lnTo>
                <a:lnTo>
                  <a:pt x="2066183" y="1740362"/>
                </a:lnTo>
                <a:close/>
                <a:moveTo>
                  <a:pt x="1970821" y="1740362"/>
                </a:moveTo>
                <a:lnTo>
                  <a:pt x="2018502" y="1740362"/>
                </a:lnTo>
                <a:lnTo>
                  <a:pt x="2018502" y="1724468"/>
                </a:lnTo>
                <a:lnTo>
                  <a:pt x="1970821" y="1724468"/>
                </a:lnTo>
                <a:lnTo>
                  <a:pt x="1970821" y="1740362"/>
                </a:lnTo>
                <a:close/>
                <a:moveTo>
                  <a:pt x="1875459" y="1740362"/>
                </a:moveTo>
                <a:lnTo>
                  <a:pt x="1923140" y="1740362"/>
                </a:lnTo>
                <a:lnTo>
                  <a:pt x="1923140" y="1724468"/>
                </a:lnTo>
                <a:lnTo>
                  <a:pt x="1875459" y="1724468"/>
                </a:lnTo>
                <a:lnTo>
                  <a:pt x="1875459" y="174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63079-1C9C-4DFC-B56A-C1BF07C8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040" y="60874"/>
            <a:ext cx="5030361" cy="3313840"/>
          </a:xfrm>
          <a:custGeom xmlns:a="http://schemas.openxmlformats.org/drawingml/2006/main">
            <a:pathLst>
              <a:path w="5030361" h="3313840" fill="none">
                <a:moveTo>
                  <a:pt x="0" y="0"/>
                </a:moveTo>
                <a:lnTo>
                  <a:pt x="5030361" y="0"/>
                </a:lnTo>
                <a:lnTo>
                  <a:pt x="5030361" y="3313840"/>
                </a:lnTo>
                <a:lnTo>
                  <a:pt x="0" y="33138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421BD-760E-4B94-9BBB-FF42A2B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1" y="60874"/>
            <a:ext cx="5674057" cy="3313840"/>
          </a:xfrm>
          <a:custGeom xmlns:a="http://schemas.openxmlformats.org/drawingml/2006/main">
            <a:pathLst>
              <a:path w="5674057" h="3313840" fill="none">
                <a:moveTo>
                  <a:pt x="0" y="0"/>
                </a:moveTo>
                <a:lnTo>
                  <a:pt x="5674057" y="0"/>
                </a:lnTo>
                <a:lnTo>
                  <a:pt x="5674057" y="3313840"/>
                </a:lnTo>
                <a:lnTo>
                  <a:pt x="0" y="33138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3849B-43EB-4A9B-B0E4-FD7BD67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306" y="640995"/>
            <a:ext cx="995423" cy="3497"/>
          </a:xfrm>
          <a:custGeom xmlns:a="http://schemas.openxmlformats.org/drawingml/2006/main">
            <a:pathLst>
              <a:path w="995423" h="3497" fill="none">
                <a:moveTo>
                  <a:pt x="0" y="0"/>
                </a:moveTo>
                <a:lnTo>
                  <a:pt x="530850" y="0"/>
                </a:lnTo>
                <a:lnTo>
                  <a:pt x="995423" y="3497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9FED3-889E-412F-A921-B0110D3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598" y="612545"/>
            <a:ext cx="63813" cy="63575"/>
          </a:xfrm>
          <a:custGeom xmlns:a="http://schemas.openxmlformats.org/drawingml/2006/main">
            <a:pathLst>
              <a:path w="63813" h="63575">
                <a:moveTo>
                  <a:pt x="63813" y="32264"/>
                </a:moveTo>
                <a:lnTo>
                  <a:pt x="0" y="63575"/>
                </a:lnTo>
                <a:lnTo>
                  <a:pt x="16132" y="31946"/>
                </a:lnTo>
                <a:lnTo>
                  <a:pt x="477" y="0"/>
                </a:lnTo>
                <a:lnTo>
                  <a:pt x="63813" y="32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854FD-E28B-4F4F-B875-6E2DD136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598" y="612545"/>
            <a:ext cx="63813" cy="63575"/>
          </a:xfrm>
          <a:custGeom xmlns:a="http://schemas.openxmlformats.org/drawingml/2006/main">
            <a:pathLst>
              <a:path w="63813" h="63575" fill="none">
                <a:moveTo>
                  <a:pt x="63813" y="32264"/>
                </a:moveTo>
                <a:lnTo>
                  <a:pt x="0" y="63575"/>
                </a:lnTo>
                <a:lnTo>
                  <a:pt x="16132" y="31946"/>
                </a:lnTo>
                <a:lnTo>
                  <a:pt x="477" y="0"/>
                </a:lnTo>
                <a:lnTo>
                  <a:pt x="63813" y="32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94569-C5F6-48E8-8C2B-8B137EF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978" y="680729"/>
            <a:ext cx="516546" cy="190725"/>
          </a:xfrm>
          <a:custGeom xmlns:a="http://schemas.openxmlformats.org/drawingml/2006/main">
            <a:pathLst>
              <a:path w="516546" h="190725">
                <a:moveTo>
                  <a:pt x="0" y="0"/>
                </a:moveTo>
                <a:lnTo>
                  <a:pt x="516546" y="0"/>
                </a:lnTo>
                <a:lnTo>
                  <a:pt x="51654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Crawler">
            <a:extLst xmlns:a="http://schemas.openxmlformats.org/drawingml/2006/main">
              <a:ext uri="{FF2B5EF4-FFF2-40B4-BE49-F238E27FC236}">
                <a16:creationId xmlns:a16="http://schemas.microsoft.com/office/drawing/2014/main" id="{74E18A0E-50E1-4889-B42C-6CAE688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080" y="721364"/>
            <a:ext cx="507204" cy="112684"/>
          </a:xfrm>
          <a:custGeom xmlns:a="http://schemas.openxmlformats.org/drawingml/2006/main">
            <a:pathLst>
              <a:path w="507204" h="112684">
                <a:moveTo>
                  <a:pt x="89945" y="2794"/>
                </a:moveTo>
                <a:lnTo>
                  <a:pt x="92351" y="38493"/>
                </a:lnTo>
                <a:lnTo>
                  <a:pt x="89945" y="38493"/>
                </a:lnTo>
                <a:cubicBezTo>
                  <a:pt x="86738" y="27755"/>
                  <a:pt x="82159" y="20027"/>
                  <a:pt x="76209" y="15308"/>
                </a:cubicBezTo>
                <a:cubicBezTo>
                  <a:pt x="70259" y="10587"/>
                  <a:pt x="63120" y="8226"/>
                  <a:pt x="54790" y="8226"/>
                </a:cubicBezTo>
                <a:cubicBezTo>
                  <a:pt x="47805" y="8226"/>
                  <a:pt x="41493" y="10000"/>
                  <a:pt x="35854" y="13547"/>
                </a:cubicBezTo>
                <a:cubicBezTo>
                  <a:pt x="30215" y="17093"/>
                  <a:pt x="25778" y="22749"/>
                  <a:pt x="22545" y="30516"/>
                </a:cubicBezTo>
                <a:cubicBezTo>
                  <a:pt x="19311" y="38283"/>
                  <a:pt x="17694" y="47940"/>
                  <a:pt x="17694" y="59487"/>
                </a:cubicBezTo>
                <a:cubicBezTo>
                  <a:pt x="17694" y="69014"/>
                  <a:pt x="19220" y="77272"/>
                  <a:pt x="22273" y="84263"/>
                </a:cubicBezTo>
                <a:cubicBezTo>
                  <a:pt x="25325" y="91253"/>
                  <a:pt x="29917" y="96611"/>
                  <a:pt x="36048" y="100340"/>
                </a:cubicBezTo>
                <a:cubicBezTo>
                  <a:pt x="42179" y="104068"/>
                  <a:pt x="49176" y="105932"/>
                  <a:pt x="57040" y="105932"/>
                </a:cubicBezTo>
                <a:cubicBezTo>
                  <a:pt x="63870" y="105932"/>
                  <a:pt x="69897" y="104471"/>
                  <a:pt x="75123" y="101547"/>
                </a:cubicBezTo>
                <a:cubicBezTo>
                  <a:pt x="80348" y="98624"/>
                  <a:pt x="86091" y="92817"/>
                  <a:pt x="92351" y="84125"/>
                </a:cubicBezTo>
                <a:lnTo>
                  <a:pt x="94757" y="85672"/>
                </a:lnTo>
                <a:cubicBezTo>
                  <a:pt x="89480" y="95012"/>
                  <a:pt x="83323" y="101850"/>
                  <a:pt x="76287" y="106184"/>
                </a:cubicBezTo>
                <a:cubicBezTo>
                  <a:pt x="69250" y="110517"/>
                  <a:pt x="60895" y="112684"/>
                  <a:pt x="51220" y="112684"/>
                </a:cubicBezTo>
                <a:cubicBezTo>
                  <a:pt x="33784" y="112684"/>
                  <a:pt x="20281" y="106226"/>
                  <a:pt x="10710" y="93309"/>
                </a:cubicBezTo>
                <a:cubicBezTo>
                  <a:pt x="3570" y="83701"/>
                  <a:pt x="0" y="72386"/>
                  <a:pt x="0" y="59366"/>
                </a:cubicBezTo>
                <a:cubicBezTo>
                  <a:pt x="0" y="48878"/>
                  <a:pt x="2354" y="39243"/>
                  <a:pt x="7062" y="30460"/>
                </a:cubicBezTo>
                <a:cubicBezTo>
                  <a:pt x="11770" y="21678"/>
                  <a:pt x="18250" y="14871"/>
                  <a:pt x="26502" y="10040"/>
                </a:cubicBezTo>
                <a:cubicBezTo>
                  <a:pt x="34755" y="5209"/>
                  <a:pt x="43770" y="2794"/>
                  <a:pt x="53548" y="2794"/>
                </a:cubicBezTo>
                <a:cubicBezTo>
                  <a:pt x="61154" y="2794"/>
                  <a:pt x="68655" y="4656"/>
                  <a:pt x="76054" y="8381"/>
                </a:cubicBezTo>
                <a:cubicBezTo>
                  <a:pt x="78227" y="9520"/>
                  <a:pt x="79779" y="10089"/>
                  <a:pt x="80710" y="10089"/>
                </a:cubicBezTo>
                <a:cubicBezTo>
                  <a:pt x="82107" y="10089"/>
                  <a:pt x="83323" y="9597"/>
                  <a:pt x="84358" y="8614"/>
                </a:cubicBezTo>
                <a:cubicBezTo>
                  <a:pt x="85703" y="7217"/>
                  <a:pt x="86660" y="5277"/>
                  <a:pt x="87229" y="2794"/>
                </a:cubicBezTo>
                <a:lnTo>
                  <a:pt x="89945" y="2794"/>
                </a:lnTo>
                <a:close/>
                <a:moveTo>
                  <a:pt x="126034" y="37251"/>
                </a:moveTo>
                <a:lnTo>
                  <a:pt x="126034" y="53238"/>
                </a:lnTo>
                <a:cubicBezTo>
                  <a:pt x="131983" y="42580"/>
                  <a:pt x="138088" y="37251"/>
                  <a:pt x="144349" y="37251"/>
                </a:cubicBezTo>
                <a:cubicBezTo>
                  <a:pt x="147194" y="37251"/>
                  <a:pt x="149548" y="38117"/>
                  <a:pt x="151411" y="39851"/>
                </a:cubicBezTo>
                <a:cubicBezTo>
                  <a:pt x="153273" y="41584"/>
                  <a:pt x="154205" y="43589"/>
                  <a:pt x="154205" y="45865"/>
                </a:cubicBezTo>
                <a:cubicBezTo>
                  <a:pt x="154205" y="47883"/>
                  <a:pt x="153532" y="49590"/>
                  <a:pt x="152187" y="50987"/>
                </a:cubicBezTo>
                <a:cubicBezTo>
                  <a:pt x="150842" y="52384"/>
                  <a:pt x="149238" y="53083"/>
                  <a:pt x="147375" y="53083"/>
                </a:cubicBezTo>
                <a:cubicBezTo>
                  <a:pt x="145564" y="53083"/>
                  <a:pt x="143534" y="52190"/>
                  <a:pt x="141283" y="50405"/>
                </a:cubicBezTo>
                <a:cubicBezTo>
                  <a:pt x="139033" y="48620"/>
                  <a:pt x="137364" y="47728"/>
                  <a:pt x="136278" y="47728"/>
                </a:cubicBezTo>
                <a:cubicBezTo>
                  <a:pt x="135346" y="47728"/>
                  <a:pt x="134337" y="48243"/>
                  <a:pt x="133251" y="49275"/>
                </a:cubicBezTo>
                <a:cubicBezTo>
                  <a:pt x="130923" y="51391"/>
                  <a:pt x="128517" y="54875"/>
                  <a:pt x="126034" y="59725"/>
                </a:cubicBezTo>
                <a:lnTo>
                  <a:pt x="126034" y="93707"/>
                </a:lnTo>
                <a:cubicBezTo>
                  <a:pt x="126034" y="97628"/>
                  <a:pt x="126525" y="100594"/>
                  <a:pt x="127508" y="102607"/>
                </a:cubicBezTo>
                <a:cubicBezTo>
                  <a:pt x="128181" y="104001"/>
                  <a:pt x="129371" y="105163"/>
                  <a:pt x="131078" y="106092"/>
                </a:cubicBezTo>
                <a:cubicBezTo>
                  <a:pt x="132785" y="107020"/>
                  <a:pt x="135243" y="107484"/>
                  <a:pt x="138451" y="107484"/>
                </a:cubicBezTo>
                <a:lnTo>
                  <a:pt x="138451" y="110356"/>
                </a:lnTo>
                <a:lnTo>
                  <a:pt x="102053" y="110356"/>
                </a:lnTo>
                <a:lnTo>
                  <a:pt x="102053" y="107484"/>
                </a:lnTo>
                <a:cubicBezTo>
                  <a:pt x="105675" y="107484"/>
                  <a:pt x="108365" y="106917"/>
                  <a:pt x="110124" y="105782"/>
                </a:cubicBezTo>
                <a:cubicBezTo>
                  <a:pt x="111418" y="104956"/>
                  <a:pt x="112323" y="103639"/>
                  <a:pt x="112841" y="101831"/>
                </a:cubicBezTo>
                <a:cubicBezTo>
                  <a:pt x="113099" y="100953"/>
                  <a:pt x="113229" y="98450"/>
                  <a:pt x="113229" y="94320"/>
                </a:cubicBezTo>
                <a:lnTo>
                  <a:pt x="113229" y="66831"/>
                </a:lnTo>
                <a:cubicBezTo>
                  <a:pt x="113229" y="58571"/>
                  <a:pt x="113060" y="53654"/>
                  <a:pt x="112724" y="52081"/>
                </a:cubicBezTo>
                <a:cubicBezTo>
                  <a:pt x="112388" y="50506"/>
                  <a:pt x="111767" y="49357"/>
                  <a:pt x="110862" y="48635"/>
                </a:cubicBezTo>
                <a:cubicBezTo>
                  <a:pt x="109956" y="47912"/>
                  <a:pt x="108831" y="47551"/>
                  <a:pt x="107486" y="47551"/>
                </a:cubicBezTo>
                <a:cubicBezTo>
                  <a:pt x="105882" y="47551"/>
                  <a:pt x="104071" y="47938"/>
                  <a:pt x="102053" y="48712"/>
                </a:cubicBezTo>
                <a:lnTo>
                  <a:pt x="101277" y="45923"/>
                </a:lnTo>
                <a:lnTo>
                  <a:pt x="122774" y="37251"/>
                </a:lnTo>
                <a:lnTo>
                  <a:pt x="126034" y="37251"/>
                </a:lnTo>
                <a:close/>
                <a:moveTo>
                  <a:pt x="198439" y="100112"/>
                </a:moveTo>
                <a:cubicBezTo>
                  <a:pt x="191144" y="105751"/>
                  <a:pt x="186566" y="109011"/>
                  <a:pt x="184703" y="109890"/>
                </a:cubicBezTo>
                <a:cubicBezTo>
                  <a:pt x="181909" y="111235"/>
                  <a:pt x="178934" y="111908"/>
                  <a:pt x="175778" y="111908"/>
                </a:cubicBezTo>
                <a:cubicBezTo>
                  <a:pt x="170863" y="111908"/>
                  <a:pt x="166815" y="110226"/>
                  <a:pt x="163633" y="106864"/>
                </a:cubicBezTo>
                <a:cubicBezTo>
                  <a:pt x="160451" y="103501"/>
                  <a:pt x="158860" y="99077"/>
                  <a:pt x="158860" y="93593"/>
                </a:cubicBezTo>
                <a:cubicBezTo>
                  <a:pt x="158860" y="90126"/>
                  <a:pt x="159636" y="87126"/>
                  <a:pt x="161188" y="84591"/>
                </a:cubicBezTo>
                <a:cubicBezTo>
                  <a:pt x="163310" y="81072"/>
                  <a:pt x="166996" y="77761"/>
                  <a:pt x="172247" y="74657"/>
                </a:cubicBezTo>
                <a:cubicBezTo>
                  <a:pt x="177499" y="71553"/>
                  <a:pt x="186229" y="67776"/>
                  <a:pt x="198439" y="63327"/>
                </a:cubicBezTo>
                <a:lnTo>
                  <a:pt x="198439" y="60533"/>
                </a:lnTo>
                <a:cubicBezTo>
                  <a:pt x="198439" y="53445"/>
                  <a:pt x="197314" y="48581"/>
                  <a:pt x="195064" y="45943"/>
                </a:cubicBezTo>
                <a:cubicBezTo>
                  <a:pt x="192813" y="43304"/>
                  <a:pt x="189541" y="41985"/>
                  <a:pt x="185246" y="41985"/>
                </a:cubicBezTo>
                <a:cubicBezTo>
                  <a:pt x="181987" y="41985"/>
                  <a:pt x="179400" y="42861"/>
                  <a:pt x="177486" y="44614"/>
                </a:cubicBezTo>
                <a:cubicBezTo>
                  <a:pt x="175520" y="46366"/>
                  <a:pt x="174537" y="48377"/>
                  <a:pt x="174537" y="50645"/>
                </a:cubicBezTo>
                <a:lnTo>
                  <a:pt x="174692" y="55129"/>
                </a:lnTo>
                <a:cubicBezTo>
                  <a:pt x="174692" y="57500"/>
                  <a:pt x="174084" y="59329"/>
                  <a:pt x="172868" y="60618"/>
                </a:cubicBezTo>
                <a:cubicBezTo>
                  <a:pt x="171652" y="61906"/>
                  <a:pt x="170061" y="62550"/>
                  <a:pt x="168095" y="62550"/>
                </a:cubicBezTo>
                <a:cubicBezTo>
                  <a:pt x="166181" y="62550"/>
                  <a:pt x="164616" y="61880"/>
                  <a:pt x="163400" y="60540"/>
                </a:cubicBezTo>
                <a:cubicBezTo>
                  <a:pt x="162184" y="59198"/>
                  <a:pt x="161576" y="57366"/>
                  <a:pt x="161576" y="55045"/>
                </a:cubicBezTo>
                <a:cubicBezTo>
                  <a:pt x="161576" y="50610"/>
                  <a:pt x="163853" y="46535"/>
                  <a:pt x="168406" y="42822"/>
                </a:cubicBezTo>
                <a:cubicBezTo>
                  <a:pt x="172959" y="39108"/>
                  <a:pt x="179348" y="37251"/>
                  <a:pt x="187575" y="37251"/>
                </a:cubicBezTo>
                <a:cubicBezTo>
                  <a:pt x="193886" y="37251"/>
                  <a:pt x="199060" y="38310"/>
                  <a:pt x="203096" y="40428"/>
                </a:cubicBezTo>
                <a:cubicBezTo>
                  <a:pt x="206148" y="42030"/>
                  <a:pt x="208399" y="44537"/>
                  <a:pt x="209847" y="47948"/>
                </a:cubicBezTo>
                <a:cubicBezTo>
                  <a:pt x="210779" y="50170"/>
                  <a:pt x="211244" y="54717"/>
                  <a:pt x="211244" y="61590"/>
                </a:cubicBezTo>
                <a:lnTo>
                  <a:pt x="211244" y="85696"/>
                </a:lnTo>
                <a:cubicBezTo>
                  <a:pt x="211244" y="92466"/>
                  <a:pt x="211374" y="96613"/>
                  <a:pt x="211632" y="98138"/>
                </a:cubicBezTo>
                <a:cubicBezTo>
                  <a:pt x="211891" y="99662"/>
                  <a:pt x="212318" y="100683"/>
                  <a:pt x="212913" y="101201"/>
                </a:cubicBezTo>
                <a:cubicBezTo>
                  <a:pt x="213508" y="101716"/>
                  <a:pt x="214193" y="101974"/>
                  <a:pt x="214969" y="101974"/>
                </a:cubicBezTo>
                <a:cubicBezTo>
                  <a:pt x="215797" y="101974"/>
                  <a:pt x="216522" y="101793"/>
                  <a:pt x="217142" y="101431"/>
                </a:cubicBezTo>
                <a:cubicBezTo>
                  <a:pt x="218229" y="100758"/>
                  <a:pt x="220324" y="98870"/>
                  <a:pt x="223429" y="95766"/>
                </a:cubicBezTo>
                <a:lnTo>
                  <a:pt x="223429" y="100112"/>
                </a:lnTo>
                <a:cubicBezTo>
                  <a:pt x="217634" y="107872"/>
                  <a:pt x="212098" y="111753"/>
                  <a:pt x="206821" y="111753"/>
                </a:cubicBezTo>
                <a:cubicBezTo>
                  <a:pt x="204286" y="111753"/>
                  <a:pt x="202268" y="110873"/>
                  <a:pt x="200768" y="109114"/>
                </a:cubicBezTo>
                <a:cubicBezTo>
                  <a:pt x="199267" y="107355"/>
                  <a:pt x="198491" y="104354"/>
                  <a:pt x="198439" y="100112"/>
                </a:cubicBezTo>
                <a:moveTo>
                  <a:pt x="198439" y="95024"/>
                </a:moveTo>
                <a:lnTo>
                  <a:pt x="198439" y="68060"/>
                </a:lnTo>
                <a:cubicBezTo>
                  <a:pt x="190627" y="71150"/>
                  <a:pt x="185583" y="73339"/>
                  <a:pt x="183306" y="74628"/>
                </a:cubicBezTo>
                <a:cubicBezTo>
                  <a:pt x="179219" y="76895"/>
                  <a:pt x="176296" y="79264"/>
                  <a:pt x="174537" y="81736"/>
                </a:cubicBezTo>
                <a:cubicBezTo>
                  <a:pt x="172778" y="84208"/>
                  <a:pt x="171898" y="86912"/>
                  <a:pt x="171898" y="89848"/>
                </a:cubicBezTo>
                <a:cubicBezTo>
                  <a:pt x="171898" y="93557"/>
                  <a:pt x="173010" y="96635"/>
                  <a:pt x="175235" y="99081"/>
                </a:cubicBezTo>
                <a:cubicBezTo>
                  <a:pt x="177460" y="101527"/>
                  <a:pt x="180021" y="102750"/>
                  <a:pt x="182918" y="102750"/>
                </a:cubicBezTo>
                <a:cubicBezTo>
                  <a:pt x="186850" y="102750"/>
                  <a:pt x="192024" y="100175"/>
                  <a:pt x="198439" y="95024"/>
                </a:cubicBezTo>
                <a:close/>
                <a:moveTo>
                  <a:pt x="224772" y="39269"/>
                </a:moveTo>
                <a:lnTo>
                  <a:pt x="254573" y="39269"/>
                </a:lnTo>
                <a:lnTo>
                  <a:pt x="254573" y="42140"/>
                </a:lnTo>
                <a:cubicBezTo>
                  <a:pt x="251831" y="42347"/>
                  <a:pt x="250033" y="42839"/>
                  <a:pt x="249179" y="43615"/>
                </a:cubicBezTo>
                <a:cubicBezTo>
                  <a:pt x="248325" y="44391"/>
                  <a:pt x="247898" y="45503"/>
                  <a:pt x="247898" y="46952"/>
                </a:cubicBezTo>
                <a:cubicBezTo>
                  <a:pt x="247898" y="48556"/>
                  <a:pt x="248338" y="50496"/>
                  <a:pt x="249218" y="52772"/>
                </a:cubicBezTo>
                <a:lnTo>
                  <a:pt x="264429" y="93670"/>
                </a:lnTo>
                <a:lnTo>
                  <a:pt x="279717" y="60377"/>
                </a:lnTo>
                <a:lnTo>
                  <a:pt x="275681" y="49901"/>
                </a:lnTo>
                <a:cubicBezTo>
                  <a:pt x="274440" y="46796"/>
                  <a:pt x="272810" y="44649"/>
                  <a:pt x="270792" y="43459"/>
                </a:cubicBezTo>
                <a:cubicBezTo>
                  <a:pt x="269654" y="42735"/>
                  <a:pt x="267533" y="42295"/>
                  <a:pt x="264429" y="42140"/>
                </a:cubicBezTo>
                <a:lnTo>
                  <a:pt x="264429" y="39269"/>
                </a:lnTo>
                <a:lnTo>
                  <a:pt x="298265" y="39269"/>
                </a:lnTo>
                <a:lnTo>
                  <a:pt x="298265" y="42140"/>
                </a:lnTo>
                <a:cubicBezTo>
                  <a:pt x="294540" y="42295"/>
                  <a:pt x="291901" y="42968"/>
                  <a:pt x="290349" y="44158"/>
                </a:cubicBezTo>
                <a:cubicBezTo>
                  <a:pt x="289314" y="44986"/>
                  <a:pt x="288797" y="46305"/>
                  <a:pt x="288797" y="48116"/>
                </a:cubicBezTo>
                <a:cubicBezTo>
                  <a:pt x="288797" y="49150"/>
                  <a:pt x="289004" y="50211"/>
                  <a:pt x="289418" y="51298"/>
                </a:cubicBezTo>
                <a:lnTo>
                  <a:pt x="305560" y="92118"/>
                </a:lnTo>
                <a:lnTo>
                  <a:pt x="320538" y="52772"/>
                </a:lnTo>
                <a:cubicBezTo>
                  <a:pt x="321572" y="49978"/>
                  <a:pt x="322090" y="47754"/>
                  <a:pt x="322090" y="46098"/>
                </a:cubicBezTo>
                <a:cubicBezTo>
                  <a:pt x="322090" y="45115"/>
                  <a:pt x="321585" y="44235"/>
                  <a:pt x="320577" y="43459"/>
                </a:cubicBezTo>
                <a:cubicBezTo>
                  <a:pt x="319568" y="42683"/>
                  <a:pt x="317589" y="42244"/>
                  <a:pt x="314640" y="42140"/>
                </a:cubicBezTo>
                <a:lnTo>
                  <a:pt x="314640" y="39269"/>
                </a:lnTo>
                <a:lnTo>
                  <a:pt x="337068" y="39269"/>
                </a:lnTo>
                <a:lnTo>
                  <a:pt x="337068" y="42140"/>
                </a:lnTo>
                <a:cubicBezTo>
                  <a:pt x="332567" y="42813"/>
                  <a:pt x="329255" y="45865"/>
                  <a:pt x="327134" y="51298"/>
                </a:cubicBezTo>
                <a:lnTo>
                  <a:pt x="303387" y="112529"/>
                </a:lnTo>
                <a:lnTo>
                  <a:pt x="300205" y="112529"/>
                </a:lnTo>
                <a:lnTo>
                  <a:pt x="282433" y="67129"/>
                </a:lnTo>
                <a:lnTo>
                  <a:pt x="261712" y="112529"/>
                </a:lnTo>
                <a:lnTo>
                  <a:pt x="258841" y="112529"/>
                </a:lnTo>
                <a:lnTo>
                  <a:pt x="236025" y="52772"/>
                </a:lnTo>
                <a:cubicBezTo>
                  <a:pt x="234524" y="48995"/>
                  <a:pt x="233050" y="46447"/>
                  <a:pt x="231601" y="45128"/>
                </a:cubicBezTo>
                <a:cubicBezTo>
                  <a:pt x="230153" y="43809"/>
                  <a:pt x="227876" y="42813"/>
                  <a:pt x="224772" y="42140"/>
                </a:cubicBezTo>
                <a:lnTo>
                  <a:pt x="224772" y="39269"/>
                </a:lnTo>
                <a:close/>
                <a:moveTo>
                  <a:pt x="367927" y="0"/>
                </a:moveTo>
                <a:lnTo>
                  <a:pt x="367927" y="94223"/>
                </a:lnTo>
                <a:cubicBezTo>
                  <a:pt x="367927" y="98670"/>
                  <a:pt x="368251" y="101617"/>
                  <a:pt x="368898" y="103066"/>
                </a:cubicBezTo>
                <a:cubicBezTo>
                  <a:pt x="369544" y="104513"/>
                  <a:pt x="370540" y="105611"/>
                  <a:pt x="371885" y="106361"/>
                </a:cubicBezTo>
                <a:cubicBezTo>
                  <a:pt x="373231" y="107110"/>
                  <a:pt x="375740" y="107484"/>
                  <a:pt x="379413" y="107484"/>
                </a:cubicBezTo>
                <a:lnTo>
                  <a:pt x="379413" y="110356"/>
                </a:lnTo>
                <a:lnTo>
                  <a:pt x="344568" y="110356"/>
                </a:lnTo>
                <a:lnTo>
                  <a:pt x="344568" y="107484"/>
                </a:lnTo>
                <a:cubicBezTo>
                  <a:pt x="347828" y="107484"/>
                  <a:pt x="350052" y="107149"/>
                  <a:pt x="351242" y="106478"/>
                </a:cubicBezTo>
                <a:cubicBezTo>
                  <a:pt x="352432" y="105805"/>
                  <a:pt x="353363" y="104694"/>
                  <a:pt x="354036" y="103143"/>
                </a:cubicBezTo>
                <a:cubicBezTo>
                  <a:pt x="354709" y="101591"/>
                  <a:pt x="355045" y="98618"/>
                  <a:pt x="355045" y="94223"/>
                </a:cubicBezTo>
                <a:lnTo>
                  <a:pt x="355045" y="29701"/>
                </a:lnTo>
                <a:cubicBezTo>
                  <a:pt x="355045" y="21688"/>
                  <a:pt x="354864" y="16765"/>
                  <a:pt x="354502" y="14929"/>
                </a:cubicBezTo>
                <a:cubicBezTo>
                  <a:pt x="354139" y="13093"/>
                  <a:pt x="353557" y="11839"/>
                  <a:pt x="352755" y="11168"/>
                </a:cubicBezTo>
                <a:cubicBezTo>
                  <a:pt x="351954" y="10495"/>
                  <a:pt x="350932" y="10159"/>
                  <a:pt x="349690" y="10159"/>
                </a:cubicBezTo>
                <a:cubicBezTo>
                  <a:pt x="348345" y="10159"/>
                  <a:pt x="346638" y="10573"/>
                  <a:pt x="344568" y="11401"/>
                </a:cubicBezTo>
                <a:lnTo>
                  <a:pt x="343249" y="8685"/>
                </a:lnTo>
                <a:lnTo>
                  <a:pt x="364435" y="0"/>
                </a:lnTo>
                <a:lnTo>
                  <a:pt x="367927" y="0"/>
                </a:lnTo>
                <a:close/>
                <a:moveTo>
                  <a:pt x="399618" y="66120"/>
                </a:moveTo>
                <a:cubicBezTo>
                  <a:pt x="399567" y="76651"/>
                  <a:pt x="402128" y="84910"/>
                  <a:pt x="407301" y="90898"/>
                </a:cubicBezTo>
                <a:cubicBezTo>
                  <a:pt x="412475" y="96885"/>
                  <a:pt x="418554" y="99879"/>
                  <a:pt x="425539" y="99879"/>
                </a:cubicBezTo>
                <a:cubicBezTo>
                  <a:pt x="430195" y="99879"/>
                  <a:pt x="434244" y="98598"/>
                  <a:pt x="437684" y="96037"/>
                </a:cubicBezTo>
                <a:cubicBezTo>
                  <a:pt x="441125" y="93476"/>
                  <a:pt x="444009" y="89092"/>
                  <a:pt x="446337" y="82883"/>
                </a:cubicBezTo>
                <a:lnTo>
                  <a:pt x="448743" y="84435"/>
                </a:lnTo>
                <a:cubicBezTo>
                  <a:pt x="447657" y="91523"/>
                  <a:pt x="444501" y="97978"/>
                  <a:pt x="439275" y="103798"/>
                </a:cubicBezTo>
                <a:cubicBezTo>
                  <a:pt x="434050" y="109619"/>
                  <a:pt x="427505" y="112529"/>
                  <a:pt x="419641" y="112529"/>
                </a:cubicBezTo>
                <a:cubicBezTo>
                  <a:pt x="411104" y="112529"/>
                  <a:pt x="403796" y="109212"/>
                  <a:pt x="397717" y="102578"/>
                </a:cubicBezTo>
                <a:cubicBezTo>
                  <a:pt x="391638" y="95943"/>
                  <a:pt x="388598" y="87023"/>
                  <a:pt x="388598" y="75819"/>
                </a:cubicBezTo>
                <a:cubicBezTo>
                  <a:pt x="388598" y="63686"/>
                  <a:pt x="391716" y="54226"/>
                  <a:pt x="397950" y="47437"/>
                </a:cubicBezTo>
                <a:cubicBezTo>
                  <a:pt x="404184" y="40646"/>
                  <a:pt x="412010" y="37251"/>
                  <a:pt x="421426" y="37251"/>
                </a:cubicBezTo>
                <a:cubicBezTo>
                  <a:pt x="429393" y="37251"/>
                  <a:pt x="435938" y="39870"/>
                  <a:pt x="441060" y="45109"/>
                </a:cubicBezTo>
                <a:cubicBezTo>
                  <a:pt x="446182" y="50345"/>
                  <a:pt x="448743" y="57349"/>
                  <a:pt x="448743" y="66120"/>
                </a:cubicBezTo>
                <a:lnTo>
                  <a:pt x="399618" y="66120"/>
                </a:lnTo>
                <a:moveTo>
                  <a:pt x="399618" y="61619"/>
                </a:moveTo>
                <a:lnTo>
                  <a:pt x="432523" y="61619"/>
                </a:lnTo>
                <a:cubicBezTo>
                  <a:pt x="432265" y="57066"/>
                  <a:pt x="431721" y="53859"/>
                  <a:pt x="430894" y="51996"/>
                </a:cubicBezTo>
                <a:cubicBezTo>
                  <a:pt x="429600" y="49099"/>
                  <a:pt x="427673" y="46822"/>
                  <a:pt x="425112" y="45167"/>
                </a:cubicBezTo>
                <a:cubicBezTo>
                  <a:pt x="422551" y="43511"/>
                  <a:pt x="419874" y="42683"/>
                  <a:pt x="417080" y="42683"/>
                </a:cubicBezTo>
                <a:cubicBezTo>
                  <a:pt x="412786" y="42683"/>
                  <a:pt x="408944" y="44352"/>
                  <a:pt x="405555" y="47689"/>
                </a:cubicBezTo>
                <a:cubicBezTo>
                  <a:pt x="402166" y="51026"/>
                  <a:pt x="400188" y="55669"/>
                  <a:pt x="399618" y="61619"/>
                </a:cubicBezTo>
                <a:close/>
                <a:moveTo>
                  <a:pt x="479033" y="37251"/>
                </a:moveTo>
                <a:lnTo>
                  <a:pt x="479033" y="53238"/>
                </a:lnTo>
                <a:cubicBezTo>
                  <a:pt x="484983" y="42580"/>
                  <a:pt x="491088" y="37251"/>
                  <a:pt x="497348" y="37251"/>
                </a:cubicBezTo>
                <a:cubicBezTo>
                  <a:pt x="500194" y="37251"/>
                  <a:pt x="502548" y="38117"/>
                  <a:pt x="504411" y="39851"/>
                </a:cubicBezTo>
                <a:cubicBezTo>
                  <a:pt x="506273" y="41584"/>
                  <a:pt x="507204" y="43589"/>
                  <a:pt x="507204" y="45865"/>
                </a:cubicBezTo>
                <a:cubicBezTo>
                  <a:pt x="507204" y="47883"/>
                  <a:pt x="506532" y="49590"/>
                  <a:pt x="505187" y="50987"/>
                </a:cubicBezTo>
                <a:cubicBezTo>
                  <a:pt x="503842" y="52384"/>
                  <a:pt x="502238" y="53083"/>
                  <a:pt x="500375" y="53083"/>
                </a:cubicBezTo>
                <a:cubicBezTo>
                  <a:pt x="498564" y="53083"/>
                  <a:pt x="496534" y="52190"/>
                  <a:pt x="494283" y="50405"/>
                </a:cubicBezTo>
                <a:cubicBezTo>
                  <a:pt x="492032" y="48620"/>
                  <a:pt x="490364" y="47728"/>
                  <a:pt x="489277" y="47728"/>
                </a:cubicBezTo>
                <a:cubicBezTo>
                  <a:pt x="488346" y="47728"/>
                  <a:pt x="487337" y="48243"/>
                  <a:pt x="486251" y="49275"/>
                </a:cubicBezTo>
                <a:cubicBezTo>
                  <a:pt x="483923" y="51391"/>
                  <a:pt x="481517" y="54875"/>
                  <a:pt x="479033" y="59725"/>
                </a:cubicBezTo>
                <a:lnTo>
                  <a:pt x="479033" y="93707"/>
                </a:lnTo>
                <a:cubicBezTo>
                  <a:pt x="479033" y="97628"/>
                  <a:pt x="479525" y="100594"/>
                  <a:pt x="480508" y="102607"/>
                </a:cubicBezTo>
                <a:cubicBezTo>
                  <a:pt x="481181" y="104001"/>
                  <a:pt x="482371" y="105163"/>
                  <a:pt x="484078" y="106092"/>
                </a:cubicBezTo>
                <a:cubicBezTo>
                  <a:pt x="485785" y="107020"/>
                  <a:pt x="488243" y="107484"/>
                  <a:pt x="491450" y="107484"/>
                </a:cubicBezTo>
                <a:lnTo>
                  <a:pt x="491450" y="110356"/>
                </a:lnTo>
                <a:lnTo>
                  <a:pt x="455053" y="110356"/>
                </a:lnTo>
                <a:lnTo>
                  <a:pt x="455053" y="107484"/>
                </a:lnTo>
                <a:cubicBezTo>
                  <a:pt x="458675" y="107484"/>
                  <a:pt x="461365" y="106917"/>
                  <a:pt x="463124" y="105782"/>
                </a:cubicBezTo>
                <a:cubicBezTo>
                  <a:pt x="464418" y="104956"/>
                  <a:pt x="465323" y="103639"/>
                  <a:pt x="465840" y="101831"/>
                </a:cubicBezTo>
                <a:cubicBezTo>
                  <a:pt x="466099" y="100953"/>
                  <a:pt x="466228" y="98450"/>
                  <a:pt x="466228" y="94320"/>
                </a:cubicBezTo>
                <a:lnTo>
                  <a:pt x="466228" y="66831"/>
                </a:lnTo>
                <a:cubicBezTo>
                  <a:pt x="466228" y="58571"/>
                  <a:pt x="466060" y="53654"/>
                  <a:pt x="465724" y="52081"/>
                </a:cubicBezTo>
                <a:cubicBezTo>
                  <a:pt x="465388" y="50506"/>
                  <a:pt x="464767" y="49357"/>
                  <a:pt x="463861" y="48635"/>
                </a:cubicBezTo>
                <a:cubicBezTo>
                  <a:pt x="462956" y="47912"/>
                  <a:pt x="461831" y="47551"/>
                  <a:pt x="460486" y="47551"/>
                </a:cubicBezTo>
                <a:cubicBezTo>
                  <a:pt x="458882" y="47551"/>
                  <a:pt x="457071" y="47938"/>
                  <a:pt x="455053" y="48712"/>
                </a:cubicBezTo>
                <a:lnTo>
                  <a:pt x="454277" y="45923"/>
                </a:lnTo>
                <a:lnTo>
                  <a:pt x="475774" y="37251"/>
                </a:lnTo>
                <a:lnTo>
                  <a:pt x="479033" y="372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BD67E-EC7D-4EFE-8653-64131B7A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3" y="116502"/>
            <a:ext cx="2376111" cy="1048985"/>
          </a:xfrm>
          <a:custGeom xmlns:a="http://schemas.openxmlformats.org/drawingml/2006/main">
            <a:pathLst>
              <a:path w="2376111" h="1048985">
                <a:moveTo>
                  <a:pt x="258273" y="0"/>
                </a:moveTo>
                <a:lnTo>
                  <a:pt x="305954" y="0"/>
                </a:lnTo>
                <a:lnTo>
                  <a:pt x="305954" y="15894"/>
                </a:lnTo>
                <a:lnTo>
                  <a:pt x="258273" y="15894"/>
                </a:lnTo>
                <a:lnTo>
                  <a:pt x="258273" y="0"/>
                </a:lnTo>
                <a:close/>
                <a:moveTo>
                  <a:pt x="353635" y="0"/>
                </a:moveTo>
                <a:lnTo>
                  <a:pt x="401316" y="0"/>
                </a:lnTo>
                <a:lnTo>
                  <a:pt x="401316" y="15894"/>
                </a:lnTo>
                <a:lnTo>
                  <a:pt x="353635" y="15894"/>
                </a:lnTo>
                <a:lnTo>
                  <a:pt x="353635" y="0"/>
                </a:lnTo>
                <a:close/>
                <a:moveTo>
                  <a:pt x="448997" y="0"/>
                </a:moveTo>
                <a:lnTo>
                  <a:pt x="496679" y="0"/>
                </a:lnTo>
                <a:lnTo>
                  <a:pt x="496679" y="15894"/>
                </a:lnTo>
                <a:lnTo>
                  <a:pt x="448997" y="15894"/>
                </a:lnTo>
                <a:lnTo>
                  <a:pt x="448997" y="0"/>
                </a:lnTo>
                <a:close/>
                <a:moveTo>
                  <a:pt x="544360" y="0"/>
                </a:moveTo>
                <a:lnTo>
                  <a:pt x="592041" y="0"/>
                </a:lnTo>
                <a:lnTo>
                  <a:pt x="592041" y="15894"/>
                </a:lnTo>
                <a:lnTo>
                  <a:pt x="544360" y="15894"/>
                </a:lnTo>
                <a:lnTo>
                  <a:pt x="544360" y="0"/>
                </a:lnTo>
                <a:close/>
                <a:moveTo>
                  <a:pt x="639722" y="0"/>
                </a:moveTo>
                <a:lnTo>
                  <a:pt x="687403" y="0"/>
                </a:lnTo>
                <a:lnTo>
                  <a:pt x="687403" y="15894"/>
                </a:lnTo>
                <a:lnTo>
                  <a:pt x="639722" y="15894"/>
                </a:lnTo>
                <a:lnTo>
                  <a:pt x="639722" y="0"/>
                </a:lnTo>
                <a:close/>
                <a:moveTo>
                  <a:pt x="735084" y="0"/>
                </a:moveTo>
                <a:lnTo>
                  <a:pt x="782766" y="0"/>
                </a:lnTo>
                <a:lnTo>
                  <a:pt x="782766" y="15894"/>
                </a:lnTo>
                <a:lnTo>
                  <a:pt x="735084" y="15894"/>
                </a:lnTo>
                <a:lnTo>
                  <a:pt x="735084" y="0"/>
                </a:lnTo>
                <a:close/>
                <a:moveTo>
                  <a:pt x="830447" y="0"/>
                </a:moveTo>
                <a:lnTo>
                  <a:pt x="878128" y="0"/>
                </a:lnTo>
                <a:lnTo>
                  <a:pt x="878128" y="15894"/>
                </a:lnTo>
                <a:lnTo>
                  <a:pt x="830447" y="15894"/>
                </a:lnTo>
                <a:lnTo>
                  <a:pt x="830447" y="0"/>
                </a:lnTo>
                <a:close/>
                <a:moveTo>
                  <a:pt x="925809" y="0"/>
                </a:moveTo>
                <a:lnTo>
                  <a:pt x="973490" y="0"/>
                </a:lnTo>
                <a:lnTo>
                  <a:pt x="973490" y="15894"/>
                </a:lnTo>
                <a:lnTo>
                  <a:pt x="925809" y="15894"/>
                </a:lnTo>
                <a:lnTo>
                  <a:pt x="925809" y="0"/>
                </a:lnTo>
                <a:close/>
                <a:moveTo>
                  <a:pt x="1021171" y="0"/>
                </a:moveTo>
                <a:lnTo>
                  <a:pt x="1068852" y="0"/>
                </a:lnTo>
                <a:lnTo>
                  <a:pt x="1068852" y="15894"/>
                </a:lnTo>
                <a:lnTo>
                  <a:pt x="1021171" y="15894"/>
                </a:lnTo>
                <a:lnTo>
                  <a:pt x="1021171" y="0"/>
                </a:lnTo>
                <a:close/>
                <a:moveTo>
                  <a:pt x="1116534" y="0"/>
                </a:moveTo>
                <a:lnTo>
                  <a:pt x="1164215" y="0"/>
                </a:lnTo>
                <a:lnTo>
                  <a:pt x="1164215" y="15894"/>
                </a:lnTo>
                <a:lnTo>
                  <a:pt x="1116534" y="15894"/>
                </a:lnTo>
                <a:lnTo>
                  <a:pt x="1116534" y="0"/>
                </a:lnTo>
                <a:close/>
                <a:moveTo>
                  <a:pt x="1211896" y="0"/>
                </a:moveTo>
                <a:lnTo>
                  <a:pt x="1259577" y="0"/>
                </a:lnTo>
                <a:lnTo>
                  <a:pt x="1259577" y="15894"/>
                </a:lnTo>
                <a:lnTo>
                  <a:pt x="1211896" y="15894"/>
                </a:lnTo>
                <a:lnTo>
                  <a:pt x="1211896" y="0"/>
                </a:lnTo>
                <a:close/>
                <a:moveTo>
                  <a:pt x="1307258" y="0"/>
                </a:moveTo>
                <a:lnTo>
                  <a:pt x="1354939" y="0"/>
                </a:lnTo>
                <a:lnTo>
                  <a:pt x="1354939" y="15894"/>
                </a:lnTo>
                <a:lnTo>
                  <a:pt x="1307258" y="15894"/>
                </a:lnTo>
                <a:lnTo>
                  <a:pt x="1307258" y="0"/>
                </a:lnTo>
                <a:close/>
                <a:moveTo>
                  <a:pt x="1402620" y="0"/>
                </a:moveTo>
                <a:lnTo>
                  <a:pt x="1450302" y="0"/>
                </a:lnTo>
                <a:lnTo>
                  <a:pt x="1450302" y="15894"/>
                </a:lnTo>
                <a:lnTo>
                  <a:pt x="1402620" y="15894"/>
                </a:lnTo>
                <a:lnTo>
                  <a:pt x="1402620" y="0"/>
                </a:lnTo>
                <a:close/>
                <a:moveTo>
                  <a:pt x="1497983" y="0"/>
                </a:moveTo>
                <a:lnTo>
                  <a:pt x="1545664" y="0"/>
                </a:lnTo>
                <a:lnTo>
                  <a:pt x="1545664" y="15894"/>
                </a:lnTo>
                <a:lnTo>
                  <a:pt x="1497983" y="15894"/>
                </a:lnTo>
                <a:lnTo>
                  <a:pt x="1497983" y="0"/>
                </a:lnTo>
                <a:close/>
                <a:moveTo>
                  <a:pt x="1593345" y="0"/>
                </a:moveTo>
                <a:lnTo>
                  <a:pt x="1641026" y="0"/>
                </a:lnTo>
                <a:lnTo>
                  <a:pt x="1641026" y="15894"/>
                </a:lnTo>
                <a:lnTo>
                  <a:pt x="1593345" y="15894"/>
                </a:lnTo>
                <a:lnTo>
                  <a:pt x="1593345" y="0"/>
                </a:lnTo>
                <a:close/>
                <a:moveTo>
                  <a:pt x="1688707" y="0"/>
                </a:moveTo>
                <a:lnTo>
                  <a:pt x="1736388" y="0"/>
                </a:lnTo>
                <a:lnTo>
                  <a:pt x="1736388" y="15894"/>
                </a:lnTo>
                <a:lnTo>
                  <a:pt x="1688707" y="15894"/>
                </a:lnTo>
                <a:lnTo>
                  <a:pt x="1688707" y="0"/>
                </a:lnTo>
                <a:close/>
                <a:moveTo>
                  <a:pt x="1784070" y="0"/>
                </a:moveTo>
                <a:lnTo>
                  <a:pt x="1831751" y="0"/>
                </a:lnTo>
                <a:lnTo>
                  <a:pt x="1831751" y="15894"/>
                </a:lnTo>
                <a:lnTo>
                  <a:pt x="1784070" y="15894"/>
                </a:lnTo>
                <a:lnTo>
                  <a:pt x="1784070" y="0"/>
                </a:lnTo>
                <a:close/>
                <a:moveTo>
                  <a:pt x="1879432" y="0"/>
                </a:moveTo>
                <a:lnTo>
                  <a:pt x="1927113" y="0"/>
                </a:lnTo>
                <a:lnTo>
                  <a:pt x="1927113" y="15894"/>
                </a:lnTo>
                <a:lnTo>
                  <a:pt x="1879432" y="15894"/>
                </a:lnTo>
                <a:lnTo>
                  <a:pt x="1879432" y="0"/>
                </a:lnTo>
                <a:close/>
                <a:moveTo>
                  <a:pt x="1974794" y="0"/>
                </a:moveTo>
                <a:lnTo>
                  <a:pt x="2022475" y="0"/>
                </a:lnTo>
                <a:lnTo>
                  <a:pt x="2022475" y="15894"/>
                </a:lnTo>
                <a:lnTo>
                  <a:pt x="1974794" y="15894"/>
                </a:lnTo>
                <a:lnTo>
                  <a:pt x="1974794" y="0"/>
                </a:lnTo>
                <a:close/>
                <a:moveTo>
                  <a:pt x="2070157" y="0"/>
                </a:moveTo>
                <a:lnTo>
                  <a:pt x="2117838" y="0"/>
                </a:lnTo>
                <a:lnTo>
                  <a:pt x="2117838" y="15894"/>
                </a:lnTo>
                <a:lnTo>
                  <a:pt x="2070157" y="15894"/>
                </a:lnTo>
                <a:lnTo>
                  <a:pt x="2070157" y="0"/>
                </a:lnTo>
                <a:close/>
                <a:moveTo>
                  <a:pt x="2165519" y="0"/>
                </a:moveTo>
                <a:lnTo>
                  <a:pt x="2213200" y="0"/>
                </a:lnTo>
                <a:lnTo>
                  <a:pt x="2213200" y="15894"/>
                </a:lnTo>
                <a:lnTo>
                  <a:pt x="2165519" y="15894"/>
                </a:lnTo>
                <a:lnTo>
                  <a:pt x="2165519" y="0"/>
                </a:lnTo>
                <a:close/>
                <a:moveTo>
                  <a:pt x="2262346" y="7591"/>
                </a:moveTo>
                <a:cubicBezTo>
                  <a:pt x="2278572" y="12725"/>
                  <a:pt x="2293625" y="20218"/>
                  <a:pt x="2307504" y="30069"/>
                </a:cubicBezTo>
                <a:lnTo>
                  <a:pt x="2298304" y="43030"/>
                </a:lnTo>
                <a:cubicBezTo>
                  <a:pt x="2285778" y="34139"/>
                  <a:pt x="2272194" y="27377"/>
                  <a:pt x="2257551" y="22743"/>
                </a:cubicBezTo>
                <a:lnTo>
                  <a:pt x="2262346" y="7591"/>
                </a:lnTo>
                <a:close/>
                <a:moveTo>
                  <a:pt x="2343882" y="65637"/>
                </a:moveTo>
                <a:cubicBezTo>
                  <a:pt x="2354022" y="79260"/>
                  <a:pt x="2361840" y="94104"/>
                  <a:pt x="2367336" y="110169"/>
                </a:cubicBezTo>
                <a:lnTo>
                  <a:pt x="2352299" y="115314"/>
                </a:lnTo>
                <a:cubicBezTo>
                  <a:pt x="2347337" y="100814"/>
                  <a:pt x="2340282" y="87419"/>
                  <a:pt x="2331133" y="75126"/>
                </a:cubicBezTo>
                <a:lnTo>
                  <a:pt x="2343882" y="65637"/>
                </a:lnTo>
                <a:close/>
                <a:moveTo>
                  <a:pt x="2376075" y="159483"/>
                </a:moveTo>
                <a:cubicBezTo>
                  <a:pt x="2376099" y="160633"/>
                  <a:pt x="2376111" y="161776"/>
                  <a:pt x="2376111" y="162911"/>
                </a:cubicBezTo>
                <a:lnTo>
                  <a:pt x="2376111" y="207149"/>
                </a:lnTo>
                <a:lnTo>
                  <a:pt x="2360217" y="207149"/>
                </a:lnTo>
                <a:lnTo>
                  <a:pt x="2360217" y="162911"/>
                </a:lnTo>
                <a:cubicBezTo>
                  <a:pt x="2360217" y="161872"/>
                  <a:pt x="2360207" y="160839"/>
                  <a:pt x="2360185" y="159813"/>
                </a:cubicBezTo>
                <a:lnTo>
                  <a:pt x="2376075" y="159483"/>
                </a:lnTo>
                <a:close/>
                <a:moveTo>
                  <a:pt x="2376111" y="254830"/>
                </a:moveTo>
                <a:lnTo>
                  <a:pt x="2376111" y="302511"/>
                </a:lnTo>
                <a:lnTo>
                  <a:pt x="2360217" y="302511"/>
                </a:lnTo>
                <a:lnTo>
                  <a:pt x="2360217" y="254830"/>
                </a:lnTo>
                <a:lnTo>
                  <a:pt x="2376111" y="254830"/>
                </a:lnTo>
                <a:close/>
                <a:moveTo>
                  <a:pt x="2376111" y="350193"/>
                </a:moveTo>
                <a:lnTo>
                  <a:pt x="2376111" y="397874"/>
                </a:lnTo>
                <a:lnTo>
                  <a:pt x="2360217" y="397874"/>
                </a:lnTo>
                <a:lnTo>
                  <a:pt x="2360217" y="350193"/>
                </a:lnTo>
                <a:lnTo>
                  <a:pt x="2376111" y="350193"/>
                </a:lnTo>
                <a:close/>
                <a:moveTo>
                  <a:pt x="2376111" y="445555"/>
                </a:moveTo>
                <a:lnTo>
                  <a:pt x="2376111" y="493236"/>
                </a:lnTo>
                <a:lnTo>
                  <a:pt x="2360217" y="493236"/>
                </a:lnTo>
                <a:lnTo>
                  <a:pt x="2360217" y="445555"/>
                </a:lnTo>
                <a:lnTo>
                  <a:pt x="2376111" y="445555"/>
                </a:lnTo>
                <a:close/>
                <a:moveTo>
                  <a:pt x="2376111" y="540917"/>
                </a:moveTo>
                <a:lnTo>
                  <a:pt x="2376111" y="588598"/>
                </a:lnTo>
                <a:lnTo>
                  <a:pt x="2360217" y="588598"/>
                </a:lnTo>
                <a:lnTo>
                  <a:pt x="2360217" y="540917"/>
                </a:lnTo>
                <a:lnTo>
                  <a:pt x="2376111" y="540917"/>
                </a:lnTo>
                <a:close/>
                <a:moveTo>
                  <a:pt x="2376111" y="636279"/>
                </a:moveTo>
                <a:lnTo>
                  <a:pt x="2376111" y="683961"/>
                </a:lnTo>
                <a:lnTo>
                  <a:pt x="2360217" y="683961"/>
                </a:lnTo>
                <a:lnTo>
                  <a:pt x="2360217" y="636279"/>
                </a:lnTo>
                <a:lnTo>
                  <a:pt x="2376111" y="636279"/>
                </a:lnTo>
                <a:close/>
                <a:moveTo>
                  <a:pt x="2376111" y="731642"/>
                </a:moveTo>
                <a:lnTo>
                  <a:pt x="2376111" y="779323"/>
                </a:lnTo>
                <a:lnTo>
                  <a:pt x="2360217" y="779323"/>
                </a:lnTo>
                <a:lnTo>
                  <a:pt x="2360217" y="731642"/>
                </a:lnTo>
                <a:lnTo>
                  <a:pt x="2376111" y="731642"/>
                </a:lnTo>
                <a:close/>
                <a:moveTo>
                  <a:pt x="2376111" y="827004"/>
                </a:moveTo>
                <a:lnTo>
                  <a:pt x="2376111" y="874685"/>
                </a:lnTo>
                <a:lnTo>
                  <a:pt x="2360217" y="874685"/>
                </a:lnTo>
                <a:lnTo>
                  <a:pt x="2360217" y="827004"/>
                </a:lnTo>
                <a:lnTo>
                  <a:pt x="2376111" y="827004"/>
                </a:lnTo>
                <a:close/>
                <a:moveTo>
                  <a:pt x="2371801" y="923299"/>
                </a:moveTo>
                <a:cubicBezTo>
                  <a:pt x="2367890" y="939958"/>
                  <a:pt x="2361514" y="955614"/>
                  <a:pt x="2352673" y="970263"/>
                </a:cubicBezTo>
                <a:lnTo>
                  <a:pt x="2339065" y="962050"/>
                </a:lnTo>
                <a:cubicBezTo>
                  <a:pt x="2347044" y="948827"/>
                  <a:pt x="2352798" y="934700"/>
                  <a:pt x="2356328" y="919668"/>
                </a:cubicBezTo>
                <a:lnTo>
                  <a:pt x="2371801" y="923299"/>
                </a:lnTo>
                <a:close/>
                <a:moveTo>
                  <a:pt x="2319972" y="1009118"/>
                </a:moveTo>
                <a:cubicBezTo>
                  <a:pt x="2307170" y="1020225"/>
                  <a:pt x="2292982" y="1029118"/>
                  <a:pt x="2277407" y="1035799"/>
                </a:cubicBezTo>
                <a:lnTo>
                  <a:pt x="2271141" y="1021192"/>
                </a:lnTo>
                <a:cubicBezTo>
                  <a:pt x="2285197" y="1015163"/>
                  <a:pt x="2298002" y="1007136"/>
                  <a:pt x="2309556" y="997112"/>
                </a:cubicBezTo>
                <a:lnTo>
                  <a:pt x="2319972" y="1009118"/>
                </a:lnTo>
                <a:close/>
                <a:moveTo>
                  <a:pt x="2228161" y="1048295"/>
                </a:moveTo>
                <a:cubicBezTo>
                  <a:pt x="2223182" y="1048756"/>
                  <a:pt x="2218195" y="1048985"/>
                  <a:pt x="2213200" y="1048985"/>
                </a:cubicBezTo>
                <a:lnTo>
                  <a:pt x="2180352" y="1048985"/>
                </a:lnTo>
                <a:lnTo>
                  <a:pt x="2180352" y="1033092"/>
                </a:lnTo>
                <a:lnTo>
                  <a:pt x="2213200" y="1033092"/>
                </a:lnTo>
                <a:cubicBezTo>
                  <a:pt x="2217712" y="1033092"/>
                  <a:pt x="2222211" y="1032884"/>
                  <a:pt x="2226699" y="1032470"/>
                </a:cubicBezTo>
                <a:lnTo>
                  <a:pt x="2228161" y="1048295"/>
                </a:lnTo>
                <a:close/>
                <a:moveTo>
                  <a:pt x="2132670" y="1048985"/>
                </a:moveTo>
                <a:lnTo>
                  <a:pt x="2084989" y="1048985"/>
                </a:lnTo>
                <a:lnTo>
                  <a:pt x="2084989" y="1033092"/>
                </a:lnTo>
                <a:lnTo>
                  <a:pt x="2132670" y="1033092"/>
                </a:lnTo>
                <a:lnTo>
                  <a:pt x="2132670" y="1048985"/>
                </a:lnTo>
                <a:close/>
                <a:moveTo>
                  <a:pt x="2037308" y="1048985"/>
                </a:moveTo>
                <a:lnTo>
                  <a:pt x="1989627" y="1048985"/>
                </a:lnTo>
                <a:lnTo>
                  <a:pt x="1989627" y="1033092"/>
                </a:lnTo>
                <a:lnTo>
                  <a:pt x="2037308" y="1033092"/>
                </a:lnTo>
                <a:lnTo>
                  <a:pt x="2037308" y="1048985"/>
                </a:lnTo>
                <a:close/>
                <a:moveTo>
                  <a:pt x="1941946" y="1048985"/>
                </a:moveTo>
                <a:lnTo>
                  <a:pt x="1894265" y="1048985"/>
                </a:lnTo>
                <a:lnTo>
                  <a:pt x="1894265" y="1033092"/>
                </a:lnTo>
                <a:lnTo>
                  <a:pt x="1941946" y="1033092"/>
                </a:lnTo>
                <a:lnTo>
                  <a:pt x="1941946" y="1048985"/>
                </a:lnTo>
                <a:close/>
                <a:moveTo>
                  <a:pt x="1846584" y="1048985"/>
                </a:moveTo>
                <a:lnTo>
                  <a:pt x="1798902" y="1048985"/>
                </a:lnTo>
                <a:lnTo>
                  <a:pt x="1798902" y="1033092"/>
                </a:lnTo>
                <a:lnTo>
                  <a:pt x="1846584" y="1033092"/>
                </a:lnTo>
                <a:lnTo>
                  <a:pt x="1846584" y="1048985"/>
                </a:lnTo>
                <a:close/>
                <a:moveTo>
                  <a:pt x="1751221" y="1048985"/>
                </a:moveTo>
                <a:lnTo>
                  <a:pt x="1703540" y="1048985"/>
                </a:lnTo>
                <a:lnTo>
                  <a:pt x="1703540" y="1033092"/>
                </a:lnTo>
                <a:lnTo>
                  <a:pt x="1751221" y="1033092"/>
                </a:lnTo>
                <a:lnTo>
                  <a:pt x="1751221" y="1048985"/>
                </a:lnTo>
                <a:close/>
                <a:moveTo>
                  <a:pt x="1655859" y="1048985"/>
                </a:moveTo>
                <a:lnTo>
                  <a:pt x="1608178" y="1048985"/>
                </a:lnTo>
                <a:lnTo>
                  <a:pt x="1608178" y="1033092"/>
                </a:lnTo>
                <a:lnTo>
                  <a:pt x="1655859" y="1033092"/>
                </a:lnTo>
                <a:lnTo>
                  <a:pt x="1655859" y="1048985"/>
                </a:lnTo>
                <a:close/>
                <a:moveTo>
                  <a:pt x="1560497" y="1048985"/>
                </a:moveTo>
                <a:lnTo>
                  <a:pt x="1512816" y="1048985"/>
                </a:lnTo>
                <a:lnTo>
                  <a:pt x="1512816" y="1033092"/>
                </a:lnTo>
                <a:lnTo>
                  <a:pt x="1560497" y="1033092"/>
                </a:lnTo>
                <a:lnTo>
                  <a:pt x="1560497" y="1048985"/>
                </a:lnTo>
                <a:close/>
                <a:moveTo>
                  <a:pt x="1465134" y="1048985"/>
                </a:moveTo>
                <a:lnTo>
                  <a:pt x="1417453" y="1048985"/>
                </a:lnTo>
                <a:lnTo>
                  <a:pt x="1417453" y="1033092"/>
                </a:lnTo>
                <a:lnTo>
                  <a:pt x="1465134" y="1033092"/>
                </a:lnTo>
                <a:lnTo>
                  <a:pt x="1465134" y="1048985"/>
                </a:lnTo>
                <a:close/>
                <a:moveTo>
                  <a:pt x="1369772" y="1048985"/>
                </a:moveTo>
                <a:lnTo>
                  <a:pt x="1322091" y="1048985"/>
                </a:lnTo>
                <a:lnTo>
                  <a:pt x="1322091" y="1033092"/>
                </a:lnTo>
                <a:lnTo>
                  <a:pt x="1369772" y="1033092"/>
                </a:lnTo>
                <a:lnTo>
                  <a:pt x="1369772" y="1048985"/>
                </a:lnTo>
                <a:close/>
                <a:moveTo>
                  <a:pt x="1274410" y="1048985"/>
                </a:moveTo>
                <a:lnTo>
                  <a:pt x="1226729" y="1048985"/>
                </a:lnTo>
                <a:lnTo>
                  <a:pt x="1226729" y="1033092"/>
                </a:lnTo>
                <a:lnTo>
                  <a:pt x="1274410" y="1033092"/>
                </a:lnTo>
                <a:lnTo>
                  <a:pt x="1274410" y="1048985"/>
                </a:lnTo>
                <a:close/>
                <a:moveTo>
                  <a:pt x="1179048" y="1048985"/>
                </a:moveTo>
                <a:lnTo>
                  <a:pt x="1131366" y="1048985"/>
                </a:lnTo>
                <a:lnTo>
                  <a:pt x="1131366" y="1033092"/>
                </a:lnTo>
                <a:lnTo>
                  <a:pt x="1179048" y="1033092"/>
                </a:lnTo>
                <a:lnTo>
                  <a:pt x="1179048" y="1048985"/>
                </a:lnTo>
                <a:close/>
                <a:moveTo>
                  <a:pt x="1083685" y="1048985"/>
                </a:moveTo>
                <a:lnTo>
                  <a:pt x="1036004" y="1048985"/>
                </a:lnTo>
                <a:lnTo>
                  <a:pt x="1036004" y="1033092"/>
                </a:lnTo>
                <a:lnTo>
                  <a:pt x="1083685" y="1033092"/>
                </a:lnTo>
                <a:lnTo>
                  <a:pt x="1083685" y="1048985"/>
                </a:lnTo>
                <a:close/>
                <a:moveTo>
                  <a:pt x="988323" y="1048985"/>
                </a:moveTo>
                <a:lnTo>
                  <a:pt x="940642" y="1048985"/>
                </a:lnTo>
                <a:lnTo>
                  <a:pt x="940642" y="1033092"/>
                </a:lnTo>
                <a:lnTo>
                  <a:pt x="988323" y="1033092"/>
                </a:lnTo>
                <a:lnTo>
                  <a:pt x="988323" y="1048985"/>
                </a:lnTo>
                <a:close/>
                <a:moveTo>
                  <a:pt x="892961" y="1048985"/>
                </a:moveTo>
                <a:lnTo>
                  <a:pt x="845279" y="1048985"/>
                </a:lnTo>
                <a:lnTo>
                  <a:pt x="845279" y="1033092"/>
                </a:lnTo>
                <a:lnTo>
                  <a:pt x="892961" y="1033092"/>
                </a:lnTo>
                <a:lnTo>
                  <a:pt x="892961" y="1048985"/>
                </a:lnTo>
                <a:close/>
                <a:moveTo>
                  <a:pt x="797598" y="1048985"/>
                </a:moveTo>
                <a:lnTo>
                  <a:pt x="749917" y="1048985"/>
                </a:lnTo>
                <a:lnTo>
                  <a:pt x="749917" y="1033092"/>
                </a:lnTo>
                <a:lnTo>
                  <a:pt x="797598" y="1033092"/>
                </a:lnTo>
                <a:lnTo>
                  <a:pt x="797598" y="1048985"/>
                </a:lnTo>
                <a:close/>
                <a:moveTo>
                  <a:pt x="702236" y="1048985"/>
                </a:moveTo>
                <a:lnTo>
                  <a:pt x="654555" y="1048985"/>
                </a:lnTo>
                <a:lnTo>
                  <a:pt x="654555" y="1033092"/>
                </a:lnTo>
                <a:lnTo>
                  <a:pt x="702236" y="1033092"/>
                </a:lnTo>
                <a:lnTo>
                  <a:pt x="702236" y="1048985"/>
                </a:lnTo>
                <a:close/>
                <a:moveTo>
                  <a:pt x="606874" y="1048985"/>
                </a:moveTo>
                <a:lnTo>
                  <a:pt x="559193" y="1048985"/>
                </a:lnTo>
                <a:lnTo>
                  <a:pt x="559193" y="1033092"/>
                </a:lnTo>
                <a:lnTo>
                  <a:pt x="606874" y="1033092"/>
                </a:lnTo>
                <a:lnTo>
                  <a:pt x="606874" y="1048985"/>
                </a:lnTo>
                <a:close/>
                <a:moveTo>
                  <a:pt x="511511" y="1048985"/>
                </a:moveTo>
                <a:lnTo>
                  <a:pt x="463830" y="1048985"/>
                </a:lnTo>
                <a:lnTo>
                  <a:pt x="463830" y="1033092"/>
                </a:lnTo>
                <a:lnTo>
                  <a:pt x="511511" y="1033092"/>
                </a:lnTo>
                <a:lnTo>
                  <a:pt x="511511" y="1048985"/>
                </a:lnTo>
                <a:close/>
                <a:moveTo>
                  <a:pt x="416149" y="1048985"/>
                </a:moveTo>
                <a:lnTo>
                  <a:pt x="368468" y="1048985"/>
                </a:lnTo>
                <a:lnTo>
                  <a:pt x="368468" y="1033092"/>
                </a:lnTo>
                <a:lnTo>
                  <a:pt x="416149" y="1033092"/>
                </a:lnTo>
                <a:lnTo>
                  <a:pt x="416149" y="1048985"/>
                </a:lnTo>
                <a:close/>
                <a:moveTo>
                  <a:pt x="320787" y="1048985"/>
                </a:moveTo>
                <a:lnTo>
                  <a:pt x="273106" y="1048985"/>
                </a:lnTo>
                <a:lnTo>
                  <a:pt x="273106" y="1033092"/>
                </a:lnTo>
                <a:lnTo>
                  <a:pt x="320787" y="1033092"/>
                </a:lnTo>
                <a:lnTo>
                  <a:pt x="320787" y="1048985"/>
                </a:lnTo>
                <a:close/>
                <a:moveTo>
                  <a:pt x="225425" y="1048985"/>
                </a:moveTo>
                <a:lnTo>
                  <a:pt x="177743" y="1048985"/>
                </a:lnTo>
                <a:lnTo>
                  <a:pt x="177743" y="1033092"/>
                </a:lnTo>
                <a:lnTo>
                  <a:pt x="225425" y="1033092"/>
                </a:lnTo>
                <a:lnTo>
                  <a:pt x="225425" y="1048985"/>
                </a:lnTo>
                <a:close/>
                <a:moveTo>
                  <a:pt x="129286" y="1045478"/>
                </a:moveTo>
                <a:cubicBezTo>
                  <a:pt x="112525" y="1041944"/>
                  <a:pt x="96715" y="1035913"/>
                  <a:pt x="81856" y="1027390"/>
                </a:cubicBezTo>
                <a:lnTo>
                  <a:pt x="89764" y="1013603"/>
                </a:lnTo>
                <a:cubicBezTo>
                  <a:pt x="103172" y="1021294"/>
                  <a:pt x="117439" y="1026736"/>
                  <a:pt x="132567" y="1029926"/>
                </a:cubicBezTo>
                <a:lnTo>
                  <a:pt x="129286" y="1045478"/>
                </a:lnTo>
                <a:close/>
                <a:moveTo>
                  <a:pt x="42319" y="995609"/>
                </a:moveTo>
                <a:cubicBezTo>
                  <a:pt x="30895" y="983032"/>
                  <a:pt x="21666" y="969011"/>
                  <a:pt x="14630" y="953547"/>
                </a:cubicBezTo>
                <a:lnTo>
                  <a:pt x="29097" y="946967"/>
                </a:lnTo>
                <a:cubicBezTo>
                  <a:pt x="35447" y="960921"/>
                  <a:pt x="43776" y="973574"/>
                  <a:pt x="54085" y="984922"/>
                </a:cubicBezTo>
                <a:lnTo>
                  <a:pt x="42319" y="995609"/>
                </a:lnTo>
                <a:close/>
                <a:moveTo>
                  <a:pt x="1053" y="904566"/>
                </a:moveTo>
                <a:cubicBezTo>
                  <a:pt x="351" y="898422"/>
                  <a:pt x="0" y="892258"/>
                  <a:pt x="0" y="886075"/>
                </a:cubicBezTo>
                <a:lnTo>
                  <a:pt x="0" y="856668"/>
                </a:lnTo>
                <a:lnTo>
                  <a:pt x="15894" y="856668"/>
                </a:lnTo>
                <a:lnTo>
                  <a:pt x="15894" y="886075"/>
                </a:lnTo>
                <a:cubicBezTo>
                  <a:pt x="15894" y="891657"/>
                  <a:pt x="16210" y="897220"/>
                  <a:pt x="16843" y="902764"/>
                </a:cubicBezTo>
                <a:lnTo>
                  <a:pt x="1053" y="904566"/>
                </a:lnTo>
                <a:close/>
                <a:moveTo>
                  <a:pt x="0" y="808987"/>
                </a:moveTo>
                <a:lnTo>
                  <a:pt x="0" y="761306"/>
                </a:lnTo>
                <a:lnTo>
                  <a:pt x="15894" y="761306"/>
                </a:lnTo>
                <a:lnTo>
                  <a:pt x="15894" y="808987"/>
                </a:lnTo>
                <a:lnTo>
                  <a:pt x="0" y="808987"/>
                </a:lnTo>
                <a:close/>
                <a:moveTo>
                  <a:pt x="0" y="713625"/>
                </a:moveTo>
                <a:lnTo>
                  <a:pt x="0" y="665944"/>
                </a:lnTo>
                <a:lnTo>
                  <a:pt x="15894" y="665944"/>
                </a:lnTo>
                <a:lnTo>
                  <a:pt x="15894" y="713625"/>
                </a:lnTo>
                <a:lnTo>
                  <a:pt x="0" y="713625"/>
                </a:lnTo>
                <a:close/>
                <a:moveTo>
                  <a:pt x="0" y="618262"/>
                </a:moveTo>
                <a:lnTo>
                  <a:pt x="0" y="570581"/>
                </a:lnTo>
                <a:lnTo>
                  <a:pt x="15894" y="570581"/>
                </a:lnTo>
                <a:lnTo>
                  <a:pt x="15894" y="618262"/>
                </a:lnTo>
                <a:lnTo>
                  <a:pt x="0" y="618262"/>
                </a:lnTo>
                <a:close/>
                <a:moveTo>
                  <a:pt x="0" y="522900"/>
                </a:moveTo>
                <a:lnTo>
                  <a:pt x="0" y="475219"/>
                </a:lnTo>
                <a:lnTo>
                  <a:pt x="15894" y="475219"/>
                </a:lnTo>
                <a:lnTo>
                  <a:pt x="15894" y="522900"/>
                </a:lnTo>
                <a:lnTo>
                  <a:pt x="0" y="522900"/>
                </a:lnTo>
                <a:close/>
                <a:moveTo>
                  <a:pt x="0" y="427538"/>
                </a:moveTo>
                <a:lnTo>
                  <a:pt x="0" y="379857"/>
                </a:lnTo>
                <a:lnTo>
                  <a:pt x="15894" y="379857"/>
                </a:lnTo>
                <a:lnTo>
                  <a:pt x="15894" y="427538"/>
                </a:lnTo>
                <a:lnTo>
                  <a:pt x="0" y="427538"/>
                </a:lnTo>
                <a:close/>
                <a:moveTo>
                  <a:pt x="0" y="332175"/>
                </a:moveTo>
                <a:lnTo>
                  <a:pt x="0" y="284494"/>
                </a:lnTo>
                <a:lnTo>
                  <a:pt x="15894" y="284494"/>
                </a:lnTo>
                <a:lnTo>
                  <a:pt x="15894" y="332175"/>
                </a:lnTo>
                <a:lnTo>
                  <a:pt x="0" y="332175"/>
                </a:lnTo>
                <a:close/>
                <a:moveTo>
                  <a:pt x="0" y="236813"/>
                </a:moveTo>
                <a:lnTo>
                  <a:pt x="0" y="189132"/>
                </a:lnTo>
                <a:lnTo>
                  <a:pt x="15894" y="189132"/>
                </a:lnTo>
                <a:lnTo>
                  <a:pt x="15894" y="236813"/>
                </a:lnTo>
                <a:lnTo>
                  <a:pt x="0" y="236813"/>
                </a:lnTo>
                <a:close/>
                <a:moveTo>
                  <a:pt x="1464" y="141131"/>
                </a:moveTo>
                <a:cubicBezTo>
                  <a:pt x="3757" y="124131"/>
                  <a:pt x="8614" y="107898"/>
                  <a:pt x="16034" y="92433"/>
                </a:cubicBezTo>
                <a:lnTo>
                  <a:pt x="30363" y="99306"/>
                </a:lnTo>
                <a:cubicBezTo>
                  <a:pt x="23667" y="113265"/>
                  <a:pt x="19283" y="127915"/>
                  <a:pt x="17214" y="143256"/>
                </a:cubicBezTo>
                <a:lnTo>
                  <a:pt x="1464" y="141131"/>
                </a:lnTo>
                <a:close/>
                <a:moveTo>
                  <a:pt x="44645" y="50871"/>
                </a:moveTo>
                <a:cubicBezTo>
                  <a:pt x="56402" y="38459"/>
                  <a:pt x="69782" y="28153"/>
                  <a:pt x="84785" y="19955"/>
                </a:cubicBezTo>
                <a:lnTo>
                  <a:pt x="92408" y="33902"/>
                </a:lnTo>
                <a:cubicBezTo>
                  <a:pt x="78866" y="41302"/>
                  <a:pt x="66792" y="50602"/>
                  <a:pt x="56183" y="61802"/>
                </a:cubicBezTo>
                <a:lnTo>
                  <a:pt x="44645" y="50871"/>
                </a:lnTo>
                <a:close/>
                <a:moveTo>
                  <a:pt x="132612" y="2843"/>
                </a:moveTo>
                <a:cubicBezTo>
                  <a:pt x="142621" y="948"/>
                  <a:pt x="152722" y="0"/>
                  <a:pt x="162911" y="0"/>
                </a:cubicBezTo>
                <a:lnTo>
                  <a:pt x="210592" y="0"/>
                </a:lnTo>
                <a:lnTo>
                  <a:pt x="210592" y="15894"/>
                </a:lnTo>
                <a:lnTo>
                  <a:pt x="162911" y="15894"/>
                </a:lnTo>
                <a:cubicBezTo>
                  <a:pt x="153716" y="15894"/>
                  <a:pt x="144603" y="16749"/>
                  <a:pt x="135568" y="18459"/>
                </a:cubicBezTo>
                <a:lnTo>
                  <a:pt x="132612" y="28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1ae860b4b4465"/>
          <a:stretch xmlns:a="http://schemas.openxmlformats.org/drawingml/2006/main"/>
        </p:blipFill>
        <p:spPr>
          <a:xfrm xmlns:a="http://schemas.openxmlformats.org/drawingml/2006/main">
            <a:off x="260490" y="195970"/>
            <a:ext cx="564227" cy="564227"/>
          </a:xfrm>
          <a:prstGeom xmlns:a="http://schemas.openxmlformats.org/drawingml/2006/main" prst="rect">
            <a:avLst/>
          </a:prstGeom>
        </p:spPr>
      </p:pic>
      <p:sp>
        <p:nvSpPr>
          <p:cNvPr id="12" name="Text Of">
            <a:extLst xmlns:a="http://schemas.openxmlformats.org/drawingml/2006/main">
              <a:ext uri="{FF2B5EF4-FFF2-40B4-BE49-F238E27FC236}">
                <a16:creationId xmlns:a16="http://schemas.microsoft.com/office/drawing/2014/main" id="{A1C1B359-EF5A-4EF6-9B4F-D527CDB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47" y="816725"/>
            <a:ext cx="178234" cy="112684"/>
          </a:xfrm>
          <a:custGeom xmlns:a="http://schemas.openxmlformats.org/drawingml/2006/main">
            <a:pathLst>
              <a:path w="178234" h="112684">
                <a:moveTo>
                  <a:pt x="52539" y="2794"/>
                </a:moveTo>
                <a:cubicBezTo>
                  <a:pt x="66198" y="2794"/>
                  <a:pt x="78033" y="7973"/>
                  <a:pt x="88044" y="18332"/>
                </a:cubicBezTo>
                <a:cubicBezTo>
                  <a:pt x="98055" y="28691"/>
                  <a:pt x="103061" y="41619"/>
                  <a:pt x="103061" y="57118"/>
                </a:cubicBezTo>
                <a:cubicBezTo>
                  <a:pt x="103061" y="73082"/>
                  <a:pt x="98016" y="86334"/>
                  <a:pt x="87928" y="96874"/>
                </a:cubicBezTo>
                <a:cubicBezTo>
                  <a:pt x="77839" y="107414"/>
                  <a:pt x="65629" y="112684"/>
                  <a:pt x="51298" y="112684"/>
                </a:cubicBezTo>
                <a:cubicBezTo>
                  <a:pt x="36811" y="112684"/>
                  <a:pt x="24640" y="107543"/>
                  <a:pt x="14784" y="97262"/>
                </a:cubicBezTo>
                <a:cubicBezTo>
                  <a:pt x="4928" y="86981"/>
                  <a:pt x="0" y="73677"/>
                  <a:pt x="0" y="57351"/>
                </a:cubicBezTo>
                <a:cubicBezTo>
                  <a:pt x="0" y="40664"/>
                  <a:pt x="5691" y="27051"/>
                  <a:pt x="17073" y="16511"/>
                </a:cubicBezTo>
                <a:cubicBezTo>
                  <a:pt x="26955" y="7366"/>
                  <a:pt x="38777" y="2794"/>
                  <a:pt x="52539" y="2794"/>
                </a:cubicBezTo>
                <a:moveTo>
                  <a:pt x="51065" y="8537"/>
                </a:moveTo>
                <a:cubicBezTo>
                  <a:pt x="41649" y="8537"/>
                  <a:pt x="34095" y="12023"/>
                  <a:pt x="28404" y="18997"/>
                </a:cubicBezTo>
                <a:cubicBezTo>
                  <a:pt x="21316" y="27675"/>
                  <a:pt x="17772" y="40383"/>
                  <a:pt x="17772" y="57120"/>
                </a:cubicBezTo>
                <a:cubicBezTo>
                  <a:pt x="17772" y="74270"/>
                  <a:pt x="21445" y="87468"/>
                  <a:pt x="28792" y="96714"/>
                </a:cubicBezTo>
                <a:cubicBezTo>
                  <a:pt x="34431" y="103739"/>
                  <a:pt x="41881" y="107252"/>
                  <a:pt x="51142" y="107252"/>
                </a:cubicBezTo>
                <a:cubicBezTo>
                  <a:pt x="61024" y="107252"/>
                  <a:pt x="69186" y="103404"/>
                  <a:pt x="75627" y="95708"/>
                </a:cubicBezTo>
                <a:cubicBezTo>
                  <a:pt x="82068" y="88010"/>
                  <a:pt x="85289" y="75870"/>
                  <a:pt x="85289" y="59289"/>
                </a:cubicBezTo>
                <a:cubicBezTo>
                  <a:pt x="85289" y="41313"/>
                  <a:pt x="81745" y="27908"/>
                  <a:pt x="74657" y="19074"/>
                </a:cubicBezTo>
                <a:cubicBezTo>
                  <a:pt x="68966" y="12049"/>
                  <a:pt x="61102" y="8537"/>
                  <a:pt x="51065" y="8537"/>
                </a:cubicBezTo>
                <a:close/>
                <a:moveTo>
                  <a:pt x="141915" y="44701"/>
                </a:moveTo>
                <a:lnTo>
                  <a:pt x="141915" y="91478"/>
                </a:lnTo>
                <a:cubicBezTo>
                  <a:pt x="141915" y="98109"/>
                  <a:pt x="142639" y="102304"/>
                  <a:pt x="144088" y="104065"/>
                </a:cubicBezTo>
                <a:cubicBezTo>
                  <a:pt x="146002" y="106345"/>
                  <a:pt x="148563" y="107484"/>
                  <a:pt x="151771" y="107484"/>
                </a:cubicBezTo>
                <a:lnTo>
                  <a:pt x="158212" y="107484"/>
                </a:lnTo>
                <a:lnTo>
                  <a:pt x="158212" y="110356"/>
                </a:lnTo>
                <a:lnTo>
                  <a:pt x="115761" y="110356"/>
                </a:lnTo>
                <a:lnTo>
                  <a:pt x="115761" y="107484"/>
                </a:lnTo>
                <a:lnTo>
                  <a:pt x="118943" y="107484"/>
                </a:lnTo>
                <a:cubicBezTo>
                  <a:pt x="121013" y="107484"/>
                  <a:pt x="122901" y="106966"/>
                  <a:pt x="124609" y="105930"/>
                </a:cubicBezTo>
                <a:cubicBezTo>
                  <a:pt x="126316" y="104893"/>
                  <a:pt x="127493" y="103495"/>
                  <a:pt x="128140" y="101734"/>
                </a:cubicBezTo>
                <a:cubicBezTo>
                  <a:pt x="128786" y="99974"/>
                  <a:pt x="129110" y="96555"/>
                  <a:pt x="129110" y="91478"/>
                </a:cubicBezTo>
                <a:lnTo>
                  <a:pt x="129110" y="44701"/>
                </a:lnTo>
                <a:lnTo>
                  <a:pt x="115296" y="44701"/>
                </a:lnTo>
                <a:lnTo>
                  <a:pt x="115296" y="39269"/>
                </a:lnTo>
                <a:lnTo>
                  <a:pt x="129110" y="39269"/>
                </a:lnTo>
                <a:lnTo>
                  <a:pt x="129110" y="34593"/>
                </a:lnTo>
                <a:cubicBezTo>
                  <a:pt x="129110" y="27477"/>
                  <a:pt x="130248" y="21452"/>
                  <a:pt x="132524" y="16518"/>
                </a:cubicBezTo>
                <a:cubicBezTo>
                  <a:pt x="134801" y="11584"/>
                  <a:pt x="138280" y="7597"/>
                  <a:pt x="142962" y="4559"/>
                </a:cubicBezTo>
                <a:cubicBezTo>
                  <a:pt x="147645" y="1520"/>
                  <a:pt x="152909" y="0"/>
                  <a:pt x="158755" y="0"/>
                </a:cubicBezTo>
                <a:cubicBezTo>
                  <a:pt x="164188" y="0"/>
                  <a:pt x="169180" y="1759"/>
                  <a:pt x="173733" y="5277"/>
                </a:cubicBezTo>
                <a:cubicBezTo>
                  <a:pt x="176734" y="7605"/>
                  <a:pt x="178234" y="10218"/>
                  <a:pt x="178234" y="13115"/>
                </a:cubicBezTo>
                <a:cubicBezTo>
                  <a:pt x="178234" y="14668"/>
                  <a:pt x="177562" y="16129"/>
                  <a:pt x="176217" y="17500"/>
                </a:cubicBezTo>
                <a:cubicBezTo>
                  <a:pt x="174871" y="18871"/>
                  <a:pt x="173423" y="19557"/>
                  <a:pt x="171871" y="19557"/>
                </a:cubicBezTo>
                <a:cubicBezTo>
                  <a:pt x="170681" y="19557"/>
                  <a:pt x="169426" y="19125"/>
                  <a:pt x="168107" y="18262"/>
                </a:cubicBezTo>
                <a:cubicBezTo>
                  <a:pt x="166787" y="17398"/>
                  <a:pt x="165171" y="15541"/>
                  <a:pt x="163256" y="12691"/>
                </a:cubicBezTo>
                <a:cubicBezTo>
                  <a:pt x="161342" y="9841"/>
                  <a:pt x="159583" y="7918"/>
                  <a:pt x="157979" y="6924"/>
                </a:cubicBezTo>
                <a:cubicBezTo>
                  <a:pt x="156375" y="5930"/>
                  <a:pt x="154590" y="5432"/>
                  <a:pt x="152624" y="5432"/>
                </a:cubicBezTo>
                <a:cubicBezTo>
                  <a:pt x="150244" y="5432"/>
                  <a:pt x="148227" y="6073"/>
                  <a:pt x="146571" y="7353"/>
                </a:cubicBezTo>
                <a:cubicBezTo>
                  <a:pt x="144915" y="8632"/>
                  <a:pt x="143726" y="10616"/>
                  <a:pt x="143001" y="13305"/>
                </a:cubicBezTo>
                <a:cubicBezTo>
                  <a:pt x="142277" y="15993"/>
                  <a:pt x="141915" y="22925"/>
                  <a:pt x="141915" y="34098"/>
                </a:cubicBezTo>
                <a:lnTo>
                  <a:pt x="141915" y="39269"/>
                </a:lnTo>
                <a:lnTo>
                  <a:pt x="160230" y="39269"/>
                </a:lnTo>
                <a:lnTo>
                  <a:pt x="160230" y="44701"/>
                </a:lnTo>
                <a:lnTo>
                  <a:pt x="141915" y="4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f">
            <a:extLst xmlns:a="http://schemas.openxmlformats.org/drawingml/2006/main">
              <a:ext uri="{FF2B5EF4-FFF2-40B4-BE49-F238E27FC236}">
                <a16:creationId xmlns:a16="http://schemas.microsoft.com/office/drawing/2014/main" id="{2ABE536A-3EB9-4847-858F-82CEC571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26" y="816725"/>
            <a:ext cx="62938" cy="110356"/>
          </a:xfrm>
          <a:custGeom xmlns:a="http://schemas.openxmlformats.org/drawingml/2006/main">
            <a:pathLst>
              <a:path w="62938" h="110356">
                <a:moveTo>
                  <a:pt x="26619" y="44701"/>
                </a:moveTo>
                <a:lnTo>
                  <a:pt x="26619" y="91478"/>
                </a:lnTo>
                <a:cubicBezTo>
                  <a:pt x="26619" y="98109"/>
                  <a:pt x="27343" y="102304"/>
                  <a:pt x="28792" y="104065"/>
                </a:cubicBezTo>
                <a:cubicBezTo>
                  <a:pt x="30706" y="106345"/>
                  <a:pt x="33267" y="107484"/>
                  <a:pt x="36475" y="107484"/>
                </a:cubicBezTo>
                <a:lnTo>
                  <a:pt x="42916" y="107484"/>
                </a:lnTo>
                <a:lnTo>
                  <a:pt x="42916" y="110356"/>
                </a:lnTo>
                <a:lnTo>
                  <a:pt x="466" y="110356"/>
                </a:lnTo>
                <a:lnTo>
                  <a:pt x="466" y="107484"/>
                </a:lnTo>
                <a:lnTo>
                  <a:pt x="3647" y="107484"/>
                </a:lnTo>
                <a:cubicBezTo>
                  <a:pt x="5717" y="107484"/>
                  <a:pt x="7605" y="106966"/>
                  <a:pt x="9313" y="105930"/>
                </a:cubicBezTo>
                <a:cubicBezTo>
                  <a:pt x="11020" y="104893"/>
                  <a:pt x="12197" y="103495"/>
                  <a:pt x="12844" y="101734"/>
                </a:cubicBezTo>
                <a:cubicBezTo>
                  <a:pt x="13491" y="99974"/>
                  <a:pt x="13814" y="96555"/>
                  <a:pt x="13814" y="91478"/>
                </a:cubicBezTo>
                <a:lnTo>
                  <a:pt x="13814" y="44701"/>
                </a:lnTo>
                <a:lnTo>
                  <a:pt x="0" y="44701"/>
                </a:lnTo>
                <a:lnTo>
                  <a:pt x="0" y="39269"/>
                </a:lnTo>
                <a:lnTo>
                  <a:pt x="13814" y="39269"/>
                </a:lnTo>
                <a:lnTo>
                  <a:pt x="13814" y="34593"/>
                </a:lnTo>
                <a:cubicBezTo>
                  <a:pt x="13814" y="27477"/>
                  <a:pt x="14952" y="21452"/>
                  <a:pt x="17229" y="16518"/>
                </a:cubicBezTo>
                <a:cubicBezTo>
                  <a:pt x="19505" y="11584"/>
                  <a:pt x="22984" y="7597"/>
                  <a:pt x="27667" y="4559"/>
                </a:cubicBezTo>
                <a:cubicBezTo>
                  <a:pt x="32349" y="1520"/>
                  <a:pt x="37613" y="0"/>
                  <a:pt x="43459" y="0"/>
                </a:cubicBezTo>
                <a:cubicBezTo>
                  <a:pt x="48892" y="0"/>
                  <a:pt x="53884" y="1759"/>
                  <a:pt x="58437" y="5277"/>
                </a:cubicBezTo>
                <a:cubicBezTo>
                  <a:pt x="61438" y="7605"/>
                  <a:pt x="62938" y="10218"/>
                  <a:pt x="62938" y="13115"/>
                </a:cubicBezTo>
                <a:cubicBezTo>
                  <a:pt x="62938" y="14668"/>
                  <a:pt x="62266" y="16129"/>
                  <a:pt x="60921" y="17500"/>
                </a:cubicBezTo>
                <a:cubicBezTo>
                  <a:pt x="59576" y="18871"/>
                  <a:pt x="58127" y="19557"/>
                  <a:pt x="56575" y="19557"/>
                </a:cubicBezTo>
                <a:cubicBezTo>
                  <a:pt x="55385" y="19557"/>
                  <a:pt x="54130" y="19125"/>
                  <a:pt x="52811" y="18262"/>
                </a:cubicBezTo>
                <a:cubicBezTo>
                  <a:pt x="51492" y="17398"/>
                  <a:pt x="49875" y="15541"/>
                  <a:pt x="47961" y="12691"/>
                </a:cubicBezTo>
                <a:cubicBezTo>
                  <a:pt x="46046" y="9841"/>
                  <a:pt x="44287" y="7918"/>
                  <a:pt x="42683" y="6924"/>
                </a:cubicBezTo>
                <a:cubicBezTo>
                  <a:pt x="41079" y="5930"/>
                  <a:pt x="39295" y="5432"/>
                  <a:pt x="37329" y="5432"/>
                </a:cubicBezTo>
                <a:cubicBezTo>
                  <a:pt x="34949" y="5432"/>
                  <a:pt x="32931" y="6073"/>
                  <a:pt x="31275" y="7353"/>
                </a:cubicBezTo>
                <a:cubicBezTo>
                  <a:pt x="29620" y="8632"/>
                  <a:pt x="28430" y="10616"/>
                  <a:pt x="27705" y="13305"/>
                </a:cubicBezTo>
                <a:cubicBezTo>
                  <a:pt x="26981" y="15993"/>
                  <a:pt x="26619" y="22925"/>
                  <a:pt x="26619" y="34098"/>
                </a:cubicBezTo>
                <a:lnTo>
                  <a:pt x="26619" y="39269"/>
                </a:lnTo>
                <a:lnTo>
                  <a:pt x="44934" y="39269"/>
                </a:lnTo>
                <a:lnTo>
                  <a:pt x="44934" y="44701"/>
                </a:lnTo>
                <a:lnTo>
                  <a:pt x="26619" y="4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icial">
            <a:extLst xmlns:a="http://schemas.openxmlformats.org/drawingml/2006/main">
              <a:ext uri="{FF2B5EF4-FFF2-40B4-BE49-F238E27FC236}">
                <a16:creationId xmlns:a16="http://schemas.microsoft.com/office/drawing/2014/main" id="{FB3D8CDF-2950-4E5B-BF98-4C5BEE11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8" y="816725"/>
            <a:ext cx="265748" cy="112529"/>
          </a:xfrm>
          <a:custGeom xmlns:a="http://schemas.openxmlformats.org/drawingml/2006/main">
            <a:pathLst>
              <a:path w="265748" h="112529">
                <a:moveTo>
                  <a:pt x="18393" y="0"/>
                </a:moveTo>
                <a:cubicBezTo>
                  <a:pt x="20566" y="0"/>
                  <a:pt x="22415" y="767"/>
                  <a:pt x="23941" y="2302"/>
                </a:cubicBezTo>
                <a:cubicBezTo>
                  <a:pt x="25468" y="3834"/>
                  <a:pt x="26231" y="5693"/>
                  <a:pt x="26231" y="7877"/>
                </a:cubicBezTo>
                <a:cubicBezTo>
                  <a:pt x="26231" y="10061"/>
                  <a:pt x="25468" y="11934"/>
                  <a:pt x="23941" y="13494"/>
                </a:cubicBezTo>
                <a:cubicBezTo>
                  <a:pt x="22415" y="15052"/>
                  <a:pt x="20566" y="15832"/>
                  <a:pt x="18393" y="15832"/>
                </a:cubicBezTo>
                <a:cubicBezTo>
                  <a:pt x="16220" y="15832"/>
                  <a:pt x="14357" y="15052"/>
                  <a:pt x="12805" y="13494"/>
                </a:cubicBezTo>
                <a:cubicBezTo>
                  <a:pt x="11253" y="11934"/>
                  <a:pt x="10477" y="10061"/>
                  <a:pt x="10477" y="7877"/>
                </a:cubicBezTo>
                <a:cubicBezTo>
                  <a:pt x="10477" y="5693"/>
                  <a:pt x="11240" y="3834"/>
                  <a:pt x="12766" y="2302"/>
                </a:cubicBezTo>
                <a:cubicBezTo>
                  <a:pt x="14292" y="767"/>
                  <a:pt x="16168" y="0"/>
                  <a:pt x="18393" y="0"/>
                </a:cubicBezTo>
                <a:moveTo>
                  <a:pt x="24834" y="37251"/>
                </a:moveTo>
                <a:lnTo>
                  <a:pt x="24834" y="94243"/>
                </a:lnTo>
                <a:cubicBezTo>
                  <a:pt x="24834" y="98683"/>
                  <a:pt x="25157" y="101638"/>
                  <a:pt x="25804" y="103109"/>
                </a:cubicBezTo>
                <a:cubicBezTo>
                  <a:pt x="26451" y="104581"/>
                  <a:pt x="27408" y="105678"/>
                  <a:pt x="28675" y="106400"/>
                </a:cubicBezTo>
                <a:cubicBezTo>
                  <a:pt x="29943" y="107123"/>
                  <a:pt x="32258" y="107484"/>
                  <a:pt x="35621" y="107484"/>
                </a:cubicBezTo>
                <a:lnTo>
                  <a:pt x="35621" y="110356"/>
                </a:lnTo>
                <a:lnTo>
                  <a:pt x="1086" y="110356"/>
                </a:lnTo>
                <a:lnTo>
                  <a:pt x="1086" y="107484"/>
                </a:lnTo>
                <a:cubicBezTo>
                  <a:pt x="4553" y="107484"/>
                  <a:pt x="6881" y="107149"/>
                  <a:pt x="8071" y="106478"/>
                </a:cubicBezTo>
                <a:cubicBezTo>
                  <a:pt x="9261" y="105807"/>
                  <a:pt x="10205" y="104697"/>
                  <a:pt x="10904" y="103148"/>
                </a:cubicBezTo>
                <a:cubicBezTo>
                  <a:pt x="11602" y="101599"/>
                  <a:pt x="11951" y="98631"/>
                  <a:pt x="11951" y="94243"/>
                </a:cubicBezTo>
                <a:lnTo>
                  <a:pt x="11951" y="66909"/>
                </a:lnTo>
                <a:cubicBezTo>
                  <a:pt x="11951" y="59216"/>
                  <a:pt x="11719" y="54234"/>
                  <a:pt x="11253" y="51965"/>
                </a:cubicBezTo>
                <a:cubicBezTo>
                  <a:pt x="10891" y="50312"/>
                  <a:pt x="10322" y="49163"/>
                  <a:pt x="9546" y="48518"/>
                </a:cubicBezTo>
                <a:cubicBezTo>
                  <a:pt x="8769" y="47873"/>
                  <a:pt x="7709" y="47551"/>
                  <a:pt x="6364" y="47551"/>
                </a:cubicBezTo>
                <a:cubicBezTo>
                  <a:pt x="4915" y="47551"/>
                  <a:pt x="3156" y="47938"/>
                  <a:pt x="1086" y="48712"/>
                </a:cubicBezTo>
                <a:lnTo>
                  <a:pt x="0" y="45923"/>
                </a:lnTo>
                <a:lnTo>
                  <a:pt x="21419" y="37251"/>
                </a:lnTo>
                <a:lnTo>
                  <a:pt x="24834" y="37251"/>
                </a:lnTo>
                <a:close/>
                <a:moveTo>
                  <a:pt x="104872" y="83349"/>
                </a:moveTo>
                <a:cubicBezTo>
                  <a:pt x="102958" y="92713"/>
                  <a:pt x="99207" y="99918"/>
                  <a:pt x="93620" y="104962"/>
                </a:cubicBezTo>
                <a:cubicBezTo>
                  <a:pt x="88032" y="110007"/>
                  <a:pt x="81849" y="112529"/>
                  <a:pt x="75072" y="112529"/>
                </a:cubicBezTo>
                <a:cubicBezTo>
                  <a:pt x="67001" y="112529"/>
                  <a:pt x="59964" y="109144"/>
                  <a:pt x="53963" y="102374"/>
                </a:cubicBezTo>
                <a:cubicBezTo>
                  <a:pt x="47961" y="95603"/>
                  <a:pt x="44961" y="86455"/>
                  <a:pt x="44961" y="74929"/>
                </a:cubicBezTo>
                <a:cubicBezTo>
                  <a:pt x="44961" y="63765"/>
                  <a:pt x="48285" y="54694"/>
                  <a:pt x="54933" y="47718"/>
                </a:cubicBezTo>
                <a:cubicBezTo>
                  <a:pt x="61581" y="40740"/>
                  <a:pt x="69562" y="37251"/>
                  <a:pt x="78874" y="37251"/>
                </a:cubicBezTo>
                <a:cubicBezTo>
                  <a:pt x="85859" y="37251"/>
                  <a:pt x="91602" y="39095"/>
                  <a:pt x="96103" y="42783"/>
                </a:cubicBezTo>
                <a:cubicBezTo>
                  <a:pt x="100604" y="46469"/>
                  <a:pt x="102855" y="50298"/>
                  <a:pt x="102855" y="54268"/>
                </a:cubicBezTo>
                <a:cubicBezTo>
                  <a:pt x="102855" y="56228"/>
                  <a:pt x="102221" y="57814"/>
                  <a:pt x="100953" y="59027"/>
                </a:cubicBezTo>
                <a:cubicBezTo>
                  <a:pt x="99686" y="60238"/>
                  <a:pt x="97914" y="60843"/>
                  <a:pt x="95637" y="60843"/>
                </a:cubicBezTo>
                <a:cubicBezTo>
                  <a:pt x="92585" y="60843"/>
                  <a:pt x="90283" y="59860"/>
                  <a:pt x="88730" y="57894"/>
                </a:cubicBezTo>
                <a:cubicBezTo>
                  <a:pt x="87851" y="56808"/>
                  <a:pt x="87269" y="54738"/>
                  <a:pt x="86984" y="51686"/>
                </a:cubicBezTo>
                <a:cubicBezTo>
                  <a:pt x="86700" y="48633"/>
                  <a:pt x="85652" y="46305"/>
                  <a:pt x="83841" y="44701"/>
                </a:cubicBezTo>
                <a:cubicBezTo>
                  <a:pt x="82030" y="43149"/>
                  <a:pt x="79521" y="42373"/>
                  <a:pt x="76313" y="42373"/>
                </a:cubicBezTo>
                <a:cubicBezTo>
                  <a:pt x="71140" y="42373"/>
                  <a:pt x="66975" y="44287"/>
                  <a:pt x="63819" y="48116"/>
                </a:cubicBezTo>
                <a:cubicBezTo>
                  <a:pt x="59628" y="53186"/>
                  <a:pt x="57533" y="59886"/>
                  <a:pt x="57533" y="68216"/>
                </a:cubicBezTo>
                <a:cubicBezTo>
                  <a:pt x="57533" y="76701"/>
                  <a:pt x="59615" y="84190"/>
                  <a:pt x="63780" y="90683"/>
                </a:cubicBezTo>
                <a:cubicBezTo>
                  <a:pt x="67945" y="97176"/>
                  <a:pt x="73571" y="100422"/>
                  <a:pt x="80659" y="100422"/>
                </a:cubicBezTo>
                <a:cubicBezTo>
                  <a:pt x="85730" y="100422"/>
                  <a:pt x="90283" y="98689"/>
                  <a:pt x="94318" y="95223"/>
                </a:cubicBezTo>
                <a:cubicBezTo>
                  <a:pt x="97164" y="92843"/>
                  <a:pt x="99932" y="88523"/>
                  <a:pt x="102622" y="82262"/>
                </a:cubicBezTo>
                <a:lnTo>
                  <a:pt x="104872" y="83349"/>
                </a:lnTo>
                <a:close/>
                <a:moveTo>
                  <a:pt x="133145" y="0"/>
                </a:moveTo>
                <a:cubicBezTo>
                  <a:pt x="135318" y="0"/>
                  <a:pt x="137168" y="767"/>
                  <a:pt x="138694" y="2302"/>
                </a:cubicBezTo>
                <a:cubicBezTo>
                  <a:pt x="140220" y="3834"/>
                  <a:pt x="140983" y="5693"/>
                  <a:pt x="140983" y="7877"/>
                </a:cubicBezTo>
                <a:cubicBezTo>
                  <a:pt x="140983" y="10061"/>
                  <a:pt x="140220" y="11934"/>
                  <a:pt x="138694" y="13494"/>
                </a:cubicBezTo>
                <a:cubicBezTo>
                  <a:pt x="137168" y="15052"/>
                  <a:pt x="135318" y="15832"/>
                  <a:pt x="133145" y="15832"/>
                </a:cubicBezTo>
                <a:cubicBezTo>
                  <a:pt x="130972" y="15832"/>
                  <a:pt x="129110" y="15052"/>
                  <a:pt x="127558" y="13494"/>
                </a:cubicBezTo>
                <a:cubicBezTo>
                  <a:pt x="126005" y="11934"/>
                  <a:pt x="125229" y="10061"/>
                  <a:pt x="125229" y="7877"/>
                </a:cubicBezTo>
                <a:cubicBezTo>
                  <a:pt x="125229" y="5693"/>
                  <a:pt x="125993" y="3834"/>
                  <a:pt x="127519" y="2302"/>
                </a:cubicBezTo>
                <a:cubicBezTo>
                  <a:pt x="129045" y="767"/>
                  <a:pt x="130920" y="0"/>
                  <a:pt x="133145" y="0"/>
                </a:cubicBezTo>
                <a:moveTo>
                  <a:pt x="139587" y="37251"/>
                </a:moveTo>
                <a:lnTo>
                  <a:pt x="139587" y="94243"/>
                </a:lnTo>
                <a:cubicBezTo>
                  <a:pt x="139587" y="98683"/>
                  <a:pt x="139910" y="101638"/>
                  <a:pt x="140557" y="103109"/>
                </a:cubicBezTo>
                <a:cubicBezTo>
                  <a:pt x="141203" y="104581"/>
                  <a:pt x="142160" y="105678"/>
                  <a:pt x="143428" y="106400"/>
                </a:cubicBezTo>
                <a:cubicBezTo>
                  <a:pt x="144696" y="107123"/>
                  <a:pt x="147011" y="107484"/>
                  <a:pt x="150374" y="107484"/>
                </a:cubicBezTo>
                <a:lnTo>
                  <a:pt x="150374" y="110356"/>
                </a:lnTo>
                <a:lnTo>
                  <a:pt x="115839" y="110356"/>
                </a:lnTo>
                <a:lnTo>
                  <a:pt x="115839" y="107484"/>
                </a:lnTo>
                <a:cubicBezTo>
                  <a:pt x="119305" y="107484"/>
                  <a:pt x="121634" y="107149"/>
                  <a:pt x="122824" y="106478"/>
                </a:cubicBezTo>
                <a:cubicBezTo>
                  <a:pt x="124014" y="105807"/>
                  <a:pt x="124958" y="104697"/>
                  <a:pt x="125656" y="103148"/>
                </a:cubicBezTo>
                <a:cubicBezTo>
                  <a:pt x="126355" y="101599"/>
                  <a:pt x="126704" y="98631"/>
                  <a:pt x="126704" y="94243"/>
                </a:cubicBezTo>
                <a:lnTo>
                  <a:pt x="126704" y="66909"/>
                </a:lnTo>
                <a:cubicBezTo>
                  <a:pt x="126704" y="59216"/>
                  <a:pt x="126471" y="54234"/>
                  <a:pt x="126005" y="51965"/>
                </a:cubicBezTo>
                <a:cubicBezTo>
                  <a:pt x="125643" y="50312"/>
                  <a:pt x="125074" y="49163"/>
                  <a:pt x="124298" y="48518"/>
                </a:cubicBezTo>
                <a:cubicBezTo>
                  <a:pt x="123522" y="47873"/>
                  <a:pt x="122461" y="47551"/>
                  <a:pt x="121116" y="47551"/>
                </a:cubicBezTo>
                <a:cubicBezTo>
                  <a:pt x="119668" y="47551"/>
                  <a:pt x="117909" y="47938"/>
                  <a:pt x="115839" y="48712"/>
                </a:cubicBezTo>
                <a:lnTo>
                  <a:pt x="114753" y="45923"/>
                </a:lnTo>
                <a:lnTo>
                  <a:pt x="136172" y="37251"/>
                </a:lnTo>
                <a:lnTo>
                  <a:pt x="139587" y="37251"/>
                </a:lnTo>
                <a:close/>
                <a:moveTo>
                  <a:pt x="199526" y="100112"/>
                </a:moveTo>
                <a:cubicBezTo>
                  <a:pt x="192231" y="105751"/>
                  <a:pt x="187652" y="109011"/>
                  <a:pt x="185790" y="109890"/>
                </a:cubicBezTo>
                <a:cubicBezTo>
                  <a:pt x="182996" y="111235"/>
                  <a:pt x="180021" y="111908"/>
                  <a:pt x="176865" y="111908"/>
                </a:cubicBezTo>
                <a:cubicBezTo>
                  <a:pt x="171950" y="111908"/>
                  <a:pt x="167901" y="110226"/>
                  <a:pt x="164720" y="106864"/>
                </a:cubicBezTo>
                <a:cubicBezTo>
                  <a:pt x="161538" y="103501"/>
                  <a:pt x="159947" y="99077"/>
                  <a:pt x="159947" y="93593"/>
                </a:cubicBezTo>
                <a:cubicBezTo>
                  <a:pt x="159947" y="90126"/>
                  <a:pt x="160723" y="87126"/>
                  <a:pt x="162275" y="84591"/>
                </a:cubicBezTo>
                <a:cubicBezTo>
                  <a:pt x="164396" y="81072"/>
                  <a:pt x="168083" y="77761"/>
                  <a:pt x="173334" y="74657"/>
                </a:cubicBezTo>
                <a:cubicBezTo>
                  <a:pt x="178585" y="71553"/>
                  <a:pt x="187316" y="67776"/>
                  <a:pt x="199526" y="63327"/>
                </a:cubicBezTo>
                <a:lnTo>
                  <a:pt x="199526" y="60533"/>
                </a:lnTo>
                <a:cubicBezTo>
                  <a:pt x="199526" y="53445"/>
                  <a:pt x="198401" y="48581"/>
                  <a:pt x="196150" y="45943"/>
                </a:cubicBezTo>
                <a:cubicBezTo>
                  <a:pt x="193899" y="43304"/>
                  <a:pt x="190627" y="41985"/>
                  <a:pt x="186333" y="41985"/>
                </a:cubicBezTo>
                <a:cubicBezTo>
                  <a:pt x="183073" y="41985"/>
                  <a:pt x="180487" y="42861"/>
                  <a:pt x="178572" y="44614"/>
                </a:cubicBezTo>
                <a:cubicBezTo>
                  <a:pt x="176606" y="46366"/>
                  <a:pt x="175623" y="48377"/>
                  <a:pt x="175623" y="50645"/>
                </a:cubicBezTo>
                <a:lnTo>
                  <a:pt x="175778" y="55129"/>
                </a:lnTo>
                <a:cubicBezTo>
                  <a:pt x="175778" y="57500"/>
                  <a:pt x="175171" y="59329"/>
                  <a:pt x="173955" y="60618"/>
                </a:cubicBezTo>
                <a:cubicBezTo>
                  <a:pt x="172739" y="61906"/>
                  <a:pt x="171148" y="62550"/>
                  <a:pt x="169182" y="62550"/>
                </a:cubicBezTo>
                <a:cubicBezTo>
                  <a:pt x="167268" y="62550"/>
                  <a:pt x="165703" y="61880"/>
                  <a:pt x="164487" y="60540"/>
                </a:cubicBezTo>
                <a:cubicBezTo>
                  <a:pt x="163271" y="59198"/>
                  <a:pt x="162663" y="57366"/>
                  <a:pt x="162663" y="55045"/>
                </a:cubicBezTo>
                <a:cubicBezTo>
                  <a:pt x="162663" y="50610"/>
                  <a:pt x="164940" y="46535"/>
                  <a:pt x="169492" y="42822"/>
                </a:cubicBezTo>
                <a:cubicBezTo>
                  <a:pt x="174045" y="39108"/>
                  <a:pt x="180435" y="37251"/>
                  <a:pt x="188661" y="37251"/>
                </a:cubicBezTo>
                <a:cubicBezTo>
                  <a:pt x="194973" y="37251"/>
                  <a:pt x="200147" y="38310"/>
                  <a:pt x="204182" y="40428"/>
                </a:cubicBezTo>
                <a:cubicBezTo>
                  <a:pt x="207235" y="42030"/>
                  <a:pt x="209485" y="44537"/>
                  <a:pt x="210934" y="47948"/>
                </a:cubicBezTo>
                <a:cubicBezTo>
                  <a:pt x="211865" y="50170"/>
                  <a:pt x="212331" y="54717"/>
                  <a:pt x="212331" y="61590"/>
                </a:cubicBezTo>
                <a:lnTo>
                  <a:pt x="212331" y="85696"/>
                </a:lnTo>
                <a:cubicBezTo>
                  <a:pt x="212331" y="92466"/>
                  <a:pt x="212460" y="96613"/>
                  <a:pt x="212719" y="98138"/>
                </a:cubicBezTo>
                <a:cubicBezTo>
                  <a:pt x="212978" y="99662"/>
                  <a:pt x="213404" y="100683"/>
                  <a:pt x="213999" y="101201"/>
                </a:cubicBezTo>
                <a:cubicBezTo>
                  <a:pt x="214594" y="101716"/>
                  <a:pt x="215280" y="101974"/>
                  <a:pt x="216056" y="101974"/>
                </a:cubicBezTo>
                <a:cubicBezTo>
                  <a:pt x="216884" y="101974"/>
                  <a:pt x="217608" y="101793"/>
                  <a:pt x="218229" y="101431"/>
                </a:cubicBezTo>
                <a:cubicBezTo>
                  <a:pt x="219315" y="100758"/>
                  <a:pt x="221411" y="98870"/>
                  <a:pt x="224515" y="95766"/>
                </a:cubicBezTo>
                <a:lnTo>
                  <a:pt x="224515" y="100112"/>
                </a:lnTo>
                <a:cubicBezTo>
                  <a:pt x="218720" y="107872"/>
                  <a:pt x="213185" y="111753"/>
                  <a:pt x="207907" y="111753"/>
                </a:cubicBezTo>
                <a:cubicBezTo>
                  <a:pt x="205372" y="111753"/>
                  <a:pt x="203354" y="110873"/>
                  <a:pt x="201854" y="109114"/>
                </a:cubicBezTo>
                <a:cubicBezTo>
                  <a:pt x="200354" y="107355"/>
                  <a:pt x="199578" y="104354"/>
                  <a:pt x="199526" y="100112"/>
                </a:cubicBezTo>
                <a:moveTo>
                  <a:pt x="199526" y="95024"/>
                </a:moveTo>
                <a:lnTo>
                  <a:pt x="199526" y="68060"/>
                </a:lnTo>
                <a:cubicBezTo>
                  <a:pt x="191714" y="71150"/>
                  <a:pt x="186669" y="73339"/>
                  <a:pt x="184393" y="74628"/>
                </a:cubicBezTo>
                <a:cubicBezTo>
                  <a:pt x="180306" y="76895"/>
                  <a:pt x="177382" y="79264"/>
                  <a:pt x="175623" y="81736"/>
                </a:cubicBezTo>
                <a:cubicBezTo>
                  <a:pt x="173864" y="84208"/>
                  <a:pt x="172985" y="86912"/>
                  <a:pt x="172985" y="89848"/>
                </a:cubicBezTo>
                <a:cubicBezTo>
                  <a:pt x="172985" y="93557"/>
                  <a:pt x="174097" y="96635"/>
                  <a:pt x="176322" y="99081"/>
                </a:cubicBezTo>
                <a:cubicBezTo>
                  <a:pt x="178546" y="101527"/>
                  <a:pt x="181107" y="102750"/>
                  <a:pt x="184005" y="102750"/>
                </a:cubicBezTo>
                <a:cubicBezTo>
                  <a:pt x="187937" y="102750"/>
                  <a:pt x="193111" y="100175"/>
                  <a:pt x="199526" y="95024"/>
                </a:cubicBezTo>
                <a:close/>
                <a:moveTo>
                  <a:pt x="254262" y="0"/>
                </a:moveTo>
                <a:lnTo>
                  <a:pt x="254262" y="94223"/>
                </a:lnTo>
                <a:cubicBezTo>
                  <a:pt x="254262" y="98670"/>
                  <a:pt x="254586" y="101617"/>
                  <a:pt x="255232" y="103066"/>
                </a:cubicBezTo>
                <a:cubicBezTo>
                  <a:pt x="255879" y="104513"/>
                  <a:pt x="256875" y="105611"/>
                  <a:pt x="258220" y="106361"/>
                </a:cubicBezTo>
                <a:cubicBezTo>
                  <a:pt x="259565" y="107110"/>
                  <a:pt x="262075" y="107484"/>
                  <a:pt x="265748" y="107484"/>
                </a:cubicBezTo>
                <a:lnTo>
                  <a:pt x="265748" y="110356"/>
                </a:lnTo>
                <a:lnTo>
                  <a:pt x="230903" y="110356"/>
                </a:lnTo>
                <a:lnTo>
                  <a:pt x="230903" y="107484"/>
                </a:lnTo>
                <a:cubicBezTo>
                  <a:pt x="234162" y="107484"/>
                  <a:pt x="236387" y="107149"/>
                  <a:pt x="237577" y="106478"/>
                </a:cubicBezTo>
                <a:cubicBezTo>
                  <a:pt x="238767" y="105805"/>
                  <a:pt x="239698" y="104694"/>
                  <a:pt x="240371" y="103143"/>
                </a:cubicBezTo>
                <a:cubicBezTo>
                  <a:pt x="241043" y="101591"/>
                  <a:pt x="241380" y="98618"/>
                  <a:pt x="241380" y="94223"/>
                </a:cubicBezTo>
                <a:lnTo>
                  <a:pt x="241380" y="29701"/>
                </a:lnTo>
                <a:cubicBezTo>
                  <a:pt x="241380" y="21688"/>
                  <a:pt x="241199" y="16765"/>
                  <a:pt x="240837" y="14929"/>
                </a:cubicBezTo>
                <a:cubicBezTo>
                  <a:pt x="240474" y="13093"/>
                  <a:pt x="239892" y="11839"/>
                  <a:pt x="239090" y="11168"/>
                </a:cubicBezTo>
                <a:cubicBezTo>
                  <a:pt x="238288" y="10495"/>
                  <a:pt x="237267" y="10159"/>
                  <a:pt x="236025" y="10159"/>
                </a:cubicBezTo>
                <a:cubicBezTo>
                  <a:pt x="234680" y="10159"/>
                  <a:pt x="232972" y="10573"/>
                  <a:pt x="230903" y="11401"/>
                </a:cubicBezTo>
                <a:lnTo>
                  <a:pt x="229584" y="8685"/>
                </a:lnTo>
                <a:lnTo>
                  <a:pt x="250770" y="0"/>
                </a:lnTo>
                <a:lnTo>
                  <a:pt x="2542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Website">
            <a:extLst xmlns:a="http://schemas.openxmlformats.org/drawingml/2006/main">
              <a:ext uri="{FF2B5EF4-FFF2-40B4-BE49-F238E27FC236}">
                <a16:creationId xmlns:a16="http://schemas.microsoft.com/office/drawing/2014/main" id="{5EEDEBA8-FBC4-4A85-914F-1D0300B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79" y="975663"/>
            <a:ext cx="514302" cy="112684"/>
          </a:xfrm>
          <a:custGeom xmlns:a="http://schemas.openxmlformats.org/drawingml/2006/main">
            <a:pathLst>
              <a:path w="514302" h="112684">
                <a:moveTo>
                  <a:pt x="146675" y="5122"/>
                </a:moveTo>
                <a:lnTo>
                  <a:pt x="146675" y="7993"/>
                </a:lnTo>
                <a:cubicBezTo>
                  <a:pt x="143933" y="7993"/>
                  <a:pt x="141709" y="8485"/>
                  <a:pt x="140001" y="9468"/>
                </a:cubicBezTo>
                <a:cubicBezTo>
                  <a:pt x="138294" y="10449"/>
                  <a:pt x="136664" y="12284"/>
                  <a:pt x="135112" y="14973"/>
                </a:cubicBezTo>
                <a:cubicBezTo>
                  <a:pt x="134077" y="16782"/>
                  <a:pt x="132448" y="21099"/>
                  <a:pt x="130223" y="27924"/>
                </a:cubicBezTo>
                <a:lnTo>
                  <a:pt x="100888" y="112684"/>
                </a:lnTo>
                <a:lnTo>
                  <a:pt x="97784" y="112684"/>
                </a:lnTo>
                <a:lnTo>
                  <a:pt x="73803" y="45448"/>
                </a:lnTo>
                <a:lnTo>
                  <a:pt x="49978" y="112684"/>
                </a:lnTo>
                <a:lnTo>
                  <a:pt x="47184" y="112684"/>
                </a:lnTo>
                <a:lnTo>
                  <a:pt x="15909" y="25365"/>
                </a:lnTo>
                <a:cubicBezTo>
                  <a:pt x="13581" y="18851"/>
                  <a:pt x="12107" y="14999"/>
                  <a:pt x="11486" y="13809"/>
                </a:cubicBezTo>
                <a:cubicBezTo>
                  <a:pt x="10451" y="11845"/>
                  <a:pt x="9041" y="10385"/>
                  <a:pt x="7256" y="9429"/>
                </a:cubicBezTo>
                <a:cubicBezTo>
                  <a:pt x="5471" y="8472"/>
                  <a:pt x="3053" y="7993"/>
                  <a:pt x="0" y="7993"/>
                </a:cubicBezTo>
                <a:lnTo>
                  <a:pt x="0" y="5122"/>
                </a:lnTo>
                <a:lnTo>
                  <a:pt x="38958" y="5122"/>
                </a:lnTo>
                <a:lnTo>
                  <a:pt x="38958" y="7993"/>
                </a:lnTo>
                <a:lnTo>
                  <a:pt x="37096" y="7993"/>
                </a:lnTo>
                <a:cubicBezTo>
                  <a:pt x="34354" y="7993"/>
                  <a:pt x="32258" y="8614"/>
                  <a:pt x="30810" y="9856"/>
                </a:cubicBezTo>
                <a:cubicBezTo>
                  <a:pt x="29361" y="11096"/>
                  <a:pt x="28637" y="12595"/>
                  <a:pt x="28637" y="14352"/>
                </a:cubicBezTo>
                <a:cubicBezTo>
                  <a:pt x="28637" y="16161"/>
                  <a:pt x="29775" y="20323"/>
                  <a:pt x="32051" y="26837"/>
                </a:cubicBezTo>
                <a:lnTo>
                  <a:pt x="52772" y="85852"/>
                </a:lnTo>
                <a:lnTo>
                  <a:pt x="70233" y="35677"/>
                </a:lnTo>
                <a:lnTo>
                  <a:pt x="67129" y="26837"/>
                </a:lnTo>
                <a:lnTo>
                  <a:pt x="64646" y="19780"/>
                </a:lnTo>
                <a:cubicBezTo>
                  <a:pt x="63559" y="17195"/>
                  <a:pt x="62344" y="14920"/>
                  <a:pt x="60998" y="12955"/>
                </a:cubicBezTo>
                <a:cubicBezTo>
                  <a:pt x="60326" y="11974"/>
                  <a:pt x="59498" y="11147"/>
                  <a:pt x="58515" y="10474"/>
                </a:cubicBezTo>
                <a:cubicBezTo>
                  <a:pt x="57222" y="9545"/>
                  <a:pt x="55928" y="8873"/>
                  <a:pt x="54635" y="8459"/>
                </a:cubicBezTo>
                <a:cubicBezTo>
                  <a:pt x="53652" y="8149"/>
                  <a:pt x="52100" y="7993"/>
                  <a:pt x="49978" y="7993"/>
                </a:cubicBezTo>
                <a:lnTo>
                  <a:pt x="49978" y="5122"/>
                </a:lnTo>
                <a:lnTo>
                  <a:pt x="90954" y="5122"/>
                </a:lnTo>
                <a:lnTo>
                  <a:pt x="90954" y="7993"/>
                </a:lnTo>
                <a:lnTo>
                  <a:pt x="88160" y="7993"/>
                </a:lnTo>
                <a:cubicBezTo>
                  <a:pt x="85263" y="7993"/>
                  <a:pt x="83142" y="8614"/>
                  <a:pt x="81797" y="9856"/>
                </a:cubicBezTo>
                <a:cubicBezTo>
                  <a:pt x="80452" y="11096"/>
                  <a:pt x="79779" y="12776"/>
                  <a:pt x="79779" y="14896"/>
                </a:cubicBezTo>
                <a:cubicBezTo>
                  <a:pt x="79779" y="17532"/>
                  <a:pt x="80943" y="22134"/>
                  <a:pt x="83271" y="28700"/>
                </a:cubicBezTo>
                <a:lnTo>
                  <a:pt x="103449" y="85852"/>
                </a:lnTo>
                <a:lnTo>
                  <a:pt x="123471" y="27924"/>
                </a:lnTo>
                <a:cubicBezTo>
                  <a:pt x="125748" y="21513"/>
                  <a:pt x="126886" y="17067"/>
                  <a:pt x="126886" y="14585"/>
                </a:cubicBezTo>
                <a:cubicBezTo>
                  <a:pt x="126886" y="13397"/>
                  <a:pt x="126511" y="12285"/>
                  <a:pt x="125761" y="11250"/>
                </a:cubicBezTo>
                <a:cubicBezTo>
                  <a:pt x="125010" y="10216"/>
                  <a:pt x="124066" y="9492"/>
                  <a:pt x="122928" y="9080"/>
                </a:cubicBezTo>
                <a:cubicBezTo>
                  <a:pt x="120962" y="8356"/>
                  <a:pt x="118401" y="7993"/>
                  <a:pt x="115245" y="7993"/>
                </a:cubicBezTo>
                <a:lnTo>
                  <a:pt x="115245" y="5122"/>
                </a:lnTo>
                <a:lnTo>
                  <a:pt x="146675" y="5122"/>
                </a:lnTo>
                <a:close/>
                <a:moveTo>
                  <a:pt x="164944" y="66120"/>
                </a:moveTo>
                <a:cubicBezTo>
                  <a:pt x="164892" y="76651"/>
                  <a:pt x="167453" y="84910"/>
                  <a:pt x="172627" y="90898"/>
                </a:cubicBezTo>
                <a:cubicBezTo>
                  <a:pt x="177800" y="96885"/>
                  <a:pt x="183879" y="99879"/>
                  <a:pt x="190864" y="99879"/>
                </a:cubicBezTo>
                <a:cubicBezTo>
                  <a:pt x="195520" y="99879"/>
                  <a:pt x="199569" y="98598"/>
                  <a:pt x="203009" y="96037"/>
                </a:cubicBezTo>
                <a:cubicBezTo>
                  <a:pt x="206450" y="93476"/>
                  <a:pt x="209334" y="89092"/>
                  <a:pt x="211662" y="82883"/>
                </a:cubicBezTo>
                <a:lnTo>
                  <a:pt x="214068" y="84435"/>
                </a:lnTo>
                <a:cubicBezTo>
                  <a:pt x="212982" y="91523"/>
                  <a:pt x="209826" y="97978"/>
                  <a:pt x="204600" y="103798"/>
                </a:cubicBezTo>
                <a:cubicBezTo>
                  <a:pt x="199375" y="109619"/>
                  <a:pt x="192830" y="112529"/>
                  <a:pt x="184966" y="112529"/>
                </a:cubicBezTo>
                <a:cubicBezTo>
                  <a:pt x="176429" y="112529"/>
                  <a:pt x="169121" y="109212"/>
                  <a:pt x="163042" y="102578"/>
                </a:cubicBezTo>
                <a:cubicBezTo>
                  <a:pt x="156963" y="95943"/>
                  <a:pt x="153923" y="87023"/>
                  <a:pt x="153923" y="75819"/>
                </a:cubicBezTo>
                <a:cubicBezTo>
                  <a:pt x="153923" y="63686"/>
                  <a:pt x="157041" y="54226"/>
                  <a:pt x="163275" y="47437"/>
                </a:cubicBezTo>
                <a:cubicBezTo>
                  <a:pt x="169509" y="40646"/>
                  <a:pt x="177335" y="37251"/>
                  <a:pt x="186751" y="37251"/>
                </a:cubicBezTo>
                <a:cubicBezTo>
                  <a:pt x="194718" y="37251"/>
                  <a:pt x="201263" y="39870"/>
                  <a:pt x="206385" y="45109"/>
                </a:cubicBezTo>
                <a:cubicBezTo>
                  <a:pt x="211507" y="50345"/>
                  <a:pt x="214068" y="57349"/>
                  <a:pt x="214068" y="66120"/>
                </a:cubicBezTo>
                <a:lnTo>
                  <a:pt x="164944" y="66120"/>
                </a:lnTo>
                <a:moveTo>
                  <a:pt x="164944" y="61619"/>
                </a:moveTo>
                <a:lnTo>
                  <a:pt x="197849" y="61619"/>
                </a:lnTo>
                <a:cubicBezTo>
                  <a:pt x="197590" y="57066"/>
                  <a:pt x="197047" y="53859"/>
                  <a:pt x="196219" y="51996"/>
                </a:cubicBezTo>
                <a:cubicBezTo>
                  <a:pt x="194925" y="49099"/>
                  <a:pt x="192998" y="46822"/>
                  <a:pt x="190437" y="45167"/>
                </a:cubicBezTo>
                <a:cubicBezTo>
                  <a:pt x="187876" y="43511"/>
                  <a:pt x="185199" y="42683"/>
                  <a:pt x="182405" y="42683"/>
                </a:cubicBezTo>
                <a:cubicBezTo>
                  <a:pt x="178111" y="42683"/>
                  <a:pt x="174269" y="44352"/>
                  <a:pt x="170880" y="47689"/>
                </a:cubicBezTo>
                <a:cubicBezTo>
                  <a:pt x="167492" y="51026"/>
                  <a:pt x="165513" y="55669"/>
                  <a:pt x="164944" y="61619"/>
                </a:cubicBezTo>
                <a:close/>
                <a:moveTo>
                  <a:pt x="243039" y="51608"/>
                </a:moveTo>
                <a:cubicBezTo>
                  <a:pt x="249920" y="42037"/>
                  <a:pt x="257345" y="37251"/>
                  <a:pt x="265312" y="37251"/>
                </a:cubicBezTo>
                <a:cubicBezTo>
                  <a:pt x="272607" y="37251"/>
                  <a:pt x="278971" y="40365"/>
                  <a:pt x="284403" y="46593"/>
                </a:cubicBezTo>
                <a:cubicBezTo>
                  <a:pt x="289836" y="52821"/>
                  <a:pt x="292552" y="61335"/>
                  <a:pt x="292552" y="72137"/>
                </a:cubicBezTo>
                <a:cubicBezTo>
                  <a:pt x="292552" y="84748"/>
                  <a:pt x="288361" y="94904"/>
                  <a:pt x="279980" y="102605"/>
                </a:cubicBezTo>
                <a:cubicBezTo>
                  <a:pt x="272788" y="109221"/>
                  <a:pt x="264769" y="112529"/>
                  <a:pt x="255922" y="112529"/>
                </a:cubicBezTo>
                <a:cubicBezTo>
                  <a:pt x="251783" y="112529"/>
                  <a:pt x="247579" y="111779"/>
                  <a:pt x="243311" y="110278"/>
                </a:cubicBezTo>
                <a:cubicBezTo>
                  <a:pt x="239043" y="108778"/>
                  <a:pt x="234684" y="106527"/>
                  <a:pt x="230234" y="103526"/>
                </a:cubicBezTo>
                <a:lnTo>
                  <a:pt x="230234" y="29878"/>
                </a:lnTo>
                <a:cubicBezTo>
                  <a:pt x="230234" y="21807"/>
                  <a:pt x="230040" y="16841"/>
                  <a:pt x="229652" y="14978"/>
                </a:cubicBezTo>
                <a:cubicBezTo>
                  <a:pt x="229264" y="13115"/>
                  <a:pt x="228656" y="11848"/>
                  <a:pt x="227829" y="11175"/>
                </a:cubicBezTo>
                <a:cubicBezTo>
                  <a:pt x="227001" y="10503"/>
                  <a:pt x="225966" y="10166"/>
                  <a:pt x="224724" y="10166"/>
                </a:cubicBezTo>
                <a:cubicBezTo>
                  <a:pt x="223276" y="10166"/>
                  <a:pt x="221465" y="10580"/>
                  <a:pt x="219292" y="11408"/>
                </a:cubicBezTo>
                <a:lnTo>
                  <a:pt x="218205" y="8692"/>
                </a:lnTo>
                <a:lnTo>
                  <a:pt x="239547" y="0"/>
                </a:lnTo>
                <a:lnTo>
                  <a:pt x="243039" y="0"/>
                </a:lnTo>
                <a:lnTo>
                  <a:pt x="243039" y="51608"/>
                </a:lnTo>
                <a:moveTo>
                  <a:pt x="243039" y="56553"/>
                </a:moveTo>
                <a:lnTo>
                  <a:pt x="243039" y="98970"/>
                </a:lnTo>
                <a:cubicBezTo>
                  <a:pt x="245678" y="101548"/>
                  <a:pt x="248407" y="103496"/>
                  <a:pt x="251227" y="104812"/>
                </a:cubicBezTo>
                <a:cubicBezTo>
                  <a:pt x="254047" y="106128"/>
                  <a:pt x="256931" y="106786"/>
                  <a:pt x="259880" y="106786"/>
                </a:cubicBezTo>
                <a:cubicBezTo>
                  <a:pt x="264588" y="106786"/>
                  <a:pt x="268973" y="104206"/>
                  <a:pt x="273034" y="99047"/>
                </a:cubicBezTo>
                <a:cubicBezTo>
                  <a:pt x="277096" y="93886"/>
                  <a:pt x="279126" y="86378"/>
                  <a:pt x="279126" y="76522"/>
                </a:cubicBezTo>
                <a:cubicBezTo>
                  <a:pt x="279126" y="67440"/>
                  <a:pt x="277096" y="60462"/>
                  <a:pt x="273034" y="55585"/>
                </a:cubicBezTo>
                <a:cubicBezTo>
                  <a:pt x="268973" y="50709"/>
                  <a:pt x="264355" y="48271"/>
                  <a:pt x="259181" y="48271"/>
                </a:cubicBezTo>
                <a:cubicBezTo>
                  <a:pt x="256439" y="48271"/>
                  <a:pt x="253697" y="48968"/>
                  <a:pt x="250955" y="50361"/>
                </a:cubicBezTo>
                <a:cubicBezTo>
                  <a:pt x="248886" y="51393"/>
                  <a:pt x="246247" y="53457"/>
                  <a:pt x="243039" y="56553"/>
                </a:cubicBezTo>
                <a:close/>
                <a:moveTo>
                  <a:pt x="348972" y="37251"/>
                </a:moveTo>
                <a:lnTo>
                  <a:pt x="348972" y="61309"/>
                </a:lnTo>
                <a:lnTo>
                  <a:pt x="346411" y="61309"/>
                </a:lnTo>
                <a:cubicBezTo>
                  <a:pt x="344445" y="53763"/>
                  <a:pt x="341923" y="48631"/>
                  <a:pt x="338844" y="45911"/>
                </a:cubicBezTo>
                <a:cubicBezTo>
                  <a:pt x="335766" y="43190"/>
                  <a:pt x="331847" y="41830"/>
                  <a:pt x="327087" y="41830"/>
                </a:cubicBezTo>
                <a:cubicBezTo>
                  <a:pt x="323466" y="41830"/>
                  <a:pt x="320542" y="42786"/>
                  <a:pt x="318318" y="44699"/>
                </a:cubicBezTo>
                <a:cubicBezTo>
                  <a:pt x="316093" y="46610"/>
                  <a:pt x="314981" y="48729"/>
                  <a:pt x="314981" y="51055"/>
                </a:cubicBezTo>
                <a:cubicBezTo>
                  <a:pt x="314981" y="53949"/>
                  <a:pt x="315808" y="56429"/>
                  <a:pt x="317464" y="58496"/>
                </a:cubicBezTo>
                <a:cubicBezTo>
                  <a:pt x="319068" y="60615"/>
                  <a:pt x="322327" y="62863"/>
                  <a:pt x="327242" y="65240"/>
                </a:cubicBezTo>
                <a:lnTo>
                  <a:pt x="338573" y="70745"/>
                </a:lnTo>
                <a:cubicBezTo>
                  <a:pt x="349076" y="75861"/>
                  <a:pt x="354327" y="82605"/>
                  <a:pt x="354327" y="90979"/>
                </a:cubicBezTo>
                <a:cubicBezTo>
                  <a:pt x="354327" y="97438"/>
                  <a:pt x="351882" y="102644"/>
                  <a:pt x="346993" y="106599"/>
                </a:cubicBezTo>
                <a:cubicBezTo>
                  <a:pt x="342104" y="110552"/>
                  <a:pt x="336633" y="112529"/>
                  <a:pt x="330579" y="112529"/>
                </a:cubicBezTo>
                <a:cubicBezTo>
                  <a:pt x="326233" y="112529"/>
                  <a:pt x="321267" y="111753"/>
                  <a:pt x="315679" y="110201"/>
                </a:cubicBezTo>
                <a:cubicBezTo>
                  <a:pt x="313972" y="109683"/>
                  <a:pt x="312575" y="109425"/>
                  <a:pt x="311488" y="109425"/>
                </a:cubicBezTo>
                <a:cubicBezTo>
                  <a:pt x="310298" y="109425"/>
                  <a:pt x="309367" y="110097"/>
                  <a:pt x="308695" y="111442"/>
                </a:cubicBezTo>
                <a:lnTo>
                  <a:pt x="306134" y="111442"/>
                </a:lnTo>
                <a:lnTo>
                  <a:pt x="306134" y="85987"/>
                </a:lnTo>
                <a:lnTo>
                  <a:pt x="308695" y="85987"/>
                </a:lnTo>
                <a:cubicBezTo>
                  <a:pt x="310143" y="93257"/>
                  <a:pt x="312911" y="98734"/>
                  <a:pt x="316998" y="102421"/>
                </a:cubicBezTo>
                <a:cubicBezTo>
                  <a:pt x="321086" y="106107"/>
                  <a:pt x="325664" y="107950"/>
                  <a:pt x="330735" y="107950"/>
                </a:cubicBezTo>
                <a:cubicBezTo>
                  <a:pt x="334305" y="107950"/>
                  <a:pt x="337215" y="106904"/>
                  <a:pt x="339465" y="104812"/>
                </a:cubicBezTo>
                <a:cubicBezTo>
                  <a:pt x="341716" y="102718"/>
                  <a:pt x="342841" y="100198"/>
                  <a:pt x="342841" y="97252"/>
                </a:cubicBezTo>
                <a:cubicBezTo>
                  <a:pt x="342841" y="93686"/>
                  <a:pt x="341587" y="90688"/>
                  <a:pt x="339077" y="88260"/>
                </a:cubicBezTo>
                <a:cubicBezTo>
                  <a:pt x="336568" y="85831"/>
                  <a:pt x="331562" y="82757"/>
                  <a:pt x="324061" y="79037"/>
                </a:cubicBezTo>
                <a:cubicBezTo>
                  <a:pt x="316559" y="75315"/>
                  <a:pt x="311644" y="71955"/>
                  <a:pt x="309315" y="68958"/>
                </a:cubicBezTo>
                <a:cubicBezTo>
                  <a:pt x="306987" y="66012"/>
                  <a:pt x="305823" y="62291"/>
                  <a:pt x="305823" y="57795"/>
                </a:cubicBezTo>
                <a:cubicBezTo>
                  <a:pt x="305823" y="51955"/>
                  <a:pt x="307828" y="47071"/>
                  <a:pt x="311838" y="43144"/>
                </a:cubicBezTo>
                <a:cubicBezTo>
                  <a:pt x="315847" y="39215"/>
                  <a:pt x="321034" y="37251"/>
                  <a:pt x="327398" y="37251"/>
                </a:cubicBezTo>
                <a:cubicBezTo>
                  <a:pt x="330191" y="37251"/>
                  <a:pt x="333580" y="37846"/>
                  <a:pt x="337564" y="39036"/>
                </a:cubicBezTo>
                <a:cubicBezTo>
                  <a:pt x="340203" y="39812"/>
                  <a:pt x="341962" y="40200"/>
                  <a:pt x="342841" y="40200"/>
                </a:cubicBezTo>
                <a:cubicBezTo>
                  <a:pt x="343669" y="40200"/>
                  <a:pt x="344316" y="40019"/>
                  <a:pt x="344781" y="39657"/>
                </a:cubicBezTo>
                <a:cubicBezTo>
                  <a:pt x="345247" y="39295"/>
                  <a:pt x="345790" y="38493"/>
                  <a:pt x="346411" y="37251"/>
                </a:cubicBezTo>
                <a:lnTo>
                  <a:pt x="348972" y="37251"/>
                </a:lnTo>
                <a:close/>
                <a:moveTo>
                  <a:pt x="382938" y="0"/>
                </a:moveTo>
                <a:cubicBezTo>
                  <a:pt x="385111" y="0"/>
                  <a:pt x="386961" y="767"/>
                  <a:pt x="388487" y="2302"/>
                </a:cubicBezTo>
                <a:cubicBezTo>
                  <a:pt x="390013" y="3834"/>
                  <a:pt x="390776" y="5693"/>
                  <a:pt x="390776" y="7877"/>
                </a:cubicBezTo>
                <a:cubicBezTo>
                  <a:pt x="390776" y="10061"/>
                  <a:pt x="390013" y="11934"/>
                  <a:pt x="388487" y="13494"/>
                </a:cubicBezTo>
                <a:cubicBezTo>
                  <a:pt x="386961" y="15052"/>
                  <a:pt x="385111" y="15832"/>
                  <a:pt x="382938" y="15832"/>
                </a:cubicBezTo>
                <a:cubicBezTo>
                  <a:pt x="380765" y="15832"/>
                  <a:pt x="378903" y="15052"/>
                  <a:pt x="377351" y="13494"/>
                </a:cubicBezTo>
                <a:cubicBezTo>
                  <a:pt x="375798" y="11934"/>
                  <a:pt x="375022" y="10061"/>
                  <a:pt x="375022" y="7877"/>
                </a:cubicBezTo>
                <a:cubicBezTo>
                  <a:pt x="375022" y="5693"/>
                  <a:pt x="375786" y="3834"/>
                  <a:pt x="377312" y="2302"/>
                </a:cubicBezTo>
                <a:cubicBezTo>
                  <a:pt x="378838" y="767"/>
                  <a:pt x="380714" y="0"/>
                  <a:pt x="382938" y="0"/>
                </a:cubicBezTo>
                <a:moveTo>
                  <a:pt x="389380" y="37251"/>
                </a:moveTo>
                <a:lnTo>
                  <a:pt x="389380" y="94243"/>
                </a:lnTo>
                <a:cubicBezTo>
                  <a:pt x="389380" y="98683"/>
                  <a:pt x="389703" y="101638"/>
                  <a:pt x="390350" y="103109"/>
                </a:cubicBezTo>
                <a:cubicBezTo>
                  <a:pt x="390996" y="104581"/>
                  <a:pt x="391953" y="105678"/>
                  <a:pt x="393221" y="106400"/>
                </a:cubicBezTo>
                <a:cubicBezTo>
                  <a:pt x="394489" y="107123"/>
                  <a:pt x="396804" y="107484"/>
                  <a:pt x="400167" y="107484"/>
                </a:cubicBezTo>
                <a:lnTo>
                  <a:pt x="400167" y="110356"/>
                </a:lnTo>
                <a:lnTo>
                  <a:pt x="365632" y="110356"/>
                </a:lnTo>
                <a:lnTo>
                  <a:pt x="365632" y="107484"/>
                </a:lnTo>
                <a:cubicBezTo>
                  <a:pt x="369098" y="107484"/>
                  <a:pt x="371427" y="107149"/>
                  <a:pt x="372617" y="106478"/>
                </a:cubicBezTo>
                <a:cubicBezTo>
                  <a:pt x="373807" y="105807"/>
                  <a:pt x="374751" y="104697"/>
                  <a:pt x="375449" y="103148"/>
                </a:cubicBezTo>
                <a:cubicBezTo>
                  <a:pt x="376148" y="101599"/>
                  <a:pt x="376497" y="98631"/>
                  <a:pt x="376497" y="94243"/>
                </a:cubicBezTo>
                <a:lnTo>
                  <a:pt x="376497" y="66909"/>
                </a:lnTo>
                <a:cubicBezTo>
                  <a:pt x="376497" y="59216"/>
                  <a:pt x="376264" y="54234"/>
                  <a:pt x="375798" y="51965"/>
                </a:cubicBezTo>
                <a:cubicBezTo>
                  <a:pt x="375436" y="50312"/>
                  <a:pt x="374867" y="49163"/>
                  <a:pt x="374091" y="48518"/>
                </a:cubicBezTo>
                <a:cubicBezTo>
                  <a:pt x="373315" y="47873"/>
                  <a:pt x="372254" y="47551"/>
                  <a:pt x="370909" y="47551"/>
                </a:cubicBezTo>
                <a:cubicBezTo>
                  <a:pt x="369461" y="47551"/>
                  <a:pt x="367702" y="47938"/>
                  <a:pt x="365632" y="48712"/>
                </a:cubicBezTo>
                <a:lnTo>
                  <a:pt x="364546" y="45923"/>
                </a:lnTo>
                <a:lnTo>
                  <a:pt x="385965" y="37251"/>
                </a:lnTo>
                <a:lnTo>
                  <a:pt x="389380" y="37251"/>
                </a:lnTo>
                <a:close/>
                <a:moveTo>
                  <a:pt x="429685" y="15832"/>
                </a:moveTo>
                <a:lnTo>
                  <a:pt x="429685" y="39269"/>
                </a:lnTo>
                <a:lnTo>
                  <a:pt x="446292" y="39269"/>
                </a:lnTo>
                <a:lnTo>
                  <a:pt x="446292" y="44701"/>
                </a:lnTo>
                <a:lnTo>
                  <a:pt x="429685" y="44701"/>
                </a:lnTo>
                <a:lnTo>
                  <a:pt x="429685" y="90736"/>
                </a:lnTo>
                <a:cubicBezTo>
                  <a:pt x="429685" y="95336"/>
                  <a:pt x="430344" y="98437"/>
                  <a:pt x="431664" y="100039"/>
                </a:cubicBezTo>
                <a:cubicBezTo>
                  <a:pt x="432983" y="101640"/>
                  <a:pt x="434677" y="102440"/>
                  <a:pt x="436747" y="102440"/>
                </a:cubicBezTo>
                <a:cubicBezTo>
                  <a:pt x="438454" y="102440"/>
                  <a:pt x="440110" y="101910"/>
                  <a:pt x="441714" y="100849"/>
                </a:cubicBezTo>
                <a:cubicBezTo>
                  <a:pt x="443317" y="99788"/>
                  <a:pt x="444559" y="98223"/>
                  <a:pt x="445439" y="96154"/>
                </a:cubicBezTo>
                <a:lnTo>
                  <a:pt x="448465" y="96154"/>
                </a:lnTo>
                <a:cubicBezTo>
                  <a:pt x="446654" y="101239"/>
                  <a:pt x="444093" y="105084"/>
                  <a:pt x="440782" y="107690"/>
                </a:cubicBezTo>
                <a:cubicBezTo>
                  <a:pt x="437471" y="110295"/>
                  <a:pt x="434056" y="111597"/>
                  <a:pt x="430538" y="111597"/>
                </a:cubicBezTo>
                <a:cubicBezTo>
                  <a:pt x="428158" y="111597"/>
                  <a:pt x="425830" y="110937"/>
                  <a:pt x="423554" y="109616"/>
                </a:cubicBezTo>
                <a:cubicBezTo>
                  <a:pt x="421277" y="108295"/>
                  <a:pt x="419596" y="106405"/>
                  <a:pt x="418509" y="103946"/>
                </a:cubicBezTo>
                <a:cubicBezTo>
                  <a:pt x="417423" y="101485"/>
                  <a:pt x="416880" y="97691"/>
                  <a:pt x="416880" y="92562"/>
                </a:cubicBezTo>
                <a:lnTo>
                  <a:pt x="416880" y="44701"/>
                </a:lnTo>
                <a:lnTo>
                  <a:pt x="405627" y="44701"/>
                </a:lnTo>
                <a:lnTo>
                  <a:pt x="405627" y="42140"/>
                </a:lnTo>
                <a:cubicBezTo>
                  <a:pt x="408472" y="40999"/>
                  <a:pt x="411383" y="39066"/>
                  <a:pt x="414357" y="36341"/>
                </a:cubicBezTo>
                <a:cubicBezTo>
                  <a:pt x="417332" y="33617"/>
                  <a:pt x="419984" y="30387"/>
                  <a:pt x="422312" y="26650"/>
                </a:cubicBezTo>
                <a:cubicBezTo>
                  <a:pt x="423502" y="24680"/>
                  <a:pt x="425158" y="21073"/>
                  <a:pt x="427279" y="15832"/>
                </a:cubicBezTo>
                <a:lnTo>
                  <a:pt x="429685" y="15832"/>
                </a:lnTo>
                <a:close/>
                <a:moveTo>
                  <a:pt x="465177" y="66120"/>
                </a:moveTo>
                <a:cubicBezTo>
                  <a:pt x="465126" y="76651"/>
                  <a:pt x="467687" y="84910"/>
                  <a:pt x="472860" y="90898"/>
                </a:cubicBezTo>
                <a:cubicBezTo>
                  <a:pt x="478034" y="96885"/>
                  <a:pt x="484113" y="99879"/>
                  <a:pt x="491098" y="99879"/>
                </a:cubicBezTo>
                <a:cubicBezTo>
                  <a:pt x="495754" y="99879"/>
                  <a:pt x="499802" y="98598"/>
                  <a:pt x="503243" y="96037"/>
                </a:cubicBezTo>
                <a:cubicBezTo>
                  <a:pt x="506684" y="93476"/>
                  <a:pt x="509568" y="89092"/>
                  <a:pt x="511896" y="82883"/>
                </a:cubicBezTo>
                <a:lnTo>
                  <a:pt x="514302" y="84435"/>
                </a:lnTo>
                <a:cubicBezTo>
                  <a:pt x="513215" y="91523"/>
                  <a:pt x="510059" y="97978"/>
                  <a:pt x="504834" y="103798"/>
                </a:cubicBezTo>
                <a:cubicBezTo>
                  <a:pt x="499608" y="109619"/>
                  <a:pt x="493064" y="112529"/>
                  <a:pt x="485200" y="112529"/>
                </a:cubicBezTo>
                <a:cubicBezTo>
                  <a:pt x="476663" y="112529"/>
                  <a:pt x="469355" y="109212"/>
                  <a:pt x="463276" y="102578"/>
                </a:cubicBezTo>
                <a:cubicBezTo>
                  <a:pt x="457197" y="95943"/>
                  <a:pt x="454157" y="87023"/>
                  <a:pt x="454157" y="75819"/>
                </a:cubicBezTo>
                <a:cubicBezTo>
                  <a:pt x="454157" y="63686"/>
                  <a:pt x="457274" y="54226"/>
                  <a:pt x="463509" y="47437"/>
                </a:cubicBezTo>
                <a:cubicBezTo>
                  <a:pt x="469743" y="40646"/>
                  <a:pt x="477568" y="37251"/>
                  <a:pt x="486985" y="37251"/>
                </a:cubicBezTo>
                <a:cubicBezTo>
                  <a:pt x="494952" y="37251"/>
                  <a:pt x="501497" y="39870"/>
                  <a:pt x="506619" y="45109"/>
                </a:cubicBezTo>
                <a:cubicBezTo>
                  <a:pt x="511741" y="50345"/>
                  <a:pt x="514302" y="57349"/>
                  <a:pt x="514302" y="66120"/>
                </a:cubicBezTo>
                <a:lnTo>
                  <a:pt x="465177" y="66120"/>
                </a:lnTo>
                <a:moveTo>
                  <a:pt x="465177" y="61619"/>
                </a:moveTo>
                <a:lnTo>
                  <a:pt x="498082" y="61619"/>
                </a:lnTo>
                <a:cubicBezTo>
                  <a:pt x="497824" y="57066"/>
                  <a:pt x="497280" y="53859"/>
                  <a:pt x="496453" y="51996"/>
                </a:cubicBezTo>
                <a:cubicBezTo>
                  <a:pt x="495159" y="49099"/>
                  <a:pt x="493232" y="46822"/>
                  <a:pt x="490671" y="45167"/>
                </a:cubicBezTo>
                <a:cubicBezTo>
                  <a:pt x="488110" y="43511"/>
                  <a:pt x="485432" y="42683"/>
                  <a:pt x="482639" y="42683"/>
                </a:cubicBezTo>
                <a:cubicBezTo>
                  <a:pt x="478344" y="42683"/>
                  <a:pt x="474503" y="44352"/>
                  <a:pt x="471114" y="47689"/>
                </a:cubicBezTo>
                <a:cubicBezTo>
                  <a:pt x="467725" y="51026"/>
                  <a:pt x="465746" y="55669"/>
                  <a:pt x="465177" y="61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455eceec94f86"/>
          <a:stretch xmlns:a="http://schemas.openxmlformats.org/drawingml/2006/main"/>
        </p:blipFill>
        <p:spPr>
          <a:xfrm xmlns:a="http://schemas.openxmlformats.org/drawingml/2006/main">
            <a:off x="1105559" y="195970"/>
            <a:ext cx="532439" cy="532439"/>
          </a:xfrm>
          <a:prstGeom xmlns:a="http://schemas.openxmlformats.org/drawingml/2006/main" prst="rect">
            <a:avLst/>
          </a:prstGeom>
        </p:spPr>
      </p:pic>
      <p:sp>
        <p:nvSpPr>
          <p:cNvPr id="17" name="Text OpenSource">
            <a:extLst xmlns:a="http://schemas.openxmlformats.org/drawingml/2006/main">
              <a:ext uri="{FF2B5EF4-FFF2-40B4-BE49-F238E27FC236}">
                <a16:creationId xmlns:a16="http://schemas.microsoft.com/office/drawing/2014/main" id="{B2F5978D-66ED-4ED7-A415-08890E6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13" y="819519"/>
            <a:ext cx="815247" cy="141553"/>
          </a:xfrm>
          <a:custGeom xmlns:a="http://schemas.openxmlformats.org/drawingml/2006/main">
            <a:pathLst>
              <a:path w="815247" h="141553">
                <a:moveTo>
                  <a:pt x="52539" y="0"/>
                </a:moveTo>
                <a:cubicBezTo>
                  <a:pt x="66198" y="0"/>
                  <a:pt x="78033" y="5179"/>
                  <a:pt x="88044" y="15538"/>
                </a:cubicBezTo>
                <a:cubicBezTo>
                  <a:pt x="98055" y="25897"/>
                  <a:pt x="103061" y="38826"/>
                  <a:pt x="103061" y="54324"/>
                </a:cubicBezTo>
                <a:cubicBezTo>
                  <a:pt x="103061" y="70288"/>
                  <a:pt x="98016" y="83540"/>
                  <a:pt x="87928" y="94080"/>
                </a:cubicBezTo>
                <a:cubicBezTo>
                  <a:pt x="77839" y="104620"/>
                  <a:pt x="65629" y="109890"/>
                  <a:pt x="51298" y="109890"/>
                </a:cubicBezTo>
                <a:cubicBezTo>
                  <a:pt x="36811" y="109890"/>
                  <a:pt x="24640" y="104750"/>
                  <a:pt x="14784" y="94468"/>
                </a:cubicBezTo>
                <a:cubicBezTo>
                  <a:pt x="4928" y="84187"/>
                  <a:pt x="0" y="70883"/>
                  <a:pt x="0" y="54557"/>
                </a:cubicBezTo>
                <a:cubicBezTo>
                  <a:pt x="0" y="37870"/>
                  <a:pt x="5691" y="24257"/>
                  <a:pt x="17073" y="13717"/>
                </a:cubicBezTo>
                <a:cubicBezTo>
                  <a:pt x="26955" y="4572"/>
                  <a:pt x="38777" y="0"/>
                  <a:pt x="52539" y="0"/>
                </a:cubicBezTo>
                <a:moveTo>
                  <a:pt x="51065" y="5743"/>
                </a:moveTo>
                <a:cubicBezTo>
                  <a:pt x="41649" y="5743"/>
                  <a:pt x="34095" y="9229"/>
                  <a:pt x="28404" y="16203"/>
                </a:cubicBezTo>
                <a:cubicBezTo>
                  <a:pt x="21316" y="24882"/>
                  <a:pt x="17772" y="37590"/>
                  <a:pt x="17772" y="54327"/>
                </a:cubicBezTo>
                <a:cubicBezTo>
                  <a:pt x="17772" y="71476"/>
                  <a:pt x="21445" y="84674"/>
                  <a:pt x="28792" y="93920"/>
                </a:cubicBezTo>
                <a:cubicBezTo>
                  <a:pt x="34431" y="100945"/>
                  <a:pt x="41881" y="104458"/>
                  <a:pt x="51142" y="104458"/>
                </a:cubicBezTo>
                <a:cubicBezTo>
                  <a:pt x="61024" y="104458"/>
                  <a:pt x="69186" y="100610"/>
                  <a:pt x="75627" y="92914"/>
                </a:cubicBezTo>
                <a:cubicBezTo>
                  <a:pt x="82068" y="85216"/>
                  <a:pt x="85289" y="73077"/>
                  <a:pt x="85289" y="56495"/>
                </a:cubicBezTo>
                <a:cubicBezTo>
                  <a:pt x="85289" y="38519"/>
                  <a:pt x="81745" y="25114"/>
                  <a:pt x="74657" y="16280"/>
                </a:cubicBezTo>
                <a:cubicBezTo>
                  <a:pt x="68966" y="9255"/>
                  <a:pt x="61102" y="5743"/>
                  <a:pt x="51065" y="5743"/>
                </a:cubicBezTo>
                <a:close/>
                <a:moveTo>
                  <a:pt x="109010" y="43467"/>
                </a:moveTo>
                <a:lnTo>
                  <a:pt x="130895" y="34612"/>
                </a:lnTo>
                <a:lnTo>
                  <a:pt x="133844" y="34612"/>
                </a:lnTo>
                <a:lnTo>
                  <a:pt x="133844" y="51220"/>
                </a:lnTo>
                <a:cubicBezTo>
                  <a:pt x="137517" y="44960"/>
                  <a:pt x="141203" y="40601"/>
                  <a:pt x="144903" y="38143"/>
                </a:cubicBezTo>
                <a:cubicBezTo>
                  <a:pt x="148602" y="35686"/>
                  <a:pt x="152495" y="34457"/>
                  <a:pt x="156582" y="34457"/>
                </a:cubicBezTo>
                <a:cubicBezTo>
                  <a:pt x="163722" y="34457"/>
                  <a:pt x="169672" y="37248"/>
                  <a:pt x="174432" y="42829"/>
                </a:cubicBezTo>
                <a:cubicBezTo>
                  <a:pt x="180278" y="49652"/>
                  <a:pt x="183201" y="58542"/>
                  <a:pt x="183201" y="69499"/>
                </a:cubicBezTo>
                <a:cubicBezTo>
                  <a:pt x="183201" y="81747"/>
                  <a:pt x="179683" y="91877"/>
                  <a:pt x="172647" y="99889"/>
                </a:cubicBezTo>
                <a:cubicBezTo>
                  <a:pt x="166852" y="106453"/>
                  <a:pt x="159557" y="109735"/>
                  <a:pt x="150762" y="109735"/>
                </a:cubicBezTo>
                <a:cubicBezTo>
                  <a:pt x="146933" y="109735"/>
                  <a:pt x="143622" y="109192"/>
                  <a:pt x="140828" y="108105"/>
                </a:cubicBezTo>
                <a:cubicBezTo>
                  <a:pt x="138759" y="107329"/>
                  <a:pt x="136431" y="105777"/>
                  <a:pt x="133844" y="103449"/>
                </a:cubicBezTo>
                <a:lnTo>
                  <a:pt x="133844" y="125101"/>
                </a:lnTo>
                <a:cubicBezTo>
                  <a:pt x="133844" y="129964"/>
                  <a:pt x="134141" y="133056"/>
                  <a:pt x="134736" y="134375"/>
                </a:cubicBezTo>
                <a:cubicBezTo>
                  <a:pt x="135331" y="135694"/>
                  <a:pt x="136366" y="136742"/>
                  <a:pt x="137840" y="137518"/>
                </a:cubicBezTo>
                <a:cubicBezTo>
                  <a:pt x="139315" y="138294"/>
                  <a:pt x="141992" y="138682"/>
                  <a:pt x="145873" y="138682"/>
                </a:cubicBezTo>
                <a:lnTo>
                  <a:pt x="145873" y="141553"/>
                </a:lnTo>
                <a:lnTo>
                  <a:pt x="108622" y="141553"/>
                </a:lnTo>
                <a:lnTo>
                  <a:pt x="108622" y="138682"/>
                </a:lnTo>
                <a:lnTo>
                  <a:pt x="110562" y="138682"/>
                </a:lnTo>
                <a:cubicBezTo>
                  <a:pt x="113407" y="138734"/>
                  <a:pt x="115839" y="138190"/>
                  <a:pt x="117857" y="137050"/>
                </a:cubicBezTo>
                <a:cubicBezTo>
                  <a:pt x="118840" y="136481"/>
                  <a:pt x="119603" y="135562"/>
                  <a:pt x="120146" y="134292"/>
                </a:cubicBezTo>
                <a:cubicBezTo>
                  <a:pt x="120689" y="133025"/>
                  <a:pt x="120961" y="129803"/>
                  <a:pt x="120961" y="124626"/>
                </a:cubicBezTo>
                <a:lnTo>
                  <a:pt x="120961" y="57368"/>
                </a:lnTo>
                <a:cubicBezTo>
                  <a:pt x="120961" y="52760"/>
                  <a:pt x="120754" y="49835"/>
                  <a:pt x="120340" y="48593"/>
                </a:cubicBezTo>
                <a:cubicBezTo>
                  <a:pt x="119926" y="47350"/>
                  <a:pt x="119267" y="46418"/>
                  <a:pt x="118361" y="45797"/>
                </a:cubicBezTo>
                <a:cubicBezTo>
                  <a:pt x="117456" y="45175"/>
                  <a:pt x="116227" y="44864"/>
                  <a:pt x="114675" y="44864"/>
                </a:cubicBezTo>
                <a:cubicBezTo>
                  <a:pt x="113433" y="44864"/>
                  <a:pt x="111855" y="45226"/>
                  <a:pt x="109941" y="45950"/>
                </a:cubicBezTo>
                <a:lnTo>
                  <a:pt x="109010" y="43467"/>
                </a:lnTo>
                <a:moveTo>
                  <a:pt x="133844" y="55939"/>
                </a:moveTo>
                <a:lnTo>
                  <a:pt x="133844" y="82447"/>
                </a:lnTo>
                <a:cubicBezTo>
                  <a:pt x="133844" y="88183"/>
                  <a:pt x="134077" y="91955"/>
                  <a:pt x="134542" y="93763"/>
                </a:cubicBezTo>
                <a:cubicBezTo>
                  <a:pt x="135266" y="96760"/>
                  <a:pt x="137038" y="99396"/>
                  <a:pt x="139858" y="101669"/>
                </a:cubicBezTo>
                <a:cubicBezTo>
                  <a:pt x="142678" y="103942"/>
                  <a:pt x="146235" y="105079"/>
                  <a:pt x="150529" y="105079"/>
                </a:cubicBezTo>
                <a:cubicBezTo>
                  <a:pt x="155703" y="105079"/>
                  <a:pt x="159893" y="103063"/>
                  <a:pt x="163101" y="99033"/>
                </a:cubicBezTo>
                <a:cubicBezTo>
                  <a:pt x="167292" y="93763"/>
                  <a:pt x="169387" y="86349"/>
                  <a:pt x="169387" y="76789"/>
                </a:cubicBezTo>
                <a:cubicBezTo>
                  <a:pt x="169387" y="65938"/>
                  <a:pt x="167007" y="57594"/>
                  <a:pt x="162247" y="51756"/>
                </a:cubicBezTo>
                <a:cubicBezTo>
                  <a:pt x="158936" y="47725"/>
                  <a:pt x="155004" y="45710"/>
                  <a:pt x="150451" y="45710"/>
                </a:cubicBezTo>
                <a:cubicBezTo>
                  <a:pt x="147968" y="45710"/>
                  <a:pt x="145510" y="46330"/>
                  <a:pt x="143079" y="47570"/>
                </a:cubicBezTo>
                <a:cubicBezTo>
                  <a:pt x="141216" y="48500"/>
                  <a:pt x="138138" y="51289"/>
                  <a:pt x="133844" y="55939"/>
                </a:cubicBezTo>
                <a:close/>
                <a:moveTo>
                  <a:pt x="205551" y="63327"/>
                </a:moveTo>
                <a:cubicBezTo>
                  <a:pt x="205499" y="73857"/>
                  <a:pt x="208060" y="82116"/>
                  <a:pt x="213234" y="88105"/>
                </a:cubicBezTo>
                <a:cubicBezTo>
                  <a:pt x="218408" y="94092"/>
                  <a:pt x="224487" y="97085"/>
                  <a:pt x="231472" y="97085"/>
                </a:cubicBezTo>
                <a:cubicBezTo>
                  <a:pt x="236128" y="97085"/>
                  <a:pt x="240176" y="95805"/>
                  <a:pt x="243617" y="93244"/>
                </a:cubicBezTo>
                <a:cubicBezTo>
                  <a:pt x="247057" y="90683"/>
                  <a:pt x="249942" y="86298"/>
                  <a:pt x="252270" y="80089"/>
                </a:cubicBezTo>
                <a:lnTo>
                  <a:pt x="254676" y="81642"/>
                </a:lnTo>
                <a:cubicBezTo>
                  <a:pt x="253589" y="88730"/>
                  <a:pt x="250433" y="95184"/>
                  <a:pt x="245208" y="101004"/>
                </a:cubicBezTo>
                <a:cubicBezTo>
                  <a:pt x="239982" y="106825"/>
                  <a:pt x="233438" y="109735"/>
                  <a:pt x="225574" y="109735"/>
                </a:cubicBezTo>
                <a:cubicBezTo>
                  <a:pt x="217037" y="109735"/>
                  <a:pt x="209729" y="106418"/>
                  <a:pt x="203650" y="99784"/>
                </a:cubicBezTo>
                <a:cubicBezTo>
                  <a:pt x="197571" y="93149"/>
                  <a:pt x="194531" y="84229"/>
                  <a:pt x="194531" y="73025"/>
                </a:cubicBezTo>
                <a:cubicBezTo>
                  <a:pt x="194531" y="60892"/>
                  <a:pt x="197648" y="51432"/>
                  <a:pt x="203883" y="44643"/>
                </a:cubicBezTo>
                <a:cubicBezTo>
                  <a:pt x="210117" y="37852"/>
                  <a:pt x="217942" y="34457"/>
                  <a:pt x="227358" y="34457"/>
                </a:cubicBezTo>
                <a:cubicBezTo>
                  <a:pt x="235326" y="34457"/>
                  <a:pt x="241871" y="37076"/>
                  <a:pt x="246993" y="42315"/>
                </a:cubicBezTo>
                <a:cubicBezTo>
                  <a:pt x="252115" y="47551"/>
                  <a:pt x="254676" y="54555"/>
                  <a:pt x="254676" y="63327"/>
                </a:cubicBezTo>
                <a:lnTo>
                  <a:pt x="205551" y="63327"/>
                </a:lnTo>
                <a:moveTo>
                  <a:pt x="205551" y="58825"/>
                </a:moveTo>
                <a:lnTo>
                  <a:pt x="238456" y="58825"/>
                </a:lnTo>
                <a:cubicBezTo>
                  <a:pt x="238197" y="54272"/>
                  <a:pt x="237654" y="51065"/>
                  <a:pt x="236826" y="49202"/>
                </a:cubicBezTo>
                <a:cubicBezTo>
                  <a:pt x="235533" y="46305"/>
                  <a:pt x="233606" y="44028"/>
                  <a:pt x="231045" y="42373"/>
                </a:cubicBezTo>
                <a:cubicBezTo>
                  <a:pt x="228484" y="40717"/>
                  <a:pt x="225806" y="39889"/>
                  <a:pt x="223013" y="39889"/>
                </a:cubicBezTo>
                <a:cubicBezTo>
                  <a:pt x="218718" y="39889"/>
                  <a:pt x="214877" y="41558"/>
                  <a:pt x="211488" y="44895"/>
                </a:cubicBezTo>
                <a:cubicBezTo>
                  <a:pt x="208099" y="48232"/>
                  <a:pt x="206120" y="52876"/>
                  <a:pt x="205551" y="58825"/>
                </a:cubicBezTo>
                <a:close/>
                <a:moveTo>
                  <a:pt x="284889" y="49513"/>
                </a:moveTo>
                <a:cubicBezTo>
                  <a:pt x="293218" y="39476"/>
                  <a:pt x="301160" y="34457"/>
                  <a:pt x="308714" y="34457"/>
                </a:cubicBezTo>
                <a:cubicBezTo>
                  <a:pt x="312594" y="34457"/>
                  <a:pt x="315931" y="35426"/>
                  <a:pt x="318725" y="37362"/>
                </a:cubicBezTo>
                <a:cubicBezTo>
                  <a:pt x="321519" y="39298"/>
                  <a:pt x="323743" y="42485"/>
                  <a:pt x="325399" y="46925"/>
                </a:cubicBezTo>
                <a:cubicBezTo>
                  <a:pt x="326537" y="50021"/>
                  <a:pt x="327106" y="54770"/>
                  <a:pt x="327106" y="61173"/>
                </a:cubicBezTo>
                <a:lnTo>
                  <a:pt x="327106" y="91449"/>
                </a:lnTo>
                <a:cubicBezTo>
                  <a:pt x="327106" y="95940"/>
                  <a:pt x="327469" y="98986"/>
                  <a:pt x="328193" y="100587"/>
                </a:cubicBezTo>
                <a:cubicBezTo>
                  <a:pt x="328762" y="101877"/>
                  <a:pt x="329680" y="102884"/>
                  <a:pt x="330948" y="103606"/>
                </a:cubicBezTo>
                <a:cubicBezTo>
                  <a:pt x="332215" y="104329"/>
                  <a:pt x="334557" y="104691"/>
                  <a:pt x="337971" y="104691"/>
                </a:cubicBezTo>
                <a:lnTo>
                  <a:pt x="337971" y="107562"/>
                </a:lnTo>
                <a:lnTo>
                  <a:pt x="302816" y="107562"/>
                </a:lnTo>
                <a:lnTo>
                  <a:pt x="302816" y="104691"/>
                </a:lnTo>
                <a:lnTo>
                  <a:pt x="304290" y="104691"/>
                </a:lnTo>
                <a:cubicBezTo>
                  <a:pt x="307601" y="104691"/>
                  <a:pt x="309917" y="104189"/>
                  <a:pt x="311236" y="103184"/>
                </a:cubicBezTo>
                <a:cubicBezTo>
                  <a:pt x="312555" y="102180"/>
                  <a:pt x="313474" y="100701"/>
                  <a:pt x="313991" y="98746"/>
                </a:cubicBezTo>
                <a:cubicBezTo>
                  <a:pt x="314198" y="97974"/>
                  <a:pt x="314301" y="95554"/>
                  <a:pt x="314301" y="91488"/>
                </a:cubicBezTo>
                <a:lnTo>
                  <a:pt x="314301" y="62533"/>
                </a:lnTo>
                <a:cubicBezTo>
                  <a:pt x="314301" y="56100"/>
                  <a:pt x="313461" y="51429"/>
                  <a:pt x="311779" y="48521"/>
                </a:cubicBezTo>
                <a:cubicBezTo>
                  <a:pt x="310098" y="45612"/>
                  <a:pt x="307265" y="44158"/>
                  <a:pt x="303281" y="44158"/>
                </a:cubicBezTo>
                <a:cubicBezTo>
                  <a:pt x="297125" y="44158"/>
                  <a:pt x="290994" y="47504"/>
                  <a:pt x="284889" y="54196"/>
                </a:cubicBezTo>
                <a:lnTo>
                  <a:pt x="284889" y="91488"/>
                </a:lnTo>
                <a:cubicBezTo>
                  <a:pt x="284889" y="96275"/>
                  <a:pt x="285173" y="99235"/>
                  <a:pt x="285742" y="100366"/>
                </a:cubicBezTo>
                <a:cubicBezTo>
                  <a:pt x="286467" y="101859"/>
                  <a:pt x="287463" y="102952"/>
                  <a:pt x="288730" y="103648"/>
                </a:cubicBezTo>
                <a:cubicBezTo>
                  <a:pt x="289998" y="104343"/>
                  <a:pt x="292572" y="104691"/>
                  <a:pt x="296452" y="104691"/>
                </a:cubicBezTo>
                <a:lnTo>
                  <a:pt x="296452" y="107562"/>
                </a:lnTo>
                <a:lnTo>
                  <a:pt x="261297" y="107562"/>
                </a:lnTo>
                <a:lnTo>
                  <a:pt x="261297" y="104691"/>
                </a:lnTo>
                <a:lnTo>
                  <a:pt x="262849" y="104691"/>
                </a:lnTo>
                <a:cubicBezTo>
                  <a:pt x="266470" y="104691"/>
                  <a:pt x="268915" y="103775"/>
                  <a:pt x="270182" y="101943"/>
                </a:cubicBezTo>
                <a:cubicBezTo>
                  <a:pt x="271450" y="100109"/>
                  <a:pt x="272084" y="96611"/>
                  <a:pt x="272084" y="91449"/>
                </a:cubicBezTo>
                <a:lnTo>
                  <a:pt x="272084" y="65121"/>
                </a:lnTo>
                <a:cubicBezTo>
                  <a:pt x="272084" y="56604"/>
                  <a:pt x="271890" y="51416"/>
                  <a:pt x="271502" y="49559"/>
                </a:cubicBezTo>
                <a:cubicBezTo>
                  <a:pt x="271114" y="47699"/>
                  <a:pt x="270519" y="46434"/>
                  <a:pt x="269717" y="45763"/>
                </a:cubicBezTo>
                <a:cubicBezTo>
                  <a:pt x="268915" y="45092"/>
                  <a:pt x="267841" y="44757"/>
                  <a:pt x="266496" y="44757"/>
                </a:cubicBezTo>
                <a:cubicBezTo>
                  <a:pt x="265047" y="44757"/>
                  <a:pt x="263314" y="45144"/>
                  <a:pt x="261297" y="45919"/>
                </a:cubicBezTo>
                <a:lnTo>
                  <a:pt x="260132" y="43130"/>
                </a:lnTo>
                <a:lnTo>
                  <a:pt x="281552" y="34457"/>
                </a:lnTo>
                <a:lnTo>
                  <a:pt x="284889" y="34457"/>
                </a:lnTo>
                <a:lnTo>
                  <a:pt x="284889" y="49513"/>
                </a:lnTo>
                <a:close/>
                <a:moveTo>
                  <a:pt x="451276" y="0"/>
                </a:moveTo>
                <a:lnTo>
                  <a:pt x="451276" y="36320"/>
                </a:lnTo>
                <a:lnTo>
                  <a:pt x="448404" y="36320"/>
                </a:lnTo>
                <a:cubicBezTo>
                  <a:pt x="447473" y="29335"/>
                  <a:pt x="445805" y="23773"/>
                  <a:pt x="443399" y="19634"/>
                </a:cubicBezTo>
                <a:cubicBezTo>
                  <a:pt x="440993" y="15495"/>
                  <a:pt x="437565" y="12210"/>
                  <a:pt x="433116" y="9778"/>
                </a:cubicBezTo>
                <a:cubicBezTo>
                  <a:pt x="428667" y="7347"/>
                  <a:pt x="424062" y="6131"/>
                  <a:pt x="419302" y="6131"/>
                </a:cubicBezTo>
                <a:cubicBezTo>
                  <a:pt x="413921" y="6131"/>
                  <a:pt x="409472" y="7773"/>
                  <a:pt x="405954" y="11056"/>
                </a:cubicBezTo>
                <a:cubicBezTo>
                  <a:pt x="402436" y="14339"/>
                  <a:pt x="400677" y="18073"/>
                  <a:pt x="400677" y="22261"/>
                </a:cubicBezTo>
                <a:cubicBezTo>
                  <a:pt x="400677" y="25467"/>
                  <a:pt x="401789" y="28388"/>
                  <a:pt x="404014" y="31023"/>
                </a:cubicBezTo>
                <a:cubicBezTo>
                  <a:pt x="407221" y="34902"/>
                  <a:pt x="414853" y="40072"/>
                  <a:pt x="426908" y="46535"/>
                </a:cubicBezTo>
                <a:cubicBezTo>
                  <a:pt x="436738" y="51807"/>
                  <a:pt x="443451" y="55852"/>
                  <a:pt x="447046" y="58670"/>
                </a:cubicBezTo>
                <a:cubicBezTo>
                  <a:pt x="450642" y="61487"/>
                  <a:pt x="453410" y="64808"/>
                  <a:pt x="455350" y="68635"/>
                </a:cubicBezTo>
                <a:cubicBezTo>
                  <a:pt x="457290" y="72461"/>
                  <a:pt x="458260" y="76467"/>
                  <a:pt x="458260" y="80654"/>
                </a:cubicBezTo>
                <a:cubicBezTo>
                  <a:pt x="458260" y="88616"/>
                  <a:pt x="455169" y="95479"/>
                  <a:pt x="448986" y="101244"/>
                </a:cubicBezTo>
                <a:cubicBezTo>
                  <a:pt x="442804" y="107008"/>
                  <a:pt x="434849" y="109890"/>
                  <a:pt x="425123" y="109890"/>
                </a:cubicBezTo>
                <a:cubicBezTo>
                  <a:pt x="422070" y="109890"/>
                  <a:pt x="419199" y="109661"/>
                  <a:pt x="416508" y="109201"/>
                </a:cubicBezTo>
                <a:cubicBezTo>
                  <a:pt x="414904" y="108946"/>
                  <a:pt x="411580" y="108014"/>
                  <a:pt x="406536" y="106405"/>
                </a:cubicBezTo>
                <a:cubicBezTo>
                  <a:pt x="401492" y="104796"/>
                  <a:pt x="398297" y="103992"/>
                  <a:pt x="396952" y="103992"/>
                </a:cubicBezTo>
                <a:cubicBezTo>
                  <a:pt x="395658" y="103992"/>
                  <a:pt x="394636" y="104375"/>
                  <a:pt x="393886" y="105142"/>
                </a:cubicBezTo>
                <a:cubicBezTo>
                  <a:pt x="393136" y="105908"/>
                  <a:pt x="392580" y="107491"/>
                  <a:pt x="392218" y="109890"/>
                </a:cubicBezTo>
                <a:lnTo>
                  <a:pt x="389346" y="109890"/>
                </a:lnTo>
                <a:lnTo>
                  <a:pt x="389346" y="73881"/>
                </a:lnTo>
                <a:lnTo>
                  <a:pt x="392218" y="73881"/>
                </a:lnTo>
                <a:cubicBezTo>
                  <a:pt x="393563" y="81435"/>
                  <a:pt x="395374" y="87087"/>
                  <a:pt x="397650" y="90838"/>
                </a:cubicBezTo>
                <a:cubicBezTo>
                  <a:pt x="399926" y="94589"/>
                  <a:pt x="403406" y="97706"/>
                  <a:pt x="408088" y="100189"/>
                </a:cubicBezTo>
                <a:cubicBezTo>
                  <a:pt x="412770" y="102673"/>
                  <a:pt x="417905" y="103914"/>
                  <a:pt x="423493" y="103914"/>
                </a:cubicBezTo>
                <a:cubicBezTo>
                  <a:pt x="429960" y="103914"/>
                  <a:pt x="435069" y="102209"/>
                  <a:pt x="438820" y="98797"/>
                </a:cubicBezTo>
                <a:cubicBezTo>
                  <a:pt x="442571" y="95384"/>
                  <a:pt x="444446" y="91351"/>
                  <a:pt x="444446" y="86698"/>
                </a:cubicBezTo>
                <a:cubicBezTo>
                  <a:pt x="444446" y="84113"/>
                  <a:pt x="443735" y="81502"/>
                  <a:pt x="442312" y="78867"/>
                </a:cubicBezTo>
                <a:cubicBezTo>
                  <a:pt x="440890" y="76230"/>
                  <a:pt x="438678" y="73774"/>
                  <a:pt x="435677" y="71499"/>
                </a:cubicBezTo>
                <a:cubicBezTo>
                  <a:pt x="433659" y="69949"/>
                  <a:pt x="428149" y="66653"/>
                  <a:pt x="419147" y="61612"/>
                </a:cubicBezTo>
                <a:cubicBezTo>
                  <a:pt x="410145" y="56571"/>
                  <a:pt x="403742" y="52551"/>
                  <a:pt x="399939" y="49554"/>
                </a:cubicBezTo>
                <a:cubicBezTo>
                  <a:pt x="396137" y="46555"/>
                  <a:pt x="393252" y="43246"/>
                  <a:pt x="391286" y="39628"/>
                </a:cubicBezTo>
                <a:cubicBezTo>
                  <a:pt x="389320" y="36008"/>
                  <a:pt x="388337" y="32026"/>
                  <a:pt x="388337" y="27684"/>
                </a:cubicBezTo>
                <a:cubicBezTo>
                  <a:pt x="388337" y="20136"/>
                  <a:pt x="391235" y="13636"/>
                  <a:pt x="397029" y="8183"/>
                </a:cubicBezTo>
                <a:cubicBezTo>
                  <a:pt x="402824" y="2728"/>
                  <a:pt x="410196" y="0"/>
                  <a:pt x="419147" y="0"/>
                </a:cubicBezTo>
                <a:cubicBezTo>
                  <a:pt x="424735" y="0"/>
                  <a:pt x="430658" y="1371"/>
                  <a:pt x="436919" y="4113"/>
                </a:cubicBezTo>
                <a:cubicBezTo>
                  <a:pt x="439816" y="5407"/>
                  <a:pt x="441860" y="6053"/>
                  <a:pt x="443050" y="6053"/>
                </a:cubicBezTo>
                <a:cubicBezTo>
                  <a:pt x="444395" y="6053"/>
                  <a:pt x="445494" y="5652"/>
                  <a:pt x="446348" y="4850"/>
                </a:cubicBezTo>
                <a:cubicBezTo>
                  <a:pt x="447202" y="4048"/>
                  <a:pt x="447887" y="2432"/>
                  <a:pt x="448404" y="0"/>
                </a:cubicBezTo>
                <a:lnTo>
                  <a:pt x="451276" y="0"/>
                </a:lnTo>
                <a:close/>
                <a:moveTo>
                  <a:pt x="506507" y="34457"/>
                </a:moveTo>
                <a:cubicBezTo>
                  <a:pt x="517268" y="34457"/>
                  <a:pt x="525908" y="38540"/>
                  <a:pt x="532427" y="46707"/>
                </a:cubicBezTo>
                <a:cubicBezTo>
                  <a:pt x="537963" y="53683"/>
                  <a:pt x="540731" y="61694"/>
                  <a:pt x="540731" y="70740"/>
                </a:cubicBezTo>
                <a:cubicBezTo>
                  <a:pt x="540731" y="77098"/>
                  <a:pt x="539205" y="83532"/>
                  <a:pt x="536152" y="90045"/>
                </a:cubicBezTo>
                <a:cubicBezTo>
                  <a:pt x="533100" y="96556"/>
                  <a:pt x="528896" y="101465"/>
                  <a:pt x="523542" y="104773"/>
                </a:cubicBezTo>
                <a:cubicBezTo>
                  <a:pt x="518187" y="108081"/>
                  <a:pt x="512224" y="109735"/>
                  <a:pt x="505653" y="109735"/>
                </a:cubicBezTo>
                <a:cubicBezTo>
                  <a:pt x="494944" y="109735"/>
                  <a:pt x="486433" y="105471"/>
                  <a:pt x="480121" y="96942"/>
                </a:cubicBezTo>
                <a:cubicBezTo>
                  <a:pt x="474792" y="89759"/>
                  <a:pt x="472128" y="81697"/>
                  <a:pt x="472128" y="72756"/>
                </a:cubicBezTo>
                <a:cubicBezTo>
                  <a:pt x="472128" y="66243"/>
                  <a:pt x="473744" y="59770"/>
                  <a:pt x="476978" y="53335"/>
                </a:cubicBezTo>
                <a:cubicBezTo>
                  <a:pt x="480211" y="46900"/>
                  <a:pt x="484467" y="42145"/>
                  <a:pt x="489744" y="39070"/>
                </a:cubicBezTo>
                <a:cubicBezTo>
                  <a:pt x="495021" y="35995"/>
                  <a:pt x="500609" y="34457"/>
                  <a:pt x="506507" y="34457"/>
                </a:cubicBezTo>
                <a:moveTo>
                  <a:pt x="504101" y="39579"/>
                </a:moveTo>
                <a:cubicBezTo>
                  <a:pt x="501359" y="39579"/>
                  <a:pt x="498604" y="40393"/>
                  <a:pt x="495836" y="42021"/>
                </a:cubicBezTo>
                <a:cubicBezTo>
                  <a:pt x="493068" y="43649"/>
                  <a:pt x="490831" y="46505"/>
                  <a:pt x="489123" y="50587"/>
                </a:cubicBezTo>
                <a:cubicBezTo>
                  <a:pt x="487416" y="54669"/>
                  <a:pt x="486562" y="59914"/>
                  <a:pt x="486562" y="66322"/>
                </a:cubicBezTo>
                <a:cubicBezTo>
                  <a:pt x="486562" y="76656"/>
                  <a:pt x="488619" y="85570"/>
                  <a:pt x="492732" y="93064"/>
                </a:cubicBezTo>
                <a:cubicBezTo>
                  <a:pt x="496845" y="100556"/>
                  <a:pt x="502265" y="104303"/>
                  <a:pt x="508990" y="104303"/>
                </a:cubicBezTo>
                <a:cubicBezTo>
                  <a:pt x="514009" y="104303"/>
                  <a:pt x="518148" y="102235"/>
                  <a:pt x="521407" y="98101"/>
                </a:cubicBezTo>
                <a:cubicBezTo>
                  <a:pt x="524667" y="93967"/>
                  <a:pt x="526297" y="86862"/>
                  <a:pt x="526297" y="76786"/>
                </a:cubicBezTo>
                <a:cubicBezTo>
                  <a:pt x="526297" y="64177"/>
                  <a:pt x="523580" y="54255"/>
                  <a:pt x="518148" y="47020"/>
                </a:cubicBezTo>
                <a:cubicBezTo>
                  <a:pt x="514475" y="42059"/>
                  <a:pt x="509792" y="39579"/>
                  <a:pt x="504101" y="39579"/>
                </a:cubicBezTo>
                <a:close/>
                <a:moveTo>
                  <a:pt x="613526" y="36475"/>
                </a:moveTo>
                <a:lnTo>
                  <a:pt x="613526" y="79546"/>
                </a:lnTo>
                <a:cubicBezTo>
                  <a:pt x="613526" y="87772"/>
                  <a:pt x="613720" y="92804"/>
                  <a:pt x="614108" y="94641"/>
                </a:cubicBezTo>
                <a:cubicBezTo>
                  <a:pt x="614496" y="96477"/>
                  <a:pt x="615117" y="97758"/>
                  <a:pt x="615971" y="98482"/>
                </a:cubicBezTo>
                <a:cubicBezTo>
                  <a:pt x="616824" y="99206"/>
                  <a:pt x="617820" y="99569"/>
                  <a:pt x="618959" y="99569"/>
                </a:cubicBezTo>
                <a:cubicBezTo>
                  <a:pt x="620562" y="99569"/>
                  <a:pt x="622373" y="99129"/>
                  <a:pt x="624391" y="98249"/>
                </a:cubicBezTo>
                <a:lnTo>
                  <a:pt x="625478" y="100965"/>
                </a:lnTo>
                <a:lnTo>
                  <a:pt x="604213" y="109735"/>
                </a:lnTo>
                <a:lnTo>
                  <a:pt x="600721" y="109735"/>
                </a:lnTo>
                <a:lnTo>
                  <a:pt x="600721" y="94679"/>
                </a:lnTo>
                <a:cubicBezTo>
                  <a:pt x="594616" y="101302"/>
                  <a:pt x="589960" y="105467"/>
                  <a:pt x="586752" y="107174"/>
                </a:cubicBezTo>
                <a:cubicBezTo>
                  <a:pt x="583544" y="108881"/>
                  <a:pt x="580156" y="109735"/>
                  <a:pt x="576586" y="109735"/>
                </a:cubicBezTo>
                <a:cubicBezTo>
                  <a:pt x="572602" y="109735"/>
                  <a:pt x="569148" y="108584"/>
                  <a:pt x="566225" y="106281"/>
                </a:cubicBezTo>
                <a:cubicBezTo>
                  <a:pt x="563302" y="103979"/>
                  <a:pt x="561271" y="101017"/>
                  <a:pt x="560133" y="97396"/>
                </a:cubicBezTo>
                <a:cubicBezTo>
                  <a:pt x="558995" y="93774"/>
                  <a:pt x="558426" y="88652"/>
                  <a:pt x="558426" y="82030"/>
                </a:cubicBezTo>
                <a:lnTo>
                  <a:pt x="558426" y="50289"/>
                </a:lnTo>
                <a:cubicBezTo>
                  <a:pt x="558426" y="46926"/>
                  <a:pt x="558064" y="44598"/>
                  <a:pt x="557339" y="43304"/>
                </a:cubicBezTo>
                <a:cubicBezTo>
                  <a:pt x="556615" y="42011"/>
                  <a:pt x="555542" y="41015"/>
                  <a:pt x="554119" y="40316"/>
                </a:cubicBezTo>
                <a:cubicBezTo>
                  <a:pt x="552696" y="39618"/>
                  <a:pt x="550122" y="39295"/>
                  <a:pt x="546397" y="39346"/>
                </a:cubicBezTo>
                <a:lnTo>
                  <a:pt x="546397" y="36475"/>
                </a:lnTo>
                <a:lnTo>
                  <a:pt x="571309" y="36475"/>
                </a:lnTo>
                <a:lnTo>
                  <a:pt x="571309" y="83931"/>
                </a:lnTo>
                <a:cubicBezTo>
                  <a:pt x="571309" y="90537"/>
                  <a:pt x="572460" y="94873"/>
                  <a:pt x="574762" y="96937"/>
                </a:cubicBezTo>
                <a:cubicBezTo>
                  <a:pt x="577064" y="99002"/>
                  <a:pt x="579845" y="100034"/>
                  <a:pt x="583105" y="100034"/>
                </a:cubicBezTo>
                <a:cubicBezTo>
                  <a:pt x="585329" y="100034"/>
                  <a:pt x="587852" y="99337"/>
                  <a:pt x="590671" y="97944"/>
                </a:cubicBezTo>
                <a:cubicBezTo>
                  <a:pt x="593491" y="96550"/>
                  <a:pt x="596841" y="93893"/>
                  <a:pt x="600721" y="89972"/>
                </a:cubicBezTo>
                <a:lnTo>
                  <a:pt x="600721" y="49796"/>
                </a:lnTo>
                <a:cubicBezTo>
                  <a:pt x="600721" y="45771"/>
                  <a:pt x="599984" y="43049"/>
                  <a:pt x="598509" y="41631"/>
                </a:cubicBezTo>
                <a:cubicBezTo>
                  <a:pt x="597035" y="40211"/>
                  <a:pt x="593969" y="39450"/>
                  <a:pt x="589313" y="39346"/>
                </a:cubicBezTo>
                <a:lnTo>
                  <a:pt x="589313" y="36475"/>
                </a:lnTo>
                <a:lnTo>
                  <a:pt x="613526" y="36475"/>
                </a:lnTo>
                <a:close/>
                <a:moveTo>
                  <a:pt x="651476" y="34457"/>
                </a:moveTo>
                <a:lnTo>
                  <a:pt x="651476" y="50444"/>
                </a:lnTo>
                <a:cubicBezTo>
                  <a:pt x="657426" y="39786"/>
                  <a:pt x="663531" y="34457"/>
                  <a:pt x="669791" y="34457"/>
                </a:cubicBezTo>
                <a:cubicBezTo>
                  <a:pt x="672637" y="34457"/>
                  <a:pt x="674991" y="35324"/>
                  <a:pt x="676853" y="37057"/>
                </a:cubicBezTo>
                <a:cubicBezTo>
                  <a:pt x="678716" y="38790"/>
                  <a:pt x="679647" y="40795"/>
                  <a:pt x="679647" y="43071"/>
                </a:cubicBezTo>
                <a:cubicBezTo>
                  <a:pt x="679647" y="45089"/>
                  <a:pt x="678974" y="46796"/>
                  <a:pt x="677629" y="48193"/>
                </a:cubicBezTo>
                <a:cubicBezTo>
                  <a:pt x="676284" y="49590"/>
                  <a:pt x="674680" y="50289"/>
                  <a:pt x="672818" y="50289"/>
                </a:cubicBezTo>
                <a:cubicBezTo>
                  <a:pt x="671007" y="50289"/>
                  <a:pt x="668976" y="49396"/>
                  <a:pt x="666726" y="47611"/>
                </a:cubicBezTo>
                <a:cubicBezTo>
                  <a:pt x="664475" y="45826"/>
                  <a:pt x="662806" y="44934"/>
                  <a:pt x="661720" y="44934"/>
                </a:cubicBezTo>
                <a:cubicBezTo>
                  <a:pt x="660789" y="44934"/>
                  <a:pt x="659780" y="45450"/>
                  <a:pt x="658693" y="46481"/>
                </a:cubicBezTo>
                <a:cubicBezTo>
                  <a:pt x="656365" y="48598"/>
                  <a:pt x="653959" y="52081"/>
                  <a:pt x="651476" y="56931"/>
                </a:cubicBezTo>
                <a:lnTo>
                  <a:pt x="651476" y="90913"/>
                </a:lnTo>
                <a:cubicBezTo>
                  <a:pt x="651476" y="94834"/>
                  <a:pt x="651967" y="97801"/>
                  <a:pt x="652950" y="99813"/>
                </a:cubicBezTo>
                <a:cubicBezTo>
                  <a:pt x="653623" y="101207"/>
                  <a:pt x="654813" y="102369"/>
                  <a:pt x="656520" y="103298"/>
                </a:cubicBezTo>
                <a:cubicBezTo>
                  <a:pt x="658228" y="104227"/>
                  <a:pt x="660685" y="104691"/>
                  <a:pt x="663893" y="104691"/>
                </a:cubicBezTo>
                <a:lnTo>
                  <a:pt x="663893" y="107562"/>
                </a:lnTo>
                <a:lnTo>
                  <a:pt x="627496" y="107562"/>
                </a:lnTo>
                <a:lnTo>
                  <a:pt x="627496" y="104691"/>
                </a:lnTo>
                <a:cubicBezTo>
                  <a:pt x="631117" y="104691"/>
                  <a:pt x="633808" y="104123"/>
                  <a:pt x="635567" y="102988"/>
                </a:cubicBezTo>
                <a:cubicBezTo>
                  <a:pt x="636860" y="102162"/>
                  <a:pt x="637766" y="100845"/>
                  <a:pt x="638283" y="99037"/>
                </a:cubicBezTo>
                <a:cubicBezTo>
                  <a:pt x="638542" y="98160"/>
                  <a:pt x="638671" y="95656"/>
                  <a:pt x="638671" y="91527"/>
                </a:cubicBezTo>
                <a:lnTo>
                  <a:pt x="638671" y="64037"/>
                </a:lnTo>
                <a:cubicBezTo>
                  <a:pt x="638671" y="55777"/>
                  <a:pt x="638503" y="50860"/>
                  <a:pt x="638167" y="49287"/>
                </a:cubicBezTo>
                <a:cubicBezTo>
                  <a:pt x="637830" y="47712"/>
                  <a:pt x="637209" y="46564"/>
                  <a:pt x="636304" y="45841"/>
                </a:cubicBezTo>
                <a:cubicBezTo>
                  <a:pt x="635399" y="45118"/>
                  <a:pt x="634273" y="44757"/>
                  <a:pt x="632928" y="44757"/>
                </a:cubicBezTo>
                <a:cubicBezTo>
                  <a:pt x="631324" y="44757"/>
                  <a:pt x="629513" y="45144"/>
                  <a:pt x="627496" y="45919"/>
                </a:cubicBezTo>
                <a:lnTo>
                  <a:pt x="626720" y="43130"/>
                </a:lnTo>
                <a:lnTo>
                  <a:pt x="648217" y="34457"/>
                </a:lnTo>
                <a:lnTo>
                  <a:pt x="651476" y="34457"/>
                </a:lnTo>
                <a:close/>
                <a:moveTo>
                  <a:pt x="743981" y="80555"/>
                </a:moveTo>
                <a:cubicBezTo>
                  <a:pt x="742067" y="89920"/>
                  <a:pt x="738316" y="97124"/>
                  <a:pt x="732728" y="102168"/>
                </a:cubicBezTo>
                <a:cubicBezTo>
                  <a:pt x="727140" y="107213"/>
                  <a:pt x="720958" y="109735"/>
                  <a:pt x="714180" y="109735"/>
                </a:cubicBezTo>
                <a:cubicBezTo>
                  <a:pt x="706109" y="109735"/>
                  <a:pt x="699073" y="106350"/>
                  <a:pt x="693071" y="99581"/>
                </a:cubicBezTo>
                <a:cubicBezTo>
                  <a:pt x="687070" y="92810"/>
                  <a:pt x="684069" y="83661"/>
                  <a:pt x="684069" y="72135"/>
                </a:cubicBezTo>
                <a:cubicBezTo>
                  <a:pt x="684069" y="60971"/>
                  <a:pt x="687393" y="51901"/>
                  <a:pt x="694041" y="44924"/>
                </a:cubicBezTo>
                <a:cubicBezTo>
                  <a:pt x="700690" y="37946"/>
                  <a:pt x="708670" y="34457"/>
                  <a:pt x="717983" y="34457"/>
                </a:cubicBezTo>
                <a:cubicBezTo>
                  <a:pt x="724967" y="34457"/>
                  <a:pt x="730710" y="36301"/>
                  <a:pt x="735211" y="39989"/>
                </a:cubicBezTo>
                <a:cubicBezTo>
                  <a:pt x="739713" y="43675"/>
                  <a:pt x="741963" y="47504"/>
                  <a:pt x="741963" y="51475"/>
                </a:cubicBezTo>
                <a:cubicBezTo>
                  <a:pt x="741963" y="53434"/>
                  <a:pt x="741329" y="55020"/>
                  <a:pt x="740062" y="56233"/>
                </a:cubicBezTo>
                <a:cubicBezTo>
                  <a:pt x="738794" y="57444"/>
                  <a:pt x="737022" y="58049"/>
                  <a:pt x="734746" y="58049"/>
                </a:cubicBezTo>
                <a:cubicBezTo>
                  <a:pt x="731693" y="58049"/>
                  <a:pt x="729391" y="57066"/>
                  <a:pt x="727839" y="55100"/>
                </a:cubicBezTo>
                <a:cubicBezTo>
                  <a:pt x="726959" y="54014"/>
                  <a:pt x="726377" y="51944"/>
                  <a:pt x="726093" y="48892"/>
                </a:cubicBezTo>
                <a:cubicBezTo>
                  <a:pt x="725808" y="45839"/>
                  <a:pt x="724760" y="43511"/>
                  <a:pt x="722950" y="41907"/>
                </a:cubicBezTo>
                <a:cubicBezTo>
                  <a:pt x="721139" y="40355"/>
                  <a:pt x="718630" y="39579"/>
                  <a:pt x="715422" y="39579"/>
                </a:cubicBezTo>
                <a:cubicBezTo>
                  <a:pt x="710248" y="39579"/>
                  <a:pt x="706083" y="41493"/>
                  <a:pt x="702927" y="45322"/>
                </a:cubicBezTo>
                <a:cubicBezTo>
                  <a:pt x="698737" y="50392"/>
                  <a:pt x="696641" y="57092"/>
                  <a:pt x="696641" y="65422"/>
                </a:cubicBezTo>
                <a:cubicBezTo>
                  <a:pt x="696641" y="73907"/>
                  <a:pt x="698724" y="81396"/>
                  <a:pt x="702888" y="87889"/>
                </a:cubicBezTo>
                <a:cubicBezTo>
                  <a:pt x="707053" y="94382"/>
                  <a:pt x="712680" y="97628"/>
                  <a:pt x="719768" y="97628"/>
                </a:cubicBezTo>
                <a:cubicBezTo>
                  <a:pt x="724838" y="97628"/>
                  <a:pt x="729391" y="95895"/>
                  <a:pt x="733426" y="92429"/>
                </a:cubicBezTo>
                <a:cubicBezTo>
                  <a:pt x="736272" y="90049"/>
                  <a:pt x="739040" y="85729"/>
                  <a:pt x="741730" y="79469"/>
                </a:cubicBezTo>
                <a:lnTo>
                  <a:pt x="743981" y="80555"/>
                </a:lnTo>
                <a:close/>
                <a:moveTo>
                  <a:pt x="766123" y="63327"/>
                </a:moveTo>
                <a:cubicBezTo>
                  <a:pt x="766071" y="73857"/>
                  <a:pt x="768632" y="82116"/>
                  <a:pt x="773806" y="88105"/>
                </a:cubicBezTo>
                <a:cubicBezTo>
                  <a:pt x="778980" y="94092"/>
                  <a:pt x="785059" y="97085"/>
                  <a:pt x="792043" y="97085"/>
                </a:cubicBezTo>
                <a:cubicBezTo>
                  <a:pt x="796700" y="97085"/>
                  <a:pt x="800748" y="95805"/>
                  <a:pt x="804189" y="93244"/>
                </a:cubicBezTo>
                <a:cubicBezTo>
                  <a:pt x="807629" y="90683"/>
                  <a:pt x="810513" y="86298"/>
                  <a:pt x="812842" y="80089"/>
                </a:cubicBezTo>
                <a:lnTo>
                  <a:pt x="815247" y="81642"/>
                </a:lnTo>
                <a:cubicBezTo>
                  <a:pt x="814161" y="88730"/>
                  <a:pt x="811005" y="95184"/>
                  <a:pt x="805779" y="101004"/>
                </a:cubicBezTo>
                <a:cubicBezTo>
                  <a:pt x="800554" y="106825"/>
                  <a:pt x="794009" y="109735"/>
                  <a:pt x="786145" y="109735"/>
                </a:cubicBezTo>
                <a:cubicBezTo>
                  <a:pt x="777608" y="109735"/>
                  <a:pt x="770301" y="106418"/>
                  <a:pt x="764221" y="99784"/>
                </a:cubicBezTo>
                <a:cubicBezTo>
                  <a:pt x="758142" y="93149"/>
                  <a:pt x="755103" y="84229"/>
                  <a:pt x="755103" y="73025"/>
                </a:cubicBezTo>
                <a:cubicBezTo>
                  <a:pt x="755103" y="60892"/>
                  <a:pt x="758220" y="51432"/>
                  <a:pt x="764454" y="44643"/>
                </a:cubicBezTo>
                <a:cubicBezTo>
                  <a:pt x="770689" y="37852"/>
                  <a:pt x="778514" y="34457"/>
                  <a:pt x="787930" y="34457"/>
                </a:cubicBezTo>
                <a:cubicBezTo>
                  <a:pt x="795898" y="34457"/>
                  <a:pt x="802442" y="37076"/>
                  <a:pt x="807564" y="42315"/>
                </a:cubicBezTo>
                <a:cubicBezTo>
                  <a:pt x="812686" y="47551"/>
                  <a:pt x="815247" y="54555"/>
                  <a:pt x="815247" y="63327"/>
                </a:cubicBezTo>
                <a:lnTo>
                  <a:pt x="766123" y="63327"/>
                </a:lnTo>
                <a:moveTo>
                  <a:pt x="766123" y="58825"/>
                </a:moveTo>
                <a:lnTo>
                  <a:pt x="799028" y="58825"/>
                </a:lnTo>
                <a:cubicBezTo>
                  <a:pt x="798769" y="54272"/>
                  <a:pt x="798226" y="51065"/>
                  <a:pt x="797398" y="49202"/>
                </a:cubicBezTo>
                <a:cubicBezTo>
                  <a:pt x="796105" y="46305"/>
                  <a:pt x="794177" y="44028"/>
                  <a:pt x="791616" y="42373"/>
                </a:cubicBezTo>
                <a:cubicBezTo>
                  <a:pt x="789055" y="40717"/>
                  <a:pt x="786378" y="39889"/>
                  <a:pt x="783584" y="39889"/>
                </a:cubicBezTo>
                <a:cubicBezTo>
                  <a:pt x="779290" y="39889"/>
                  <a:pt x="775448" y="41558"/>
                  <a:pt x="772060" y="44895"/>
                </a:cubicBezTo>
                <a:cubicBezTo>
                  <a:pt x="768671" y="48232"/>
                  <a:pt x="766692" y="52876"/>
                  <a:pt x="766123" y="58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Community">
            <a:extLst xmlns:a="http://schemas.openxmlformats.org/drawingml/2006/main">
              <a:ext uri="{FF2B5EF4-FFF2-40B4-BE49-F238E27FC236}">
                <a16:creationId xmlns:a16="http://schemas.microsoft.com/office/drawing/2014/main" id="{A1326103-E74D-4A44-9319-059AC32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3" y="975663"/>
            <a:ext cx="752889" cy="144658"/>
          </a:xfrm>
          <a:custGeom xmlns:a="http://schemas.openxmlformats.org/drawingml/2006/main">
            <a:pathLst>
              <a:path w="752889" h="144658">
                <a:moveTo>
                  <a:pt x="89945" y="2794"/>
                </a:moveTo>
                <a:lnTo>
                  <a:pt x="92351" y="38493"/>
                </a:lnTo>
                <a:lnTo>
                  <a:pt x="89945" y="38493"/>
                </a:lnTo>
                <a:cubicBezTo>
                  <a:pt x="86738" y="27755"/>
                  <a:pt x="82159" y="20027"/>
                  <a:pt x="76209" y="15308"/>
                </a:cubicBezTo>
                <a:cubicBezTo>
                  <a:pt x="70259" y="10587"/>
                  <a:pt x="63120" y="8226"/>
                  <a:pt x="54790" y="8226"/>
                </a:cubicBezTo>
                <a:cubicBezTo>
                  <a:pt x="47805" y="8226"/>
                  <a:pt x="41493" y="10000"/>
                  <a:pt x="35854" y="13547"/>
                </a:cubicBezTo>
                <a:cubicBezTo>
                  <a:pt x="30215" y="17093"/>
                  <a:pt x="25778" y="22749"/>
                  <a:pt x="22545" y="30516"/>
                </a:cubicBezTo>
                <a:cubicBezTo>
                  <a:pt x="19311" y="38283"/>
                  <a:pt x="17694" y="47940"/>
                  <a:pt x="17694" y="59487"/>
                </a:cubicBezTo>
                <a:cubicBezTo>
                  <a:pt x="17694" y="69014"/>
                  <a:pt x="19220" y="77272"/>
                  <a:pt x="22273" y="84263"/>
                </a:cubicBezTo>
                <a:cubicBezTo>
                  <a:pt x="25325" y="91253"/>
                  <a:pt x="29917" y="96611"/>
                  <a:pt x="36048" y="100340"/>
                </a:cubicBezTo>
                <a:cubicBezTo>
                  <a:pt x="42179" y="104068"/>
                  <a:pt x="49176" y="105932"/>
                  <a:pt x="57040" y="105932"/>
                </a:cubicBezTo>
                <a:cubicBezTo>
                  <a:pt x="63870" y="105932"/>
                  <a:pt x="69897" y="104471"/>
                  <a:pt x="75123" y="101547"/>
                </a:cubicBezTo>
                <a:cubicBezTo>
                  <a:pt x="80348" y="98624"/>
                  <a:pt x="86091" y="92817"/>
                  <a:pt x="92351" y="84125"/>
                </a:cubicBezTo>
                <a:lnTo>
                  <a:pt x="94757" y="85672"/>
                </a:lnTo>
                <a:cubicBezTo>
                  <a:pt x="89480" y="95012"/>
                  <a:pt x="83323" y="101850"/>
                  <a:pt x="76287" y="106184"/>
                </a:cubicBezTo>
                <a:cubicBezTo>
                  <a:pt x="69250" y="110517"/>
                  <a:pt x="60895" y="112684"/>
                  <a:pt x="51220" y="112684"/>
                </a:cubicBezTo>
                <a:cubicBezTo>
                  <a:pt x="33784" y="112684"/>
                  <a:pt x="20281" y="106226"/>
                  <a:pt x="10710" y="93309"/>
                </a:cubicBezTo>
                <a:cubicBezTo>
                  <a:pt x="3570" y="83701"/>
                  <a:pt x="0" y="72386"/>
                  <a:pt x="0" y="59366"/>
                </a:cubicBezTo>
                <a:cubicBezTo>
                  <a:pt x="0" y="48878"/>
                  <a:pt x="2354" y="39243"/>
                  <a:pt x="7062" y="30460"/>
                </a:cubicBezTo>
                <a:cubicBezTo>
                  <a:pt x="11770" y="21678"/>
                  <a:pt x="18250" y="14871"/>
                  <a:pt x="26502" y="10040"/>
                </a:cubicBezTo>
                <a:cubicBezTo>
                  <a:pt x="34755" y="5209"/>
                  <a:pt x="43770" y="2794"/>
                  <a:pt x="53548" y="2794"/>
                </a:cubicBezTo>
                <a:cubicBezTo>
                  <a:pt x="61154" y="2794"/>
                  <a:pt x="68655" y="4656"/>
                  <a:pt x="76054" y="8381"/>
                </a:cubicBezTo>
                <a:cubicBezTo>
                  <a:pt x="78227" y="9520"/>
                  <a:pt x="79779" y="10089"/>
                  <a:pt x="80710" y="10089"/>
                </a:cubicBezTo>
                <a:cubicBezTo>
                  <a:pt x="82107" y="10089"/>
                  <a:pt x="83323" y="9597"/>
                  <a:pt x="84358" y="8614"/>
                </a:cubicBezTo>
                <a:cubicBezTo>
                  <a:pt x="85703" y="7217"/>
                  <a:pt x="86660" y="5277"/>
                  <a:pt x="87229" y="2794"/>
                </a:cubicBezTo>
                <a:lnTo>
                  <a:pt x="89945" y="2794"/>
                </a:lnTo>
                <a:close/>
                <a:moveTo>
                  <a:pt x="140003" y="37251"/>
                </a:moveTo>
                <a:cubicBezTo>
                  <a:pt x="150764" y="37251"/>
                  <a:pt x="159404" y="41334"/>
                  <a:pt x="165923" y="49501"/>
                </a:cubicBezTo>
                <a:cubicBezTo>
                  <a:pt x="171459" y="56477"/>
                  <a:pt x="174227" y="64488"/>
                  <a:pt x="174227" y="73534"/>
                </a:cubicBezTo>
                <a:cubicBezTo>
                  <a:pt x="174227" y="79891"/>
                  <a:pt x="172701" y="86326"/>
                  <a:pt x="169648" y="92839"/>
                </a:cubicBezTo>
                <a:cubicBezTo>
                  <a:pt x="166596" y="99349"/>
                  <a:pt x="162392" y="104259"/>
                  <a:pt x="157037" y="107567"/>
                </a:cubicBezTo>
                <a:cubicBezTo>
                  <a:pt x="151682" y="110875"/>
                  <a:pt x="145720" y="112529"/>
                  <a:pt x="139149" y="112529"/>
                </a:cubicBezTo>
                <a:cubicBezTo>
                  <a:pt x="128439" y="112529"/>
                  <a:pt x="119929" y="108264"/>
                  <a:pt x="113617" y="99736"/>
                </a:cubicBezTo>
                <a:cubicBezTo>
                  <a:pt x="108288" y="92552"/>
                  <a:pt x="105623" y="84490"/>
                  <a:pt x="105623" y="75549"/>
                </a:cubicBezTo>
                <a:cubicBezTo>
                  <a:pt x="105623" y="69037"/>
                  <a:pt x="107240" y="62563"/>
                  <a:pt x="110474" y="56129"/>
                </a:cubicBezTo>
                <a:cubicBezTo>
                  <a:pt x="113707" y="49694"/>
                  <a:pt x="117963" y="44939"/>
                  <a:pt x="123240" y="41864"/>
                </a:cubicBezTo>
                <a:cubicBezTo>
                  <a:pt x="128517" y="38788"/>
                  <a:pt x="134105" y="37251"/>
                  <a:pt x="140003" y="37251"/>
                </a:cubicBezTo>
                <a:moveTo>
                  <a:pt x="137597" y="42373"/>
                </a:moveTo>
                <a:cubicBezTo>
                  <a:pt x="134855" y="42373"/>
                  <a:pt x="132100" y="43187"/>
                  <a:pt x="129332" y="44815"/>
                </a:cubicBezTo>
                <a:cubicBezTo>
                  <a:pt x="126564" y="46443"/>
                  <a:pt x="124326" y="49298"/>
                  <a:pt x="122619" y="53381"/>
                </a:cubicBezTo>
                <a:cubicBezTo>
                  <a:pt x="120912" y="57463"/>
                  <a:pt x="120058" y="62708"/>
                  <a:pt x="120058" y="69115"/>
                </a:cubicBezTo>
                <a:cubicBezTo>
                  <a:pt x="120058" y="79450"/>
                  <a:pt x="122115" y="88364"/>
                  <a:pt x="126228" y="95858"/>
                </a:cubicBezTo>
                <a:cubicBezTo>
                  <a:pt x="130341" y="103350"/>
                  <a:pt x="135760" y="107096"/>
                  <a:pt x="142486" y="107096"/>
                </a:cubicBezTo>
                <a:cubicBezTo>
                  <a:pt x="147505" y="107096"/>
                  <a:pt x="151644" y="105029"/>
                  <a:pt x="154903" y="100895"/>
                </a:cubicBezTo>
                <a:cubicBezTo>
                  <a:pt x="158162" y="96761"/>
                  <a:pt x="159792" y="89656"/>
                  <a:pt x="159792" y="79580"/>
                </a:cubicBezTo>
                <a:cubicBezTo>
                  <a:pt x="159792" y="66971"/>
                  <a:pt x="157076" y="57049"/>
                  <a:pt x="151644" y="49813"/>
                </a:cubicBezTo>
                <a:cubicBezTo>
                  <a:pt x="147970" y="44853"/>
                  <a:pt x="143288" y="42373"/>
                  <a:pt x="137597" y="42373"/>
                </a:cubicBezTo>
                <a:close/>
                <a:moveTo>
                  <a:pt x="205812" y="52384"/>
                </a:moveTo>
                <a:cubicBezTo>
                  <a:pt x="210986" y="47210"/>
                  <a:pt x="214038" y="44235"/>
                  <a:pt x="214970" y="43459"/>
                </a:cubicBezTo>
                <a:cubicBezTo>
                  <a:pt x="217298" y="41493"/>
                  <a:pt x="219807" y="39967"/>
                  <a:pt x="222497" y="38881"/>
                </a:cubicBezTo>
                <a:cubicBezTo>
                  <a:pt x="225188" y="37794"/>
                  <a:pt x="227852" y="37251"/>
                  <a:pt x="230491" y="37251"/>
                </a:cubicBezTo>
                <a:cubicBezTo>
                  <a:pt x="234940" y="37251"/>
                  <a:pt x="238769" y="38544"/>
                  <a:pt x="241977" y="41131"/>
                </a:cubicBezTo>
                <a:cubicBezTo>
                  <a:pt x="245184" y="43718"/>
                  <a:pt x="247331" y="47469"/>
                  <a:pt x="248418" y="52384"/>
                </a:cubicBezTo>
                <a:cubicBezTo>
                  <a:pt x="253747" y="46176"/>
                  <a:pt x="258248" y="42101"/>
                  <a:pt x="261921" y="40161"/>
                </a:cubicBezTo>
                <a:cubicBezTo>
                  <a:pt x="265595" y="38221"/>
                  <a:pt x="269371" y="37251"/>
                  <a:pt x="273252" y="37251"/>
                </a:cubicBezTo>
                <a:cubicBezTo>
                  <a:pt x="277029" y="37251"/>
                  <a:pt x="280379" y="38219"/>
                  <a:pt x="283302" y="40156"/>
                </a:cubicBezTo>
                <a:cubicBezTo>
                  <a:pt x="286225" y="42092"/>
                  <a:pt x="288540" y="45253"/>
                  <a:pt x="290247" y="49641"/>
                </a:cubicBezTo>
                <a:cubicBezTo>
                  <a:pt x="291386" y="52635"/>
                  <a:pt x="291955" y="57333"/>
                  <a:pt x="291955" y="63734"/>
                </a:cubicBezTo>
                <a:lnTo>
                  <a:pt x="291955" y="94243"/>
                </a:lnTo>
                <a:cubicBezTo>
                  <a:pt x="291955" y="98683"/>
                  <a:pt x="292291" y="101729"/>
                  <a:pt x="292964" y="103381"/>
                </a:cubicBezTo>
                <a:cubicBezTo>
                  <a:pt x="293481" y="104516"/>
                  <a:pt x="294438" y="105484"/>
                  <a:pt x="295835" y="106284"/>
                </a:cubicBezTo>
                <a:cubicBezTo>
                  <a:pt x="297232" y="107084"/>
                  <a:pt x="299508" y="107484"/>
                  <a:pt x="302664" y="107484"/>
                </a:cubicBezTo>
                <a:lnTo>
                  <a:pt x="302664" y="110356"/>
                </a:lnTo>
                <a:lnTo>
                  <a:pt x="267587" y="110356"/>
                </a:lnTo>
                <a:lnTo>
                  <a:pt x="267587" y="107484"/>
                </a:lnTo>
                <a:lnTo>
                  <a:pt x="269061" y="107484"/>
                </a:lnTo>
                <a:cubicBezTo>
                  <a:pt x="272114" y="107484"/>
                  <a:pt x="274493" y="106893"/>
                  <a:pt x="276201" y="105709"/>
                </a:cubicBezTo>
                <a:cubicBezTo>
                  <a:pt x="277391" y="104885"/>
                  <a:pt x="278244" y="103572"/>
                  <a:pt x="278762" y="101771"/>
                </a:cubicBezTo>
                <a:cubicBezTo>
                  <a:pt x="278969" y="100896"/>
                  <a:pt x="279072" y="98400"/>
                  <a:pt x="279072" y="94282"/>
                </a:cubicBezTo>
                <a:lnTo>
                  <a:pt x="279072" y="63860"/>
                </a:lnTo>
                <a:cubicBezTo>
                  <a:pt x="279072" y="58095"/>
                  <a:pt x="278374" y="54028"/>
                  <a:pt x="276977" y="51661"/>
                </a:cubicBezTo>
                <a:cubicBezTo>
                  <a:pt x="274959" y="48366"/>
                  <a:pt x="271726" y="46719"/>
                  <a:pt x="267276" y="46719"/>
                </a:cubicBezTo>
                <a:cubicBezTo>
                  <a:pt x="264534" y="46719"/>
                  <a:pt x="261779" y="47401"/>
                  <a:pt x="259011" y="48766"/>
                </a:cubicBezTo>
                <a:cubicBezTo>
                  <a:pt x="256243" y="50129"/>
                  <a:pt x="252893" y="52664"/>
                  <a:pt x="248961" y="56371"/>
                </a:cubicBezTo>
                <a:lnTo>
                  <a:pt x="248806" y="57220"/>
                </a:lnTo>
                <a:lnTo>
                  <a:pt x="248961" y="60540"/>
                </a:lnTo>
                <a:lnTo>
                  <a:pt x="248961" y="94282"/>
                </a:lnTo>
                <a:cubicBezTo>
                  <a:pt x="248961" y="99121"/>
                  <a:pt x="249233" y="102132"/>
                  <a:pt x="249776" y="103315"/>
                </a:cubicBezTo>
                <a:cubicBezTo>
                  <a:pt x="250319" y="104499"/>
                  <a:pt x="251341" y="105490"/>
                  <a:pt x="252841" y="106289"/>
                </a:cubicBezTo>
                <a:cubicBezTo>
                  <a:pt x="254342" y="107086"/>
                  <a:pt x="256903" y="107484"/>
                  <a:pt x="260524" y="107484"/>
                </a:cubicBezTo>
                <a:lnTo>
                  <a:pt x="260524" y="110356"/>
                </a:lnTo>
                <a:lnTo>
                  <a:pt x="224593" y="110356"/>
                </a:lnTo>
                <a:lnTo>
                  <a:pt x="224593" y="107484"/>
                </a:lnTo>
                <a:cubicBezTo>
                  <a:pt x="228525" y="107484"/>
                  <a:pt x="231228" y="107021"/>
                  <a:pt x="232703" y="106095"/>
                </a:cubicBezTo>
                <a:cubicBezTo>
                  <a:pt x="234177" y="105168"/>
                  <a:pt x="235199" y="103779"/>
                  <a:pt x="235768" y="101926"/>
                </a:cubicBezTo>
                <a:cubicBezTo>
                  <a:pt x="236027" y="101050"/>
                  <a:pt x="236156" y="98501"/>
                  <a:pt x="236156" y="94282"/>
                </a:cubicBezTo>
                <a:lnTo>
                  <a:pt x="236156" y="63860"/>
                </a:lnTo>
                <a:cubicBezTo>
                  <a:pt x="236156" y="58095"/>
                  <a:pt x="235302" y="53951"/>
                  <a:pt x="233595" y="51429"/>
                </a:cubicBezTo>
                <a:cubicBezTo>
                  <a:pt x="231319" y="48134"/>
                  <a:pt x="228137" y="46486"/>
                  <a:pt x="224050" y="46486"/>
                </a:cubicBezTo>
                <a:cubicBezTo>
                  <a:pt x="221256" y="46486"/>
                  <a:pt x="218488" y="47232"/>
                  <a:pt x="215746" y="48724"/>
                </a:cubicBezTo>
                <a:cubicBezTo>
                  <a:pt x="211451" y="50990"/>
                  <a:pt x="208140" y="53538"/>
                  <a:pt x="205812" y="56369"/>
                </a:cubicBezTo>
                <a:lnTo>
                  <a:pt x="205812" y="94282"/>
                </a:lnTo>
                <a:cubicBezTo>
                  <a:pt x="205812" y="98914"/>
                  <a:pt x="206135" y="101925"/>
                  <a:pt x="206782" y="103315"/>
                </a:cubicBezTo>
                <a:cubicBezTo>
                  <a:pt x="207429" y="104704"/>
                  <a:pt x="208386" y="105746"/>
                  <a:pt x="209654" y="106442"/>
                </a:cubicBezTo>
                <a:cubicBezTo>
                  <a:pt x="210921" y="107137"/>
                  <a:pt x="213495" y="107484"/>
                  <a:pt x="217375" y="107484"/>
                </a:cubicBezTo>
                <a:lnTo>
                  <a:pt x="217375" y="110356"/>
                </a:lnTo>
                <a:lnTo>
                  <a:pt x="182220" y="110356"/>
                </a:lnTo>
                <a:lnTo>
                  <a:pt x="182220" y="107484"/>
                </a:lnTo>
                <a:cubicBezTo>
                  <a:pt x="185479" y="107484"/>
                  <a:pt x="187756" y="107136"/>
                  <a:pt x="189049" y="106439"/>
                </a:cubicBezTo>
                <a:cubicBezTo>
                  <a:pt x="190343" y="105742"/>
                  <a:pt x="191326" y="104632"/>
                  <a:pt x="191998" y="103109"/>
                </a:cubicBezTo>
                <a:cubicBezTo>
                  <a:pt x="192671" y="101586"/>
                  <a:pt x="193007" y="98631"/>
                  <a:pt x="193007" y="94243"/>
                </a:cubicBezTo>
                <a:lnTo>
                  <a:pt x="193007" y="67141"/>
                </a:lnTo>
                <a:cubicBezTo>
                  <a:pt x="193007" y="59345"/>
                  <a:pt x="192774" y="54312"/>
                  <a:pt x="192309" y="52042"/>
                </a:cubicBezTo>
                <a:cubicBezTo>
                  <a:pt x="191946" y="50338"/>
                  <a:pt x="191377" y="49163"/>
                  <a:pt x="190601" y="48518"/>
                </a:cubicBezTo>
                <a:cubicBezTo>
                  <a:pt x="189825" y="47873"/>
                  <a:pt x="188765" y="47551"/>
                  <a:pt x="187419" y="47551"/>
                </a:cubicBezTo>
                <a:cubicBezTo>
                  <a:pt x="185971" y="47551"/>
                  <a:pt x="184238" y="47938"/>
                  <a:pt x="182220" y="48712"/>
                </a:cubicBezTo>
                <a:lnTo>
                  <a:pt x="181056" y="45923"/>
                </a:lnTo>
                <a:lnTo>
                  <a:pt x="202475" y="37251"/>
                </a:lnTo>
                <a:lnTo>
                  <a:pt x="205812" y="37251"/>
                </a:lnTo>
                <a:lnTo>
                  <a:pt x="205812" y="52384"/>
                </a:lnTo>
                <a:close/>
                <a:moveTo>
                  <a:pt x="329466" y="52384"/>
                </a:moveTo>
                <a:cubicBezTo>
                  <a:pt x="334639" y="47210"/>
                  <a:pt x="337692" y="44235"/>
                  <a:pt x="338623" y="43459"/>
                </a:cubicBezTo>
                <a:cubicBezTo>
                  <a:pt x="340951" y="41493"/>
                  <a:pt x="343461" y="39967"/>
                  <a:pt x="346151" y="38881"/>
                </a:cubicBezTo>
                <a:cubicBezTo>
                  <a:pt x="348841" y="37794"/>
                  <a:pt x="351506" y="37251"/>
                  <a:pt x="354144" y="37251"/>
                </a:cubicBezTo>
                <a:cubicBezTo>
                  <a:pt x="358594" y="37251"/>
                  <a:pt x="362422" y="38544"/>
                  <a:pt x="365630" y="41131"/>
                </a:cubicBezTo>
                <a:cubicBezTo>
                  <a:pt x="368838" y="43718"/>
                  <a:pt x="370985" y="47469"/>
                  <a:pt x="372071" y="52384"/>
                </a:cubicBezTo>
                <a:cubicBezTo>
                  <a:pt x="377400" y="46176"/>
                  <a:pt x="381901" y="42101"/>
                  <a:pt x="385575" y="40161"/>
                </a:cubicBezTo>
                <a:cubicBezTo>
                  <a:pt x="389248" y="38221"/>
                  <a:pt x="393025" y="37251"/>
                  <a:pt x="396905" y="37251"/>
                </a:cubicBezTo>
                <a:cubicBezTo>
                  <a:pt x="400682" y="37251"/>
                  <a:pt x="404032" y="38219"/>
                  <a:pt x="406955" y="40156"/>
                </a:cubicBezTo>
                <a:cubicBezTo>
                  <a:pt x="409878" y="42092"/>
                  <a:pt x="412194" y="45253"/>
                  <a:pt x="413901" y="49641"/>
                </a:cubicBezTo>
                <a:cubicBezTo>
                  <a:pt x="415039" y="52635"/>
                  <a:pt x="415608" y="57333"/>
                  <a:pt x="415608" y="63734"/>
                </a:cubicBezTo>
                <a:lnTo>
                  <a:pt x="415608" y="94243"/>
                </a:lnTo>
                <a:cubicBezTo>
                  <a:pt x="415608" y="98683"/>
                  <a:pt x="415945" y="101729"/>
                  <a:pt x="416617" y="103381"/>
                </a:cubicBezTo>
                <a:cubicBezTo>
                  <a:pt x="417135" y="104516"/>
                  <a:pt x="418092" y="105484"/>
                  <a:pt x="419489" y="106284"/>
                </a:cubicBezTo>
                <a:cubicBezTo>
                  <a:pt x="420885" y="107084"/>
                  <a:pt x="423162" y="107484"/>
                  <a:pt x="426318" y="107484"/>
                </a:cubicBezTo>
                <a:lnTo>
                  <a:pt x="426318" y="110356"/>
                </a:lnTo>
                <a:lnTo>
                  <a:pt x="391240" y="110356"/>
                </a:lnTo>
                <a:lnTo>
                  <a:pt x="391240" y="107484"/>
                </a:lnTo>
                <a:lnTo>
                  <a:pt x="392714" y="107484"/>
                </a:lnTo>
                <a:cubicBezTo>
                  <a:pt x="395767" y="107484"/>
                  <a:pt x="398147" y="106893"/>
                  <a:pt x="399854" y="105709"/>
                </a:cubicBezTo>
                <a:cubicBezTo>
                  <a:pt x="401044" y="104885"/>
                  <a:pt x="401898" y="103572"/>
                  <a:pt x="402415" y="101771"/>
                </a:cubicBezTo>
                <a:cubicBezTo>
                  <a:pt x="402622" y="100896"/>
                  <a:pt x="402726" y="98400"/>
                  <a:pt x="402726" y="94282"/>
                </a:cubicBezTo>
                <a:lnTo>
                  <a:pt x="402726" y="63860"/>
                </a:lnTo>
                <a:cubicBezTo>
                  <a:pt x="402726" y="58095"/>
                  <a:pt x="402027" y="54028"/>
                  <a:pt x="400630" y="51661"/>
                </a:cubicBezTo>
                <a:cubicBezTo>
                  <a:pt x="398613" y="48366"/>
                  <a:pt x="395379" y="46719"/>
                  <a:pt x="390930" y="46719"/>
                </a:cubicBezTo>
                <a:cubicBezTo>
                  <a:pt x="388187" y="46719"/>
                  <a:pt x="385432" y="47401"/>
                  <a:pt x="382664" y="48766"/>
                </a:cubicBezTo>
                <a:cubicBezTo>
                  <a:pt x="379897" y="50129"/>
                  <a:pt x="376547" y="52664"/>
                  <a:pt x="372615" y="56371"/>
                </a:cubicBezTo>
                <a:lnTo>
                  <a:pt x="372459" y="57220"/>
                </a:lnTo>
                <a:lnTo>
                  <a:pt x="372615" y="60540"/>
                </a:lnTo>
                <a:lnTo>
                  <a:pt x="372615" y="94282"/>
                </a:lnTo>
                <a:cubicBezTo>
                  <a:pt x="372615" y="99121"/>
                  <a:pt x="372886" y="102132"/>
                  <a:pt x="373429" y="103315"/>
                </a:cubicBezTo>
                <a:cubicBezTo>
                  <a:pt x="373973" y="104499"/>
                  <a:pt x="374994" y="105490"/>
                  <a:pt x="376495" y="106289"/>
                </a:cubicBezTo>
                <a:cubicBezTo>
                  <a:pt x="377995" y="107086"/>
                  <a:pt x="380556" y="107484"/>
                  <a:pt x="384178" y="107484"/>
                </a:cubicBezTo>
                <a:lnTo>
                  <a:pt x="384178" y="110356"/>
                </a:lnTo>
                <a:lnTo>
                  <a:pt x="348246" y="110356"/>
                </a:lnTo>
                <a:lnTo>
                  <a:pt x="348246" y="107484"/>
                </a:lnTo>
                <a:cubicBezTo>
                  <a:pt x="352178" y="107484"/>
                  <a:pt x="354882" y="107021"/>
                  <a:pt x="356356" y="106095"/>
                </a:cubicBezTo>
                <a:cubicBezTo>
                  <a:pt x="357831" y="105168"/>
                  <a:pt x="358852" y="103779"/>
                  <a:pt x="359421" y="101926"/>
                </a:cubicBezTo>
                <a:cubicBezTo>
                  <a:pt x="359680" y="101050"/>
                  <a:pt x="359810" y="98501"/>
                  <a:pt x="359810" y="94282"/>
                </a:cubicBezTo>
                <a:lnTo>
                  <a:pt x="359810" y="63860"/>
                </a:lnTo>
                <a:cubicBezTo>
                  <a:pt x="359810" y="58095"/>
                  <a:pt x="358956" y="53951"/>
                  <a:pt x="357249" y="51429"/>
                </a:cubicBezTo>
                <a:cubicBezTo>
                  <a:pt x="354972" y="48134"/>
                  <a:pt x="351790" y="46486"/>
                  <a:pt x="347703" y="46486"/>
                </a:cubicBezTo>
                <a:cubicBezTo>
                  <a:pt x="344909" y="46486"/>
                  <a:pt x="342141" y="47232"/>
                  <a:pt x="339399" y="48724"/>
                </a:cubicBezTo>
                <a:cubicBezTo>
                  <a:pt x="335105" y="50990"/>
                  <a:pt x="331794" y="53538"/>
                  <a:pt x="329466" y="56369"/>
                </a:cubicBezTo>
                <a:lnTo>
                  <a:pt x="329466" y="94282"/>
                </a:lnTo>
                <a:cubicBezTo>
                  <a:pt x="329466" y="98914"/>
                  <a:pt x="329789" y="101925"/>
                  <a:pt x="330436" y="103315"/>
                </a:cubicBezTo>
                <a:cubicBezTo>
                  <a:pt x="331082" y="104704"/>
                  <a:pt x="332039" y="105746"/>
                  <a:pt x="333307" y="106442"/>
                </a:cubicBezTo>
                <a:cubicBezTo>
                  <a:pt x="334575" y="107137"/>
                  <a:pt x="337149" y="107484"/>
                  <a:pt x="341029" y="107484"/>
                </a:cubicBezTo>
                <a:lnTo>
                  <a:pt x="341029" y="110356"/>
                </a:lnTo>
                <a:lnTo>
                  <a:pt x="305873" y="110356"/>
                </a:lnTo>
                <a:lnTo>
                  <a:pt x="305873" y="107484"/>
                </a:lnTo>
                <a:cubicBezTo>
                  <a:pt x="309133" y="107484"/>
                  <a:pt x="311409" y="107136"/>
                  <a:pt x="312703" y="106439"/>
                </a:cubicBezTo>
                <a:cubicBezTo>
                  <a:pt x="313996" y="105742"/>
                  <a:pt x="314979" y="104632"/>
                  <a:pt x="315652" y="103109"/>
                </a:cubicBezTo>
                <a:cubicBezTo>
                  <a:pt x="316324" y="101586"/>
                  <a:pt x="316661" y="98631"/>
                  <a:pt x="316661" y="94243"/>
                </a:cubicBezTo>
                <a:lnTo>
                  <a:pt x="316661" y="67141"/>
                </a:lnTo>
                <a:cubicBezTo>
                  <a:pt x="316661" y="59345"/>
                  <a:pt x="316428" y="54312"/>
                  <a:pt x="315962" y="52042"/>
                </a:cubicBezTo>
                <a:cubicBezTo>
                  <a:pt x="315600" y="50338"/>
                  <a:pt x="315031" y="49163"/>
                  <a:pt x="314255" y="48518"/>
                </a:cubicBezTo>
                <a:cubicBezTo>
                  <a:pt x="313479" y="47873"/>
                  <a:pt x="312418" y="47551"/>
                  <a:pt x="311073" y="47551"/>
                </a:cubicBezTo>
                <a:cubicBezTo>
                  <a:pt x="309624" y="47551"/>
                  <a:pt x="307891" y="47938"/>
                  <a:pt x="305873" y="48712"/>
                </a:cubicBezTo>
                <a:lnTo>
                  <a:pt x="304709" y="45923"/>
                </a:lnTo>
                <a:lnTo>
                  <a:pt x="326128" y="37251"/>
                </a:lnTo>
                <a:lnTo>
                  <a:pt x="329466" y="37251"/>
                </a:lnTo>
                <a:lnTo>
                  <a:pt x="329466" y="52384"/>
                </a:lnTo>
                <a:close/>
                <a:moveTo>
                  <a:pt x="494329" y="39269"/>
                </a:moveTo>
                <a:lnTo>
                  <a:pt x="494329" y="82340"/>
                </a:lnTo>
                <a:cubicBezTo>
                  <a:pt x="494329" y="90566"/>
                  <a:pt x="494523" y="95598"/>
                  <a:pt x="494911" y="97434"/>
                </a:cubicBezTo>
                <a:cubicBezTo>
                  <a:pt x="495299" y="99271"/>
                  <a:pt x="495920" y="100552"/>
                  <a:pt x="496773" y="101276"/>
                </a:cubicBezTo>
                <a:cubicBezTo>
                  <a:pt x="497627" y="102000"/>
                  <a:pt x="498623" y="102362"/>
                  <a:pt x="499761" y="102362"/>
                </a:cubicBezTo>
                <a:cubicBezTo>
                  <a:pt x="501365" y="102362"/>
                  <a:pt x="503176" y="101923"/>
                  <a:pt x="505194" y="101043"/>
                </a:cubicBezTo>
                <a:lnTo>
                  <a:pt x="506280" y="103759"/>
                </a:lnTo>
                <a:lnTo>
                  <a:pt x="485016" y="112529"/>
                </a:lnTo>
                <a:lnTo>
                  <a:pt x="481524" y="112529"/>
                </a:lnTo>
                <a:lnTo>
                  <a:pt x="481524" y="97473"/>
                </a:lnTo>
                <a:cubicBezTo>
                  <a:pt x="475419" y="104096"/>
                  <a:pt x="470762" y="108260"/>
                  <a:pt x="467555" y="109968"/>
                </a:cubicBezTo>
                <a:cubicBezTo>
                  <a:pt x="464347" y="111675"/>
                  <a:pt x="460958" y="112529"/>
                  <a:pt x="457388" y="112529"/>
                </a:cubicBezTo>
                <a:cubicBezTo>
                  <a:pt x="453405" y="112529"/>
                  <a:pt x="449951" y="111378"/>
                  <a:pt x="447028" y="109075"/>
                </a:cubicBezTo>
                <a:cubicBezTo>
                  <a:pt x="444105" y="106773"/>
                  <a:pt x="442074" y="103811"/>
                  <a:pt x="440936" y="100189"/>
                </a:cubicBezTo>
                <a:cubicBezTo>
                  <a:pt x="439798" y="96568"/>
                  <a:pt x="439229" y="91446"/>
                  <a:pt x="439229" y="84823"/>
                </a:cubicBezTo>
                <a:lnTo>
                  <a:pt x="439229" y="53083"/>
                </a:lnTo>
                <a:cubicBezTo>
                  <a:pt x="439229" y="49720"/>
                  <a:pt x="438866" y="47391"/>
                  <a:pt x="438142" y="46098"/>
                </a:cubicBezTo>
                <a:cubicBezTo>
                  <a:pt x="437418" y="44805"/>
                  <a:pt x="436344" y="43809"/>
                  <a:pt x="434921" y="43110"/>
                </a:cubicBezTo>
                <a:cubicBezTo>
                  <a:pt x="433499" y="42412"/>
                  <a:pt x="430925" y="42088"/>
                  <a:pt x="427200" y="42140"/>
                </a:cubicBezTo>
                <a:lnTo>
                  <a:pt x="427200" y="39269"/>
                </a:lnTo>
                <a:lnTo>
                  <a:pt x="452111" y="39269"/>
                </a:lnTo>
                <a:lnTo>
                  <a:pt x="452111" y="86725"/>
                </a:lnTo>
                <a:cubicBezTo>
                  <a:pt x="452111" y="93331"/>
                  <a:pt x="453262" y="97666"/>
                  <a:pt x="455565" y="99731"/>
                </a:cubicBezTo>
                <a:cubicBezTo>
                  <a:pt x="457867" y="101796"/>
                  <a:pt x="460648" y="102828"/>
                  <a:pt x="463907" y="102828"/>
                </a:cubicBezTo>
                <a:cubicBezTo>
                  <a:pt x="466132" y="102828"/>
                  <a:pt x="468654" y="102131"/>
                  <a:pt x="471474" y="100737"/>
                </a:cubicBezTo>
                <a:cubicBezTo>
                  <a:pt x="474294" y="99344"/>
                  <a:pt x="477644" y="96687"/>
                  <a:pt x="481524" y="92766"/>
                </a:cubicBezTo>
                <a:lnTo>
                  <a:pt x="481524" y="52590"/>
                </a:lnTo>
                <a:cubicBezTo>
                  <a:pt x="481524" y="48564"/>
                  <a:pt x="480787" y="45843"/>
                  <a:pt x="479312" y="44425"/>
                </a:cubicBezTo>
                <a:cubicBezTo>
                  <a:pt x="477838" y="43005"/>
                  <a:pt x="474772" y="42244"/>
                  <a:pt x="470116" y="42140"/>
                </a:cubicBezTo>
                <a:lnTo>
                  <a:pt x="470116" y="39269"/>
                </a:lnTo>
                <a:lnTo>
                  <a:pt x="494329" y="39269"/>
                </a:lnTo>
                <a:close/>
                <a:moveTo>
                  <a:pt x="532200" y="52306"/>
                </a:moveTo>
                <a:cubicBezTo>
                  <a:pt x="540530" y="42269"/>
                  <a:pt x="548471" y="37251"/>
                  <a:pt x="556025" y="37251"/>
                </a:cubicBezTo>
                <a:cubicBezTo>
                  <a:pt x="559905" y="37251"/>
                  <a:pt x="563242" y="38219"/>
                  <a:pt x="566036" y="40156"/>
                </a:cubicBezTo>
                <a:cubicBezTo>
                  <a:pt x="568830" y="42092"/>
                  <a:pt x="571055" y="45279"/>
                  <a:pt x="572710" y="49719"/>
                </a:cubicBezTo>
                <a:cubicBezTo>
                  <a:pt x="573849" y="52815"/>
                  <a:pt x="574418" y="57564"/>
                  <a:pt x="574418" y="63967"/>
                </a:cubicBezTo>
                <a:lnTo>
                  <a:pt x="574418" y="94243"/>
                </a:lnTo>
                <a:cubicBezTo>
                  <a:pt x="574418" y="98734"/>
                  <a:pt x="574780" y="101780"/>
                  <a:pt x="575504" y="103381"/>
                </a:cubicBezTo>
                <a:cubicBezTo>
                  <a:pt x="576073" y="104671"/>
                  <a:pt x="576992" y="105678"/>
                  <a:pt x="578259" y="106400"/>
                </a:cubicBezTo>
                <a:cubicBezTo>
                  <a:pt x="579527" y="107123"/>
                  <a:pt x="581868" y="107484"/>
                  <a:pt x="585283" y="107484"/>
                </a:cubicBezTo>
                <a:lnTo>
                  <a:pt x="585283" y="110356"/>
                </a:lnTo>
                <a:lnTo>
                  <a:pt x="550127" y="110356"/>
                </a:lnTo>
                <a:lnTo>
                  <a:pt x="550127" y="107484"/>
                </a:lnTo>
                <a:lnTo>
                  <a:pt x="551602" y="107484"/>
                </a:lnTo>
                <a:cubicBezTo>
                  <a:pt x="554913" y="107484"/>
                  <a:pt x="557228" y="106982"/>
                  <a:pt x="558547" y="105978"/>
                </a:cubicBezTo>
                <a:cubicBezTo>
                  <a:pt x="559867" y="104974"/>
                  <a:pt x="560785" y="103495"/>
                  <a:pt x="561302" y="101540"/>
                </a:cubicBezTo>
                <a:cubicBezTo>
                  <a:pt x="561509" y="100767"/>
                  <a:pt x="561613" y="98348"/>
                  <a:pt x="561613" y="94282"/>
                </a:cubicBezTo>
                <a:lnTo>
                  <a:pt x="561613" y="65327"/>
                </a:lnTo>
                <a:cubicBezTo>
                  <a:pt x="561613" y="58894"/>
                  <a:pt x="560772" y="54223"/>
                  <a:pt x="559091" y="51315"/>
                </a:cubicBezTo>
                <a:cubicBezTo>
                  <a:pt x="557409" y="48406"/>
                  <a:pt x="554576" y="46952"/>
                  <a:pt x="550593" y="46952"/>
                </a:cubicBezTo>
                <a:cubicBezTo>
                  <a:pt x="544436" y="46952"/>
                  <a:pt x="538305" y="50298"/>
                  <a:pt x="532200" y="56990"/>
                </a:cubicBezTo>
                <a:lnTo>
                  <a:pt x="532200" y="94282"/>
                </a:lnTo>
                <a:cubicBezTo>
                  <a:pt x="532200" y="99069"/>
                  <a:pt x="532485" y="102028"/>
                  <a:pt x="533054" y="103160"/>
                </a:cubicBezTo>
                <a:cubicBezTo>
                  <a:pt x="533778" y="104653"/>
                  <a:pt x="534774" y="105746"/>
                  <a:pt x="536042" y="106442"/>
                </a:cubicBezTo>
                <a:cubicBezTo>
                  <a:pt x="537309" y="107137"/>
                  <a:pt x="539883" y="107484"/>
                  <a:pt x="543763" y="107484"/>
                </a:cubicBezTo>
                <a:lnTo>
                  <a:pt x="543763" y="110356"/>
                </a:lnTo>
                <a:lnTo>
                  <a:pt x="508608" y="110356"/>
                </a:lnTo>
                <a:lnTo>
                  <a:pt x="508608" y="107484"/>
                </a:lnTo>
                <a:lnTo>
                  <a:pt x="510160" y="107484"/>
                </a:lnTo>
                <a:cubicBezTo>
                  <a:pt x="513782" y="107484"/>
                  <a:pt x="516226" y="106568"/>
                  <a:pt x="517494" y="104737"/>
                </a:cubicBezTo>
                <a:cubicBezTo>
                  <a:pt x="518761" y="102903"/>
                  <a:pt x="519395" y="99405"/>
                  <a:pt x="519395" y="94243"/>
                </a:cubicBezTo>
                <a:lnTo>
                  <a:pt x="519395" y="67915"/>
                </a:lnTo>
                <a:cubicBezTo>
                  <a:pt x="519395" y="59398"/>
                  <a:pt x="519201" y="54210"/>
                  <a:pt x="518813" y="52353"/>
                </a:cubicBezTo>
                <a:cubicBezTo>
                  <a:pt x="518425" y="50493"/>
                  <a:pt x="517830" y="49228"/>
                  <a:pt x="517028" y="48557"/>
                </a:cubicBezTo>
                <a:cubicBezTo>
                  <a:pt x="516226" y="47886"/>
                  <a:pt x="515153" y="47551"/>
                  <a:pt x="513807" y="47551"/>
                </a:cubicBezTo>
                <a:cubicBezTo>
                  <a:pt x="512359" y="47551"/>
                  <a:pt x="510626" y="47938"/>
                  <a:pt x="508608" y="48712"/>
                </a:cubicBezTo>
                <a:lnTo>
                  <a:pt x="507444" y="45923"/>
                </a:lnTo>
                <a:lnTo>
                  <a:pt x="528863" y="37251"/>
                </a:lnTo>
                <a:lnTo>
                  <a:pt x="532200" y="37251"/>
                </a:lnTo>
                <a:lnTo>
                  <a:pt x="532200" y="52306"/>
                </a:lnTo>
                <a:close/>
                <a:moveTo>
                  <a:pt x="609031" y="0"/>
                </a:moveTo>
                <a:cubicBezTo>
                  <a:pt x="611203" y="0"/>
                  <a:pt x="613053" y="767"/>
                  <a:pt x="614579" y="2302"/>
                </a:cubicBezTo>
                <a:cubicBezTo>
                  <a:pt x="616106" y="3834"/>
                  <a:pt x="616869" y="5693"/>
                  <a:pt x="616869" y="7877"/>
                </a:cubicBezTo>
                <a:cubicBezTo>
                  <a:pt x="616869" y="10061"/>
                  <a:pt x="616106" y="11934"/>
                  <a:pt x="614579" y="13494"/>
                </a:cubicBezTo>
                <a:cubicBezTo>
                  <a:pt x="613053" y="15052"/>
                  <a:pt x="611203" y="15832"/>
                  <a:pt x="609031" y="15832"/>
                </a:cubicBezTo>
                <a:cubicBezTo>
                  <a:pt x="606858" y="15832"/>
                  <a:pt x="604995" y="15052"/>
                  <a:pt x="603443" y="13494"/>
                </a:cubicBezTo>
                <a:cubicBezTo>
                  <a:pt x="601891" y="11934"/>
                  <a:pt x="601115" y="10061"/>
                  <a:pt x="601115" y="7877"/>
                </a:cubicBezTo>
                <a:cubicBezTo>
                  <a:pt x="601115" y="5693"/>
                  <a:pt x="601878" y="3834"/>
                  <a:pt x="603404" y="2302"/>
                </a:cubicBezTo>
                <a:cubicBezTo>
                  <a:pt x="604930" y="767"/>
                  <a:pt x="606806" y="0"/>
                  <a:pt x="609031" y="0"/>
                </a:cubicBezTo>
                <a:moveTo>
                  <a:pt x="615472" y="37251"/>
                </a:moveTo>
                <a:lnTo>
                  <a:pt x="615472" y="94243"/>
                </a:lnTo>
                <a:cubicBezTo>
                  <a:pt x="615472" y="98683"/>
                  <a:pt x="615795" y="101638"/>
                  <a:pt x="616442" y="103109"/>
                </a:cubicBezTo>
                <a:cubicBezTo>
                  <a:pt x="617089" y="104581"/>
                  <a:pt x="618046" y="105678"/>
                  <a:pt x="619313" y="106400"/>
                </a:cubicBezTo>
                <a:cubicBezTo>
                  <a:pt x="620581" y="107123"/>
                  <a:pt x="622896" y="107484"/>
                  <a:pt x="626259" y="107484"/>
                </a:cubicBezTo>
                <a:lnTo>
                  <a:pt x="626259" y="110356"/>
                </a:lnTo>
                <a:lnTo>
                  <a:pt x="591724" y="110356"/>
                </a:lnTo>
                <a:lnTo>
                  <a:pt x="591724" y="107484"/>
                </a:lnTo>
                <a:cubicBezTo>
                  <a:pt x="595191" y="107484"/>
                  <a:pt x="597519" y="107149"/>
                  <a:pt x="598709" y="106478"/>
                </a:cubicBezTo>
                <a:cubicBezTo>
                  <a:pt x="599899" y="105807"/>
                  <a:pt x="600843" y="104697"/>
                  <a:pt x="601542" y="103148"/>
                </a:cubicBezTo>
                <a:cubicBezTo>
                  <a:pt x="602240" y="101599"/>
                  <a:pt x="602589" y="98631"/>
                  <a:pt x="602589" y="94243"/>
                </a:cubicBezTo>
                <a:lnTo>
                  <a:pt x="602589" y="66909"/>
                </a:lnTo>
                <a:cubicBezTo>
                  <a:pt x="602589" y="59216"/>
                  <a:pt x="602356" y="54234"/>
                  <a:pt x="601891" y="51965"/>
                </a:cubicBezTo>
                <a:cubicBezTo>
                  <a:pt x="601529" y="50312"/>
                  <a:pt x="600959" y="49163"/>
                  <a:pt x="600183" y="48518"/>
                </a:cubicBezTo>
                <a:cubicBezTo>
                  <a:pt x="599407" y="47873"/>
                  <a:pt x="598347" y="47551"/>
                  <a:pt x="597002" y="47551"/>
                </a:cubicBezTo>
                <a:cubicBezTo>
                  <a:pt x="595553" y="47551"/>
                  <a:pt x="593794" y="47938"/>
                  <a:pt x="591724" y="48712"/>
                </a:cubicBezTo>
                <a:lnTo>
                  <a:pt x="590638" y="45923"/>
                </a:lnTo>
                <a:lnTo>
                  <a:pt x="612057" y="37251"/>
                </a:lnTo>
                <a:lnTo>
                  <a:pt x="615472" y="37251"/>
                </a:lnTo>
                <a:close/>
                <a:moveTo>
                  <a:pt x="655776" y="15832"/>
                </a:moveTo>
                <a:lnTo>
                  <a:pt x="655776" y="39269"/>
                </a:lnTo>
                <a:lnTo>
                  <a:pt x="672384" y="39269"/>
                </a:lnTo>
                <a:lnTo>
                  <a:pt x="672384" y="44701"/>
                </a:lnTo>
                <a:lnTo>
                  <a:pt x="655776" y="44701"/>
                </a:lnTo>
                <a:lnTo>
                  <a:pt x="655776" y="90736"/>
                </a:lnTo>
                <a:cubicBezTo>
                  <a:pt x="655776" y="95336"/>
                  <a:pt x="656436" y="98437"/>
                  <a:pt x="657755" y="100039"/>
                </a:cubicBezTo>
                <a:cubicBezTo>
                  <a:pt x="659074" y="101640"/>
                  <a:pt x="660769" y="102440"/>
                  <a:pt x="662838" y="102440"/>
                </a:cubicBezTo>
                <a:cubicBezTo>
                  <a:pt x="664545" y="102440"/>
                  <a:pt x="666201" y="101910"/>
                  <a:pt x="667805" y="100849"/>
                </a:cubicBezTo>
                <a:cubicBezTo>
                  <a:pt x="669409" y="99788"/>
                  <a:pt x="670650" y="98223"/>
                  <a:pt x="671530" y="96154"/>
                </a:cubicBezTo>
                <a:lnTo>
                  <a:pt x="674557" y="96154"/>
                </a:lnTo>
                <a:cubicBezTo>
                  <a:pt x="672746" y="101239"/>
                  <a:pt x="670185" y="105084"/>
                  <a:pt x="666874" y="107690"/>
                </a:cubicBezTo>
                <a:cubicBezTo>
                  <a:pt x="663562" y="110295"/>
                  <a:pt x="660148" y="111597"/>
                  <a:pt x="656630" y="111597"/>
                </a:cubicBezTo>
                <a:cubicBezTo>
                  <a:pt x="654250" y="111597"/>
                  <a:pt x="651921" y="110937"/>
                  <a:pt x="649645" y="109616"/>
                </a:cubicBezTo>
                <a:cubicBezTo>
                  <a:pt x="647369" y="108295"/>
                  <a:pt x="645687" y="106405"/>
                  <a:pt x="644601" y="103946"/>
                </a:cubicBezTo>
                <a:cubicBezTo>
                  <a:pt x="643514" y="101485"/>
                  <a:pt x="642971" y="97691"/>
                  <a:pt x="642971" y="92562"/>
                </a:cubicBezTo>
                <a:lnTo>
                  <a:pt x="642971" y="44701"/>
                </a:lnTo>
                <a:lnTo>
                  <a:pt x="631718" y="44701"/>
                </a:lnTo>
                <a:lnTo>
                  <a:pt x="631718" y="42140"/>
                </a:lnTo>
                <a:cubicBezTo>
                  <a:pt x="634564" y="40999"/>
                  <a:pt x="637474" y="39066"/>
                  <a:pt x="640449" y="36341"/>
                </a:cubicBezTo>
                <a:cubicBezTo>
                  <a:pt x="643424" y="33617"/>
                  <a:pt x="646075" y="30387"/>
                  <a:pt x="648403" y="26650"/>
                </a:cubicBezTo>
                <a:cubicBezTo>
                  <a:pt x="649593" y="24680"/>
                  <a:pt x="651249" y="21073"/>
                  <a:pt x="653370" y="15832"/>
                </a:cubicBezTo>
                <a:lnTo>
                  <a:pt x="655776" y="15832"/>
                </a:lnTo>
                <a:close/>
                <a:moveTo>
                  <a:pt x="675283" y="39269"/>
                </a:moveTo>
                <a:lnTo>
                  <a:pt x="708420" y="39269"/>
                </a:lnTo>
                <a:lnTo>
                  <a:pt x="708420" y="42140"/>
                </a:lnTo>
                <a:lnTo>
                  <a:pt x="706791" y="42140"/>
                </a:lnTo>
                <a:cubicBezTo>
                  <a:pt x="704463" y="42140"/>
                  <a:pt x="702716" y="42645"/>
                  <a:pt x="701552" y="43653"/>
                </a:cubicBezTo>
                <a:cubicBezTo>
                  <a:pt x="700388" y="44662"/>
                  <a:pt x="699806" y="45917"/>
                  <a:pt x="699806" y="47417"/>
                </a:cubicBezTo>
                <a:cubicBezTo>
                  <a:pt x="699806" y="49435"/>
                  <a:pt x="700660" y="52229"/>
                  <a:pt x="702367" y="55799"/>
                </a:cubicBezTo>
                <a:lnTo>
                  <a:pt x="719673" y="91653"/>
                </a:lnTo>
                <a:lnTo>
                  <a:pt x="735583" y="52384"/>
                </a:lnTo>
                <a:cubicBezTo>
                  <a:pt x="736462" y="50263"/>
                  <a:pt x="736902" y="48167"/>
                  <a:pt x="736902" y="46098"/>
                </a:cubicBezTo>
                <a:cubicBezTo>
                  <a:pt x="736902" y="45167"/>
                  <a:pt x="736721" y="44468"/>
                  <a:pt x="736359" y="44003"/>
                </a:cubicBezTo>
                <a:cubicBezTo>
                  <a:pt x="735945" y="43434"/>
                  <a:pt x="735298" y="42981"/>
                  <a:pt x="734418" y="42645"/>
                </a:cubicBezTo>
                <a:cubicBezTo>
                  <a:pt x="733539" y="42308"/>
                  <a:pt x="731987" y="42140"/>
                  <a:pt x="729762" y="42140"/>
                </a:cubicBezTo>
                <a:lnTo>
                  <a:pt x="729762" y="39269"/>
                </a:lnTo>
                <a:lnTo>
                  <a:pt x="752889" y="39269"/>
                </a:lnTo>
                <a:lnTo>
                  <a:pt x="752889" y="42140"/>
                </a:lnTo>
                <a:cubicBezTo>
                  <a:pt x="750974" y="42347"/>
                  <a:pt x="749500" y="42761"/>
                  <a:pt x="748465" y="43382"/>
                </a:cubicBezTo>
                <a:cubicBezTo>
                  <a:pt x="747430" y="44003"/>
                  <a:pt x="746292" y="45167"/>
                  <a:pt x="745050" y="46874"/>
                </a:cubicBezTo>
                <a:cubicBezTo>
                  <a:pt x="744585" y="47598"/>
                  <a:pt x="743705" y="49590"/>
                  <a:pt x="742412" y="52850"/>
                </a:cubicBezTo>
                <a:lnTo>
                  <a:pt x="713465" y="123782"/>
                </a:lnTo>
                <a:cubicBezTo>
                  <a:pt x="710671" y="130663"/>
                  <a:pt x="707011" y="135862"/>
                  <a:pt x="702484" y="139380"/>
                </a:cubicBezTo>
                <a:cubicBezTo>
                  <a:pt x="697957" y="142899"/>
                  <a:pt x="693598" y="144658"/>
                  <a:pt x="689407" y="144658"/>
                </a:cubicBezTo>
                <a:cubicBezTo>
                  <a:pt x="686354" y="144658"/>
                  <a:pt x="683845" y="143789"/>
                  <a:pt x="681879" y="142051"/>
                </a:cubicBezTo>
                <a:cubicBezTo>
                  <a:pt x="679913" y="140313"/>
                  <a:pt x="678930" y="138319"/>
                  <a:pt x="678930" y="136070"/>
                </a:cubicBezTo>
                <a:cubicBezTo>
                  <a:pt x="678930" y="133923"/>
                  <a:pt x="679642" y="132191"/>
                  <a:pt x="681064" y="130875"/>
                </a:cubicBezTo>
                <a:cubicBezTo>
                  <a:pt x="682487" y="129561"/>
                  <a:pt x="684440" y="128904"/>
                  <a:pt x="686924" y="128904"/>
                </a:cubicBezTo>
                <a:cubicBezTo>
                  <a:pt x="688631" y="128904"/>
                  <a:pt x="690959" y="129473"/>
                  <a:pt x="693908" y="130611"/>
                </a:cubicBezTo>
                <a:cubicBezTo>
                  <a:pt x="695978" y="131387"/>
                  <a:pt x="697271" y="131775"/>
                  <a:pt x="697788" y="131775"/>
                </a:cubicBezTo>
                <a:cubicBezTo>
                  <a:pt x="699341" y="131775"/>
                  <a:pt x="701035" y="130967"/>
                  <a:pt x="702872" y="129352"/>
                </a:cubicBezTo>
                <a:cubicBezTo>
                  <a:pt x="704708" y="127739"/>
                  <a:pt x="706558" y="124615"/>
                  <a:pt x="708420" y="119981"/>
                </a:cubicBezTo>
                <a:lnTo>
                  <a:pt x="713465" y="107562"/>
                </a:lnTo>
                <a:lnTo>
                  <a:pt x="687932" y="53936"/>
                </a:lnTo>
                <a:cubicBezTo>
                  <a:pt x="687156" y="52332"/>
                  <a:pt x="685915" y="50340"/>
                  <a:pt x="684207" y="47961"/>
                </a:cubicBezTo>
                <a:cubicBezTo>
                  <a:pt x="682914" y="46150"/>
                  <a:pt x="681853" y="44934"/>
                  <a:pt x="681026" y="44313"/>
                </a:cubicBezTo>
                <a:cubicBezTo>
                  <a:pt x="679836" y="43485"/>
                  <a:pt x="677921" y="42761"/>
                  <a:pt x="675283" y="42140"/>
                </a:cubicBezTo>
                <a:lnTo>
                  <a:pt x="675283" y="39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c3b1159884b1b"/>
          <a:stretch xmlns:a="http://schemas.openxmlformats.org/drawingml/2006/main"/>
        </p:blipFill>
        <p:spPr>
          <a:xfrm xmlns:a="http://schemas.openxmlformats.org/drawingml/2006/main">
            <a:off x="1878709" y="211864"/>
            <a:ext cx="588067" cy="588067"/>
          </a:xfrm>
          <a:prstGeom xmlns:a="http://schemas.openxmlformats.org/drawingml/2006/main" prst="rect">
            <a:avLst/>
          </a:prstGeom>
        </p:spPr>
      </p:pic>
      <p:sp>
        <p:nvSpPr>
          <p:cNvPr id="20" name="Text FTPSite">
            <a:extLst xmlns:a="http://schemas.openxmlformats.org/drawingml/2006/main">
              <a:ext uri="{FF2B5EF4-FFF2-40B4-BE49-F238E27FC236}">
                <a16:creationId xmlns:a16="http://schemas.microsoft.com/office/drawing/2014/main" id="{86CC4231-C6F9-4812-8927-8F5B040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509" y="927982"/>
            <a:ext cx="548038" cy="112684"/>
          </a:xfrm>
          <a:custGeom xmlns:a="http://schemas.openxmlformats.org/drawingml/2006/main">
            <a:pathLst>
              <a:path w="548038" h="112684">
                <a:moveTo>
                  <a:pt x="29956" y="10865"/>
                </a:moveTo>
                <a:lnTo>
                  <a:pt x="29956" y="52151"/>
                </a:lnTo>
                <a:lnTo>
                  <a:pt x="49125" y="52151"/>
                </a:lnTo>
                <a:cubicBezTo>
                  <a:pt x="53522" y="52151"/>
                  <a:pt x="56743" y="51181"/>
                  <a:pt x="58787" y="49241"/>
                </a:cubicBezTo>
                <a:cubicBezTo>
                  <a:pt x="60830" y="47301"/>
                  <a:pt x="62188" y="43459"/>
                  <a:pt x="62861" y="37717"/>
                </a:cubicBezTo>
                <a:lnTo>
                  <a:pt x="65732" y="37717"/>
                </a:lnTo>
                <a:lnTo>
                  <a:pt x="65732" y="73415"/>
                </a:lnTo>
                <a:lnTo>
                  <a:pt x="62861" y="73415"/>
                </a:lnTo>
                <a:cubicBezTo>
                  <a:pt x="62809" y="69307"/>
                  <a:pt x="62279" y="66291"/>
                  <a:pt x="61270" y="64367"/>
                </a:cubicBezTo>
                <a:cubicBezTo>
                  <a:pt x="60261" y="62441"/>
                  <a:pt x="58864" y="60998"/>
                  <a:pt x="57079" y="60036"/>
                </a:cubicBezTo>
                <a:cubicBezTo>
                  <a:pt x="55294" y="59074"/>
                  <a:pt x="52643" y="58593"/>
                  <a:pt x="49125" y="58593"/>
                </a:cubicBezTo>
                <a:lnTo>
                  <a:pt x="29956" y="58593"/>
                </a:lnTo>
                <a:lnTo>
                  <a:pt x="29956" y="91706"/>
                </a:lnTo>
                <a:cubicBezTo>
                  <a:pt x="29956" y="97043"/>
                  <a:pt x="30292" y="100567"/>
                  <a:pt x="30965" y="102277"/>
                </a:cubicBezTo>
                <a:cubicBezTo>
                  <a:pt x="31482" y="103573"/>
                  <a:pt x="32569" y="104686"/>
                  <a:pt x="34224" y="105619"/>
                </a:cubicBezTo>
                <a:cubicBezTo>
                  <a:pt x="36501" y="106863"/>
                  <a:pt x="38881" y="107484"/>
                  <a:pt x="41364" y="107484"/>
                </a:cubicBezTo>
                <a:lnTo>
                  <a:pt x="45167" y="107484"/>
                </a:lnTo>
                <a:lnTo>
                  <a:pt x="45167" y="110356"/>
                </a:lnTo>
                <a:lnTo>
                  <a:pt x="0" y="110356"/>
                </a:lnTo>
                <a:lnTo>
                  <a:pt x="0" y="107484"/>
                </a:lnTo>
                <a:lnTo>
                  <a:pt x="3725" y="107484"/>
                </a:lnTo>
                <a:cubicBezTo>
                  <a:pt x="8071" y="107484"/>
                  <a:pt x="11227" y="106217"/>
                  <a:pt x="13193" y="103682"/>
                </a:cubicBezTo>
                <a:cubicBezTo>
                  <a:pt x="14435" y="102026"/>
                  <a:pt x="15056" y="98042"/>
                  <a:pt x="15056" y="91730"/>
                </a:cubicBezTo>
                <a:lnTo>
                  <a:pt x="15056" y="23747"/>
                </a:lnTo>
                <a:cubicBezTo>
                  <a:pt x="15056" y="18419"/>
                  <a:pt x="14719" y="14900"/>
                  <a:pt x="14047" y="13193"/>
                </a:cubicBezTo>
                <a:cubicBezTo>
                  <a:pt x="13529" y="11900"/>
                  <a:pt x="12469" y="10787"/>
                  <a:pt x="10865" y="9856"/>
                </a:cubicBezTo>
                <a:cubicBezTo>
                  <a:pt x="8640" y="8614"/>
                  <a:pt x="6260" y="7993"/>
                  <a:pt x="3725" y="7993"/>
                </a:cubicBezTo>
                <a:lnTo>
                  <a:pt x="0" y="7993"/>
                </a:lnTo>
                <a:lnTo>
                  <a:pt x="0" y="5122"/>
                </a:lnTo>
                <a:lnTo>
                  <a:pt x="78304" y="5122"/>
                </a:lnTo>
                <a:lnTo>
                  <a:pt x="79313" y="28249"/>
                </a:lnTo>
                <a:lnTo>
                  <a:pt x="76597" y="28249"/>
                </a:lnTo>
                <a:cubicBezTo>
                  <a:pt x="75252" y="23334"/>
                  <a:pt x="73687" y="19725"/>
                  <a:pt x="71902" y="17423"/>
                </a:cubicBezTo>
                <a:cubicBezTo>
                  <a:pt x="70117" y="15120"/>
                  <a:pt x="67918" y="13452"/>
                  <a:pt x="65305" y="12417"/>
                </a:cubicBezTo>
                <a:cubicBezTo>
                  <a:pt x="62693" y="11382"/>
                  <a:pt x="58644" y="10865"/>
                  <a:pt x="53160" y="10865"/>
                </a:cubicBezTo>
                <a:lnTo>
                  <a:pt x="29956" y="10865"/>
                </a:lnTo>
                <a:close/>
                <a:moveTo>
                  <a:pt x="177771" y="5122"/>
                </a:moveTo>
                <a:lnTo>
                  <a:pt x="178935" y="29801"/>
                </a:lnTo>
                <a:lnTo>
                  <a:pt x="175986" y="29801"/>
                </a:lnTo>
                <a:cubicBezTo>
                  <a:pt x="175417" y="25455"/>
                  <a:pt x="174641" y="22351"/>
                  <a:pt x="173658" y="20488"/>
                </a:cubicBezTo>
                <a:cubicBezTo>
                  <a:pt x="172054" y="17487"/>
                  <a:pt x="169920" y="15275"/>
                  <a:pt x="167256" y="13853"/>
                </a:cubicBezTo>
                <a:cubicBezTo>
                  <a:pt x="164591" y="12430"/>
                  <a:pt x="161086" y="11719"/>
                  <a:pt x="156740" y="11719"/>
                </a:cubicBezTo>
                <a:lnTo>
                  <a:pt x="141917" y="11719"/>
                </a:lnTo>
                <a:lnTo>
                  <a:pt x="141917" y="92118"/>
                </a:lnTo>
                <a:cubicBezTo>
                  <a:pt x="141917" y="98586"/>
                  <a:pt x="142616" y="102621"/>
                  <a:pt x="144013" y="104225"/>
                </a:cubicBezTo>
                <a:cubicBezTo>
                  <a:pt x="145979" y="106398"/>
                  <a:pt x="149005" y="107484"/>
                  <a:pt x="153092" y="107484"/>
                </a:cubicBezTo>
                <a:lnTo>
                  <a:pt x="156740" y="107484"/>
                </a:lnTo>
                <a:lnTo>
                  <a:pt x="156740" y="110356"/>
                </a:lnTo>
                <a:lnTo>
                  <a:pt x="112116" y="110356"/>
                </a:lnTo>
                <a:lnTo>
                  <a:pt x="112116" y="107484"/>
                </a:lnTo>
                <a:lnTo>
                  <a:pt x="115842" y="107484"/>
                </a:lnTo>
                <a:cubicBezTo>
                  <a:pt x="120291" y="107484"/>
                  <a:pt x="123447" y="106139"/>
                  <a:pt x="125310" y="103449"/>
                </a:cubicBezTo>
                <a:cubicBezTo>
                  <a:pt x="126448" y="101793"/>
                  <a:pt x="127017" y="98016"/>
                  <a:pt x="127017" y="92118"/>
                </a:cubicBezTo>
                <a:lnTo>
                  <a:pt x="127017" y="11719"/>
                </a:lnTo>
                <a:lnTo>
                  <a:pt x="114367" y="11719"/>
                </a:lnTo>
                <a:cubicBezTo>
                  <a:pt x="109452" y="11719"/>
                  <a:pt x="105960" y="12081"/>
                  <a:pt x="103890" y="12805"/>
                </a:cubicBezTo>
                <a:cubicBezTo>
                  <a:pt x="101200" y="13788"/>
                  <a:pt x="98898" y="15676"/>
                  <a:pt x="96983" y="18470"/>
                </a:cubicBezTo>
                <a:cubicBezTo>
                  <a:pt x="95069" y="21264"/>
                  <a:pt x="93931" y="25041"/>
                  <a:pt x="93569" y="29801"/>
                </a:cubicBezTo>
                <a:lnTo>
                  <a:pt x="90620" y="29801"/>
                </a:lnTo>
                <a:lnTo>
                  <a:pt x="91861" y="5122"/>
                </a:lnTo>
                <a:lnTo>
                  <a:pt x="177771" y="5122"/>
                </a:lnTo>
                <a:close/>
                <a:moveTo>
                  <a:pt x="215513" y="60998"/>
                </a:moveTo>
                <a:lnTo>
                  <a:pt x="215513" y="91704"/>
                </a:lnTo>
                <a:cubicBezTo>
                  <a:pt x="215513" y="98337"/>
                  <a:pt x="216237" y="102458"/>
                  <a:pt x="217686" y="104065"/>
                </a:cubicBezTo>
                <a:cubicBezTo>
                  <a:pt x="219652" y="106345"/>
                  <a:pt x="222627" y="107484"/>
                  <a:pt x="226611" y="107484"/>
                </a:cubicBezTo>
                <a:lnTo>
                  <a:pt x="230646" y="107484"/>
                </a:lnTo>
                <a:lnTo>
                  <a:pt x="230646" y="110356"/>
                </a:lnTo>
                <a:lnTo>
                  <a:pt x="185557" y="110356"/>
                </a:lnTo>
                <a:lnTo>
                  <a:pt x="185557" y="107484"/>
                </a:lnTo>
                <a:lnTo>
                  <a:pt x="189515" y="107484"/>
                </a:lnTo>
                <a:cubicBezTo>
                  <a:pt x="193964" y="107484"/>
                  <a:pt x="197146" y="106036"/>
                  <a:pt x="199061" y="103138"/>
                </a:cubicBezTo>
                <a:cubicBezTo>
                  <a:pt x="200095" y="101535"/>
                  <a:pt x="200613" y="97732"/>
                  <a:pt x="200613" y="91730"/>
                </a:cubicBezTo>
                <a:lnTo>
                  <a:pt x="200613" y="23747"/>
                </a:lnTo>
                <a:cubicBezTo>
                  <a:pt x="200613" y="17125"/>
                  <a:pt x="199914" y="13012"/>
                  <a:pt x="198517" y="11408"/>
                </a:cubicBezTo>
                <a:cubicBezTo>
                  <a:pt x="196500" y="9132"/>
                  <a:pt x="193499" y="7993"/>
                  <a:pt x="189515" y="7993"/>
                </a:cubicBezTo>
                <a:lnTo>
                  <a:pt x="185557" y="7993"/>
                </a:lnTo>
                <a:lnTo>
                  <a:pt x="185557" y="5122"/>
                </a:lnTo>
                <a:lnTo>
                  <a:pt x="224127" y="5122"/>
                </a:lnTo>
                <a:cubicBezTo>
                  <a:pt x="233543" y="5122"/>
                  <a:pt x="240968" y="6091"/>
                  <a:pt x="246400" y="8030"/>
                </a:cubicBezTo>
                <a:cubicBezTo>
                  <a:pt x="251833" y="9967"/>
                  <a:pt x="256411" y="13234"/>
                  <a:pt x="260136" y="17832"/>
                </a:cubicBezTo>
                <a:cubicBezTo>
                  <a:pt x="263862" y="22431"/>
                  <a:pt x="265724" y="27882"/>
                  <a:pt x="265724" y="34185"/>
                </a:cubicBezTo>
                <a:cubicBezTo>
                  <a:pt x="265724" y="42763"/>
                  <a:pt x="262891" y="49738"/>
                  <a:pt x="257226" y="55112"/>
                </a:cubicBezTo>
                <a:cubicBezTo>
                  <a:pt x="251561" y="60485"/>
                  <a:pt x="243555" y="63171"/>
                  <a:pt x="233207" y="63171"/>
                </a:cubicBezTo>
                <a:cubicBezTo>
                  <a:pt x="230672" y="63171"/>
                  <a:pt x="227930" y="62990"/>
                  <a:pt x="224981" y="62628"/>
                </a:cubicBezTo>
                <a:cubicBezTo>
                  <a:pt x="222032" y="62266"/>
                  <a:pt x="218876" y="61723"/>
                  <a:pt x="215513" y="60998"/>
                </a:cubicBezTo>
                <a:moveTo>
                  <a:pt x="215513" y="56497"/>
                </a:moveTo>
                <a:cubicBezTo>
                  <a:pt x="218255" y="57015"/>
                  <a:pt x="220687" y="57403"/>
                  <a:pt x="222808" y="57661"/>
                </a:cubicBezTo>
                <a:cubicBezTo>
                  <a:pt x="224929" y="57920"/>
                  <a:pt x="226740" y="58049"/>
                  <a:pt x="228240" y="58049"/>
                </a:cubicBezTo>
                <a:cubicBezTo>
                  <a:pt x="233621" y="58049"/>
                  <a:pt x="238265" y="55967"/>
                  <a:pt x="242171" y="51802"/>
                </a:cubicBezTo>
                <a:cubicBezTo>
                  <a:pt x="246077" y="47637"/>
                  <a:pt x="248030" y="42244"/>
                  <a:pt x="248030" y="35621"/>
                </a:cubicBezTo>
                <a:cubicBezTo>
                  <a:pt x="248030" y="31068"/>
                  <a:pt x="247099" y="26839"/>
                  <a:pt x="245236" y="22933"/>
                </a:cubicBezTo>
                <a:cubicBezTo>
                  <a:pt x="243374" y="19026"/>
                  <a:pt x="240735" y="16103"/>
                  <a:pt x="237320" y="14163"/>
                </a:cubicBezTo>
                <a:cubicBezTo>
                  <a:pt x="233906" y="12223"/>
                  <a:pt x="230025" y="11253"/>
                  <a:pt x="225679" y="11253"/>
                </a:cubicBezTo>
                <a:cubicBezTo>
                  <a:pt x="223041" y="11253"/>
                  <a:pt x="219652" y="11744"/>
                  <a:pt x="215513" y="12727"/>
                </a:cubicBezTo>
                <a:lnTo>
                  <a:pt x="215513" y="56497"/>
                </a:lnTo>
                <a:close/>
                <a:moveTo>
                  <a:pt x="378128" y="2794"/>
                </a:moveTo>
                <a:lnTo>
                  <a:pt x="378128" y="39113"/>
                </a:lnTo>
                <a:lnTo>
                  <a:pt x="375257" y="39113"/>
                </a:lnTo>
                <a:cubicBezTo>
                  <a:pt x="374325" y="32129"/>
                  <a:pt x="372657" y="26567"/>
                  <a:pt x="370251" y="22428"/>
                </a:cubicBezTo>
                <a:cubicBezTo>
                  <a:pt x="367845" y="18289"/>
                  <a:pt x="364418" y="15004"/>
                  <a:pt x="359968" y="12572"/>
                </a:cubicBezTo>
                <a:cubicBezTo>
                  <a:pt x="355519" y="10141"/>
                  <a:pt x="350914" y="8925"/>
                  <a:pt x="346154" y="8925"/>
                </a:cubicBezTo>
                <a:cubicBezTo>
                  <a:pt x="340774" y="8925"/>
                  <a:pt x="336324" y="10567"/>
                  <a:pt x="332806" y="13850"/>
                </a:cubicBezTo>
                <a:cubicBezTo>
                  <a:pt x="329288" y="17132"/>
                  <a:pt x="327529" y="20867"/>
                  <a:pt x="327529" y="25055"/>
                </a:cubicBezTo>
                <a:cubicBezTo>
                  <a:pt x="327529" y="28261"/>
                  <a:pt x="328641" y="31181"/>
                  <a:pt x="330866" y="33817"/>
                </a:cubicBezTo>
                <a:cubicBezTo>
                  <a:pt x="334074" y="37696"/>
                  <a:pt x="341705" y="42866"/>
                  <a:pt x="353760" y="49328"/>
                </a:cubicBezTo>
                <a:cubicBezTo>
                  <a:pt x="363590" y="54601"/>
                  <a:pt x="370303" y="58646"/>
                  <a:pt x="373899" y="61464"/>
                </a:cubicBezTo>
                <a:cubicBezTo>
                  <a:pt x="377494" y="64280"/>
                  <a:pt x="380262" y="67602"/>
                  <a:pt x="382202" y="71429"/>
                </a:cubicBezTo>
                <a:cubicBezTo>
                  <a:pt x="384143" y="75254"/>
                  <a:pt x="385113" y="79261"/>
                  <a:pt x="385113" y="83448"/>
                </a:cubicBezTo>
                <a:cubicBezTo>
                  <a:pt x="385113" y="91409"/>
                  <a:pt x="382021" y="98273"/>
                  <a:pt x="375839" y="104038"/>
                </a:cubicBezTo>
                <a:cubicBezTo>
                  <a:pt x="369656" y="109802"/>
                  <a:pt x="361701" y="112684"/>
                  <a:pt x="351975" y="112684"/>
                </a:cubicBezTo>
                <a:cubicBezTo>
                  <a:pt x="348922" y="112684"/>
                  <a:pt x="346051" y="112454"/>
                  <a:pt x="343361" y="111995"/>
                </a:cubicBezTo>
                <a:cubicBezTo>
                  <a:pt x="341757" y="111740"/>
                  <a:pt x="338433" y="110808"/>
                  <a:pt x="333388" y="109199"/>
                </a:cubicBezTo>
                <a:cubicBezTo>
                  <a:pt x="328344" y="107590"/>
                  <a:pt x="325149" y="106786"/>
                  <a:pt x="323804" y="106786"/>
                </a:cubicBezTo>
                <a:cubicBezTo>
                  <a:pt x="322510" y="106786"/>
                  <a:pt x="321489" y="107169"/>
                  <a:pt x="320738" y="107935"/>
                </a:cubicBezTo>
                <a:cubicBezTo>
                  <a:pt x="319988" y="108702"/>
                  <a:pt x="319432" y="110285"/>
                  <a:pt x="319070" y="112684"/>
                </a:cubicBezTo>
                <a:lnTo>
                  <a:pt x="316198" y="112684"/>
                </a:lnTo>
                <a:lnTo>
                  <a:pt x="316198" y="76675"/>
                </a:lnTo>
                <a:lnTo>
                  <a:pt x="319070" y="76675"/>
                </a:lnTo>
                <a:cubicBezTo>
                  <a:pt x="320415" y="84228"/>
                  <a:pt x="322226" y="89881"/>
                  <a:pt x="324502" y="93632"/>
                </a:cubicBezTo>
                <a:cubicBezTo>
                  <a:pt x="326779" y="97383"/>
                  <a:pt x="330258" y="100500"/>
                  <a:pt x="334940" y="102983"/>
                </a:cubicBezTo>
                <a:cubicBezTo>
                  <a:pt x="339623" y="105467"/>
                  <a:pt x="344758" y="106708"/>
                  <a:pt x="350345" y="106708"/>
                </a:cubicBezTo>
                <a:cubicBezTo>
                  <a:pt x="356812" y="106708"/>
                  <a:pt x="361921" y="105003"/>
                  <a:pt x="365672" y="101591"/>
                </a:cubicBezTo>
                <a:cubicBezTo>
                  <a:pt x="369423" y="98178"/>
                  <a:pt x="371299" y="94145"/>
                  <a:pt x="371299" y="89492"/>
                </a:cubicBezTo>
                <a:cubicBezTo>
                  <a:pt x="371299" y="86907"/>
                  <a:pt x="370587" y="84296"/>
                  <a:pt x="369165" y="81661"/>
                </a:cubicBezTo>
                <a:cubicBezTo>
                  <a:pt x="367742" y="79024"/>
                  <a:pt x="365530" y="76568"/>
                  <a:pt x="362529" y="74293"/>
                </a:cubicBezTo>
                <a:cubicBezTo>
                  <a:pt x="360512" y="72743"/>
                  <a:pt x="355002" y="69447"/>
                  <a:pt x="345999" y="64406"/>
                </a:cubicBezTo>
                <a:cubicBezTo>
                  <a:pt x="336997" y="59365"/>
                  <a:pt x="330594" y="55345"/>
                  <a:pt x="326792" y="52348"/>
                </a:cubicBezTo>
                <a:cubicBezTo>
                  <a:pt x="322989" y="49349"/>
                  <a:pt x="320105" y="46040"/>
                  <a:pt x="318139" y="42421"/>
                </a:cubicBezTo>
                <a:cubicBezTo>
                  <a:pt x="316173" y="38801"/>
                  <a:pt x="315190" y="34820"/>
                  <a:pt x="315190" y="30477"/>
                </a:cubicBezTo>
                <a:cubicBezTo>
                  <a:pt x="315190" y="22930"/>
                  <a:pt x="318087" y="16430"/>
                  <a:pt x="323881" y="10976"/>
                </a:cubicBezTo>
                <a:cubicBezTo>
                  <a:pt x="329676" y="5521"/>
                  <a:pt x="337049" y="2794"/>
                  <a:pt x="345999" y="2794"/>
                </a:cubicBezTo>
                <a:cubicBezTo>
                  <a:pt x="351587" y="2794"/>
                  <a:pt x="357511" y="4165"/>
                  <a:pt x="363771" y="6907"/>
                </a:cubicBezTo>
                <a:cubicBezTo>
                  <a:pt x="366668" y="8200"/>
                  <a:pt x="368712" y="8847"/>
                  <a:pt x="369902" y="8847"/>
                </a:cubicBezTo>
                <a:cubicBezTo>
                  <a:pt x="371247" y="8847"/>
                  <a:pt x="372346" y="8446"/>
                  <a:pt x="373200" y="7644"/>
                </a:cubicBezTo>
                <a:cubicBezTo>
                  <a:pt x="374054" y="6842"/>
                  <a:pt x="374739" y="5225"/>
                  <a:pt x="375257" y="2794"/>
                </a:cubicBezTo>
                <a:lnTo>
                  <a:pt x="378128" y="2794"/>
                </a:lnTo>
                <a:close/>
                <a:moveTo>
                  <a:pt x="416674" y="0"/>
                </a:moveTo>
                <a:cubicBezTo>
                  <a:pt x="418847" y="0"/>
                  <a:pt x="420697" y="767"/>
                  <a:pt x="422223" y="2302"/>
                </a:cubicBezTo>
                <a:cubicBezTo>
                  <a:pt x="423749" y="3834"/>
                  <a:pt x="424512" y="5693"/>
                  <a:pt x="424512" y="7877"/>
                </a:cubicBezTo>
                <a:cubicBezTo>
                  <a:pt x="424512" y="10061"/>
                  <a:pt x="423749" y="11934"/>
                  <a:pt x="422223" y="13494"/>
                </a:cubicBezTo>
                <a:cubicBezTo>
                  <a:pt x="420697" y="15052"/>
                  <a:pt x="418847" y="15832"/>
                  <a:pt x="416674" y="15832"/>
                </a:cubicBezTo>
                <a:cubicBezTo>
                  <a:pt x="414501" y="15832"/>
                  <a:pt x="412639" y="15052"/>
                  <a:pt x="411086" y="13494"/>
                </a:cubicBezTo>
                <a:cubicBezTo>
                  <a:pt x="409534" y="11934"/>
                  <a:pt x="408758" y="10061"/>
                  <a:pt x="408758" y="7877"/>
                </a:cubicBezTo>
                <a:cubicBezTo>
                  <a:pt x="408758" y="5693"/>
                  <a:pt x="409521" y="3834"/>
                  <a:pt x="411048" y="2302"/>
                </a:cubicBezTo>
                <a:cubicBezTo>
                  <a:pt x="412574" y="767"/>
                  <a:pt x="414449" y="0"/>
                  <a:pt x="416674" y="0"/>
                </a:cubicBezTo>
                <a:moveTo>
                  <a:pt x="423115" y="37251"/>
                </a:moveTo>
                <a:lnTo>
                  <a:pt x="423115" y="94243"/>
                </a:lnTo>
                <a:cubicBezTo>
                  <a:pt x="423115" y="98683"/>
                  <a:pt x="423439" y="101638"/>
                  <a:pt x="424085" y="103109"/>
                </a:cubicBezTo>
                <a:cubicBezTo>
                  <a:pt x="424732" y="104581"/>
                  <a:pt x="425689" y="105678"/>
                  <a:pt x="426957" y="106400"/>
                </a:cubicBezTo>
                <a:cubicBezTo>
                  <a:pt x="428224" y="107123"/>
                  <a:pt x="430540" y="107484"/>
                  <a:pt x="433903" y="107484"/>
                </a:cubicBezTo>
                <a:lnTo>
                  <a:pt x="433903" y="110356"/>
                </a:lnTo>
                <a:lnTo>
                  <a:pt x="399368" y="110356"/>
                </a:lnTo>
                <a:lnTo>
                  <a:pt x="399368" y="107484"/>
                </a:lnTo>
                <a:cubicBezTo>
                  <a:pt x="402834" y="107484"/>
                  <a:pt x="405163" y="107149"/>
                  <a:pt x="406352" y="106478"/>
                </a:cubicBezTo>
                <a:cubicBezTo>
                  <a:pt x="407542" y="105807"/>
                  <a:pt x="408487" y="104697"/>
                  <a:pt x="409185" y="103148"/>
                </a:cubicBezTo>
                <a:cubicBezTo>
                  <a:pt x="409884" y="101599"/>
                  <a:pt x="410233" y="98631"/>
                  <a:pt x="410233" y="94243"/>
                </a:cubicBezTo>
                <a:lnTo>
                  <a:pt x="410233" y="66909"/>
                </a:lnTo>
                <a:cubicBezTo>
                  <a:pt x="410233" y="59216"/>
                  <a:pt x="410000" y="54234"/>
                  <a:pt x="409534" y="51965"/>
                </a:cubicBezTo>
                <a:cubicBezTo>
                  <a:pt x="409172" y="50312"/>
                  <a:pt x="408603" y="49163"/>
                  <a:pt x="407827" y="48518"/>
                </a:cubicBezTo>
                <a:cubicBezTo>
                  <a:pt x="407051" y="47873"/>
                  <a:pt x="405990" y="47551"/>
                  <a:pt x="404645" y="47551"/>
                </a:cubicBezTo>
                <a:cubicBezTo>
                  <a:pt x="403197" y="47551"/>
                  <a:pt x="401437" y="47938"/>
                  <a:pt x="399368" y="48712"/>
                </a:cubicBezTo>
                <a:lnTo>
                  <a:pt x="398281" y="45923"/>
                </a:lnTo>
                <a:lnTo>
                  <a:pt x="419701" y="37251"/>
                </a:lnTo>
                <a:lnTo>
                  <a:pt x="423115" y="37251"/>
                </a:lnTo>
                <a:close/>
                <a:moveTo>
                  <a:pt x="463421" y="15832"/>
                </a:moveTo>
                <a:lnTo>
                  <a:pt x="463421" y="39269"/>
                </a:lnTo>
                <a:lnTo>
                  <a:pt x="480028" y="39269"/>
                </a:lnTo>
                <a:lnTo>
                  <a:pt x="480028" y="44701"/>
                </a:lnTo>
                <a:lnTo>
                  <a:pt x="463421" y="44701"/>
                </a:lnTo>
                <a:lnTo>
                  <a:pt x="463421" y="90736"/>
                </a:lnTo>
                <a:cubicBezTo>
                  <a:pt x="463421" y="95336"/>
                  <a:pt x="464080" y="98437"/>
                  <a:pt x="465399" y="100039"/>
                </a:cubicBezTo>
                <a:cubicBezTo>
                  <a:pt x="466719" y="101640"/>
                  <a:pt x="468413" y="102440"/>
                  <a:pt x="470483" y="102440"/>
                </a:cubicBezTo>
                <a:cubicBezTo>
                  <a:pt x="472190" y="102440"/>
                  <a:pt x="473846" y="101910"/>
                  <a:pt x="475449" y="100849"/>
                </a:cubicBezTo>
                <a:cubicBezTo>
                  <a:pt x="477053" y="99788"/>
                  <a:pt x="478295" y="98223"/>
                  <a:pt x="479175" y="96154"/>
                </a:cubicBezTo>
                <a:lnTo>
                  <a:pt x="482201" y="96154"/>
                </a:lnTo>
                <a:cubicBezTo>
                  <a:pt x="480390" y="101239"/>
                  <a:pt x="477829" y="105084"/>
                  <a:pt x="474518" y="107690"/>
                </a:cubicBezTo>
                <a:cubicBezTo>
                  <a:pt x="471207" y="110295"/>
                  <a:pt x="467792" y="111597"/>
                  <a:pt x="464274" y="111597"/>
                </a:cubicBezTo>
                <a:cubicBezTo>
                  <a:pt x="461894" y="111597"/>
                  <a:pt x="459566" y="110937"/>
                  <a:pt x="457290" y="109616"/>
                </a:cubicBezTo>
                <a:cubicBezTo>
                  <a:pt x="455013" y="108295"/>
                  <a:pt x="453332" y="106405"/>
                  <a:pt x="452245" y="103946"/>
                </a:cubicBezTo>
                <a:cubicBezTo>
                  <a:pt x="451159" y="101485"/>
                  <a:pt x="450616" y="97691"/>
                  <a:pt x="450616" y="92562"/>
                </a:cubicBezTo>
                <a:lnTo>
                  <a:pt x="450616" y="44701"/>
                </a:lnTo>
                <a:lnTo>
                  <a:pt x="439363" y="44701"/>
                </a:lnTo>
                <a:lnTo>
                  <a:pt x="439363" y="42140"/>
                </a:lnTo>
                <a:cubicBezTo>
                  <a:pt x="442208" y="40999"/>
                  <a:pt x="445118" y="39066"/>
                  <a:pt x="448093" y="36341"/>
                </a:cubicBezTo>
                <a:cubicBezTo>
                  <a:pt x="451068" y="33617"/>
                  <a:pt x="453720" y="30387"/>
                  <a:pt x="456048" y="26650"/>
                </a:cubicBezTo>
                <a:cubicBezTo>
                  <a:pt x="457238" y="24680"/>
                  <a:pt x="458894" y="21073"/>
                  <a:pt x="461015" y="15832"/>
                </a:cubicBezTo>
                <a:lnTo>
                  <a:pt x="463421" y="15832"/>
                </a:lnTo>
                <a:close/>
                <a:moveTo>
                  <a:pt x="498913" y="66120"/>
                </a:moveTo>
                <a:cubicBezTo>
                  <a:pt x="498861" y="76651"/>
                  <a:pt x="501422" y="84910"/>
                  <a:pt x="506596" y="90898"/>
                </a:cubicBezTo>
                <a:cubicBezTo>
                  <a:pt x="511770" y="96885"/>
                  <a:pt x="517849" y="99879"/>
                  <a:pt x="524834" y="99879"/>
                </a:cubicBezTo>
                <a:cubicBezTo>
                  <a:pt x="529490" y="99879"/>
                  <a:pt x="533538" y="98598"/>
                  <a:pt x="536979" y="96037"/>
                </a:cubicBezTo>
                <a:cubicBezTo>
                  <a:pt x="540419" y="93476"/>
                  <a:pt x="543304" y="89092"/>
                  <a:pt x="545632" y="82883"/>
                </a:cubicBezTo>
                <a:lnTo>
                  <a:pt x="548038" y="84435"/>
                </a:lnTo>
                <a:cubicBezTo>
                  <a:pt x="546951" y="91523"/>
                  <a:pt x="543795" y="97978"/>
                  <a:pt x="538570" y="103798"/>
                </a:cubicBezTo>
                <a:cubicBezTo>
                  <a:pt x="533344" y="109619"/>
                  <a:pt x="526800" y="112529"/>
                  <a:pt x="518935" y="112529"/>
                </a:cubicBezTo>
                <a:cubicBezTo>
                  <a:pt x="510399" y="112529"/>
                  <a:pt x="503091" y="109212"/>
                  <a:pt x="497012" y="102578"/>
                </a:cubicBezTo>
                <a:cubicBezTo>
                  <a:pt x="490933" y="95943"/>
                  <a:pt x="487893" y="87023"/>
                  <a:pt x="487893" y="75819"/>
                </a:cubicBezTo>
                <a:cubicBezTo>
                  <a:pt x="487893" y="63686"/>
                  <a:pt x="491010" y="54226"/>
                  <a:pt x="497245" y="47437"/>
                </a:cubicBezTo>
                <a:cubicBezTo>
                  <a:pt x="503479" y="40646"/>
                  <a:pt x="511304" y="37251"/>
                  <a:pt x="520720" y="37251"/>
                </a:cubicBezTo>
                <a:cubicBezTo>
                  <a:pt x="528688" y="37251"/>
                  <a:pt x="535233" y="39870"/>
                  <a:pt x="540355" y="45109"/>
                </a:cubicBezTo>
                <a:cubicBezTo>
                  <a:pt x="545477" y="50345"/>
                  <a:pt x="548038" y="57349"/>
                  <a:pt x="548038" y="66120"/>
                </a:cubicBezTo>
                <a:lnTo>
                  <a:pt x="498913" y="66120"/>
                </a:lnTo>
                <a:moveTo>
                  <a:pt x="498913" y="61619"/>
                </a:moveTo>
                <a:lnTo>
                  <a:pt x="531818" y="61619"/>
                </a:lnTo>
                <a:cubicBezTo>
                  <a:pt x="531559" y="57066"/>
                  <a:pt x="531016" y="53859"/>
                  <a:pt x="530188" y="51996"/>
                </a:cubicBezTo>
                <a:cubicBezTo>
                  <a:pt x="528895" y="49099"/>
                  <a:pt x="526968" y="46822"/>
                  <a:pt x="524407" y="45167"/>
                </a:cubicBezTo>
                <a:cubicBezTo>
                  <a:pt x="521846" y="43511"/>
                  <a:pt x="519168" y="42683"/>
                  <a:pt x="516374" y="42683"/>
                </a:cubicBezTo>
                <a:cubicBezTo>
                  <a:pt x="512080" y="42683"/>
                  <a:pt x="508239" y="44352"/>
                  <a:pt x="504850" y="47689"/>
                </a:cubicBezTo>
                <a:cubicBezTo>
                  <a:pt x="501461" y="51026"/>
                  <a:pt x="499482" y="55669"/>
                  <a:pt x="498913" y="61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sources">
            <a:extLst xmlns:a="http://schemas.openxmlformats.org/drawingml/2006/main">
              <a:ext uri="{FF2B5EF4-FFF2-40B4-BE49-F238E27FC236}">
                <a16:creationId xmlns:a16="http://schemas.microsoft.com/office/drawing/2014/main" id="{A3C8AEAD-F31A-4A06-8B8D-EFC308D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31" y="1221985"/>
            <a:ext cx="812501" cy="128888"/>
          </a:xfrm>
          <a:custGeom xmlns:a="http://schemas.openxmlformats.org/drawingml/2006/main">
            <a:pathLst>
              <a:path w="812501" h="128888">
                <a:moveTo>
                  <a:pt x="47122" y="68728"/>
                </a:moveTo>
                <a:lnTo>
                  <a:pt x="47122" y="104303"/>
                </a:lnTo>
                <a:cubicBezTo>
                  <a:pt x="47122" y="111097"/>
                  <a:pt x="47541" y="115375"/>
                  <a:pt x="48380" y="117137"/>
                </a:cubicBezTo>
                <a:cubicBezTo>
                  <a:pt x="49218" y="118896"/>
                  <a:pt x="50692" y="120302"/>
                  <a:pt x="52803" y="121354"/>
                </a:cubicBezTo>
                <a:cubicBezTo>
                  <a:pt x="54914" y="122403"/>
                  <a:pt x="58856" y="122928"/>
                  <a:pt x="64630" y="122928"/>
                </a:cubicBezTo>
                <a:lnTo>
                  <a:pt x="64630" y="126281"/>
                </a:lnTo>
                <a:lnTo>
                  <a:pt x="0" y="126281"/>
                </a:lnTo>
                <a:lnTo>
                  <a:pt x="0" y="122928"/>
                </a:lnTo>
                <a:cubicBezTo>
                  <a:pt x="5836" y="122928"/>
                  <a:pt x="9794" y="122388"/>
                  <a:pt x="11874" y="121307"/>
                </a:cubicBezTo>
                <a:cubicBezTo>
                  <a:pt x="13954" y="120226"/>
                  <a:pt x="15413" y="118821"/>
                  <a:pt x="16251" y="117090"/>
                </a:cubicBezTo>
                <a:cubicBezTo>
                  <a:pt x="17089" y="115359"/>
                  <a:pt x="17508" y="111097"/>
                  <a:pt x="17508" y="104303"/>
                </a:cubicBezTo>
                <a:lnTo>
                  <a:pt x="17508" y="21978"/>
                </a:lnTo>
                <a:cubicBezTo>
                  <a:pt x="17508" y="15184"/>
                  <a:pt x="17089" y="10907"/>
                  <a:pt x="16251" y="9147"/>
                </a:cubicBezTo>
                <a:cubicBezTo>
                  <a:pt x="15413" y="7385"/>
                  <a:pt x="13938" y="5980"/>
                  <a:pt x="11827" y="4930"/>
                </a:cubicBezTo>
                <a:cubicBezTo>
                  <a:pt x="9716" y="3878"/>
                  <a:pt x="5774" y="3353"/>
                  <a:pt x="0" y="3353"/>
                </a:cubicBezTo>
                <a:lnTo>
                  <a:pt x="0" y="0"/>
                </a:lnTo>
                <a:lnTo>
                  <a:pt x="58670" y="0"/>
                </a:lnTo>
                <a:cubicBezTo>
                  <a:pt x="73943" y="0"/>
                  <a:pt x="85118" y="1054"/>
                  <a:pt x="92196" y="3163"/>
                </a:cubicBezTo>
                <a:cubicBezTo>
                  <a:pt x="99274" y="5272"/>
                  <a:pt x="105048" y="9164"/>
                  <a:pt x="109518" y="14839"/>
                </a:cubicBezTo>
                <a:cubicBezTo>
                  <a:pt x="113988" y="20514"/>
                  <a:pt x="116223" y="27166"/>
                  <a:pt x="116223" y="34795"/>
                </a:cubicBezTo>
                <a:cubicBezTo>
                  <a:pt x="116223" y="44100"/>
                  <a:pt x="112870" y="51791"/>
                  <a:pt x="106165" y="57870"/>
                </a:cubicBezTo>
                <a:cubicBezTo>
                  <a:pt x="101881" y="61715"/>
                  <a:pt x="95890" y="64599"/>
                  <a:pt x="88191" y="66522"/>
                </a:cubicBezTo>
                <a:lnTo>
                  <a:pt x="118551" y="109372"/>
                </a:lnTo>
                <a:cubicBezTo>
                  <a:pt x="122524" y="114843"/>
                  <a:pt x="125349" y="118255"/>
                  <a:pt x="127026" y="119607"/>
                </a:cubicBezTo>
                <a:cubicBezTo>
                  <a:pt x="129571" y="121513"/>
                  <a:pt x="132520" y="122557"/>
                  <a:pt x="135873" y="122742"/>
                </a:cubicBezTo>
                <a:lnTo>
                  <a:pt x="135873" y="126281"/>
                </a:lnTo>
                <a:lnTo>
                  <a:pt x="96107" y="126281"/>
                </a:lnTo>
                <a:lnTo>
                  <a:pt x="55411" y="68728"/>
                </a:lnTo>
                <a:lnTo>
                  <a:pt x="47122" y="68728"/>
                </a:lnTo>
                <a:moveTo>
                  <a:pt x="47122" y="7078"/>
                </a:moveTo>
                <a:lnTo>
                  <a:pt x="47122" y="62023"/>
                </a:lnTo>
                <a:lnTo>
                  <a:pt x="52431" y="62023"/>
                </a:lnTo>
                <a:cubicBezTo>
                  <a:pt x="61060" y="62023"/>
                  <a:pt x="67517" y="61237"/>
                  <a:pt x="71801" y="59665"/>
                </a:cubicBezTo>
                <a:cubicBezTo>
                  <a:pt x="76085" y="58092"/>
                  <a:pt x="79453" y="55255"/>
                  <a:pt x="81905" y="51156"/>
                </a:cubicBezTo>
                <a:cubicBezTo>
                  <a:pt x="84358" y="47054"/>
                  <a:pt x="85584" y="41705"/>
                  <a:pt x="85584" y="35106"/>
                </a:cubicBezTo>
                <a:cubicBezTo>
                  <a:pt x="85584" y="25547"/>
                  <a:pt x="83333" y="18486"/>
                  <a:pt x="78832" y="13923"/>
                </a:cubicBezTo>
                <a:cubicBezTo>
                  <a:pt x="74331" y="9359"/>
                  <a:pt x="67083" y="7078"/>
                  <a:pt x="57087" y="7078"/>
                </a:cubicBezTo>
                <a:lnTo>
                  <a:pt x="47122" y="7078"/>
                </a:lnTo>
                <a:close/>
                <a:moveTo>
                  <a:pt x="214348" y="79531"/>
                </a:moveTo>
                <a:lnTo>
                  <a:pt x="166573" y="79531"/>
                </a:lnTo>
                <a:cubicBezTo>
                  <a:pt x="167132" y="91109"/>
                  <a:pt x="170205" y="100260"/>
                  <a:pt x="175793" y="106983"/>
                </a:cubicBezTo>
                <a:cubicBezTo>
                  <a:pt x="180077" y="112149"/>
                  <a:pt x="185230" y="114733"/>
                  <a:pt x="191252" y="114733"/>
                </a:cubicBezTo>
                <a:cubicBezTo>
                  <a:pt x="194977" y="114733"/>
                  <a:pt x="198361" y="113693"/>
                  <a:pt x="201403" y="111613"/>
                </a:cubicBezTo>
                <a:cubicBezTo>
                  <a:pt x="204445" y="109533"/>
                  <a:pt x="207704" y="105793"/>
                  <a:pt x="211181" y="100391"/>
                </a:cubicBezTo>
                <a:lnTo>
                  <a:pt x="214348" y="102440"/>
                </a:lnTo>
                <a:cubicBezTo>
                  <a:pt x="209629" y="112063"/>
                  <a:pt x="204414" y="118877"/>
                  <a:pt x="198702" y="122881"/>
                </a:cubicBezTo>
                <a:cubicBezTo>
                  <a:pt x="192990" y="126886"/>
                  <a:pt x="186378" y="128888"/>
                  <a:pt x="178866" y="128888"/>
                </a:cubicBezTo>
                <a:cubicBezTo>
                  <a:pt x="165952" y="128888"/>
                  <a:pt x="156174" y="123916"/>
                  <a:pt x="149531" y="113973"/>
                </a:cubicBezTo>
                <a:cubicBezTo>
                  <a:pt x="144192" y="105956"/>
                  <a:pt x="141522" y="96013"/>
                  <a:pt x="141522" y="84143"/>
                </a:cubicBezTo>
                <a:cubicBezTo>
                  <a:pt x="141522" y="69600"/>
                  <a:pt x="145449" y="58025"/>
                  <a:pt x="153303" y="49419"/>
                </a:cubicBezTo>
                <a:cubicBezTo>
                  <a:pt x="161156" y="40810"/>
                  <a:pt x="170360" y="36506"/>
                  <a:pt x="180915" y="36506"/>
                </a:cubicBezTo>
                <a:cubicBezTo>
                  <a:pt x="189731" y="36506"/>
                  <a:pt x="197383" y="40122"/>
                  <a:pt x="203871" y="47355"/>
                </a:cubicBezTo>
                <a:cubicBezTo>
                  <a:pt x="210359" y="54588"/>
                  <a:pt x="213851" y="65313"/>
                  <a:pt x="214348" y="79531"/>
                </a:cubicBezTo>
                <a:moveTo>
                  <a:pt x="191438" y="73384"/>
                </a:moveTo>
                <a:cubicBezTo>
                  <a:pt x="191438" y="63389"/>
                  <a:pt x="190895" y="56528"/>
                  <a:pt x="189809" y="52803"/>
                </a:cubicBezTo>
                <a:cubicBezTo>
                  <a:pt x="188722" y="49078"/>
                  <a:pt x="187030" y="46253"/>
                  <a:pt x="184733" y="44329"/>
                </a:cubicBezTo>
                <a:cubicBezTo>
                  <a:pt x="183429" y="43211"/>
                  <a:pt x="181691" y="42652"/>
                  <a:pt x="179518" y="42652"/>
                </a:cubicBezTo>
                <a:cubicBezTo>
                  <a:pt x="176290" y="42652"/>
                  <a:pt x="173651" y="44235"/>
                  <a:pt x="171602" y="47402"/>
                </a:cubicBezTo>
                <a:cubicBezTo>
                  <a:pt x="167939" y="52927"/>
                  <a:pt x="166108" y="60502"/>
                  <a:pt x="166108" y="70125"/>
                </a:cubicBezTo>
                <a:lnTo>
                  <a:pt x="166108" y="73384"/>
                </a:lnTo>
                <a:lnTo>
                  <a:pt x="191438" y="73384"/>
                </a:lnTo>
                <a:close/>
                <a:moveTo>
                  <a:pt x="280310" y="36878"/>
                </a:moveTo>
                <a:lnTo>
                  <a:pt x="281707" y="66679"/>
                </a:lnTo>
                <a:lnTo>
                  <a:pt x="278541" y="66679"/>
                </a:lnTo>
                <a:cubicBezTo>
                  <a:pt x="274754" y="57791"/>
                  <a:pt x="270827" y="51721"/>
                  <a:pt x="266760" y="48467"/>
                </a:cubicBezTo>
                <a:cubicBezTo>
                  <a:pt x="262694" y="45211"/>
                  <a:pt x="258643" y="43584"/>
                  <a:pt x="254607" y="43584"/>
                </a:cubicBezTo>
                <a:cubicBezTo>
                  <a:pt x="252062" y="43584"/>
                  <a:pt x="249889" y="44437"/>
                  <a:pt x="248088" y="46145"/>
                </a:cubicBezTo>
                <a:cubicBezTo>
                  <a:pt x="246288" y="47852"/>
                  <a:pt x="245387" y="49823"/>
                  <a:pt x="245387" y="52058"/>
                </a:cubicBezTo>
                <a:cubicBezTo>
                  <a:pt x="245387" y="53734"/>
                  <a:pt x="246008" y="55349"/>
                  <a:pt x="247250" y="56901"/>
                </a:cubicBezTo>
                <a:cubicBezTo>
                  <a:pt x="249237" y="59446"/>
                  <a:pt x="254793" y="63808"/>
                  <a:pt x="263920" y="69985"/>
                </a:cubicBezTo>
                <a:cubicBezTo>
                  <a:pt x="273046" y="76163"/>
                  <a:pt x="279053" y="81409"/>
                  <a:pt x="281940" y="85724"/>
                </a:cubicBezTo>
                <a:cubicBezTo>
                  <a:pt x="284827" y="90039"/>
                  <a:pt x="286270" y="94866"/>
                  <a:pt x="286270" y="100205"/>
                </a:cubicBezTo>
                <a:cubicBezTo>
                  <a:pt x="286270" y="105048"/>
                  <a:pt x="285060" y="109797"/>
                  <a:pt x="282638" y="114453"/>
                </a:cubicBezTo>
                <a:cubicBezTo>
                  <a:pt x="280217" y="119110"/>
                  <a:pt x="276802" y="122680"/>
                  <a:pt x="272394" y="125163"/>
                </a:cubicBezTo>
                <a:cubicBezTo>
                  <a:pt x="267986" y="127646"/>
                  <a:pt x="263113" y="128888"/>
                  <a:pt x="257773" y="128888"/>
                </a:cubicBezTo>
                <a:cubicBezTo>
                  <a:pt x="253614" y="128888"/>
                  <a:pt x="248057" y="127560"/>
                  <a:pt x="241104" y="124904"/>
                </a:cubicBezTo>
                <a:cubicBezTo>
                  <a:pt x="239241" y="124207"/>
                  <a:pt x="237968" y="123859"/>
                  <a:pt x="237285" y="123859"/>
                </a:cubicBezTo>
                <a:cubicBezTo>
                  <a:pt x="235237" y="123859"/>
                  <a:pt x="233529" y="125411"/>
                  <a:pt x="232163" y="128516"/>
                </a:cubicBezTo>
                <a:lnTo>
                  <a:pt x="229090" y="128516"/>
                </a:lnTo>
                <a:lnTo>
                  <a:pt x="227600" y="97225"/>
                </a:lnTo>
                <a:lnTo>
                  <a:pt x="230766" y="97225"/>
                </a:lnTo>
                <a:cubicBezTo>
                  <a:pt x="233560" y="105420"/>
                  <a:pt x="237394" y="111566"/>
                  <a:pt x="242268" y="115664"/>
                </a:cubicBezTo>
                <a:cubicBezTo>
                  <a:pt x="247141" y="119762"/>
                  <a:pt x="251751" y="121810"/>
                  <a:pt x="256097" y="121810"/>
                </a:cubicBezTo>
                <a:cubicBezTo>
                  <a:pt x="259077" y="121810"/>
                  <a:pt x="261514" y="120895"/>
                  <a:pt x="263408" y="119063"/>
                </a:cubicBezTo>
                <a:cubicBezTo>
                  <a:pt x="265301" y="117232"/>
                  <a:pt x="266248" y="115012"/>
                  <a:pt x="266248" y="112405"/>
                </a:cubicBezTo>
                <a:cubicBezTo>
                  <a:pt x="266248" y="109425"/>
                  <a:pt x="265317" y="106848"/>
                  <a:pt x="263454" y="104675"/>
                </a:cubicBezTo>
                <a:cubicBezTo>
                  <a:pt x="261592" y="102502"/>
                  <a:pt x="257432" y="99212"/>
                  <a:pt x="250975" y="94804"/>
                </a:cubicBezTo>
                <a:cubicBezTo>
                  <a:pt x="241476" y="88223"/>
                  <a:pt x="235330" y="83194"/>
                  <a:pt x="232536" y="79717"/>
                </a:cubicBezTo>
                <a:cubicBezTo>
                  <a:pt x="228438" y="74626"/>
                  <a:pt x="226389" y="69007"/>
                  <a:pt x="226389" y="62861"/>
                </a:cubicBezTo>
                <a:cubicBezTo>
                  <a:pt x="226389" y="56156"/>
                  <a:pt x="228702" y="50087"/>
                  <a:pt x="233327" y="44655"/>
                </a:cubicBezTo>
                <a:cubicBezTo>
                  <a:pt x="237953" y="39222"/>
                  <a:pt x="244642" y="36506"/>
                  <a:pt x="253396" y="36506"/>
                </a:cubicBezTo>
                <a:cubicBezTo>
                  <a:pt x="258115" y="36506"/>
                  <a:pt x="262678" y="37699"/>
                  <a:pt x="267086" y="40085"/>
                </a:cubicBezTo>
                <a:cubicBezTo>
                  <a:pt x="268762" y="41052"/>
                  <a:pt x="270128" y="41535"/>
                  <a:pt x="271184" y="41535"/>
                </a:cubicBezTo>
                <a:cubicBezTo>
                  <a:pt x="272301" y="41535"/>
                  <a:pt x="273201" y="41302"/>
                  <a:pt x="273884" y="40836"/>
                </a:cubicBezTo>
                <a:cubicBezTo>
                  <a:pt x="274567" y="40371"/>
                  <a:pt x="275654" y="39051"/>
                  <a:pt x="277144" y="36878"/>
                </a:cubicBezTo>
                <a:lnTo>
                  <a:pt x="280310" y="36878"/>
                </a:lnTo>
                <a:close/>
                <a:moveTo>
                  <a:pt x="340533" y="36506"/>
                </a:moveTo>
                <a:cubicBezTo>
                  <a:pt x="348108" y="36506"/>
                  <a:pt x="355154" y="38463"/>
                  <a:pt x="361673" y="42379"/>
                </a:cubicBezTo>
                <a:cubicBezTo>
                  <a:pt x="368192" y="46294"/>
                  <a:pt x="373143" y="51856"/>
                  <a:pt x="376527" y="59066"/>
                </a:cubicBezTo>
                <a:cubicBezTo>
                  <a:pt x="379911" y="66276"/>
                  <a:pt x="381602" y="74168"/>
                  <a:pt x="381602" y="82744"/>
                </a:cubicBezTo>
                <a:cubicBezTo>
                  <a:pt x="381602" y="95110"/>
                  <a:pt x="378467" y="105458"/>
                  <a:pt x="372197" y="113787"/>
                </a:cubicBezTo>
                <a:cubicBezTo>
                  <a:pt x="364622" y="123854"/>
                  <a:pt x="354161" y="128888"/>
                  <a:pt x="340813" y="128888"/>
                </a:cubicBezTo>
                <a:cubicBezTo>
                  <a:pt x="327713" y="128888"/>
                  <a:pt x="317624" y="124289"/>
                  <a:pt x="310546" y="115091"/>
                </a:cubicBezTo>
                <a:cubicBezTo>
                  <a:pt x="303469" y="105892"/>
                  <a:pt x="299930" y="95234"/>
                  <a:pt x="299930" y="83116"/>
                </a:cubicBezTo>
                <a:cubicBezTo>
                  <a:pt x="299930" y="70625"/>
                  <a:pt x="303546" y="59734"/>
                  <a:pt x="310779" y="50443"/>
                </a:cubicBezTo>
                <a:cubicBezTo>
                  <a:pt x="318012" y="41152"/>
                  <a:pt x="327930" y="36506"/>
                  <a:pt x="340533" y="36506"/>
                </a:cubicBezTo>
                <a:moveTo>
                  <a:pt x="340906" y="43025"/>
                </a:moveTo>
                <a:cubicBezTo>
                  <a:pt x="337740" y="43025"/>
                  <a:pt x="335023" y="44222"/>
                  <a:pt x="332757" y="46616"/>
                </a:cubicBezTo>
                <a:cubicBezTo>
                  <a:pt x="330491" y="49008"/>
                  <a:pt x="329001" y="53732"/>
                  <a:pt x="328287" y="60786"/>
                </a:cubicBezTo>
                <a:cubicBezTo>
                  <a:pt x="327573" y="67840"/>
                  <a:pt x="327216" y="77646"/>
                  <a:pt x="327216" y="90202"/>
                </a:cubicBezTo>
                <a:cubicBezTo>
                  <a:pt x="327216" y="96853"/>
                  <a:pt x="327651" y="103070"/>
                  <a:pt x="328520" y="108851"/>
                </a:cubicBezTo>
                <a:cubicBezTo>
                  <a:pt x="329203" y="113263"/>
                  <a:pt x="330662" y="116620"/>
                  <a:pt x="332897" y="118921"/>
                </a:cubicBezTo>
                <a:cubicBezTo>
                  <a:pt x="335132" y="121220"/>
                  <a:pt x="337677" y="122369"/>
                  <a:pt x="340533" y="122369"/>
                </a:cubicBezTo>
                <a:cubicBezTo>
                  <a:pt x="343327" y="122369"/>
                  <a:pt x="345655" y="121592"/>
                  <a:pt x="347518" y="120038"/>
                </a:cubicBezTo>
                <a:cubicBezTo>
                  <a:pt x="349939" y="117925"/>
                  <a:pt x="351553" y="114972"/>
                  <a:pt x="352360" y="111179"/>
                </a:cubicBezTo>
                <a:cubicBezTo>
                  <a:pt x="353602" y="105275"/>
                  <a:pt x="354223" y="93342"/>
                  <a:pt x="354223" y="75378"/>
                </a:cubicBezTo>
                <a:cubicBezTo>
                  <a:pt x="354223" y="64812"/>
                  <a:pt x="353633" y="57556"/>
                  <a:pt x="352454" y="53609"/>
                </a:cubicBezTo>
                <a:cubicBezTo>
                  <a:pt x="351274" y="49661"/>
                  <a:pt x="349536" y="46786"/>
                  <a:pt x="347238" y="44983"/>
                </a:cubicBezTo>
                <a:cubicBezTo>
                  <a:pt x="345624" y="43678"/>
                  <a:pt x="343513" y="43025"/>
                  <a:pt x="340906" y="43025"/>
                </a:cubicBezTo>
                <a:close/>
                <a:moveTo>
                  <a:pt x="478921" y="39113"/>
                </a:moveTo>
                <a:lnTo>
                  <a:pt x="478921" y="107283"/>
                </a:lnTo>
                <a:cubicBezTo>
                  <a:pt x="478921" y="113966"/>
                  <a:pt x="479542" y="118136"/>
                  <a:pt x="480783" y="119791"/>
                </a:cubicBezTo>
                <a:cubicBezTo>
                  <a:pt x="482025" y="121446"/>
                  <a:pt x="484540" y="122491"/>
                  <a:pt x="488327" y="122928"/>
                </a:cubicBezTo>
                <a:lnTo>
                  <a:pt x="488327" y="126281"/>
                </a:lnTo>
                <a:lnTo>
                  <a:pt x="452845" y="126281"/>
                </a:lnTo>
                <a:lnTo>
                  <a:pt x="452845" y="114640"/>
                </a:lnTo>
                <a:cubicBezTo>
                  <a:pt x="448686" y="119606"/>
                  <a:pt x="444526" y="123223"/>
                  <a:pt x="440366" y="125489"/>
                </a:cubicBezTo>
                <a:cubicBezTo>
                  <a:pt x="436207" y="127755"/>
                  <a:pt x="431550" y="128888"/>
                  <a:pt x="426397" y="128888"/>
                </a:cubicBezTo>
                <a:cubicBezTo>
                  <a:pt x="421492" y="128888"/>
                  <a:pt x="417131" y="127383"/>
                  <a:pt x="413313" y="124371"/>
                </a:cubicBezTo>
                <a:cubicBezTo>
                  <a:pt x="409495" y="121360"/>
                  <a:pt x="406934" y="117837"/>
                  <a:pt x="405630" y="113801"/>
                </a:cubicBezTo>
                <a:cubicBezTo>
                  <a:pt x="404326" y="109766"/>
                  <a:pt x="403674" y="102719"/>
                  <a:pt x="403674" y="92662"/>
                </a:cubicBezTo>
                <a:lnTo>
                  <a:pt x="403674" y="58111"/>
                </a:lnTo>
                <a:cubicBezTo>
                  <a:pt x="403674" y="51451"/>
                  <a:pt x="403069" y="47304"/>
                  <a:pt x="401858" y="45670"/>
                </a:cubicBezTo>
                <a:cubicBezTo>
                  <a:pt x="400647" y="44037"/>
                  <a:pt x="398117" y="42969"/>
                  <a:pt x="394268" y="42466"/>
                </a:cubicBezTo>
                <a:lnTo>
                  <a:pt x="394268" y="39113"/>
                </a:lnTo>
                <a:lnTo>
                  <a:pt x="429750" y="39113"/>
                </a:lnTo>
                <a:lnTo>
                  <a:pt x="429750" y="98695"/>
                </a:lnTo>
                <a:cubicBezTo>
                  <a:pt x="429750" y="104911"/>
                  <a:pt x="430045" y="108920"/>
                  <a:pt x="430634" y="110722"/>
                </a:cubicBezTo>
                <a:cubicBezTo>
                  <a:pt x="431224" y="112525"/>
                  <a:pt x="432155" y="113893"/>
                  <a:pt x="433428" y="114826"/>
                </a:cubicBezTo>
                <a:cubicBezTo>
                  <a:pt x="434701" y="115757"/>
                  <a:pt x="436175" y="116223"/>
                  <a:pt x="437852" y="116223"/>
                </a:cubicBezTo>
                <a:cubicBezTo>
                  <a:pt x="440087" y="116223"/>
                  <a:pt x="442105" y="115633"/>
                  <a:pt x="443905" y="114453"/>
                </a:cubicBezTo>
                <a:cubicBezTo>
                  <a:pt x="446388" y="112839"/>
                  <a:pt x="449369" y="109580"/>
                  <a:pt x="452845" y="104675"/>
                </a:cubicBezTo>
                <a:lnTo>
                  <a:pt x="452845" y="58111"/>
                </a:lnTo>
                <a:cubicBezTo>
                  <a:pt x="452845" y="51451"/>
                  <a:pt x="452240" y="47304"/>
                  <a:pt x="451029" y="45670"/>
                </a:cubicBezTo>
                <a:cubicBezTo>
                  <a:pt x="449819" y="44037"/>
                  <a:pt x="447289" y="42969"/>
                  <a:pt x="443439" y="42466"/>
                </a:cubicBezTo>
                <a:lnTo>
                  <a:pt x="443439" y="39113"/>
                </a:lnTo>
                <a:lnTo>
                  <a:pt x="478921" y="39113"/>
                </a:lnTo>
                <a:close/>
                <a:moveTo>
                  <a:pt x="537003" y="39113"/>
                </a:moveTo>
                <a:lnTo>
                  <a:pt x="537003" y="58856"/>
                </a:lnTo>
                <a:cubicBezTo>
                  <a:pt x="542777" y="49854"/>
                  <a:pt x="547837" y="43878"/>
                  <a:pt x="552183" y="40929"/>
                </a:cubicBezTo>
                <a:cubicBezTo>
                  <a:pt x="556529" y="37980"/>
                  <a:pt x="560719" y="36506"/>
                  <a:pt x="564755" y="36506"/>
                </a:cubicBezTo>
                <a:cubicBezTo>
                  <a:pt x="568232" y="36506"/>
                  <a:pt x="571010" y="37581"/>
                  <a:pt x="573090" y="39730"/>
                </a:cubicBezTo>
                <a:cubicBezTo>
                  <a:pt x="575170" y="41880"/>
                  <a:pt x="576210" y="44917"/>
                  <a:pt x="576210" y="48842"/>
                </a:cubicBezTo>
                <a:cubicBezTo>
                  <a:pt x="576210" y="53018"/>
                  <a:pt x="575201" y="56259"/>
                  <a:pt x="573183" y="58565"/>
                </a:cubicBezTo>
                <a:cubicBezTo>
                  <a:pt x="571165" y="60870"/>
                  <a:pt x="568728" y="62023"/>
                  <a:pt x="565872" y="62023"/>
                </a:cubicBezTo>
                <a:cubicBezTo>
                  <a:pt x="562582" y="62023"/>
                  <a:pt x="559726" y="60967"/>
                  <a:pt x="557305" y="58856"/>
                </a:cubicBezTo>
                <a:cubicBezTo>
                  <a:pt x="554883" y="56746"/>
                  <a:pt x="553455" y="55566"/>
                  <a:pt x="553021" y="55318"/>
                </a:cubicBezTo>
                <a:cubicBezTo>
                  <a:pt x="552400" y="54945"/>
                  <a:pt x="551686" y="54759"/>
                  <a:pt x="550879" y="54759"/>
                </a:cubicBezTo>
                <a:cubicBezTo>
                  <a:pt x="549079" y="54759"/>
                  <a:pt x="547371" y="55442"/>
                  <a:pt x="545757" y="56808"/>
                </a:cubicBezTo>
                <a:cubicBezTo>
                  <a:pt x="543211" y="58919"/>
                  <a:pt x="541287" y="61930"/>
                  <a:pt x="539983" y="65841"/>
                </a:cubicBezTo>
                <a:cubicBezTo>
                  <a:pt x="537996" y="71863"/>
                  <a:pt x="537003" y="78506"/>
                  <a:pt x="537003" y="85770"/>
                </a:cubicBezTo>
                <a:lnTo>
                  <a:pt x="537003" y="105793"/>
                </a:lnTo>
                <a:lnTo>
                  <a:pt x="537096" y="111008"/>
                </a:lnTo>
                <a:cubicBezTo>
                  <a:pt x="537096" y="114547"/>
                  <a:pt x="537313" y="116813"/>
                  <a:pt x="537748" y="117806"/>
                </a:cubicBezTo>
                <a:cubicBezTo>
                  <a:pt x="538493" y="119482"/>
                  <a:pt x="539595" y="120708"/>
                  <a:pt x="541054" y="121484"/>
                </a:cubicBezTo>
                <a:cubicBezTo>
                  <a:pt x="542513" y="122261"/>
                  <a:pt x="544981" y="122742"/>
                  <a:pt x="548458" y="122928"/>
                </a:cubicBezTo>
                <a:lnTo>
                  <a:pt x="548458" y="126281"/>
                </a:lnTo>
                <a:lnTo>
                  <a:pt x="501428" y="126281"/>
                </a:lnTo>
                <a:lnTo>
                  <a:pt x="501428" y="122928"/>
                </a:lnTo>
                <a:cubicBezTo>
                  <a:pt x="505216" y="122618"/>
                  <a:pt x="507777" y="121578"/>
                  <a:pt x="509111" y="119808"/>
                </a:cubicBezTo>
                <a:cubicBezTo>
                  <a:pt x="510446" y="118039"/>
                  <a:pt x="511114" y="113367"/>
                  <a:pt x="511114" y="105793"/>
                </a:cubicBezTo>
                <a:lnTo>
                  <a:pt x="511114" y="57553"/>
                </a:lnTo>
                <a:cubicBezTo>
                  <a:pt x="511114" y="52555"/>
                  <a:pt x="510865" y="49369"/>
                  <a:pt x="510369" y="47995"/>
                </a:cubicBezTo>
                <a:cubicBezTo>
                  <a:pt x="509748" y="46245"/>
                  <a:pt x="508848" y="44965"/>
                  <a:pt x="507668" y="44154"/>
                </a:cubicBezTo>
                <a:cubicBezTo>
                  <a:pt x="506488" y="43341"/>
                  <a:pt x="504408" y="42778"/>
                  <a:pt x="501428" y="42466"/>
                </a:cubicBezTo>
                <a:lnTo>
                  <a:pt x="501428" y="39113"/>
                </a:lnTo>
                <a:lnTo>
                  <a:pt x="537003" y="39113"/>
                </a:lnTo>
                <a:close/>
                <a:moveTo>
                  <a:pt x="653195" y="103764"/>
                </a:moveTo>
                <a:lnTo>
                  <a:pt x="656082" y="105996"/>
                </a:lnTo>
                <a:cubicBezTo>
                  <a:pt x="651984" y="113720"/>
                  <a:pt x="646877" y="119467"/>
                  <a:pt x="640762" y="123236"/>
                </a:cubicBezTo>
                <a:cubicBezTo>
                  <a:pt x="634647" y="127004"/>
                  <a:pt x="628143" y="128888"/>
                  <a:pt x="621252" y="128888"/>
                </a:cubicBezTo>
                <a:cubicBezTo>
                  <a:pt x="609642" y="128888"/>
                  <a:pt x="600360" y="124507"/>
                  <a:pt x="593407" y="115746"/>
                </a:cubicBezTo>
                <a:cubicBezTo>
                  <a:pt x="586453" y="106982"/>
                  <a:pt x="582977" y="96448"/>
                  <a:pt x="582977" y="84143"/>
                </a:cubicBezTo>
                <a:cubicBezTo>
                  <a:pt x="582977" y="72272"/>
                  <a:pt x="586143" y="61831"/>
                  <a:pt x="592476" y="52821"/>
                </a:cubicBezTo>
                <a:cubicBezTo>
                  <a:pt x="600112" y="41944"/>
                  <a:pt x="610635" y="36506"/>
                  <a:pt x="624046" y="36506"/>
                </a:cubicBezTo>
                <a:cubicBezTo>
                  <a:pt x="633048" y="36506"/>
                  <a:pt x="640203" y="38779"/>
                  <a:pt x="645512" y="43325"/>
                </a:cubicBezTo>
                <a:cubicBezTo>
                  <a:pt x="650820" y="47868"/>
                  <a:pt x="653474" y="52942"/>
                  <a:pt x="653474" y="58545"/>
                </a:cubicBezTo>
                <a:cubicBezTo>
                  <a:pt x="653474" y="62094"/>
                  <a:pt x="652403" y="64926"/>
                  <a:pt x="650261" y="67043"/>
                </a:cubicBezTo>
                <a:cubicBezTo>
                  <a:pt x="648119" y="69160"/>
                  <a:pt x="645310" y="70218"/>
                  <a:pt x="641833" y="70218"/>
                </a:cubicBezTo>
                <a:cubicBezTo>
                  <a:pt x="638170" y="70218"/>
                  <a:pt x="635143" y="69003"/>
                  <a:pt x="632753" y="66574"/>
                </a:cubicBezTo>
                <a:cubicBezTo>
                  <a:pt x="630363" y="64143"/>
                  <a:pt x="628888" y="59813"/>
                  <a:pt x="628330" y="53583"/>
                </a:cubicBezTo>
                <a:cubicBezTo>
                  <a:pt x="627957" y="49658"/>
                  <a:pt x="627057" y="46917"/>
                  <a:pt x="625629" y="45359"/>
                </a:cubicBezTo>
                <a:cubicBezTo>
                  <a:pt x="624201" y="43803"/>
                  <a:pt x="622525" y="43025"/>
                  <a:pt x="620600" y="43025"/>
                </a:cubicBezTo>
                <a:cubicBezTo>
                  <a:pt x="617620" y="43025"/>
                  <a:pt x="615075" y="44608"/>
                  <a:pt x="612964" y="47774"/>
                </a:cubicBezTo>
                <a:cubicBezTo>
                  <a:pt x="609735" y="52555"/>
                  <a:pt x="608121" y="59881"/>
                  <a:pt x="608121" y="69752"/>
                </a:cubicBezTo>
                <a:cubicBezTo>
                  <a:pt x="608121" y="77947"/>
                  <a:pt x="609425" y="85786"/>
                  <a:pt x="612032" y="93267"/>
                </a:cubicBezTo>
                <a:cubicBezTo>
                  <a:pt x="614640" y="100748"/>
                  <a:pt x="618210" y="106320"/>
                  <a:pt x="622742" y="109983"/>
                </a:cubicBezTo>
                <a:cubicBezTo>
                  <a:pt x="626157" y="112653"/>
                  <a:pt x="630192" y="113988"/>
                  <a:pt x="634849" y="113988"/>
                </a:cubicBezTo>
                <a:cubicBezTo>
                  <a:pt x="637891" y="113988"/>
                  <a:pt x="640778" y="113276"/>
                  <a:pt x="643509" y="111852"/>
                </a:cubicBezTo>
                <a:cubicBezTo>
                  <a:pt x="646241" y="110426"/>
                  <a:pt x="649470" y="107730"/>
                  <a:pt x="653195" y="103764"/>
                </a:cubicBezTo>
                <a:close/>
                <a:moveTo>
                  <a:pt x="740577" y="79531"/>
                </a:moveTo>
                <a:lnTo>
                  <a:pt x="692803" y="79531"/>
                </a:lnTo>
                <a:cubicBezTo>
                  <a:pt x="693362" y="91109"/>
                  <a:pt x="696435" y="100260"/>
                  <a:pt x="702023" y="106983"/>
                </a:cubicBezTo>
                <a:cubicBezTo>
                  <a:pt x="706307" y="112149"/>
                  <a:pt x="711460" y="114733"/>
                  <a:pt x="717482" y="114733"/>
                </a:cubicBezTo>
                <a:cubicBezTo>
                  <a:pt x="721207" y="114733"/>
                  <a:pt x="724590" y="113693"/>
                  <a:pt x="727633" y="111613"/>
                </a:cubicBezTo>
                <a:cubicBezTo>
                  <a:pt x="730675" y="109533"/>
                  <a:pt x="733934" y="105793"/>
                  <a:pt x="737411" y="100391"/>
                </a:cubicBezTo>
                <a:lnTo>
                  <a:pt x="740577" y="102440"/>
                </a:lnTo>
                <a:cubicBezTo>
                  <a:pt x="735859" y="112063"/>
                  <a:pt x="730644" y="118877"/>
                  <a:pt x="724932" y="122881"/>
                </a:cubicBezTo>
                <a:cubicBezTo>
                  <a:pt x="719220" y="126886"/>
                  <a:pt x="712608" y="128888"/>
                  <a:pt x="705096" y="128888"/>
                </a:cubicBezTo>
                <a:cubicBezTo>
                  <a:pt x="692182" y="128888"/>
                  <a:pt x="682404" y="123916"/>
                  <a:pt x="675761" y="113973"/>
                </a:cubicBezTo>
                <a:cubicBezTo>
                  <a:pt x="670421" y="105956"/>
                  <a:pt x="667752" y="96013"/>
                  <a:pt x="667752" y="84143"/>
                </a:cubicBezTo>
                <a:cubicBezTo>
                  <a:pt x="667752" y="69600"/>
                  <a:pt x="671679" y="58025"/>
                  <a:pt x="679532" y="49419"/>
                </a:cubicBezTo>
                <a:cubicBezTo>
                  <a:pt x="687386" y="40810"/>
                  <a:pt x="696590" y="36506"/>
                  <a:pt x="707145" y="36506"/>
                </a:cubicBezTo>
                <a:cubicBezTo>
                  <a:pt x="715961" y="36506"/>
                  <a:pt x="723613" y="40122"/>
                  <a:pt x="730101" y="47355"/>
                </a:cubicBezTo>
                <a:cubicBezTo>
                  <a:pt x="736588" y="54588"/>
                  <a:pt x="740081" y="65313"/>
                  <a:pt x="740577" y="79531"/>
                </a:cubicBezTo>
                <a:moveTo>
                  <a:pt x="717668" y="73384"/>
                </a:moveTo>
                <a:cubicBezTo>
                  <a:pt x="717668" y="63389"/>
                  <a:pt x="717125" y="56528"/>
                  <a:pt x="716038" y="52803"/>
                </a:cubicBezTo>
                <a:cubicBezTo>
                  <a:pt x="714952" y="49078"/>
                  <a:pt x="713260" y="46253"/>
                  <a:pt x="710963" y="44329"/>
                </a:cubicBezTo>
                <a:cubicBezTo>
                  <a:pt x="709659" y="43211"/>
                  <a:pt x="707921" y="42652"/>
                  <a:pt x="705748" y="42652"/>
                </a:cubicBezTo>
                <a:cubicBezTo>
                  <a:pt x="702519" y="42652"/>
                  <a:pt x="699881" y="44235"/>
                  <a:pt x="697832" y="47402"/>
                </a:cubicBezTo>
                <a:cubicBezTo>
                  <a:pt x="694169" y="52927"/>
                  <a:pt x="692337" y="60502"/>
                  <a:pt x="692337" y="70125"/>
                </a:cubicBezTo>
                <a:lnTo>
                  <a:pt x="692337" y="73384"/>
                </a:lnTo>
                <a:lnTo>
                  <a:pt x="717668" y="73384"/>
                </a:lnTo>
                <a:close/>
                <a:moveTo>
                  <a:pt x="806541" y="36878"/>
                </a:moveTo>
                <a:lnTo>
                  <a:pt x="807938" y="66679"/>
                </a:lnTo>
                <a:lnTo>
                  <a:pt x="804771" y="66679"/>
                </a:lnTo>
                <a:cubicBezTo>
                  <a:pt x="800984" y="57791"/>
                  <a:pt x="797057" y="51721"/>
                  <a:pt x="792991" y="48467"/>
                </a:cubicBezTo>
                <a:cubicBezTo>
                  <a:pt x="788924" y="45211"/>
                  <a:pt x="784873" y="43584"/>
                  <a:pt x="780838" y="43584"/>
                </a:cubicBezTo>
                <a:cubicBezTo>
                  <a:pt x="778292" y="43584"/>
                  <a:pt x="776119" y="44437"/>
                  <a:pt x="774319" y="46145"/>
                </a:cubicBezTo>
                <a:cubicBezTo>
                  <a:pt x="772518" y="47852"/>
                  <a:pt x="771618" y="49823"/>
                  <a:pt x="771618" y="52058"/>
                </a:cubicBezTo>
                <a:cubicBezTo>
                  <a:pt x="771618" y="53734"/>
                  <a:pt x="772239" y="55349"/>
                  <a:pt x="773481" y="56901"/>
                </a:cubicBezTo>
                <a:cubicBezTo>
                  <a:pt x="775467" y="59446"/>
                  <a:pt x="781024" y="63808"/>
                  <a:pt x="790150" y="69985"/>
                </a:cubicBezTo>
                <a:cubicBezTo>
                  <a:pt x="799277" y="76163"/>
                  <a:pt x="805284" y="81409"/>
                  <a:pt x="808170" y="85724"/>
                </a:cubicBezTo>
                <a:cubicBezTo>
                  <a:pt x="811057" y="90039"/>
                  <a:pt x="812501" y="94866"/>
                  <a:pt x="812501" y="100205"/>
                </a:cubicBezTo>
                <a:cubicBezTo>
                  <a:pt x="812501" y="105048"/>
                  <a:pt x="811290" y="109797"/>
                  <a:pt x="808869" y="114453"/>
                </a:cubicBezTo>
                <a:cubicBezTo>
                  <a:pt x="806448" y="119110"/>
                  <a:pt x="803033" y="122680"/>
                  <a:pt x="798625" y="125163"/>
                </a:cubicBezTo>
                <a:cubicBezTo>
                  <a:pt x="794217" y="127646"/>
                  <a:pt x="789343" y="128888"/>
                  <a:pt x="784004" y="128888"/>
                </a:cubicBezTo>
                <a:cubicBezTo>
                  <a:pt x="779844" y="128888"/>
                  <a:pt x="774288" y="127560"/>
                  <a:pt x="767334" y="124904"/>
                </a:cubicBezTo>
                <a:cubicBezTo>
                  <a:pt x="765472" y="124207"/>
                  <a:pt x="764199" y="123859"/>
                  <a:pt x="763516" y="123859"/>
                </a:cubicBezTo>
                <a:cubicBezTo>
                  <a:pt x="761467" y="123859"/>
                  <a:pt x="759760" y="125411"/>
                  <a:pt x="758394" y="128516"/>
                </a:cubicBezTo>
                <a:lnTo>
                  <a:pt x="755321" y="128516"/>
                </a:lnTo>
                <a:lnTo>
                  <a:pt x="753831" y="97225"/>
                </a:lnTo>
                <a:lnTo>
                  <a:pt x="756997" y="97225"/>
                </a:lnTo>
                <a:cubicBezTo>
                  <a:pt x="759791" y="105420"/>
                  <a:pt x="763625" y="111566"/>
                  <a:pt x="768498" y="115664"/>
                </a:cubicBezTo>
                <a:cubicBezTo>
                  <a:pt x="773372" y="119762"/>
                  <a:pt x="777982" y="121810"/>
                  <a:pt x="782328" y="121810"/>
                </a:cubicBezTo>
                <a:cubicBezTo>
                  <a:pt x="785308" y="121810"/>
                  <a:pt x="787745" y="120895"/>
                  <a:pt x="789638" y="119063"/>
                </a:cubicBezTo>
                <a:cubicBezTo>
                  <a:pt x="791532" y="117232"/>
                  <a:pt x="792479" y="115012"/>
                  <a:pt x="792479" y="112405"/>
                </a:cubicBezTo>
                <a:cubicBezTo>
                  <a:pt x="792479" y="109425"/>
                  <a:pt x="791547" y="106848"/>
                  <a:pt x="789685" y="104675"/>
                </a:cubicBezTo>
                <a:cubicBezTo>
                  <a:pt x="787822" y="102502"/>
                  <a:pt x="783663" y="99212"/>
                  <a:pt x="777206" y="94804"/>
                </a:cubicBezTo>
                <a:cubicBezTo>
                  <a:pt x="767707" y="88223"/>
                  <a:pt x="761560" y="83194"/>
                  <a:pt x="758766" y="79717"/>
                </a:cubicBezTo>
                <a:cubicBezTo>
                  <a:pt x="754669" y="74626"/>
                  <a:pt x="752620" y="69007"/>
                  <a:pt x="752620" y="62861"/>
                </a:cubicBezTo>
                <a:cubicBezTo>
                  <a:pt x="752620" y="56156"/>
                  <a:pt x="754933" y="50087"/>
                  <a:pt x="759558" y="44655"/>
                </a:cubicBezTo>
                <a:cubicBezTo>
                  <a:pt x="764183" y="39222"/>
                  <a:pt x="770873" y="36506"/>
                  <a:pt x="779627" y="36506"/>
                </a:cubicBezTo>
                <a:cubicBezTo>
                  <a:pt x="784345" y="36506"/>
                  <a:pt x="788909" y="37699"/>
                  <a:pt x="793317" y="40085"/>
                </a:cubicBezTo>
                <a:cubicBezTo>
                  <a:pt x="794993" y="41052"/>
                  <a:pt x="796359" y="41535"/>
                  <a:pt x="797414" y="41535"/>
                </a:cubicBezTo>
                <a:cubicBezTo>
                  <a:pt x="798532" y="41535"/>
                  <a:pt x="799432" y="41302"/>
                  <a:pt x="800115" y="40836"/>
                </a:cubicBezTo>
                <a:cubicBezTo>
                  <a:pt x="800798" y="40371"/>
                  <a:pt x="801884" y="39051"/>
                  <a:pt x="803374" y="36878"/>
                </a:cubicBezTo>
                <a:lnTo>
                  <a:pt x="806541" y="36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762DB-1B63-41C4-B8F9-EB4A959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226" y="641630"/>
            <a:ext cx="726820" cy="3338"/>
          </a:xfrm>
          <a:custGeom xmlns:a="http://schemas.openxmlformats.org/drawingml/2006/main">
            <a:pathLst>
              <a:path w="726820" h="3338" fill="none">
                <a:moveTo>
                  <a:pt x="0" y="3338"/>
                </a:moveTo>
                <a:lnTo>
                  <a:pt x="396548" y="3338"/>
                </a:lnTo>
                <a:lnTo>
                  <a:pt x="726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A6960-717D-47AB-8464-1051901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834" y="610002"/>
            <a:ext cx="63893" cy="63575"/>
          </a:xfrm>
          <a:custGeom xmlns:a="http://schemas.openxmlformats.org/drawingml/2006/main">
            <a:pathLst>
              <a:path w="63893" h="63575">
                <a:moveTo>
                  <a:pt x="63893" y="31152"/>
                </a:moveTo>
                <a:lnTo>
                  <a:pt x="636" y="63575"/>
                </a:lnTo>
                <a:lnTo>
                  <a:pt x="16212" y="31628"/>
                </a:lnTo>
                <a:lnTo>
                  <a:pt x="0" y="0"/>
                </a:lnTo>
                <a:lnTo>
                  <a:pt x="63893" y="31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B239E-DD42-4AB2-BB8D-F6BB57C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834" y="610002"/>
            <a:ext cx="63893" cy="63575"/>
          </a:xfrm>
          <a:custGeom xmlns:a="http://schemas.openxmlformats.org/drawingml/2006/main">
            <a:pathLst>
              <a:path w="63893" h="63575" fill="none">
                <a:moveTo>
                  <a:pt x="63893" y="31152"/>
                </a:moveTo>
                <a:lnTo>
                  <a:pt x="636" y="63575"/>
                </a:lnTo>
                <a:lnTo>
                  <a:pt x="16212" y="31628"/>
                </a:lnTo>
                <a:lnTo>
                  <a:pt x="0" y="0"/>
                </a:lnTo>
                <a:lnTo>
                  <a:pt x="63893" y="311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396E1-BD67-4688-B255-1B69B5B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456" y="680729"/>
            <a:ext cx="548333" cy="190725"/>
          </a:xfrm>
          <a:custGeom xmlns:a="http://schemas.openxmlformats.org/drawingml/2006/main">
            <a:pathLst>
              <a:path w="548333" h="190725">
                <a:moveTo>
                  <a:pt x="0" y="0"/>
                </a:moveTo>
                <a:lnTo>
                  <a:pt x="548333" y="0"/>
                </a:lnTo>
                <a:lnTo>
                  <a:pt x="548333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Filtering">
            <a:extLst xmlns:a="http://schemas.openxmlformats.org/drawingml/2006/main">
              <a:ext uri="{FF2B5EF4-FFF2-40B4-BE49-F238E27FC236}">
                <a16:creationId xmlns:a16="http://schemas.microsoft.com/office/drawing/2014/main" id="{9886D54D-28D7-4F06-BA8B-555452F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513" y="721364"/>
            <a:ext cx="542109" cy="144658"/>
          </a:xfrm>
          <a:custGeom xmlns:a="http://schemas.openxmlformats.org/drawingml/2006/main">
            <a:pathLst>
              <a:path w="542109" h="144658">
                <a:moveTo>
                  <a:pt x="29956" y="10865"/>
                </a:moveTo>
                <a:lnTo>
                  <a:pt x="29956" y="52151"/>
                </a:lnTo>
                <a:lnTo>
                  <a:pt x="49125" y="52151"/>
                </a:lnTo>
                <a:cubicBezTo>
                  <a:pt x="53522" y="52151"/>
                  <a:pt x="56743" y="51181"/>
                  <a:pt x="58787" y="49241"/>
                </a:cubicBezTo>
                <a:cubicBezTo>
                  <a:pt x="60830" y="47301"/>
                  <a:pt x="62188" y="43459"/>
                  <a:pt x="62861" y="37717"/>
                </a:cubicBezTo>
                <a:lnTo>
                  <a:pt x="65732" y="37717"/>
                </a:lnTo>
                <a:lnTo>
                  <a:pt x="65732" y="73415"/>
                </a:lnTo>
                <a:lnTo>
                  <a:pt x="62861" y="73415"/>
                </a:lnTo>
                <a:cubicBezTo>
                  <a:pt x="62809" y="69307"/>
                  <a:pt x="62279" y="66291"/>
                  <a:pt x="61270" y="64367"/>
                </a:cubicBezTo>
                <a:cubicBezTo>
                  <a:pt x="60261" y="62441"/>
                  <a:pt x="58864" y="60998"/>
                  <a:pt x="57079" y="60036"/>
                </a:cubicBezTo>
                <a:cubicBezTo>
                  <a:pt x="55294" y="59074"/>
                  <a:pt x="52643" y="58593"/>
                  <a:pt x="49125" y="58593"/>
                </a:cubicBezTo>
                <a:lnTo>
                  <a:pt x="29956" y="58593"/>
                </a:lnTo>
                <a:lnTo>
                  <a:pt x="29956" y="91706"/>
                </a:lnTo>
                <a:cubicBezTo>
                  <a:pt x="29956" y="97043"/>
                  <a:pt x="30292" y="100567"/>
                  <a:pt x="30965" y="102277"/>
                </a:cubicBezTo>
                <a:cubicBezTo>
                  <a:pt x="31482" y="103573"/>
                  <a:pt x="32569" y="104686"/>
                  <a:pt x="34224" y="105619"/>
                </a:cubicBezTo>
                <a:cubicBezTo>
                  <a:pt x="36501" y="106863"/>
                  <a:pt x="38881" y="107484"/>
                  <a:pt x="41364" y="107484"/>
                </a:cubicBezTo>
                <a:lnTo>
                  <a:pt x="45167" y="107484"/>
                </a:lnTo>
                <a:lnTo>
                  <a:pt x="45167" y="110356"/>
                </a:lnTo>
                <a:lnTo>
                  <a:pt x="0" y="110356"/>
                </a:lnTo>
                <a:lnTo>
                  <a:pt x="0" y="107484"/>
                </a:lnTo>
                <a:lnTo>
                  <a:pt x="3725" y="107484"/>
                </a:lnTo>
                <a:cubicBezTo>
                  <a:pt x="8071" y="107484"/>
                  <a:pt x="11227" y="106217"/>
                  <a:pt x="13193" y="103682"/>
                </a:cubicBezTo>
                <a:cubicBezTo>
                  <a:pt x="14435" y="102026"/>
                  <a:pt x="15056" y="98042"/>
                  <a:pt x="15056" y="91730"/>
                </a:cubicBezTo>
                <a:lnTo>
                  <a:pt x="15056" y="23747"/>
                </a:lnTo>
                <a:cubicBezTo>
                  <a:pt x="15056" y="18419"/>
                  <a:pt x="14719" y="14900"/>
                  <a:pt x="14047" y="13193"/>
                </a:cubicBezTo>
                <a:cubicBezTo>
                  <a:pt x="13529" y="11900"/>
                  <a:pt x="12469" y="10787"/>
                  <a:pt x="10865" y="9856"/>
                </a:cubicBezTo>
                <a:cubicBezTo>
                  <a:pt x="8640" y="8614"/>
                  <a:pt x="6260" y="7993"/>
                  <a:pt x="3725" y="7993"/>
                </a:cubicBezTo>
                <a:lnTo>
                  <a:pt x="0" y="7993"/>
                </a:lnTo>
                <a:lnTo>
                  <a:pt x="0" y="5122"/>
                </a:lnTo>
                <a:lnTo>
                  <a:pt x="78304" y="5122"/>
                </a:lnTo>
                <a:lnTo>
                  <a:pt x="79313" y="28249"/>
                </a:lnTo>
                <a:lnTo>
                  <a:pt x="76597" y="28249"/>
                </a:lnTo>
                <a:cubicBezTo>
                  <a:pt x="75252" y="23334"/>
                  <a:pt x="73687" y="19725"/>
                  <a:pt x="71902" y="17423"/>
                </a:cubicBezTo>
                <a:cubicBezTo>
                  <a:pt x="70117" y="15120"/>
                  <a:pt x="67918" y="13452"/>
                  <a:pt x="65305" y="12417"/>
                </a:cubicBezTo>
                <a:cubicBezTo>
                  <a:pt x="62693" y="11382"/>
                  <a:pt x="58644" y="10865"/>
                  <a:pt x="53160" y="10865"/>
                </a:cubicBezTo>
                <a:lnTo>
                  <a:pt x="29956" y="10865"/>
                </a:lnTo>
                <a:close/>
                <a:moveTo>
                  <a:pt x="108857" y="0"/>
                </a:moveTo>
                <a:cubicBezTo>
                  <a:pt x="111030" y="0"/>
                  <a:pt x="112880" y="767"/>
                  <a:pt x="114406" y="2302"/>
                </a:cubicBezTo>
                <a:cubicBezTo>
                  <a:pt x="115932" y="3834"/>
                  <a:pt x="116695" y="5693"/>
                  <a:pt x="116695" y="7877"/>
                </a:cubicBezTo>
                <a:cubicBezTo>
                  <a:pt x="116695" y="10061"/>
                  <a:pt x="115932" y="11934"/>
                  <a:pt x="114406" y="13494"/>
                </a:cubicBezTo>
                <a:cubicBezTo>
                  <a:pt x="112880" y="15052"/>
                  <a:pt x="111030" y="15832"/>
                  <a:pt x="108857" y="15832"/>
                </a:cubicBezTo>
                <a:cubicBezTo>
                  <a:pt x="106684" y="15832"/>
                  <a:pt x="104822" y="15052"/>
                  <a:pt x="103269" y="13494"/>
                </a:cubicBezTo>
                <a:cubicBezTo>
                  <a:pt x="101717" y="11934"/>
                  <a:pt x="100941" y="10061"/>
                  <a:pt x="100941" y="7877"/>
                </a:cubicBezTo>
                <a:cubicBezTo>
                  <a:pt x="100941" y="5693"/>
                  <a:pt x="101704" y="3834"/>
                  <a:pt x="103231" y="2302"/>
                </a:cubicBezTo>
                <a:cubicBezTo>
                  <a:pt x="104757" y="767"/>
                  <a:pt x="106632" y="0"/>
                  <a:pt x="108857" y="0"/>
                </a:cubicBezTo>
                <a:moveTo>
                  <a:pt x="115298" y="37251"/>
                </a:moveTo>
                <a:lnTo>
                  <a:pt x="115298" y="94243"/>
                </a:lnTo>
                <a:cubicBezTo>
                  <a:pt x="115298" y="98683"/>
                  <a:pt x="115622" y="101638"/>
                  <a:pt x="116268" y="103109"/>
                </a:cubicBezTo>
                <a:cubicBezTo>
                  <a:pt x="116915" y="104581"/>
                  <a:pt x="117872" y="105678"/>
                  <a:pt x="119140" y="106400"/>
                </a:cubicBezTo>
                <a:cubicBezTo>
                  <a:pt x="120407" y="107123"/>
                  <a:pt x="122723" y="107484"/>
                  <a:pt x="126086" y="107484"/>
                </a:cubicBezTo>
                <a:lnTo>
                  <a:pt x="126086" y="110356"/>
                </a:lnTo>
                <a:lnTo>
                  <a:pt x="91551" y="110356"/>
                </a:lnTo>
                <a:lnTo>
                  <a:pt x="91551" y="107484"/>
                </a:lnTo>
                <a:cubicBezTo>
                  <a:pt x="95017" y="107484"/>
                  <a:pt x="97345" y="107149"/>
                  <a:pt x="98535" y="106478"/>
                </a:cubicBezTo>
                <a:cubicBezTo>
                  <a:pt x="99725" y="105807"/>
                  <a:pt x="100670" y="104697"/>
                  <a:pt x="101368" y="103148"/>
                </a:cubicBezTo>
                <a:cubicBezTo>
                  <a:pt x="102067" y="101599"/>
                  <a:pt x="102416" y="98631"/>
                  <a:pt x="102416" y="94243"/>
                </a:cubicBezTo>
                <a:lnTo>
                  <a:pt x="102416" y="66909"/>
                </a:lnTo>
                <a:cubicBezTo>
                  <a:pt x="102416" y="59216"/>
                  <a:pt x="102183" y="54234"/>
                  <a:pt x="101717" y="51965"/>
                </a:cubicBezTo>
                <a:cubicBezTo>
                  <a:pt x="101355" y="50312"/>
                  <a:pt x="100786" y="49163"/>
                  <a:pt x="100010" y="48518"/>
                </a:cubicBezTo>
                <a:cubicBezTo>
                  <a:pt x="99234" y="47873"/>
                  <a:pt x="98173" y="47551"/>
                  <a:pt x="96828" y="47551"/>
                </a:cubicBezTo>
                <a:cubicBezTo>
                  <a:pt x="95379" y="47551"/>
                  <a:pt x="93620" y="47938"/>
                  <a:pt x="91551" y="48712"/>
                </a:cubicBezTo>
                <a:lnTo>
                  <a:pt x="90464" y="45923"/>
                </a:lnTo>
                <a:lnTo>
                  <a:pt x="111884" y="37251"/>
                </a:lnTo>
                <a:lnTo>
                  <a:pt x="115298" y="37251"/>
                </a:lnTo>
                <a:close/>
                <a:moveTo>
                  <a:pt x="159406" y="0"/>
                </a:moveTo>
                <a:lnTo>
                  <a:pt x="159406" y="94223"/>
                </a:lnTo>
                <a:cubicBezTo>
                  <a:pt x="159406" y="98670"/>
                  <a:pt x="159730" y="101617"/>
                  <a:pt x="160376" y="103066"/>
                </a:cubicBezTo>
                <a:cubicBezTo>
                  <a:pt x="161023" y="104513"/>
                  <a:pt x="162019" y="105611"/>
                  <a:pt x="163364" y="106361"/>
                </a:cubicBezTo>
                <a:cubicBezTo>
                  <a:pt x="164709" y="107110"/>
                  <a:pt x="167219" y="107484"/>
                  <a:pt x="170892" y="107484"/>
                </a:cubicBezTo>
                <a:lnTo>
                  <a:pt x="170892" y="110356"/>
                </a:lnTo>
                <a:lnTo>
                  <a:pt x="136047" y="110356"/>
                </a:lnTo>
                <a:lnTo>
                  <a:pt x="136047" y="107484"/>
                </a:lnTo>
                <a:cubicBezTo>
                  <a:pt x="139306" y="107484"/>
                  <a:pt x="141531" y="107149"/>
                  <a:pt x="142721" y="106478"/>
                </a:cubicBezTo>
                <a:cubicBezTo>
                  <a:pt x="143911" y="105805"/>
                  <a:pt x="144842" y="104694"/>
                  <a:pt x="145515" y="103143"/>
                </a:cubicBezTo>
                <a:cubicBezTo>
                  <a:pt x="146187" y="101591"/>
                  <a:pt x="146524" y="98618"/>
                  <a:pt x="146524" y="94223"/>
                </a:cubicBezTo>
                <a:lnTo>
                  <a:pt x="146524" y="29701"/>
                </a:lnTo>
                <a:cubicBezTo>
                  <a:pt x="146524" y="21688"/>
                  <a:pt x="146343" y="16765"/>
                  <a:pt x="145980" y="14929"/>
                </a:cubicBezTo>
                <a:cubicBezTo>
                  <a:pt x="145618" y="13093"/>
                  <a:pt x="145036" y="11839"/>
                  <a:pt x="144234" y="11168"/>
                </a:cubicBezTo>
                <a:cubicBezTo>
                  <a:pt x="143432" y="10495"/>
                  <a:pt x="142411" y="10159"/>
                  <a:pt x="141169" y="10159"/>
                </a:cubicBezTo>
                <a:cubicBezTo>
                  <a:pt x="139824" y="10159"/>
                  <a:pt x="138116" y="10573"/>
                  <a:pt x="136047" y="11401"/>
                </a:cubicBezTo>
                <a:lnTo>
                  <a:pt x="134728" y="8685"/>
                </a:lnTo>
                <a:lnTo>
                  <a:pt x="155914" y="0"/>
                </a:lnTo>
                <a:lnTo>
                  <a:pt x="159406" y="0"/>
                </a:lnTo>
                <a:close/>
                <a:moveTo>
                  <a:pt x="199788" y="15832"/>
                </a:moveTo>
                <a:lnTo>
                  <a:pt x="199788" y="39269"/>
                </a:lnTo>
                <a:lnTo>
                  <a:pt x="216396" y="39269"/>
                </a:lnTo>
                <a:lnTo>
                  <a:pt x="216396" y="44701"/>
                </a:lnTo>
                <a:lnTo>
                  <a:pt x="199788" y="44701"/>
                </a:lnTo>
                <a:lnTo>
                  <a:pt x="199788" y="90736"/>
                </a:lnTo>
                <a:cubicBezTo>
                  <a:pt x="199788" y="95336"/>
                  <a:pt x="200448" y="98437"/>
                  <a:pt x="201767" y="100039"/>
                </a:cubicBezTo>
                <a:cubicBezTo>
                  <a:pt x="203086" y="101640"/>
                  <a:pt x="204781" y="102440"/>
                  <a:pt x="206850" y="102440"/>
                </a:cubicBezTo>
                <a:cubicBezTo>
                  <a:pt x="208557" y="102440"/>
                  <a:pt x="210213" y="101910"/>
                  <a:pt x="211817" y="100849"/>
                </a:cubicBezTo>
                <a:cubicBezTo>
                  <a:pt x="213421" y="99788"/>
                  <a:pt x="214662" y="98223"/>
                  <a:pt x="215542" y="96154"/>
                </a:cubicBezTo>
                <a:lnTo>
                  <a:pt x="218569" y="96154"/>
                </a:lnTo>
                <a:cubicBezTo>
                  <a:pt x="216758" y="101239"/>
                  <a:pt x="214197" y="105084"/>
                  <a:pt x="210886" y="107690"/>
                </a:cubicBezTo>
                <a:cubicBezTo>
                  <a:pt x="207574" y="110295"/>
                  <a:pt x="204160" y="111597"/>
                  <a:pt x="200642" y="111597"/>
                </a:cubicBezTo>
                <a:cubicBezTo>
                  <a:pt x="198262" y="111597"/>
                  <a:pt x="195934" y="110937"/>
                  <a:pt x="193657" y="109616"/>
                </a:cubicBezTo>
                <a:cubicBezTo>
                  <a:pt x="191381" y="108295"/>
                  <a:pt x="189699" y="106405"/>
                  <a:pt x="188613" y="103946"/>
                </a:cubicBezTo>
                <a:cubicBezTo>
                  <a:pt x="187526" y="101485"/>
                  <a:pt x="186983" y="97691"/>
                  <a:pt x="186983" y="92562"/>
                </a:cubicBezTo>
                <a:lnTo>
                  <a:pt x="186983" y="44701"/>
                </a:lnTo>
                <a:lnTo>
                  <a:pt x="175730" y="44701"/>
                </a:lnTo>
                <a:lnTo>
                  <a:pt x="175730" y="42140"/>
                </a:lnTo>
                <a:cubicBezTo>
                  <a:pt x="178576" y="40999"/>
                  <a:pt x="181486" y="39066"/>
                  <a:pt x="184461" y="36341"/>
                </a:cubicBezTo>
                <a:cubicBezTo>
                  <a:pt x="187436" y="33617"/>
                  <a:pt x="190087" y="30387"/>
                  <a:pt x="192415" y="26650"/>
                </a:cubicBezTo>
                <a:cubicBezTo>
                  <a:pt x="193605" y="24680"/>
                  <a:pt x="195261" y="21073"/>
                  <a:pt x="197382" y="15832"/>
                </a:cubicBezTo>
                <a:lnTo>
                  <a:pt x="199788" y="15832"/>
                </a:lnTo>
                <a:close/>
                <a:moveTo>
                  <a:pt x="235282" y="66120"/>
                </a:moveTo>
                <a:cubicBezTo>
                  <a:pt x="235230" y="76651"/>
                  <a:pt x="237791" y="84910"/>
                  <a:pt x="242965" y="90898"/>
                </a:cubicBezTo>
                <a:cubicBezTo>
                  <a:pt x="248138" y="96885"/>
                  <a:pt x="254217" y="99879"/>
                  <a:pt x="261202" y="99879"/>
                </a:cubicBezTo>
                <a:cubicBezTo>
                  <a:pt x="265858" y="99879"/>
                  <a:pt x="269907" y="98598"/>
                  <a:pt x="273347" y="96037"/>
                </a:cubicBezTo>
                <a:cubicBezTo>
                  <a:pt x="276788" y="93476"/>
                  <a:pt x="279672" y="89092"/>
                  <a:pt x="282000" y="82883"/>
                </a:cubicBezTo>
                <a:lnTo>
                  <a:pt x="284406" y="84435"/>
                </a:lnTo>
                <a:cubicBezTo>
                  <a:pt x="283320" y="91523"/>
                  <a:pt x="280164" y="97978"/>
                  <a:pt x="274938" y="103798"/>
                </a:cubicBezTo>
                <a:cubicBezTo>
                  <a:pt x="269713" y="109619"/>
                  <a:pt x="263168" y="112529"/>
                  <a:pt x="255304" y="112529"/>
                </a:cubicBezTo>
                <a:cubicBezTo>
                  <a:pt x="246767" y="112529"/>
                  <a:pt x="239459" y="109212"/>
                  <a:pt x="233380" y="102578"/>
                </a:cubicBezTo>
                <a:cubicBezTo>
                  <a:pt x="227301" y="95943"/>
                  <a:pt x="224262" y="87023"/>
                  <a:pt x="224262" y="75819"/>
                </a:cubicBezTo>
                <a:cubicBezTo>
                  <a:pt x="224262" y="63686"/>
                  <a:pt x="227379" y="54226"/>
                  <a:pt x="233613" y="47437"/>
                </a:cubicBezTo>
                <a:cubicBezTo>
                  <a:pt x="239847" y="40646"/>
                  <a:pt x="247673" y="37251"/>
                  <a:pt x="257089" y="37251"/>
                </a:cubicBezTo>
                <a:cubicBezTo>
                  <a:pt x="265056" y="37251"/>
                  <a:pt x="271601" y="39870"/>
                  <a:pt x="276723" y="45109"/>
                </a:cubicBezTo>
                <a:cubicBezTo>
                  <a:pt x="281845" y="50345"/>
                  <a:pt x="284406" y="57349"/>
                  <a:pt x="284406" y="66120"/>
                </a:cubicBezTo>
                <a:lnTo>
                  <a:pt x="235282" y="66120"/>
                </a:lnTo>
                <a:moveTo>
                  <a:pt x="235282" y="61619"/>
                </a:moveTo>
                <a:lnTo>
                  <a:pt x="268187" y="61619"/>
                </a:lnTo>
                <a:cubicBezTo>
                  <a:pt x="267928" y="57066"/>
                  <a:pt x="267385" y="53859"/>
                  <a:pt x="266557" y="51996"/>
                </a:cubicBezTo>
                <a:cubicBezTo>
                  <a:pt x="265263" y="49099"/>
                  <a:pt x="263336" y="46822"/>
                  <a:pt x="260775" y="45167"/>
                </a:cubicBezTo>
                <a:cubicBezTo>
                  <a:pt x="258214" y="43511"/>
                  <a:pt x="255537" y="42683"/>
                  <a:pt x="252743" y="42683"/>
                </a:cubicBezTo>
                <a:cubicBezTo>
                  <a:pt x="248449" y="42683"/>
                  <a:pt x="244607" y="44352"/>
                  <a:pt x="241218" y="47689"/>
                </a:cubicBezTo>
                <a:cubicBezTo>
                  <a:pt x="237830" y="51026"/>
                  <a:pt x="235851" y="55669"/>
                  <a:pt x="235282" y="61619"/>
                </a:cubicBezTo>
                <a:close/>
                <a:moveTo>
                  <a:pt x="314697" y="37251"/>
                </a:moveTo>
                <a:lnTo>
                  <a:pt x="314697" y="53238"/>
                </a:lnTo>
                <a:cubicBezTo>
                  <a:pt x="320646" y="42580"/>
                  <a:pt x="326751" y="37251"/>
                  <a:pt x="333012" y="37251"/>
                </a:cubicBezTo>
                <a:cubicBezTo>
                  <a:pt x="335857" y="37251"/>
                  <a:pt x="338211" y="38117"/>
                  <a:pt x="340074" y="39851"/>
                </a:cubicBezTo>
                <a:cubicBezTo>
                  <a:pt x="341936" y="41584"/>
                  <a:pt x="342868" y="43589"/>
                  <a:pt x="342868" y="45865"/>
                </a:cubicBezTo>
                <a:cubicBezTo>
                  <a:pt x="342868" y="47883"/>
                  <a:pt x="342195" y="49590"/>
                  <a:pt x="340850" y="50987"/>
                </a:cubicBezTo>
                <a:cubicBezTo>
                  <a:pt x="339505" y="52384"/>
                  <a:pt x="337901" y="53083"/>
                  <a:pt x="336038" y="53083"/>
                </a:cubicBezTo>
                <a:cubicBezTo>
                  <a:pt x="334227" y="53083"/>
                  <a:pt x="332197" y="52190"/>
                  <a:pt x="329946" y="50405"/>
                </a:cubicBezTo>
                <a:cubicBezTo>
                  <a:pt x="327696" y="48620"/>
                  <a:pt x="326027" y="47728"/>
                  <a:pt x="324941" y="47728"/>
                </a:cubicBezTo>
                <a:cubicBezTo>
                  <a:pt x="324009" y="47728"/>
                  <a:pt x="323000" y="48243"/>
                  <a:pt x="321914" y="49275"/>
                </a:cubicBezTo>
                <a:cubicBezTo>
                  <a:pt x="319586" y="51391"/>
                  <a:pt x="317180" y="54875"/>
                  <a:pt x="314697" y="59725"/>
                </a:cubicBezTo>
                <a:lnTo>
                  <a:pt x="314697" y="93707"/>
                </a:lnTo>
                <a:cubicBezTo>
                  <a:pt x="314697" y="97628"/>
                  <a:pt x="315188" y="100594"/>
                  <a:pt x="316171" y="102607"/>
                </a:cubicBezTo>
                <a:cubicBezTo>
                  <a:pt x="316844" y="104001"/>
                  <a:pt x="318034" y="105163"/>
                  <a:pt x="319741" y="106092"/>
                </a:cubicBezTo>
                <a:cubicBezTo>
                  <a:pt x="321448" y="107020"/>
                  <a:pt x="323906" y="107484"/>
                  <a:pt x="327114" y="107484"/>
                </a:cubicBezTo>
                <a:lnTo>
                  <a:pt x="327114" y="110356"/>
                </a:lnTo>
                <a:lnTo>
                  <a:pt x="290716" y="110356"/>
                </a:lnTo>
                <a:lnTo>
                  <a:pt x="290716" y="107484"/>
                </a:lnTo>
                <a:cubicBezTo>
                  <a:pt x="294338" y="107484"/>
                  <a:pt x="297028" y="106917"/>
                  <a:pt x="298787" y="105782"/>
                </a:cubicBezTo>
                <a:cubicBezTo>
                  <a:pt x="300081" y="104956"/>
                  <a:pt x="300986" y="103639"/>
                  <a:pt x="301504" y="101831"/>
                </a:cubicBezTo>
                <a:cubicBezTo>
                  <a:pt x="301762" y="100953"/>
                  <a:pt x="301892" y="98450"/>
                  <a:pt x="301892" y="94320"/>
                </a:cubicBezTo>
                <a:lnTo>
                  <a:pt x="301892" y="66831"/>
                </a:lnTo>
                <a:cubicBezTo>
                  <a:pt x="301892" y="58571"/>
                  <a:pt x="301723" y="53654"/>
                  <a:pt x="301387" y="52081"/>
                </a:cubicBezTo>
                <a:cubicBezTo>
                  <a:pt x="301051" y="50506"/>
                  <a:pt x="300430" y="49357"/>
                  <a:pt x="299525" y="48635"/>
                </a:cubicBezTo>
                <a:cubicBezTo>
                  <a:pt x="298619" y="47912"/>
                  <a:pt x="297494" y="47551"/>
                  <a:pt x="296149" y="47551"/>
                </a:cubicBezTo>
                <a:cubicBezTo>
                  <a:pt x="294545" y="47551"/>
                  <a:pt x="292734" y="47938"/>
                  <a:pt x="290716" y="48712"/>
                </a:cubicBezTo>
                <a:lnTo>
                  <a:pt x="289940" y="45923"/>
                </a:lnTo>
                <a:lnTo>
                  <a:pt x="311437" y="37251"/>
                </a:lnTo>
                <a:lnTo>
                  <a:pt x="314697" y="37251"/>
                </a:lnTo>
                <a:close/>
                <a:moveTo>
                  <a:pt x="364907" y="0"/>
                </a:moveTo>
                <a:cubicBezTo>
                  <a:pt x="367080" y="0"/>
                  <a:pt x="368930" y="767"/>
                  <a:pt x="370456" y="2302"/>
                </a:cubicBezTo>
                <a:cubicBezTo>
                  <a:pt x="371982" y="3834"/>
                  <a:pt x="372745" y="5693"/>
                  <a:pt x="372745" y="7877"/>
                </a:cubicBezTo>
                <a:cubicBezTo>
                  <a:pt x="372745" y="10061"/>
                  <a:pt x="371982" y="11934"/>
                  <a:pt x="370456" y="13494"/>
                </a:cubicBezTo>
                <a:cubicBezTo>
                  <a:pt x="368930" y="15052"/>
                  <a:pt x="367080" y="15832"/>
                  <a:pt x="364907" y="15832"/>
                </a:cubicBezTo>
                <a:cubicBezTo>
                  <a:pt x="362734" y="15832"/>
                  <a:pt x="360872" y="15052"/>
                  <a:pt x="359319" y="13494"/>
                </a:cubicBezTo>
                <a:cubicBezTo>
                  <a:pt x="357767" y="11934"/>
                  <a:pt x="356991" y="10061"/>
                  <a:pt x="356991" y="7877"/>
                </a:cubicBezTo>
                <a:cubicBezTo>
                  <a:pt x="356991" y="5693"/>
                  <a:pt x="357754" y="3834"/>
                  <a:pt x="359281" y="2302"/>
                </a:cubicBezTo>
                <a:cubicBezTo>
                  <a:pt x="360807" y="767"/>
                  <a:pt x="362682" y="0"/>
                  <a:pt x="364907" y="0"/>
                </a:cubicBezTo>
                <a:moveTo>
                  <a:pt x="371348" y="37251"/>
                </a:moveTo>
                <a:lnTo>
                  <a:pt x="371348" y="94243"/>
                </a:lnTo>
                <a:cubicBezTo>
                  <a:pt x="371348" y="98683"/>
                  <a:pt x="371672" y="101638"/>
                  <a:pt x="372318" y="103109"/>
                </a:cubicBezTo>
                <a:cubicBezTo>
                  <a:pt x="372965" y="104581"/>
                  <a:pt x="373922" y="105678"/>
                  <a:pt x="375190" y="106400"/>
                </a:cubicBezTo>
                <a:cubicBezTo>
                  <a:pt x="376457" y="107123"/>
                  <a:pt x="378773" y="107484"/>
                  <a:pt x="382136" y="107484"/>
                </a:cubicBezTo>
                <a:lnTo>
                  <a:pt x="382136" y="110356"/>
                </a:lnTo>
                <a:lnTo>
                  <a:pt x="347601" y="110356"/>
                </a:lnTo>
                <a:lnTo>
                  <a:pt x="347601" y="107484"/>
                </a:lnTo>
                <a:cubicBezTo>
                  <a:pt x="351067" y="107484"/>
                  <a:pt x="353395" y="107149"/>
                  <a:pt x="354585" y="106478"/>
                </a:cubicBezTo>
                <a:cubicBezTo>
                  <a:pt x="355775" y="105807"/>
                  <a:pt x="356720" y="104697"/>
                  <a:pt x="357418" y="103148"/>
                </a:cubicBezTo>
                <a:cubicBezTo>
                  <a:pt x="358117" y="101599"/>
                  <a:pt x="358466" y="98631"/>
                  <a:pt x="358466" y="94243"/>
                </a:cubicBezTo>
                <a:lnTo>
                  <a:pt x="358466" y="66909"/>
                </a:lnTo>
                <a:cubicBezTo>
                  <a:pt x="358466" y="59216"/>
                  <a:pt x="358233" y="54234"/>
                  <a:pt x="357767" y="51965"/>
                </a:cubicBezTo>
                <a:cubicBezTo>
                  <a:pt x="357405" y="50312"/>
                  <a:pt x="356836" y="49163"/>
                  <a:pt x="356060" y="48518"/>
                </a:cubicBezTo>
                <a:cubicBezTo>
                  <a:pt x="355284" y="47873"/>
                  <a:pt x="354223" y="47551"/>
                  <a:pt x="352878" y="47551"/>
                </a:cubicBezTo>
                <a:cubicBezTo>
                  <a:pt x="351429" y="47551"/>
                  <a:pt x="349670" y="47938"/>
                  <a:pt x="347601" y="48712"/>
                </a:cubicBezTo>
                <a:lnTo>
                  <a:pt x="346514" y="45923"/>
                </a:lnTo>
                <a:lnTo>
                  <a:pt x="367934" y="37251"/>
                </a:lnTo>
                <a:lnTo>
                  <a:pt x="371348" y="37251"/>
                </a:lnTo>
                <a:close/>
                <a:moveTo>
                  <a:pt x="411730" y="52306"/>
                </a:moveTo>
                <a:cubicBezTo>
                  <a:pt x="420060" y="42269"/>
                  <a:pt x="428002" y="37251"/>
                  <a:pt x="435555" y="37251"/>
                </a:cubicBezTo>
                <a:cubicBezTo>
                  <a:pt x="439436" y="37251"/>
                  <a:pt x="442773" y="38219"/>
                  <a:pt x="445567" y="40156"/>
                </a:cubicBezTo>
                <a:cubicBezTo>
                  <a:pt x="448360" y="42092"/>
                  <a:pt x="450585" y="45279"/>
                  <a:pt x="452241" y="49719"/>
                </a:cubicBezTo>
                <a:cubicBezTo>
                  <a:pt x="453379" y="52815"/>
                  <a:pt x="453948" y="57564"/>
                  <a:pt x="453948" y="63967"/>
                </a:cubicBezTo>
                <a:lnTo>
                  <a:pt x="453948" y="94243"/>
                </a:lnTo>
                <a:cubicBezTo>
                  <a:pt x="453948" y="98734"/>
                  <a:pt x="454310" y="101780"/>
                  <a:pt x="455034" y="103381"/>
                </a:cubicBezTo>
                <a:cubicBezTo>
                  <a:pt x="455604" y="104671"/>
                  <a:pt x="456522" y="105678"/>
                  <a:pt x="457789" y="106400"/>
                </a:cubicBezTo>
                <a:cubicBezTo>
                  <a:pt x="459057" y="107123"/>
                  <a:pt x="461398" y="107484"/>
                  <a:pt x="464813" y="107484"/>
                </a:cubicBezTo>
                <a:lnTo>
                  <a:pt x="464813" y="110356"/>
                </a:lnTo>
                <a:lnTo>
                  <a:pt x="429657" y="110356"/>
                </a:lnTo>
                <a:lnTo>
                  <a:pt x="429657" y="107484"/>
                </a:lnTo>
                <a:lnTo>
                  <a:pt x="431132" y="107484"/>
                </a:lnTo>
                <a:cubicBezTo>
                  <a:pt x="434443" y="107484"/>
                  <a:pt x="436758" y="106982"/>
                  <a:pt x="438078" y="105978"/>
                </a:cubicBezTo>
                <a:cubicBezTo>
                  <a:pt x="439397" y="104974"/>
                  <a:pt x="440315" y="103495"/>
                  <a:pt x="440833" y="101540"/>
                </a:cubicBezTo>
                <a:cubicBezTo>
                  <a:pt x="441040" y="100767"/>
                  <a:pt x="441143" y="98348"/>
                  <a:pt x="441143" y="94282"/>
                </a:cubicBezTo>
                <a:lnTo>
                  <a:pt x="441143" y="65327"/>
                </a:lnTo>
                <a:cubicBezTo>
                  <a:pt x="441143" y="58894"/>
                  <a:pt x="440302" y="54223"/>
                  <a:pt x="438621" y="51315"/>
                </a:cubicBezTo>
                <a:cubicBezTo>
                  <a:pt x="436939" y="48406"/>
                  <a:pt x="434107" y="46952"/>
                  <a:pt x="430123" y="46952"/>
                </a:cubicBezTo>
                <a:cubicBezTo>
                  <a:pt x="423966" y="46952"/>
                  <a:pt x="417835" y="50298"/>
                  <a:pt x="411730" y="56990"/>
                </a:cubicBezTo>
                <a:lnTo>
                  <a:pt x="411730" y="94282"/>
                </a:lnTo>
                <a:cubicBezTo>
                  <a:pt x="411730" y="99069"/>
                  <a:pt x="412015" y="102028"/>
                  <a:pt x="412584" y="103160"/>
                </a:cubicBezTo>
                <a:cubicBezTo>
                  <a:pt x="413308" y="104653"/>
                  <a:pt x="414304" y="105746"/>
                  <a:pt x="415572" y="106442"/>
                </a:cubicBezTo>
                <a:cubicBezTo>
                  <a:pt x="416839" y="107137"/>
                  <a:pt x="419413" y="107484"/>
                  <a:pt x="423294" y="107484"/>
                </a:cubicBezTo>
                <a:lnTo>
                  <a:pt x="423294" y="110356"/>
                </a:lnTo>
                <a:lnTo>
                  <a:pt x="388138" y="110356"/>
                </a:lnTo>
                <a:lnTo>
                  <a:pt x="388138" y="107484"/>
                </a:lnTo>
                <a:lnTo>
                  <a:pt x="389690" y="107484"/>
                </a:lnTo>
                <a:cubicBezTo>
                  <a:pt x="393312" y="107484"/>
                  <a:pt x="395756" y="106568"/>
                  <a:pt x="397024" y="104737"/>
                </a:cubicBezTo>
                <a:cubicBezTo>
                  <a:pt x="398292" y="102903"/>
                  <a:pt x="398925" y="99405"/>
                  <a:pt x="398925" y="94243"/>
                </a:cubicBezTo>
                <a:lnTo>
                  <a:pt x="398925" y="67915"/>
                </a:lnTo>
                <a:cubicBezTo>
                  <a:pt x="398925" y="59398"/>
                  <a:pt x="398731" y="54210"/>
                  <a:pt x="398343" y="52353"/>
                </a:cubicBezTo>
                <a:cubicBezTo>
                  <a:pt x="397955" y="50493"/>
                  <a:pt x="397360" y="49228"/>
                  <a:pt x="396558" y="48557"/>
                </a:cubicBezTo>
                <a:cubicBezTo>
                  <a:pt x="395756" y="47886"/>
                  <a:pt x="394683" y="47551"/>
                  <a:pt x="393338" y="47551"/>
                </a:cubicBezTo>
                <a:cubicBezTo>
                  <a:pt x="391889" y="47551"/>
                  <a:pt x="390156" y="47938"/>
                  <a:pt x="388138" y="48712"/>
                </a:cubicBezTo>
                <a:lnTo>
                  <a:pt x="386974" y="45923"/>
                </a:lnTo>
                <a:lnTo>
                  <a:pt x="408393" y="37251"/>
                </a:lnTo>
                <a:lnTo>
                  <a:pt x="411730" y="37251"/>
                </a:lnTo>
                <a:lnTo>
                  <a:pt x="411730" y="52306"/>
                </a:lnTo>
                <a:close/>
                <a:moveTo>
                  <a:pt x="489492" y="84452"/>
                </a:moveTo>
                <a:cubicBezTo>
                  <a:pt x="485146" y="82334"/>
                  <a:pt x="481809" y="79376"/>
                  <a:pt x="479481" y="75579"/>
                </a:cubicBezTo>
                <a:cubicBezTo>
                  <a:pt x="477153" y="71781"/>
                  <a:pt x="475989" y="67582"/>
                  <a:pt x="475989" y="62982"/>
                </a:cubicBezTo>
                <a:cubicBezTo>
                  <a:pt x="475989" y="55956"/>
                  <a:pt x="478640" y="49910"/>
                  <a:pt x="483943" y="44847"/>
                </a:cubicBezTo>
                <a:cubicBezTo>
                  <a:pt x="489246" y="39783"/>
                  <a:pt x="496037" y="37251"/>
                  <a:pt x="504315" y="37251"/>
                </a:cubicBezTo>
                <a:cubicBezTo>
                  <a:pt x="511092" y="37251"/>
                  <a:pt x="516965" y="38906"/>
                  <a:pt x="521931" y="42218"/>
                </a:cubicBezTo>
                <a:lnTo>
                  <a:pt x="536987" y="42218"/>
                </a:lnTo>
                <a:cubicBezTo>
                  <a:pt x="539212" y="42218"/>
                  <a:pt x="540505" y="42282"/>
                  <a:pt x="540867" y="42409"/>
                </a:cubicBezTo>
                <a:cubicBezTo>
                  <a:pt x="541229" y="42537"/>
                  <a:pt x="541488" y="42754"/>
                  <a:pt x="541643" y="43062"/>
                </a:cubicBezTo>
                <a:cubicBezTo>
                  <a:pt x="541954" y="43522"/>
                  <a:pt x="542109" y="44341"/>
                  <a:pt x="542109" y="45518"/>
                </a:cubicBezTo>
                <a:cubicBezTo>
                  <a:pt x="542109" y="46847"/>
                  <a:pt x="541980" y="47768"/>
                  <a:pt x="541721" y="48281"/>
                </a:cubicBezTo>
                <a:cubicBezTo>
                  <a:pt x="541566" y="48536"/>
                  <a:pt x="541294" y="48741"/>
                  <a:pt x="540906" y="48894"/>
                </a:cubicBezTo>
                <a:cubicBezTo>
                  <a:pt x="540518" y="49048"/>
                  <a:pt x="539212" y="49125"/>
                  <a:pt x="536987" y="49125"/>
                </a:cubicBezTo>
                <a:lnTo>
                  <a:pt x="527752" y="49125"/>
                </a:lnTo>
                <a:cubicBezTo>
                  <a:pt x="530649" y="52858"/>
                  <a:pt x="532098" y="57627"/>
                  <a:pt x="532098" y="63433"/>
                </a:cubicBezTo>
                <a:cubicBezTo>
                  <a:pt x="532098" y="70069"/>
                  <a:pt x="529563" y="75745"/>
                  <a:pt x="524492" y="80463"/>
                </a:cubicBezTo>
                <a:cubicBezTo>
                  <a:pt x="519422" y="85181"/>
                  <a:pt x="512619" y="87540"/>
                  <a:pt x="504082" y="87540"/>
                </a:cubicBezTo>
                <a:cubicBezTo>
                  <a:pt x="500564" y="87540"/>
                  <a:pt x="496968" y="87012"/>
                  <a:pt x="493295" y="85956"/>
                </a:cubicBezTo>
                <a:cubicBezTo>
                  <a:pt x="491018" y="87920"/>
                  <a:pt x="489479" y="89640"/>
                  <a:pt x="488677" y="91114"/>
                </a:cubicBezTo>
                <a:cubicBezTo>
                  <a:pt x="487875" y="92587"/>
                  <a:pt x="487474" y="93840"/>
                  <a:pt x="487474" y="94873"/>
                </a:cubicBezTo>
                <a:cubicBezTo>
                  <a:pt x="487474" y="95753"/>
                  <a:pt x="487901" y="96607"/>
                  <a:pt x="488755" y="97434"/>
                </a:cubicBezTo>
                <a:cubicBezTo>
                  <a:pt x="489608" y="98261"/>
                  <a:pt x="491277" y="98855"/>
                  <a:pt x="493760" y="99217"/>
                </a:cubicBezTo>
                <a:cubicBezTo>
                  <a:pt x="495209" y="99424"/>
                  <a:pt x="498831" y="99605"/>
                  <a:pt x="504625" y="99760"/>
                </a:cubicBezTo>
                <a:cubicBezTo>
                  <a:pt x="515283" y="100017"/>
                  <a:pt x="522190" y="100379"/>
                  <a:pt x="525346" y="100844"/>
                </a:cubicBezTo>
                <a:cubicBezTo>
                  <a:pt x="530158" y="101517"/>
                  <a:pt x="533999" y="103301"/>
                  <a:pt x="536871" y="106197"/>
                </a:cubicBezTo>
                <a:cubicBezTo>
                  <a:pt x="539742" y="109091"/>
                  <a:pt x="541178" y="112657"/>
                  <a:pt x="541178" y="116897"/>
                </a:cubicBezTo>
                <a:cubicBezTo>
                  <a:pt x="541178" y="122738"/>
                  <a:pt x="538436" y="128218"/>
                  <a:pt x="532951" y="133337"/>
                </a:cubicBezTo>
                <a:cubicBezTo>
                  <a:pt x="524880" y="140884"/>
                  <a:pt x="514352" y="144658"/>
                  <a:pt x="501366" y="144658"/>
                </a:cubicBezTo>
                <a:cubicBezTo>
                  <a:pt x="491380" y="144658"/>
                  <a:pt x="482947" y="142410"/>
                  <a:pt x="476066" y="137916"/>
                </a:cubicBezTo>
                <a:cubicBezTo>
                  <a:pt x="472186" y="135332"/>
                  <a:pt x="470246" y="132645"/>
                  <a:pt x="470246" y="129854"/>
                </a:cubicBezTo>
                <a:cubicBezTo>
                  <a:pt x="470246" y="128616"/>
                  <a:pt x="470530" y="127377"/>
                  <a:pt x="471099" y="126136"/>
                </a:cubicBezTo>
                <a:cubicBezTo>
                  <a:pt x="471979" y="124224"/>
                  <a:pt x="473790" y="121563"/>
                  <a:pt x="476532" y="118153"/>
                </a:cubicBezTo>
                <a:cubicBezTo>
                  <a:pt x="476894" y="117689"/>
                  <a:pt x="479533" y="114899"/>
                  <a:pt x="484448" y="109783"/>
                </a:cubicBezTo>
                <a:cubicBezTo>
                  <a:pt x="481757" y="108178"/>
                  <a:pt x="479856" y="106741"/>
                  <a:pt x="478744" y="105471"/>
                </a:cubicBezTo>
                <a:cubicBezTo>
                  <a:pt x="477631" y="104202"/>
                  <a:pt x="477075" y="102765"/>
                  <a:pt x="477075" y="101159"/>
                </a:cubicBezTo>
                <a:cubicBezTo>
                  <a:pt x="477075" y="99345"/>
                  <a:pt x="477812" y="97221"/>
                  <a:pt x="479287" y="94786"/>
                </a:cubicBezTo>
                <a:cubicBezTo>
                  <a:pt x="480761" y="92351"/>
                  <a:pt x="484163" y="88907"/>
                  <a:pt x="489492" y="84452"/>
                </a:cubicBezTo>
                <a:moveTo>
                  <a:pt x="502996" y="41131"/>
                </a:moveTo>
                <a:cubicBezTo>
                  <a:pt x="499167" y="41131"/>
                  <a:pt x="495959" y="42649"/>
                  <a:pt x="493372" y="45686"/>
                </a:cubicBezTo>
                <a:cubicBezTo>
                  <a:pt x="490785" y="48720"/>
                  <a:pt x="489492" y="53377"/>
                  <a:pt x="489492" y="59655"/>
                </a:cubicBezTo>
                <a:cubicBezTo>
                  <a:pt x="489492" y="67786"/>
                  <a:pt x="491251" y="74089"/>
                  <a:pt x="494769" y="78564"/>
                </a:cubicBezTo>
                <a:cubicBezTo>
                  <a:pt x="497460" y="81961"/>
                  <a:pt x="500874" y="83659"/>
                  <a:pt x="505013" y="83659"/>
                </a:cubicBezTo>
                <a:cubicBezTo>
                  <a:pt x="508945" y="83659"/>
                  <a:pt x="512179" y="82193"/>
                  <a:pt x="514714" y="79260"/>
                </a:cubicBezTo>
                <a:cubicBezTo>
                  <a:pt x="517249" y="76327"/>
                  <a:pt x="518517" y="71722"/>
                  <a:pt x="518517" y="65444"/>
                </a:cubicBezTo>
                <a:cubicBezTo>
                  <a:pt x="518517" y="57263"/>
                  <a:pt x="516732" y="50856"/>
                  <a:pt x="513162" y="46224"/>
                </a:cubicBezTo>
                <a:cubicBezTo>
                  <a:pt x="510523" y="42829"/>
                  <a:pt x="507134" y="41131"/>
                  <a:pt x="502996" y="41131"/>
                </a:cubicBezTo>
                <a:moveTo>
                  <a:pt x="488716" y="110402"/>
                </a:moveTo>
                <a:cubicBezTo>
                  <a:pt x="486284" y="113036"/>
                  <a:pt x="484448" y="115488"/>
                  <a:pt x="483206" y="117760"/>
                </a:cubicBezTo>
                <a:cubicBezTo>
                  <a:pt x="481964" y="120033"/>
                  <a:pt x="481343" y="122125"/>
                  <a:pt x="481343" y="124036"/>
                </a:cubicBezTo>
                <a:cubicBezTo>
                  <a:pt x="481343" y="126515"/>
                  <a:pt x="482844" y="128684"/>
                  <a:pt x="485845" y="130543"/>
                </a:cubicBezTo>
                <a:cubicBezTo>
                  <a:pt x="491018" y="133744"/>
                  <a:pt x="498494" y="135345"/>
                  <a:pt x="508273" y="135345"/>
                </a:cubicBezTo>
                <a:cubicBezTo>
                  <a:pt x="517585" y="135345"/>
                  <a:pt x="524454" y="133705"/>
                  <a:pt x="528877" y="130424"/>
                </a:cubicBezTo>
                <a:cubicBezTo>
                  <a:pt x="533301" y="127145"/>
                  <a:pt x="535512" y="123647"/>
                  <a:pt x="535512" y="119930"/>
                </a:cubicBezTo>
                <a:cubicBezTo>
                  <a:pt x="535512" y="117245"/>
                  <a:pt x="534193" y="115334"/>
                  <a:pt x="531555" y="114197"/>
                </a:cubicBezTo>
                <a:cubicBezTo>
                  <a:pt x="528864" y="113061"/>
                  <a:pt x="523535" y="112390"/>
                  <a:pt x="515568" y="112184"/>
                </a:cubicBezTo>
                <a:cubicBezTo>
                  <a:pt x="503927" y="111874"/>
                  <a:pt x="494976" y="111280"/>
                  <a:pt x="488716" y="110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471DD-F2D2-44BC-A457-271A0A8E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212" y="346961"/>
            <a:ext cx="596014" cy="596014"/>
          </a:xfrm>
          <a:custGeom xmlns:a="http://schemas.openxmlformats.org/drawingml/2006/main">
            <a:pathLst>
              <a:path w="596014" h="596014">
                <a:moveTo>
                  <a:pt x="0" y="0"/>
                </a:moveTo>
                <a:lnTo>
                  <a:pt x="596014" y="0"/>
                </a:lnTo>
                <a:lnTo>
                  <a:pt x="596014" y="596014"/>
                </a:lnTo>
                <a:lnTo>
                  <a:pt x="0" y="5960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ebd62cf245b3"/>
          <a:stretch xmlns:a="http://schemas.openxmlformats.org/drawingml/2006/main"/>
        </p:blipFill>
        <p:spPr>
          <a:xfrm xmlns:a="http://schemas.openxmlformats.org/drawingml/2006/main">
            <a:off x="3556210" y="346960"/>
            <a:ext cx="596014" cy="596014"/>
          </a:xfrm>
          <a:prstGeom xmlns:a="http://schemas.openxmlformats.org/drawingml/2006/main" prst="rect">
            <a:avLst/>
          </a:prstGeom>
        </p:spPr>
      </p:pic>
      <p:sp>
        <p:nvSpPr>
          <p:cNvPr id="29" name="Text Firmware">
            <a:extLst xmlns:a="http://schemas.openxmlformats.org/drawingml/2006/main">
              <a:ext uri="{FF2B5EF4-FFF2-40B4-BE49-F238E27FC236}">
                <a16:creationId xmlns:a16="http://schemas.microsoft.com/office/drawing/2014/main" id="{513CDB7C-23F7-456F-A10A-EB5B0B2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42" y="980785"/>
            <a:ext cx="803223" cy="131682"/>
          </a:xfrm>
          <a:custGeom xmlns:a="http://schemas.openxmlformats.org/drawingml/2006/main">
            <a:pathLst>
              <a:path w="803223" h="131682">
                <a:moveTo>
                  <a:pt x="48147" y="10058"/>
                </a:moveTo>
                <a:lnTo>
                  <a:pt x="48147" y="61836"/>
                </a:lnTo>
                <a:lnTo>
                  <a:pt x="51779" y="61836"/>
                </a:lnTo>
                <a:cubicBezTo>
                  <a:pt x="57366" y="61836"/>
                  <a:pt x="61930" y="60995"/>
                  <a:pt x="65468" y="59313"/>
                </a:cubicBezTo>
                <a:cubicBezTo>
                  <a:pt x="69007" y="57631"/>
                  <a:pt x="72003" y="54797"/>
                  <a:pt x="74455" y="50810"/>
                </a:cubicBezTo>
                <a:cubicBezTo>
                  <a:pt x="76908" y="46823"/>
                  <a:pt x="78506" y="41434"/>
                  <a:pt x="79251" y="34643"/>
                </a:cubicBezTo>
                <a:lnTo>
                  <a:pt x="82511" y="34643"/>
                </a:lnTo>
                <a:lnTo>
                  <a:pt x="82511" y="98156"/>
                </a:lnTo>
                <a:lnTo>
                  <a:pt x="79251" y="98156"/>
                </a:lnTo>
                <a:cubicBezTo>
                  <a:pt x="78072" y="86174"/>
                  <a:pt x="74859" y="78273"/>
                  <a:pt x="69613" y="74455"/>
                </a:cubicBezTo>
                <a:cubicBezTo>
                  <a:pt x="64366" y="70637"/>
                  <a:pt x="58422" y="68728"/>
                  <a:pt x="51779" y="68728"/>
                </a:cubicBezTo>
                <a:lnTo>
                  <a:pt x="48147" y="68728"/>
                </a:lnTo>
                <a:lnTo>
                  <a:pt x="48147" y="107469"/>
                </a:lnTo>
                <a:cubicBezTo>
                  <a:pt x="48147" y="113959"/>
                  <a:pt x="48504" y="118015"/>
                  <a:pt x="49218" y="119639"/>
                </a:cubicBezTo>
                <a:cubicBezTo>
                  <a:pt x="49932" y="121261"/>
                  <a:pt x="51329" y="122681"/>
                  <a:pt x="53408" y="123897"/>
                </a:cubicBezTo>
                <a:cubicBezTo>
                  <a:pt x="55488" y="125114"/>
                  <a:pt x="58298" y="125722"/>
                  <a:pt x="61836" y="125722"/>
                </a:cubicBezTo>
                <a:lnTo>
                  <a:pt x="66027" y="125722"/>
                </a:lnTo>
                <a:lnTo>
                  <a:pt x="66027" y="129074"/>
                </a:lnTo>
                <a:lnTo>
                  <a:pt x="0" y="129074"/>
                </a:lnTo>
                <a:lnTo>
                  <a:pt x="0" y="125722"/>
                </a:lnTo>
                <a:lnTo>
                  <a:pt x="4191" y="125722"/>
                </a:lnTo>
                <a:cubicBezTo>
                  <a:pt x="7854" y="125722"/>
                  <a:pt x="10803" y="125067"/>
                  <a:pt x="13038" y="123757"/>
                </a:cubicBezTo>
                <a:cubicBezTo>
                  <a:pt x="14652" y="122882"/>
                  <a:pt x="15894" y="121385"/>
                  <a:pt x="16763" y="119264"/>
                </a:cubicBezTo>
                <a:cubicBezTo>
                  <a:pt x="17446" y="117766"/>
                  <a:pt x="17787" y="113834"/>
                  <a:pt x="17787" y="107469"/>
                </a:cubicBezTo>
                <a:lnTo>
                  <a:pt x="17787" y="24399"/>
                </a:lnTo>
                <a:cubicBezTo>
                  <a:pt x="17787" y="17910"/>
                  <a:pt x="17446" y="13854"/>
                  <a:pt x="16763" y="12232"/>
                </a:cubicBezTo>
                <a:cubicBezTo>
                  <a:pt x="16080" y="10608"/>
                  <a:pt x="14699" y="9188"/>
                  <a:pt x="12619" y="7971"/>
                </a:cubicBezTo>
                <a:cubicBezTo>
                  <a:pt x="10539" y="6755"/>
                  <a:pt x="7730" y="6146"/>
                  <a:pt x="4191" y="6146"/>
                </a:cubicBezTo>
                <a:lnTo>
                  <a:pt x="0" y="6146"/>
                </a:lnTo>
                <a:lnTo>
                  <a:pt x="0" y="2794"/>
                </a:lnTo>
                <a:lnTo>
                  <a:pt x="106538" y="2794"/>
                </a:lnTo>
                <a:lnTo>
                  <a:pt x="106538" y="39113"/>
                </a:lnTo>
                <a:lnTo>
                  <a:pt x="102719" y="39113"/>
                </a:lnTo>
                <a:cubicBezTo>
                  <a:pt x="101850" y="30581"/>
                  <a:pt x="99631" y="24259"/>
                  <a:pt x="96061" y="20147"/>
                </a:cubicBezTo>
                <a:cubicBezTo>
                  <a:pt x="92491" y="16036"/>
                  <a:pt x="87322" y="13141"/>
                  <a:pt x="80555" y="11460"/>
                </a:cubicBezTo>
                <a:cubicBezTo>
                  <a:pt x="76830" y="10525"/>
                  <a:pt x="69939" y="10058"/>
                  <a:pt x="59881" y="10058"/>
                </a:cubicBezTo>
                <a:lnTo>
                  <a:pt x="48147" y="10058"/>
                </a:lnTo>
                <a:close/>
                <a:moveTo>
                  <a:pt x="139628" y="0"/>
                </a:moveTo>
                <a:cubicBezTo>
                  <a:pt x="143663" y="0"/>
                  <a:pt x="147078" y="1417"/>
                  <a:pt x="149872" y="4252"/>
                </a:cubicBezTo>
                <a:cubicBezTo>
                  <a:pt x="152666" y="7084"/>
                  <a:pt x="154063" y="10494"/>
                  <a:pt x="154063" y="14481"/>
                </a:cubicBezTo>
                <a:cubicBezTo>
                  <a:pt x="154063" y="18468"/>
                  <a:pt x="152650" y="21864"/>
                  <a:pt x="149825" y="24667"/>
                </a:cubicBezTo>
                <a:cubicBezTo>
                  <a:pt x="147000" y="27469"/>
                  <a:pt x="143601" y="28869"/>
                  <a:pt x="139628" y="28869"/>
                </a:cubicBezTo>
                <a:cubicBezTo>
                  <a:pt x="135654" y="28869"/>
                  <a:pt x="132271" y="27469"/>
                  <a:pt x="129477" y="24667"/>
                </a:cubicBezTo>
                <a:cubicBezTo>
                  <a:pt x="126683" y="21864"/>
                  <a:pt x="125286" y="18468"/>
                  <a:pt x="125286" y="14481"/>
                </a:cubicBezTo>
                <a:cubicBezTo>
                  <a:pt x="125286" y="10494"/>
                  <a:pt x="126683" y="7084"/>
                  <a:pt x="129477" y="4252"/>
                </a:cubicBezTo>
                <a:cubicBezTo>
                  <a:pt x="132271" y="1417"/>
                  <a:pt x="135654" y="0"/>
                  <a:pt x="139628" y="0"/>
                </a:cubicBezTo>
                <a:moveTo>
                  <a:pt x="152666" y="41907"/>
                </a:moveTo>
                <a:lnTo>
                  <a:pt x="152666" y="111008"/>
                </a:lnTo>
                <a:cubicBezTo>
                  <a:pt x="152666" y="117154"/>
                  <a:pt x="153380" y="121081"/>
                  <a:pt x="154808" y="122788"/>
                </a:cubicBezTo>
                <a:cubicBezTo>
                  <a:pt x="156236" y="124496"/>
                  <a:pt x="159029" y="125473"/>
                  <a:pt x="163189" y="125722"/>
                </a:cubicBezTo>
                <a:lnTo>
                  <a:pt x="163189" y="129074"/>
                </a:lnTo>
                <a:lnTo>
                  <a:pt x="116160" y="129074"/>
                </a:lnTo>
                <a:lnTo>
                  <a:pt x="116160" y="125722"/>
                </a:lnTo>
                <a:cubicBezTo>
                  <a:pt x="120009" y="125598"/>
                  <a:pt x="122865" y="124480"/>
                  <a:pt x="124728" y="122369"/>
                </a:cubicBezTo>
                <a:cubicBezTo>
                  <a:pt x="125969" y="120941"/>
                  <a:pt x="126590" y="117154"/>
                  <a:pt x="126590" y="111008"/>
                </a:cubicBezTo>
                <a:lnTo>
                  <a:pt x="126590" y="60160"/>
                </a:lnTo>
                <a:cubicBezTo>
                  <a:pt x="126590" y="53936"/>
                  <a:pt x="125876" y="49960"/>
                  <a:pt x="124448" y="48231"/>
                </a:cubicBezTo>
                <a:cubicBezTo>
                  <a:pt x="123020" y="46502"/>
                  <a:pt x="120257" y="45512"/>
                  <a:pt x="116160" y="45260"/>
                </a:cubicBezTo>
                <a:lnTo>
                  <a:pt x="116160" y="41907"/>
                </a:lnTo>
                <a:lnTo>
                  <a:pt x="152666" y="41907"/>
                </a:lnTo>
                <a:close/>
                <a:moveTo>
                  <a:pt x="207829" y="41907"/>
                </a:moveTo>
                <a:lnTo>
                  <a:pt x="207829" y="61650"/>
                </a:lnTo>
                <a:cubicBezTo>
                  <a:pt x="213602" y="52648"/>
                  <a:pt x="218662" y="46672"/>
                  <a:pt x="223008" y="43723"/>
                </a:cubicBezTo>
                <a:cubicBezTo>
                  <a:pt x="227354" y="40774"/>
                  <a:pt x="231545" y="39300"/>
                  <a:pt x="235580" y="39300"/>
                </a:cubicBezTo>
                <a:cubicBezTo>
                  <a:pt x="239057" y="39300"/>
                  <a:pt x="241836" y="40375"/>
                  <a:pt x="243915" y="42524"/>
                </a:cubicBezTo>
                <a:cubicBezTo>
                  <a:pt x="245995" y="44674"/>
                  <a:pt x="247035" y="47711"/>
                  <a:pt x="247035" y="51636"/>
                </a:cubicBezTo>
                <a:cubicBezTo>
                  <a:pt x="247035" y="55811"/>
                  <a:pt x="246026" y="59052"/>
                  <a:pt x="244008" y="61359"/>
                </a:cubicBezTo>
                <a:cubicBezTo>
                  <a:pt x="241991" y="63664"/>
                  <a:pt x="239554" y="64817"/>
                  <a:pt x="236698" y="64817"/>
                </a:cubicBezTo>
                <a:cubicBezTo>
                  <a:pt x="233407" y="64817"/>
                  <a:pt x="230552" y="63761"/>
                  <a:pt x="228130" y="61650"/>
                </a:cubicBezTo>
                <a:cubicBezTo>
                  <a:pt x="225709" y="59539"/>
                  <a:pt x="224281" y="58360"/>
                  <a:pt x="223846" y="58111"/>
                </a:cubicBezTo>
                <a:cubicBezTo>
                  <a:pt x="223226" y="57739"/>
                  <a:pt x="222512" y="57553"/>
                  <a:pt x="221705" y="57553"/>
                </a:cubicBezTo>
                <a:cubicBezTo>
                  <a:pt x="219904" y="57553"/>
                  <a:pt x="218197" y="58236"/>
                  <a:pt x="216583" y="59601"/>
                </a:cubicBezTo>
                <a:cubicBezTo>
                  <a:pt x="214037" y="61712"/>
                  <a:pt x="212112" y="64723"/>
                  <a:pt x="210809" y="68635"/>
                </a:cubicBezTo>
                <a:cubicBezTo>
                  <a:pt x="208822" y="74657"/>
                  <a:pt x="207829" y="81300"/>
                  <a:pt x="207829" y="88564"/>
                </a:cubicBezTo>
                <a:lnTo>
                  <a:pt x="207829" y="108586"/>
                </a:lnTo>
                <a:lnTo>
                  <a:pt x="207922" y="113801"/>
                </a:lnTo>
                <a:cubicBezTo>
                  <a:pt x="207922" y="117340"/>
                  <a:pt x="208139" y="119606"/>
                  <a:pt x="208574" y="120600"/>
                </a:cubicBezTo>
                <a:cubicBezTo>
                  <a:pt x="209319" y="122276"/>
                  <a:pt x="210421" y="123502"/>
                  <a:pt x="211880" y="124278"/>
                </a:cubicBezTo>
                <a:cubicBezTo>
                  <a:pt x="213339" y="125054"/>
                  <a:pt x="215806" y="125536"/>
                  <a:pt x="219283" y="125722"/>
                </a:cubicBezTo>
                <a:lnTo>
                  <a:pt x="219283" y="129074"/>
                </a:lnTo>
                <a:lnTo>
                  <a:pt x="172254" y="129074"/>
                </a:lnTo>
                <a:lnTo>
                  <a:pt x="172254" y="125722"/>
                </a:lnTo>
                <a:cubicBezTo>
                  <a:pt x="176041" y="125411"/>
                  <a:pt x="178602" y="124371"/>
                  <a:pt x="179937" y="122602"/>
                </a:cubicBezTo>
                <a:cubicBezTo>
                  <a:pt x="181272" y="120833"/>
                  <a:pt x="181939" y="116161"/>
                  <a:pt x="181939" y="108586"/>
                </a:cubicBezTo>
                <a:lnTo>
                  <a:pt x="181939" y="60346"/>
                </a:lnTo>
                <a:cubicBezTo>
                  <a:pt x="181939" y="55349"/>
                  <a:pt x="181691" y="52163"/>
                  <a:pt x="181194" y="50789"/>
                </a:cubicBezTo>
                <a:cubicBezTo>
                  <a:pt x="180573" y="49039"/>
                  <a:pt x="179673" y="47759"/>
                  <a:pt x="178493" y="46948"/>
                </a:cubicBezTo>
                <a:cubicBezTo>
                  <a:pt x="177314" y="46135"/>
                  <a:pt x="175234" y="45572"/>
                  <a:pt x="172254" y="45260"/>
                </a:cubicBezTo>
                <a:lnTo>
                  <a:pt x="172254" y="41907"/>
                </a:lnTo>
                <a:lnTo>
                  <a:pt x="207829" y="41907"/>
                </a:lnTo>
                <a:close/>
                <a:moveTo>
                  <a:pt x="292511" y="41907"/>
                </a:moveTo>
                <a:lnTo>
                  <a:pt x="292511" y="53455"/>
                </a:lnTo>
                <a:cubicBezTo>
                  <a:pt x="297291" y="48205"/>
                  <a:pt x="301715" y="44533"/>
                  <a:pt x="305781" y="42440"/>
                </a:cubicBezTo>
                <a:cubicBezTo>
                  <a:pt x="309848" y="40346"/>
                  <a:pt x="314302" y="39300"/>
                  <a:pt x="319145" y="39300"/>
                </a:cubicBezTo>
                <a:cubicBezTo>
                  <a:pt x="324733" y="39300"/>
                  <a:pt x="329420" y="40611"/>
                  <a:pt x="333207" y="43234"/>
                </a:cubicBezTo>
                <a:cubicBezTo>
                  <a:pt x="336994" y="45857"/>
                  <a:pt x="339912" y="49854"/>
                  <a:pt x="341961" y="55224"/>
                </a:cubicBezTo>
                <a:cubicBezTo>
                  <a:pt x="346928" y="49604"/>
                  <a:pt x="351693" y="45545"/>
                  <a:pt x="356256" y="43048"/>
                </a:cubicBezTo>
                <a:cubicBezTo>
                  <a:pt x="360819" y="40549"/>
                  <a:pt x="365584" y="39300"/>
                  <a:pt x="370551" y="39300"/>
                </a:cubicBezTo>
                <a:cubicBezTo>
                  <a:pt x="376573" y="39300"/>
                  <a:pt x="381369" y="40683"/>
                  <a:pt x="384939" y="43450"/>
                </a:cubicBezTo>
                <a:cubicBezTo>
                  <a:pt x="388509" y="46216"/>
                  <a:pt x="390993" y="49729"/>
                  <a:pt x="392390" y="53988"/>
                </a:cubicBezTo>
                <a:cubicBezTo>
                  <a:pt x="393786" y="58246"/>
                  <a:pt x="394485" y="65038"/>
                  <a:pt x="394485" y="74362"/>
                </a:cubicBezTo>
                <a:lnTo>
                  <a:pt x="394485" y="110076"/>
                </a:lnTo>
                <a:cubicBezTo>
                  <a:pt x="394485" y="116782"/>
                  <a:pt x="395090" y="120941"/>
                  <a:pt x="396301" y="122555"/>
                </a:cubicBezTo>
                <a:cubicBezTo>
                  <a:pt x="397512" y="124170"/>
                  <a:pt x="400041" y="125225"/>
                  <a:pt x="403891" y="125722"/>
                </a:cubicBezTo>
                <a:lnTo>
                  <a:pt x="403891" y="129074"/>
                </a:lnTo>
                <a:lnTo>
                  <a:pt x="358910" y="129074"/>
                </a:lnTo>
                <a:lnTo>
                  <a:pt x="358910" y="125722"/>
                </a:lnTo>
                <a:cubicBezTo>
                  <a:pt x="362449" y="125411"/>
                  <a:pt x="365057" y="124045"/>
                  <a:pt x="366733" y="121624"/>
                </a:cubicBezTo>
                <a:cubicBezTo>
                  <a:pt x="367850" y="119948"/>
                  <a:pt x="368409" y="116099"/>
                  <a:pt x="368409" y="110076"/>
                </a:cubicBezTo>
                <a:lnTo>
                  <a:pt x="368409" y="72639"/>
                </a:lnTo>
                <a:cubicBezTo>
                  <a:pt x="368409" y="64879"/>
                  <a:pt x="368099" y="59943"/>
                  <a:pt x="367478" y="57832"/>
                </a:cubicBezTo>
                <a:cubicBezTo>
                  <a:pt x="366857" y="55721"/>
                  <a:pt x="365879" y="54153"/>
                  <a:pt x="364544" y="53129"/>
                </a:cubicBezTo>
                <a:cubicBezTo>
                  <a:pt x="363210" y="52105"/>
                  <a:pt x="361642" y="51592"/>
                  <a:pt x="359842" y="51592"/>
                </a:cubicBezTo>
                <a:cubicBezTo>
                  <a:pt x="357172" y="51592"/>
                  <a:pt x="354471" y="52570"/>
                  <a:pt x="351739" y="54526"/>
                </a:cubicBezTo>
                <a:cubicBezTo>
                  <a:pt x="349008" y="56482"/>
                  <a:pt x="346245" y="59415"/>
                  <a:pt x="343451" y="63327"/>
                </a:cubicBezTo>
                <a:lnTo>
                  <a:pt x="343451" y="110076"/>
                </a:lnTo>
                <a:cubicBezTo>
                  <a:pt x="343451" y="116347"/>
                  <a:pt x="343979" y="120289"/>
                  <a:pt x="345034" y="121904"/>
                </a:cubicBezTo>
                <a:cubicBezTo>
                  <a:pt x="346462" y="124201"/>
                  <a:pt x="349194" y="125473"/>
                  <a:pt x="353230" y="125722"/>
                </a:cubicBezTo>
                <a:lnTo>
                  <a:pt x="353230" y="129074"/>
                </a:lnTo>
                <a:lnTo>
                  <a:pt x="308156" y="129074"/>
                </a:lnTo>
                <a:lnTo>
                  <a:pt x="308156" y="125722"/>
                </a:lnTo>
                <a:cubicBezTo>
                  <a:pt x="310577" y="125598"/>
                  <a:pt x="312486" y="124992"/>
                  <a:pt x="313883" y="123906"/>
                </a:cubicBezTo>
                <a:cubicBezTo>
                  <a:pt x="315280" y="122819"/>
                  <a:pt x="316211" y="121516"/>
                  <a:pt x="316677" y="119994"/>
                </a:cubicBezTo>
                <a:cubicBezTo>
                  <a:pt x="317143" y="118473"/>
                  <a:pt x="317376" y="115167"/>
                  <a:pt x="317376" y="110076"/>
                </a:cubicBezTo>
                <a:lnTo>
                  <a:pt x="317376" y="72581"/>
                </a:lnTo>
                <a:cubicBezTo>
                  <a:pt x="317376" y="64683"/>
                  <a:pt x="317065" y="59739"/>
                  <a:pt x="316444" y="57751"/>
                </a:cubicBezTo>
                <a:cubicBezTo>
                  <a:pt x="315823" y="55760"/>
                  <a:pt x="314783" y="54205"/>
                  <a:pt x="313324" y="53085"/>
                </a:cubicBezTo>
                <a:cubicBezTo>
                  <a:pt x="311865" y="51966"/>
                  <a:pt x="310298" y="51406"/>
                  <a:pt x="308622" y="51406"/>
                </a:cubicBezTo>
                <a:cubicBezTo>
                  <a:pt x="306138" y="51406"/>
                  <a:pt x="303872" y="52063"/>
                  <a:pt x="301823" y="53376"/>
                </a:cubicBezTo>
                <a:cubicBezTo>
                  <a:pt x="298905" y="55317"/>
                  <a:pt x="295801" y="58633"/>
                  <a:pt x="292511" y="63327"/>
                </a:cubicBezTo>
                <a:lnTo>
                  <a:pt x="292511" y="110076"/>
                </a:lnTo>
                <a:cubicBezTo>
                  <a:pt x="292511" y="116223"/>
                  <a:pt x="293116" y="120274"/>
                  <a:pt x="294327" y="122229"/>
                </a:cubicBezTo>
                <a:cubicBezTo>
                  <a:pt x="295537" y="124185"/>
                  <a:pt x="298067" y="125349"/>
                  <a:pt x="301916" y="125722"/>
                </a:cubicBezTo>
                <a:lnTo>
                  <a:pt x="301916" y="129074"/>
                </a:lnTo>
                <a:lnTo>
                  <a:pt x="257029" y="129074"/>
                </a:lnTo>
                <a:lnTo>
                  <a:pt x="257029" y="125722"/>
                </a:lnTo>
                <a:cubicBezTo>
                  <a:pt x="260692" y="125349"/>
                  <a:pt x="263300" y="124170"/>
                  <a:pt x="264852" y="122183"/>
                </a:cubicBezTo>
                <a:cubicBezTo>
                  <a:pt x="265907" y="120817"/>
                  <a:pt x="266435" y="116782"/>
                  <a:pt x="266435" y="110076"/>
                </a:cubicBezTo>
                <a:lnTo>
                  <a:pt x="266435" y="60905"/>
                </a:lnTo>
                <a:cubicBezTo>
                  <a:pt x="266435" y="54245"/>
                  <a:pt x="265830" y="50098"/>
                  <a:pt x="264619" y="48464"/>
                </a:cubicBezTo>
                <a:cubicBezTo>
                  <a:pt x="263408" y="46830"/>
                  <a:pt x="260878" y="45762"/>
                  <a:pt x="257029" y="45260"/>
                </a:cubicBezTo>
                <a:lnTo>
                  <a:pt x="257029" y="41907"/>
                </a:lnTo>
                <a:lnTo>
                  <a:pt x="292511" y="41907"/>
                </a:lnTo>
                <a:close/>
                <a:moveTo>
                  <a:pt x="501579" y="131682"/>
                </a:moveTo>
                <a:lnTo>
                  <a:pt x="477738" y="67736"/>
                </a:lnTo>
                <a:lnTo>
                  <a:pt x="454363" y="131682"/>
                </a:lnTo>
                <a:lnTo>
                  <a:pt x="449521" y="131682"/>
                </a:lnTo>
                <a:lnTo>
                  <a:pt x="426332" y="68513"/>
                </a:lnTo>
                <a:cubicBezTo>
                  <a:pt x="422855" y="58823"/>
                  <a:pt x="419906" y="52510"/>
                  <a:pt x="417485" y="49573"/>
                </a:cubicBezTo>
                <a:cubicBezTo>
                  <a:pt x="415933" y="47572"/>
                  <a:pt x="413574" y="46135"/>
                  <a:pt x="410407" y="45260"/>
                </a:cubicBezTo>
                <a:lnTo>
                  <a:pt x="410407" y="41907"/>
                </a:lnTo>
                <a:lnTo>
                  <a:pt x="454363" y="41907"/>
                </a:lnTo>
                <a:lnTo>
                  <a:pt x="454363" y="45260"/>
                </a:lnTo>
                <a:cubicBezTo>
                  <a:pt x="451383" y="45260"/>
                  <a:pt x="449334" y="45698"/>
                  <a:pt x="448217" y="46575"/>
                </a:cubicBezTo>
                <a:cubicBezTo>
                  <a:pt x="447099" y="47450"/>
                  <a:pt x="446541" y="48451"/>
                  <a:pt x="446541" y="49579"/>
                </a:cubicBezTo>
                <a:cubicBezTo>
                  <a:pt x="446541" y="50642"/>
                  <a:pt x="447534" y="53833"/>
                  <a:pt x="449521" y="59153"/>
                </a:cubicBezTo>
                <a:lnTo>
                  <a:pt x="462279" y="93180"/>
                </a:lnTo>
                <a:lnTo>
                  <a:pt x="474572" y="59258"/>
                </a:lnTo>
                <a:lnTo>
                  <a:pt x="473641" y="56872"/>
                </a:lnTo>
                <a:cubicBezTo>
                  <a:pt x="471778" y="52190"/>
                  <a:pt x="470148" y="49209"/>
                  <a:pt x="468751" y="47929"/>
                </a:cubicBezTo>
                <a:cubicBezTo>
                  <a:pt x="467355" y="46648"/>
                  <a:pt x="465197" y="45758"/>
                  <a:pt x="462279" y="45260"/>
                </a:cubicBezTo>
                <a:lnTo>
                  <a:pt x="462279" y="41907"/>
                </a:lnTo>
                <a:lnTo>
                  <a:pt x="506887" y="41907"/>
                </a:lnTo>
                <a:lnTo>
                  <a:pt x="506887" y="45260"/>
                </a:lnTo>
                <a:cubicBezTo>
                  <a:pt x="503410" y="45448"/>
                  <a:pt x="501206" y="45933"/>
                  <a:pt x="500275" y="46715"/>
                </a:cubicBezTo>
                <a:cubicBezTo>
                  <a:pt x="499344" y="47497"/>
                  <a:pt x="498878" y="48608"/>
                  <a:pt x="498878" y="50047"/>
                </a:cubicBezTo>
                <a:cubicBezTo>
                  <a:pt x="498878" y="51425"/>
                  <a:pt x="499778" y="54460"/>
                  <a:pt x="501579" y="59153"/>
                </a:cubicBezTo>
                <a:lnTo>
                  <a:pt x="513872" y="93180"/>
                </a:lnTo>
                <a:lnTo>
                  <a:pt x="525047" y="61857"/>
                </a:lnTo>
                <a:cubicBezTo>
                  <a:pt x="526661" y="57356"/>
                  <a:pt x="527468" y="54292"/>
                  <a:pt x="527468" y="52666"/>
                </a:cubicBezTo>
                <a:cubicBezTo>
                  <a:pt x="527468" y="50230"/>
                  <a:pt x="526878" y="48448"/>
                  <a:pt x="525699" y="47323"/>
                </a:cubicBezTo>
                <a:cubicBezTo>
                  <a:pt x="524519" y="46198"/>
                  <a:pt x="522222" y="45510"/>
                  <a:pt x="518807" y="45260"/>
                </a:cubicBezTo>
                <a:lnTo>
                  <a:pt x="518807" y="41907"/>
                </a:lnTo>
                <a:lnTo>
                  <a:pt x="544604" y="41907"/>
                </a:lnTo>
                <a:lnTo>
                  <a:pt x="544604" y="45260"/>
                </a:lnTo>
                <a:cubicBezTo>
                  <a:pt x="541748" y="45636"/>
                  <a:pt x="539482" y="46654"/>
                  <a:pt x="537805" y="48313"/>
                </a:cubicBezTo>
                <a:cubicBezTo>
                  <a:pt x="536129" y="49971"/>
                  <a:pt x="533956" y="54684"/>
                  <a:pt x="531286" y="62451"/>
                </a:cubicBezTo>
                <a:lnTo>
                  <a:pt x="506887" y="131682"/>
                </a:lnTo>
                <a:lnTo>
                  <a:pt x="501579" y="131682"/>
                </a:lnTo>
                <a:close/>
                <a:moveTo>
                  <a:pt x="601007" y="116223"/>
                </a:moveTo>
                <a:cubicBezTo>
                  <a:pt x="590391" y="125660"/>
                  <a:pt x="580861" y="130378"/>
                  <a:pt x="572417" y="130378"/>
                </a:cubicBezTo>
                <a:cubicBezTo>
                  <a:pt x="567450" y="130378"/>
                  <a:pt x="563322" y="128744"/>
                  <a:pt x="560031" y="125474"/>
                </a:cubicBezTo>
                <a:cubicBezTo>
                  <a:pt x="556741" y="122203"/>
                  <a:pt x="555096" y="118108"/>
                  <a:pt x="555096" y="113187"/>
                </a:cubicBezTo>
                <a:cubicBezTo>
                  <a:pt x="555096" y="106521"/>
                  <a:pt x="557952" y="100525"/>
                  <a:pt x="563663" y="95199"/>
                </a:cubicBezTo>
                <a:cubicBezTo>
                  <a:pt x="569375" y="89874"/>
                  <a:pt x="581823" y="82788"/>
                  <a:pt x="601007" y="73943"/>
                </a:cubicBezTo>
                <a:lnTo>
                  <a:pt x="601007" y="65189"/>
                </a:lnTo>
                <a:cubicBezTo>
                  <a:pt x="601007" y="58608"/>
                  <a:pt x="600650" y="54464"/>
                  <a:pt x="599936" y="52757"/>
                </a:cubicBezTo>
                <a:cubicBezTo>
                  <a:pt x="599222" y="51049"/>
                  <a:pt x="597872" y="49559"/>
                  <a:pt x="595885" y="48286"/>
                </a:cubicBezTo>
                <a:cubicBezTo>
                  <a:pt x="593899" y="47014"/>
                  <a:pt x="591664" y="46377"/>
                  <a:pt x="589180" y="46377"/>
                </a:cubicBezTo>
                <a:cubicBezTo>
                  <a:pt x="585145" y="46377"/>
                  <a:pt x="581823" y="47278"/>
                  <a:pt x="579216" y="49078"/>
                </a:cubicBezTo>
                <a:cubicBezTo>
                  <a:pt x="577601" y="50196"/>
                  <a:pt x="576794" y="51499"/>
                  <a:pt x="576794" y="52989"/>
                </a:cubicBezTo>
                <a:cubicBezTo>
                  <a:pt x="576794" y="54293"/>
                  <a:pt x="577663" y="55907"/>
                  <a:pt x="579402" y="57832"/>
                </a:cubicBezTo>
                <a:cubicBezTo>
                  <a:pt x="581761" y="60502"/>
                  <a:pt x="582941" y="63078"/>
                  <a:pt x="582941" y="65562"/>
                </a:cubicBezTo>
                <a:cubicBezTo>
                  <a:pt x="582941" y="68604"/>
                  <a:pt x="581808" y="71196"/>
                  <a:pt x="579542" y="73338"/>
                </a:cubicBezTo>
                <a:cubicBezTo>
                  <a:pt x="577275" y="75480"/>
                  <a:pt x="574311" y="76551"/>
                  <a:pt x="570648" y="76551"/>
                </a:cubicBezTo>
                <a:cubicBezTo>
                  <a:pt x="566737" y="76551"/>
                  <a:pt x="563462" y="75371"/>
                  <a:pt x="560823" y="73012"/>
                </a:cubicBezTo>
                <a:cubicBezTo>
                  <a:pt x="558184" y="70653"/>
                  <a:pt x="556865" y="67890"/>
                  <a:pt x="556865" y="64723"/>
                </a:cubicBezTo>
                <a:cubicBezTo>
                  <a:pt x="556865" y="60253"/>
                  <a:pt x="558634" y="55985"/>
                  <a:pt x="562173" y="51918"/>
                </a:cubicBezTo>
                <a:cubicBezTo>
                  <a:pt x="565712" y="47852"/>
                  <a:pt x="570648" y="44732"/>
                  <a:pt x="576981" y="42559"/>
                </a:cubicBezTo>
                <a:cubicBezTo>
                  <a:pt x="583313" y="40386"/>
                  <a:pt x="589894" y="39300"/>
                  <a:pt x="596723" y="39300"/>
                </a:cubicBezTo>
                <a:cubicBezTo>
                  <a:pt x="604981" y="39300"/>
                  <a:pt x="611515" y="41058"/>
                  <a:pt x="616327" y="44576"/>
                </a:cubicBezTo>
                <a:cubicBezTo>
                  <a:pt x="621138" y="48091"/>
                  <a:pt x="624258" y="51903"/>
                  <a:pt x="625686" y="56010"/>
                </a:cubicBezTo>
                <a:cubicBezTo>
                  <a:pt x="626555" y="58624"/>
                  <a:pt x="626990" y="64628"/>
                  <a:pt x="626990" y="74025"/>
                </a:cubicBezTo>
                <a:lnTo>
                  <a:pt x="626990" y="107908"/>
                </a:lnTo>
                <a:cubicBezTo>
                  <a:pt x="626990" y="111891"/>
                  <a:pt x="627145" y="114397"/>
                  <a:pt x="627455" y="115425"/>
                </a:cubicBezTo>
                <a:cubicBezTo>
                  <a:pt x="627766" y="116452"/>
                  <a:pt x="628232" y="117214"/>
                  <a:pt x="628852" y="117713"/>
                </a:cubicBezTo>
                <a:cubicBezTo>
                  <a:pt x="629473" y="118210"/>
                  <a:pt x="630187" y="118458"/>
                  <a:pt x="630994" y="118458"/>
                </a:cubicBezTo>
                <a:cubicBezTo>
                  <a:pt x="632609" y="118458"/>
                  <a:pt x="634254" y="117309"/>
                  <a:pt x="635930" y="115012"/>
                </a:cubicBezTo>
                <a:lnTo>
                  <a:pt x="638724" y="117247"/>
                </a:lnTo>
                <a:cubicBezTo>
                  <a:pt x="635620" y="121841"/>
                  <a:pt x="632407" y="125179"/>
                  <a:pt x="629085" y="127258"/>
                </a:cubicBezTo>
                <a:cubicBezTo>
                  <a:pt x="625764" y="129338"/>
                  <a:pt x="621992" y="130378"/>
                  <a:pt x="617770" y="130378"/>
                </a:cubicBezTo>
                <a:cubicBezTo>
                  <a:pt x="612803" y="130378"/>
                  <a:pt x="608923" y="129206"/>
                  <a:pt x="606129" y="126863"/>
                </a:cubicBezTo>
                <a:cubicBezTo>
                  <a:pt x="603336" y="124519"/>
                  <a:pt x="601628" y="120972"/>
                  <a:pt x="601007" y="116223"/>
                </a:cubicBezTo>
                <a:moveTo>
                  <a:pt x="601007" y="109331"/>
                </a:moveTo>
                <a:lnTo>
                  <a:pt x="601007" y="80200"/>
                </a:lnTo>
                <a:cubicBezTo>
                  <a:pt x="593495" y="84629"/>
                  <a:pt x="587907" y="89371"/>
                  <a:pt x="584244" y="94425"/>
                </a:cubicBezTo>
                <a:cubicBezTo>
                  <a:pt x="581823" y="97793"/>
                  <a:pt x="580612" y="101193"/>
                  <a:pt x="580612" y="104626"/>
                </a:cubicBezTo>
                <a:cubicBezTo>
                  <a:pt x="580612" y="107495"/>
                  <a:pt x="581637" y="110022"/>
                  <a:pt x="583686" y="112207"/>
                </a:cubicBezTo>
                <a:cubicBezTo>
                  <a:pt x="585238" y="113891"/>
                  <a:pt x="587411" y="114733"/>
                  <a:pt x="590205" y="114733"/>
                </a:cubicBezTo>
                <a:cubicBezTo>
                  <a:pt x="593309" y="114733"/>
                  <a:pt x="596910" y="112932"/>
                  <a:pt x="601007" y="109331"/>
                </a:cubicBezTo>
                <a:close/>
                <a:moveTo>
                  <a:pt x="684449" y="41907"/>
                </a:moveTo>
                <a:lnTo>
                  <a:pt x="684449" y="61650"/>
                </a:lnTo>
                <a:cubicBezTo>
                  <a:pt x="690223" y="52648"/>
                  <a:pt x="695283" y="46672"/>
                  <a:pt x="699629" y="43723"/>
                </a:cubicBezTo>
                <a:cubicBezTo>
                  <a:pt x="703975" y="40774"/>
                  <a:pt x="708165" y="39300"/>
                  <a:pt x="712201" y="39300"/>
                </a:cubicBezTo>
                <a:cubicBezTo>
                  <a:pt x="715678" y="39300"/>
                  <a:pt x="718456" y="40375"/>
                  <a:pt x="720536" y="42524"/>
                </a:cubicBezTo>
                <a:cubicBezTo>
                  <a:pt x="722616" y="44674"/>
                  <a:pt x="723656" y="47711"/>
                  <a:pt x="723656" y="51636"/>
                </a:cubicBezTo>
                <a:cubicBezTo>
                  <a:pt x="723656" y="55811"/>
                  <a:pt x="722647" y="59052"/>
                  <a:pt x="720629" y="61359"/>
                </a:cubicBezTo>
                <a:cubicBezTo>
                  <a:pt x="718611" y="63664"/>
                  <a:pt x="716174" y="64817"/>
                  <a:pt x="713318" y="64817"/>
                </a:cubicBezTo>
                <a:cubicBezTo>
                  <a:pt x="710028" y="64817"/>
                  <a:pt x="707172" y="63761"/>
                  <a:pt x="704751" y="61650"/>
                </a:cubicBezTo>
                <a:cubicBezTo>
                  <a:pt x="702329" y="59539"/>
                  <a:pt x="700901" y="58360"/>
                  <a:pt x="700467" y="58111"/>
                </a:cubicBezTo>
                <a:cubicBezTo>
                  <a:pt x="699846" y="57739"/>
                  <a:pt x="699132" y="57553"/>
                  <a:pt x="698325" y="57553"/>
                </a:cubicBezTo>
                <a:cubicBezTo>
                  <a:pt x="696524" y="57553"/>
                  <a:pt x="694817" y="58236"/>
                  <a:pt x="693203" y="59601"/>
                </a:cubicBezTo>
                <a:cubicBezTo>
                  <a:pt x="690657" y="61712"/>
                  <a:pt x="688733" y="64723"/>
                  <a:pt x="687429" y="68635"/>
                </a:cubicBezTo>
                <a:cubicBezTo>
                  <a:pt x="685442" y="74657"/>
                  <a:pt x="684449" y="81300"/>
                  <a:pt x="684449" y="88564"/>
                </a:cubicBezTo>
                <a:lnTo>
                  <a:pt x="684449" y="108586"/>
                </a:lnTo>
                <a:lnTo>
                  <a:pt x="684542" y="113801"/>
                </a:lnTo>
                <a:cubicBezTo>
                  <a:pt x="684542" y="117340"/>
                  <a:pt x="684759" y="119606"/>
                  <a:pt x="685194" y="120600"/>
                </a:cubicBezTo>
                <a:cubicBezTo>
                  <a:pt x="685939" y="122276"/>
                  <a:pt x="687041" y="123502"/>
                  <a:pt x="688500" y="124278"/>
                </a:cubicBezTo>
                <a:cubicBezTo>
                  <a:pt x="689959" y="125054"/>
                  <a:pt x="692427" y="125536"/>
                  <a:pt x="695904" y="125722"/>
                </a:cubicBezTo>
                <a:lnTo>
                  <a:pt x="695904" y="129074"/>
                </a:lnTo>
                <a:lnTo>
                  <a:pt x="648874" y="129074"/>
                </a:lnTo>
                <a:lnTo>
                  <a:pt x="648874" y="125722"/>
                </a:lnTo>
                <a:cubicBezTo>
                  <a:pt x="652662" y="125411"/>
                  <a:pt x="655223" y="124371"/>
                  <a:pt x="656557" y="122602"/>
                </a:cubicBezTo>
                <a:cubicBezTo>
                  <a:pt x="657892" y="120833"/>
                  <a:pt x="658560" y="116161"/>
                  <a:pt x="658560" y="108586"/>
                </a:cubicBezTo>
                <a:lnTo>
                  <a:pt x="658560" y="60346"/>
                </a:lnTo>
                <a:cubicBezTo>
                  <a:pt x="658560" y="55349"/>
                  <a:pt x="658311" y="52163"/>
                  <a:pt x="657815" y="50789"/>
                </a:cubicBezTo>
                <a:cubicBezTo>
                  <a:pt x="657194" y="49039"/>
                  <a:pt x="656294" y="47759"/>
                  <a:pt x="655114" y="46948"/>
                </a:cubicBezTo>
                <a:cubicBezTo>
                  <a:pt x="653934" y="46135"/>
                  <a:pt x="651854" y="45572"/>
                  <a:pt x="648874" y="45260"/>
                </a:cubicBezTo>
                <a:lnTo>
                  <a:pt x="648874" y="41907"/>
                </a:lnTo>
                <a:lnTo>
                  <a:pt x="684449" y="41907"/>
                </a:lnTo>
                <a:close/>
                <a:moveTo>
                  <a:pt x="803223" y="82324"/>
                </a:moveTo>
                <a:lnTo>
                  <a:pt x="755448" y="82324"/>
                </a:lnTo>
                <a:cubicBezTo>
                  <a:pt x="756007" y="93903"/>
                  <a:pt x="759080" y="103054"/>
                  <a:pt x="764668" y="109777"/>
                </a:cubicBezTo>
                <a:cubicBezTo>
                  <a:pt x="768952" y="114943"/>
                  <a:pt x="774105" y="117527"/>
                  <a:pt x="780127" y="117527"/>
                </a:cubicBezTo>
                <a:cubicBezTo>
                  <a:pt x="783852" y="117527"/>
                  <a:pt x="787236" y="116487"/>
                  <a:pt x="790278" y="114407"/>
                </a:cubicBezTo>
                <a:cubicBezTo>
                  <a:pt x="793320" y="112327"/>
                  <a:pt x="796579" y="108586"/>
                  <a:pt x="800056" y="103185"/>
                </a:cubicBezTo>
                <a:lnTo>
                  <a:pt x="803223" y="105234"/>
                </a:lnTo>
                <a:cubicBezTo>
                  <a:pt x="798504" y="114857"/>
                  <a:pt x="793289" y="121671"/>
                  <a:pt x="787577" y="125675"/>
                </a:cubicBezTo>
                <a:cubicBezTo>
                  <a:pt x="781865" y="129680"/>
                  <a:pt x="775253" y="131682"/>
                  <a:pt x="767741" y="131682"/>
                </a:cubicBezTo>
                <a:cubicBezTo>
                  <a:pt x="754827" y="131682"/>
                  <a:pt x="745049" y="126710"/>
                  <a:pt x="738406" y="116767"/>
                </a:cubicBezTo>
                <a:cubicBezTo>
                  <a:pt x="733067" y="108750"/>
                  <a:pt x="730397" y="98807"/>
                  <a:pt x="730397" y="86937"/>
                </a:cubicBezTo>
                <a:cubicBezTo>
                  <a:pt x="730397" y="72394"/>
                  <a:pt x="734324" y="60819"/>
                  <a:pt x="742178" y="52212"/>
                </a:cubicBezTo>
                <a:cubicBezTo>
                  <a:pt x="750031" y="43604"/>
                  <a:pt x="759235" y="39300"/>
                  <a:pt x="769790" y="39300"/>
                </a:cubicBezTo>
                <a:cubicBezTo>
                  <a:pt x="778606" y="39300"/>
                  <a:pt x="786258" y="42916"/>
                  <a:pt x="792746" y="50149"/>
                </a:cubicBezTo>
                <a:cubicBezTo>
                  <a:pt x="799234" y="57382"/>
                  <a:pt x="802726" y="68107"/>
                  <a:pt x="803223" y="82324"/>
                </a:cubicBezTo>
                <a:moveTo>
                  <a:pt x="780313" y="76178"/>
                </a:moveTo>
                <a:cubicBezTo>
                  <a:pt x="780313" y="66182"/>
                  <a:pt x="779770" y="59322"/>
                  <a:pt x="778683" y="55597"/>
                </a:cubicBezTo>
                <a:cubicBezTo>
                  <a:pt x="777597" y="51872"/>
                  <a:pt x="775905" y="49047"/>
                  <a:pt x="773608" y="47122"/>
                </a:cubicBezTo>
                <a:cubicBezTo>
                  <a:pt x="772304" y="46005"/>
                  <a:pt x="770566" y="45446"/>
                  <a:pt x="768393" y="45446"/>
                </a:cubicBezTo>
                <a:cubicBezTo>
                  <a:pt x="765165" y="45446"/>
                  <a:pt x="762526" y="47029"/>
                  <a:pt x="760477" y="50196"/>
                </a:cubicBezTo>
                <a:cubicBezTo>
                  <a:pt x="756814" y="55721"/>
                  <a:pt x="754983" y="63295"/>
                  <a:pt x="754983" y="72919"/>
                </a:cubicBezTo>
                <a:lnTo>
                  <a:pt x="754983" y="76178"/>
                </a:lnTo>
                <a:lnTo>
                  <a:pt x="780313" y="76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Dataset">
            <a:extLst xmlns:a="http://schemas.openxmlformats.org/drawingml/2006/main">
              <a:ext uri="{FF2B5EF4-FFF2-40B4-BE49-F238E27FC236}">
                <a16:creationId xmlns:a16="http://schemas.microsoft.com/office/drawing/2014/main" id="{D31091CF-2B93-412E-BDE3-274F405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352" y="1198144"/>
            <a:ext cx="609948" cy="128888"/>
          </a:xfrm>
          <a:custGeom xmlns:a="http://schemas.openxmlformats.org/drawingml/2006/main">
            <a:pathLst>
              <a:path w="609948" h="128888">
                <a:moveTo>
                  <a:pt x="0" y="126281"/>
                </a:moveTo>
                <a:lnTo>
                  <a:pt x="0" y="122928"/>
                </a:lnTo>
                <a:lnTo>
                  <a:pt x="4191" y="122928"/>
                </a:lnTo>
                <a:cubicBezTo>
                  <a:pt x="7854" y="122928"/>
                  <a:pt x="10663" y="122351"/>
                  <a:pt x="12619" y="121196"/>
                </a:cubicBezTo>
                <a:cubicBezTo>
                  <a:pt x="14574" y="120042"/>
                  <a:pt x="16018" y="118467"/>
                  <a:pt x="16949" y="116470"/>
                </a:cubicBezTo>
                <a:cubicBezTo>
                  <a:pt x="17508" y="115159"/>
                  <a:pt x="17787" y="111227"/>
                  <a:pt x="17787" y="104675"/>
                </a:cubicBezTo>
                <a:lnTo>
                  <a:pt x="17787" y="21606"/>
                </a:lnTo>
                <a:cubicBezTo>
                  <a:pt x="17787" y="15116"/>
                  <a:pt x="17446" y="11060"/>
                  <a:pt x="16763" y="9438"/>
                </a:cubicBezTo>
                <a:cubicBezTo>
                  <a:pt x="16080" y="7814"/>
                  <a:pt x="14699" y="6394"/>
                  <a:pt x="12619" y="5177"/>
                </a:cubicBezTo>
                <a:cubicBezTo>
                  <a:pt x="10539" y="3961"/>
                  <a:pt x="7730" y="3353"/>
                  <a:pt x="4191" y="3353"/>
                </a:cubicBezTo>
                <a:lnTo>
                  <a:pt x="0" y="3353"/>
                </a:lnTo>
                <a:lnTo>
                  <a:pt x="0" y="0"/>
                </a:lnTo>
                <a:lnTo>
                  <a:pt x="56528" y="0"/>
                </a:lnTo>
                <a:cubicBezTo>
                  <a:pt x="71615" y="0"/>
                  <a:pt x="83752" y="2049"/>
                  <a:pt x="92941" y="6146"/>
                </a:cubicBezTo>
                <a:cubicBezTo>
                  <a:pt x="104178" y="11175"/>
                  <a:pt x="112699" y="18781"/>
                  <a:pt x="118504" y="28963"/>
                </a:cubicBezTo>
                <a:cubicBezTo>
                  <a:pt x="124309" y="39144"/>
                  <a:pt x="127212" y="50661"/>
                  <a:pt x="127212" y="63513"/>
                </a:cubicBezTo>
                <a:cubicBezTo>
                  <a:pt x="127212" y="72391"/>
                  <a:pt x="125784" y="80571"/>
                  <a:pt x="122928" y="88052"/>
                </a:cubicBezTo>
                <a:cubicBezTo>
                  <a:pt x="120072" y="95533"/>
                  <a:pt x="116378" y="101710"/>
                  <a:pt x="111846" y="106584"/>
                </a:cubicBezTo>
                <a:cubicBezTo>
                  <a:pt x="107314" y="111458"/>
                  <a:pt x="102083" y="115369"/>
                  <a:pt x="96154" y="118318"/>
                </a:cubicBezTo>
                <a:cubicBezTo>
                  <a:pt x="90225" y="121267"/>
                  <a:pt x="82976" y="123549"/>
                  <a:pt x="74409" y="125163"/>
                </a:cubicBezTo>
                <a:cubicBezTo>
                  <a:pt x="70621" y="125908"/>
                  <a:pt x="64661" y="126281"/>
                  <a:pt x="56528" y="126281"/>
                </a:cubicBezTo>
                <a:lnTo>
                  <a:pt x="0" y="126281"/>
                </a:lnTo>
                <a:moveTo>
                  <a:pt x="48147" y="7078"/>
                </a:moveTo>
                <a:lnTo>
                  <a:pt x="48147" y="105525"/>
                </a:lnTo>
                <a:cubicBezTo>
                  <a:pt x="48147" y="110736"/>
                  <a:pt x="48395" y="113931"/>
                  <a:pt x="48892" y="115111"/>
                </a:cubicBezTo>
                <a:cubicBezTo>
                  <a:pt x="49388" y="116289"/>
                  <a:pt x="50227" y="117187"/>
                  <a:pt x="51406" y="117806"/>
                </a:cubicBezTo>
                <a:cubicBezTo>
                  <a:pt x="53083" y="118737"/>
                  <a:pt x="55504" y="119203"/>
                  <a:pt x="58670" y="119203"/>
                </a:cubicBezTo>
                <a:cubicBezTo>
                  <a:pt x="69038" y="119203"/>
                  <a:pt x="76954" y="115667"/>
                  <a:pt x="82418" y="108595"/>
                </a:cubicBezTo>
                <a:cubicBezTo>
                  <a:pt x="89868" y="99042"/>
                  <a:pt x="93593" y="84216"/>
                  <a:pt x="93593" y="64118"/>
                </a:cubicBezTo>
                <a:cubicBezTo>
                  <a:pt x="93593" y="47928"/>
                  <a:pt x="91047" y="34994"/>
                  <a:pt x="85956" y="25316"/>
                </a:cubicBezTo>
                <a:cubicBezTo>
                  <a:pt x="81921" y="17748"/>
                  <a:pt x="76737" y="12598"/>
                  <a:pt x="70404" y="9869"/>
                </a:cubicBezTo>
                <a:cubicBezTo>
                  <a:pt x="65934" y="7946"/>
                  <a:pt x="58515" y="7016"/>
                  <a:pt x="48147" y="7078"/>
                </a:cubicBezTo>
                <a:close/>
                <a:moveTo>
                  <a:pt x="189668" y="113429"/>
                </a:moveTo>
                <a:cubicBezTo>
                  <a:pt x="179051" y="122866"/>
                  <a:pt x="169521" y="127584"/>
                  <a:pt x="161078" y="127584"/>
                </a:cubicBezTo>
                <a:cubicBezTo>
                  <a:pt x="156111" y="127584"/>
                  <a:pt x="151982" y="125950"/>
                  <a:pt x="148692" y="122681"/>
                </a:cubicBezTo>
                <a:cubicBezTo>
                  <a:pt x="145401" y="119409"/>
                  <a:pt x="143756" y="115314"/>
                  <a:pt x="143756" y="110394"/>
                </a:cubicBezTo>
                <a:cubicBezTo>
                  <a:pt x="143756" y="103727"/>
                  <a:pt x="146612" y="97731"/>
                  <a:pt x="152324" y="92406"/>
                </a:cubicBezTo>
                <a:cubicBezTo>
                  <a:pt x="158036" y="87080"/>
                  <a:pt x="170484" y="79994"/>
                  <a:pt x="189668" y="71149"/>
                </a:cubicBezTo>
                <a:lnTo>
                  <a:pt x="189668" y="62395"/>
                </a:lnTo>
                <a:cubicBezTo>
                  <a:pt x="189668" y="55814"/>
                  <a:pt x="189311" y="51670"/>
                  <a:pt x="188597" y="49963"/>
                </a:cubicBezTo>
                <a:cubicBezTo>
                  <a:pt x="187883" y="48255"/>
                  <a:pt x="186533" y="46765"/>
                  <a:pt x="184546" y="45493"/>
                </a:cubicBezTo>
                <a:cubicBezTo>
                  <a:pt x="182559" y="44220"/>
                  <a:pt x="180324" y="43584"/>
                  <a:pt x="177841" y="43584"/>
                </a:cubicBezTo>
                <a:cubicBezTo>
                  <a:pt x="173805" y="43584"/>
                  <a:pt x="170484" y="44484"/>
                  <a:pt x="167876" y="46284"/>
                </a:cubicBezTo>
                <a:cubicBezTo>
                  <a:pt x="166262" y="47402"/>
                  <a:pt x="165455" y="48706"/>
                  <a:pt x="165455" y="50196"/>
                </a:cubicBezTo>
                <a:cubicBezTo>
                  <a:pt x="165455" y="51499"/>
                  <a:pt x="166324" y="53114"/>
                  <a:pt x="168062" y="55038"/>
                </a:cubicBezTo>
                <a:cubicBezTo>
                  <a:pt x="170422" y="57708"/>
                  <a:pt x="171601" y="60284"/>
                  <a:pt x="171601" y="62768"/>
                </a:cubicBezTo>
                <a:cubicBezTo>
                  <a:pt x="171601" y="65810"/>
                  <a:pt x="170468" y="68402"/>
                  <a:pt x="168202" y="70544"/>
                </a:cubicBezTo>
                <a:cubicBezTo>
                  <a:pt x="165936" y="72686"/>
                  <a:pt x="162971" y="73757"/>
                  <a:pt x="159308" y="73757"/>
                </a:cubicBezTo>
                <a:cubicBezTo>
                  <a:pt x="155397" y="73757"/>
                  <a:pt x="152122" y="72577"/>
                  <a:pt x="149484" y="70218"/>
                </a:cubicBezTo>
                <a:cubicBezTo>
                  <a:pt x="146845" y="67859"/>
                  <a:pt x="145526" y="65096"/>
                  <a:pt x="145526" y="61930"/>
                </a:cubicBezTo>
                <a:cubicBezTo>
                  <a:pt x="145526" y="57460"/>
                  <a:pt x="147295" y="53191"/>
                  <a:pt x="150834" y="49125"/>
                </a:cubicBezTo>
                <a:cubicBezTo>
                  <a:pt x="154373" y="45058"/>
                  <a:pt x="159308" y="41938"/>
                  <a:pt x="165641" y="39765"/>
                </a:cubicBezTo>
                <a:cubicBezTo>
                  <a:pt x="171974" y="37592"/>
                  <a:pt x="178555" y="36506"/>
                  <a:pt x="185384" y="36506"/>
                </a:cubicBezTo>
                <a:cubicBezTo>
                  <a:pt x="193641" y="36506"/>
                  <a:pt x="200176" y="38265"/>
                  <a:pt x="204987" y="41782"/>
                </a:cubicBezTo>
                <a:cubicBezTo>
                  <a:pt x="209799" y="45298"/>
                  <a:pt x="212919" y="49109"/>
                  <a:pt x="214347" y="53216"/>
                </a:cubicBezTo>
                <a:cubicBezTo>
                  <a:pt x="215216" y="55830"/>
                  <a:pt x="215650" y="61835"/>
                  <a:pt x="215650" y="71231"/>
                </a:cubicBezTo>
                <a:lnTo>
                  <a:pt x="215650" y="105114"/>
                </a:lnTo>
                <a:cubicBezTo>
                  <a:pt x="215650" y="109098"/>
                  <a:pt x="215806" y="111603"/>
                  <a:pt x="216116" y="112632"/>
                </a:cubicBezTo>
                <a:cubicBezTo>
                  <a:pt x="216426" y="113658"/>
                  <a:pt x="216892" y="114420"/>
                  <a:pt x="217513" y="114919"/>
                </a:cubicBezTo>
                <a:cubicBezTo>
                  <a:pt x="218134" y="115416"/>
                  <a:pt x="218848" y="115664"/>
                  <a:pt x="219655" y="115664"/>
                </a:cubicBezTo>
                <a:cubicBezTo>
                  <a:pt x="221269" y="115664"/>
                  <a:pt x="222914" y="114515"/>
                  <a:pt x="224591" y="112218"/>
                </a:cubicBezTo>
                <a:lnTo>
                  <a:pt x="227384" y="114453"/>
                </a:lnTo>
                <a:cubicBezTo>
                  <a:pt x="224280" y="119048"/>
                  <a:pt x="221067" y="122385"/>
                  <a:pt x="217746" y="124465"/>
                </a:cubicBezTo>
                <a:cubicBezTo>
                  <a:pt x="214424" y="126544"/>
                  <a:pt x="210653" y="127584"/>
                  <a:pt x="206431" y="127584"/>
                </a:cubicBezTo>
                <a:cubicBezTo>
                  <a:pt x="201464" y="127584"/>
                  <a:pt x="197584" y="126412"/>
                  <a:pt x="194790" y="124069"/>
                </a:cubicBezTo>
                <a:cubicBezTo>
                  <a:pt x="191996" y="121725"/>
                  <a:pt x="190289" y="118178"/>
                  <a:pt x="189668" y="113429"/>
                </a:cubicBezTo>
                <a:moveTo>
                  <a:pt x="189668" y="106538"/>
                </a:moveTo>
                <a:lnTo>
                  <a:pt x="189668" y="77406"/>
                </a:lnTo>
                <a:cubicBezTo>
                  <a:pt x="182156" y="81836"/>
                  <a:pt x="176568" y="86577"/>
                  <a:pt x="172905" y="91631"/>
                </a:cubicBezTo>
                <a:cubicBezTo>
                  <a:pt x="170484" y="94999"/>
                  <a:pt x="169273" y="98400"/>
                  <a:pt x="169273" y="101832"/>
                </a:cubicBezTo>
                <a:cubicBezTo>
                  <a:pt x="169273" y="104701"/>
                  <a:pt x="170297" y="107228"/>
                  <a:pt x="172346" y="109413"/>
                </a:cubicBezTo>
                <a:cubicBezTo>
                  <a:pt x="173898" y="111097"/>
                  <a:pt x="176071" y="111939"/>
                  <a:pt x="178865" y="111939"/>
                </a:cubicBezTo>
                <a:cubicBezTo>
                  <a:pt x="181969" y="111939"/>
                  <a:pt x="185570" y="110138"/>
                  <a:pt x="189668" y="106538"/>
                </a:cubicBezTo>
                <a:close/>
                <a:moveTo>
                  <a:pt x="271527" y="7078"/>
                </a:moveTo>
                <a:lnTo>
                  <a:pt x="271527" y="39113"/>
                </a:lnTo>
                <a:lnTo>
                  <a:pt x="292201" y="39113"/>
                </a:lnTo>
                <a:lnTo>
                  <a:pt x="292201" y="48240"/>
                </a:lnTo>
                <a:lnTo>
                  <a:pt x="271527" y="48240"/>
                </a:lnTo>
                <a:lnTo>
                  <a:pt x="271527" y="102120"/>
                </a:lnTo>
                <a:cubicBezTo>
                  <a:pt x="271527" y="107162"/>
                  <a:pt x="271760" y="110415"/>
                  <a:pt x="272226" y="111878"/>
                </a:cubicBezTo>
                <a:cubicBezTo>
                  <a:pt x="272691" y="113341"/>
                  <a:pt x="273514" y="114524"/>
                  <a:pt x="274694" y="115428"/>
                </a:cubicBezTo>
                <a:cubicBezTo>
                  <a:pt x="275873" y="116330"/>
                  <a:pt x="276960" y="116782"/>
                  <a:pt x="277953" y="116782"/>
                </a:cubicBezTo>
                <a:cubicBezTo>
                  <a:pt x="281989" y="116782"/>
                  <a:pt x="285807" y="113677"/>
                  <a:pt x="289408" y="107469"/>
                </a:cubicBezTo>
                <a:lnTo>
                  <a:pt x="292201" y="109538"/>
                </a:lnTo>
                <a:cubicBezTo>
                  <a:pt x="287173" y="121569"/>
                  <a:pt x="279008" y="127584"/>
                  <a:pt x="267709" y="127584"/>
                </a:cubicBezTo>
                <a:cubicBezTo>
                  <a:pt x="262183" y="127584"/>
                  <a:pt x="257512" y="126043"/>
                  <a:pt x="253693" y="122960"/>
                </a:cubicBezTo>
                <a:cubicBezTo>
                  <a:pt x="249875" y="119875"/>
                  <a:pt x="247438" y="116432"/>
                  <a:pt x="246383" y="112632"/>
                </a:cubicBezTo>
                <a:cubicBezTo>
                  <a:pt x="245762" y="110513"/>
                  <a:pt x="245452" y="104781"/>
                  <a:pt x="245452" y="95435"/>
                </a:cubicBezTo>
                <a:lnTo>
                  <a:pt x="245452" y="48240"/>
                </a:lnTo>
                <a:lnTo>
                  <a:pt x="234090" y="48240"/>
                </a:lnTo>
                <a:lnTo>
                  <a:pt x="234090" y="44972"/>
                </a:lnTo>
                <a:cubicBezTo>
                  <a:pt x="241913" y="39435"/>
                  <a:pt x="248571" y="33617"/>
                  <a:pt x="254066" y="27519"/>
                </a:cubicBezTo>
                <a:cubicBezTo>
                  <a:pt x="259560" y="21421"/>
                  <a:pt x="264356" y="14607"/>
                  <a:pt x="268454" y="7078"/>
                </a:cubicBezTo>
                <a:lnTo>
                  <a:pt x="271527" y="7078"/>
                </a:lnTo>
                <a:close/>
                <a:moveTo>
                  <a:pt x="348541" y="113429"/>
                </a:moveTo>
                <a:cubicBezTo>
                  <a:pt x="337925" y="122866"/>
                  <a:pt x="328395" y="127584"/>
                  <a:pt x="319951" y="127584"/>
                </a:cubicBezTo>
                <a:cubicBezTo>
                  <a:pt x="314985" y="127584"/>
                  <a:pt x="310856" y="125950"/>
                  <a:pt x="307566" y="122681"/>
                </a:cubicBezTo>
                <a:cubicBezTo>
                  <a:pt x="304275" y="119409"/>
                  <a:pt x="302630" y="115314"/>
                  <a:pt x="302630" y="110394"/>
                </a:cubicBezTo>
                <a:cubicBezTo>
                  <a:pt x="302630" y="103727"/>
                  <a:pt x="305486" y="97731"/>
                  <a:pt x="311197" y="92406"/>
                </a:cubicBezTo>
                <a:cubicBezTo>
                  <a:pt x="316909" y="87080"/>
                  <a:pt x="329357" y="79994"/>
                  <a:pt x="348541" y="71149"/>
                </a:cubicBezTo>
                <a:lnTo>
                  <a:pt x="348541" y="62395"/>
                </a:lnTo>
                <a:cubicBezTo>
                  <a:pt x="348541" y="55814"/>
                  <a:pt x="348185" y="51670"/>
                  <a:pt x="347471" y="49963"/>
                </a:cubicBezTo>
                <a:cubicBezTo>
                  <a:pt x="346757" y="48255"/>
                  <a:pt x="345406" y="46765"/>
                  <a:pt x="343419" y="45493"/>
                </a:cubicBezTo>
                <a:cubicBezTo>
                  <a:pt x="341433" y="44220"/>
                  <a:pt x="339198" y="43584"/>
                  <a:pt x="336714" y="43584"/>
                </a:cubicBezTo>
                <a:cubicBezTo>
                  <a:pt x="332679" y="43584"/>
                  <a:pt x="329357" y="44484"/>
                  <a:pt x="326750" y="46284"/>
                </a:cubicBezTo>
                <a:cubicBezTo>
                  <a:pt x="325136" y="47402"/>
                  <a:pt x="324328" y="48706"/>
                  <a:pt x="324328" y="50196"/>
                </a:cubicBezTo>
                <a:cubicBezTo>
                  <a:pt x="324328" y="51499"/>
                  <a:pt x="325198" y="53114"/>
                  <a:pt x="326936" y="55038"/>
                </a:cubicBezTo>
                <a:cubicBezTo>
                  <a:pt x="329295" y="57708"/>
                  <a:pt x="330475" y="60284"/>
                  <a:pt x="330475" y="62768"/>
                </a:cubicBezTo>
                <a:cubicBezTo>
                  <a:pt x="330475" y="65810"/>
                  <a:pt x="329342" y="68402"/>
                  <a:pt x="327076" y="70544"/>
                </a:cubicBezTo>
                <a:cubicBezTo>
                  <a:pt x="324810" y="72686"/>
                  <a:pt x="321845" y="73757"/>
                  <a:pt x="318182" y="73757"/>
                </a:cubicBezTo>
                <a:cubicBezTo>
                  <a:pt x="314271" y="73757"/>
                  <a:pt x="310996" y="72577"/>
                  <a:pt x="308357" y="70218"/>
                </a:cubicBezTo>
                <a:cubicBezTo>
                  <a:pt x="305718" y="67859"/>
                  <a:pt x="304399" y="65096"/>
                  <a:pt x="304399" y="61930"/>
                </a:cubicBezTo>
                <a:cubicBezTo>
                  <a:pt x="304399" y="57460"/>
                  <a:pt x="306169" y="53191"/>
                  <a:pt x="309707" y="49125"/>
                </a:cubicBezTo>
                <a:cubicBezTo>
                  <a:pt x="313246" y="45058"/>
                  <a:pt x="318182" y="41938"/>
                  <a:pt x="324515" y="39765"/>
                </a:cubicBezTo>
                <a:cubicBezTo>
                  <a:pt x="330847" y="37592"/>
                  <a:pt x="337428" y="36506"/>
                  <a:pt x="344258" y="36506"/>
                </a:cubicBezTo>
                <a:cubicBezTo>
                  <a:pt x="352515" y="36506"/>
                  <a:pt x="359049" y="38265"/>
                  <a:pt x="363861" y="41782"/>
                </a:cubicBezTo>
                <a:cubicBezTo>
                  <a:pt x="368673" y="45298"/>
                  <a:pt x="371792" y="49109"/>
                  <a:pt x="373220" y="53216"/>
                </a:cubicBezTo>
                <a:cubicBezTo>
                  <a:pt x="374089" y="55830"/>
                  <a:pt x="374524" y="61835"/>
                  <a:pt x="374524" y="71231"/>
                </a:cubicBezTo>
                <a:lnTo>
                  <a:pt x="374524" y="105114"/>
                </a:lnTo>
                <a:cubicBezTo>
                  <a:pt x="374524" y="109098"/>
                  <a:pt x="374679" y="111603"/>
                  <a:pt x="374990" y="112632"/>
                </a:cubicBezTo>
                <a:cubicBezTo>
                  <a:pt x="375300" y="113658"/>
                  <a:pt x="375766" y="114420"/>
                  <a:pt x="376387" y="114919"/>
                </a:cubicBezTo>
                <a:cubicBezTo>
                  <a:pt x="377007" y="115416"/>
                  <a:pt x="377721" y="115664"/>
                  <a:pt x="378528" y="115664"/>
                </a:cubicBezTo>
                <a:cubicBezTo>
                  <a:pt x="380143" y="115664"/>
                  <a:pt x="381788" y="114515"/>
                  <a:pt x="383464" y="112218"/>
                </a:cubicBezTo>
                <a:lnTo>
                  <a:pt x="386258" y="114453"/>
                </a:lnTo>
                <a:cubicBezTo>
                  <a:pt x="383154" y="119048"/>
                  <a:pt x="379941" y="122385"/>
                  <a:pt x="376619" y="124465"/>
                </a:cubicBezTo>
                <a:cubicBezTo>
                  <a:pt x="373298" y="126544"/>
                  <a:pt x="369526" y="127584"/>
                  <a:pt x="365304" y="127584"/>
                </a:cubicBezTo>
                <a:cubicBezTo>
                  <a:pt x="360338" y="127584"/>
                  <a:pt x="356457" y="126412"/>
                  <a:pt x="353663" y="124069"/>
                </a:cubicBezTo>
                <a:cubicBezTo>
                  <a:pt x="350870" y="121725"/>
                  <a:pt x="349162" y="118178"/>
                  <a:pt x="348541" y="113429"/>
                </a:cubicBezTo>
                <a:moveTo>
                  <a:pt x="348541" y="106538"/>
                </a:moveTo>
                <a:lnTo>
                  <a:pt x="348541" y="77406"/>
                </a:lnTo>
                <a:cubicBezTo>
                  <a:pt x="341029" y="81836"/>
                  <a:pt x="335442" y="86577"/>
                  <a:pt x="331779" y="91631"/>
                </a:cubicBezTo>
                <a:cubicBezTo>
                  <a:pt x="329357" y="94999"/>
                  <a:pt x="328147" y="98400"/>
                  <a:pt x="328147" y="101832"/>
                </a:cubicBezTo>
                <a:cubicBezTo>
                  <a:pt x="328147" y="104701"/>
                  <a:pt x="329171" y="107228"/>
                  <a:pt x="331220" y="109413"/>
                </a:cubicBezTo>
                <a:cubicBezTo>
                  <a:pt x="332772" y="111097"/>
                  <a:pt x="334945" y="111939"/>
                  <a:pt x="337739" y="111939"/>
                </a:cubicBezTo>
                <a:cubicBezTo>
                  <a:pt x="340843" y="111939"/>
                  <a:pt x="344444" y="110138"/>
                  <a:pt x="348541" y="106538"/>
                </a:cubicBezTo>
                <a:close/>
                <a:moveTo>
                  <a:pt x="450888" y="36878"/>
                </a:moveTo>
                <a:lnTo>
                  <a:pt x="452285" y="66679"/>
                </a:lnTo>
                <a:lnTo>
                  <a:pt x="449119" y="66679"/>
                </a:lnTo>
                <a:cubicBezTo>
                  <a:pt x="445331" y="57791"/>
                  <a:pt x="441405" y="51721"/>
                  <a:pt x="437338" y="48467"/>
                </a:cubicBezTo>
                <a:cubicBezTo>
                  <a:pt x="433271" y="45211"/>
                  <a:pt x="429220" y="43584"/>
                  <a:pt x="425185" y="43584"/>
                </a:cubicBezTo>
                <a:cubicBezTo>
                  <a:pt x="422639" y="43584"/>
                  <a:pt x="420466" y="44437"/>
                  <a:pt x="418666" y="46145"/>
                </a:cubicBezTo>
                <a:cubicBezTo>
                  <a:pt x="416865" y="47852"/>
                  <a:pt x="415965" y="49823"/>
                  <a:pt x="415965" y="52058"/>
                </a:cubicBezTo>
                <a:cubicBezTo>
                  <a:pt x="415965" y="53734"/>
                  <a:pt x="416586" y="55349"/>
                  <a:pt x="417828" y="56901"/>
                </a:cubicBezTo>
                <a:cubicBezTo>
                  <a:pt x="419815" y="59446"/>
                  <a:pt x="425371" y="63808"/>
                  <a:pt x="434498" y="69985"/>
                </a:cubicBezTo>
                <a:cubicBezTo>
                  <a:pt x="443624" y="76163"/>
                  <a:pt x="449631" y="81409"/>
                  <a:pt x="452518" y="85724"/>
                </a:cubicBezTo>
                <a:cubicBezTo>
                  <a:pt x="455405" y="90039"/>
                  <a:pt x="456848" y="94866"/>
                  <a:pt x="456848" y="100205"/>
                </a:cubicBezTo>
                <a:cubicBezTo>
                  <a:pt x="456848" y="105048"/>
                  <a:pt x="455637" y="109797"/>
                  <a:pt x="453216" y="114453"/>
                </a:cubicBezTo>
                <a:cubicBezTo>
                  <a:pt x="450795" y="119110"/>
                  <a:pt x="447380" y="122680"/>
                  <a:pt x="442972" y="125163"/>
                </a:cubicBezTo>
                <a:cubicBezTo>
                  <a:pt x="438564" y="127646"/>
                  <a:pt x="433690" y="128888"/>
                  <a:pt x="428351" y="128888"/>
                </a:cubicBezTo>
                <a:cubicBezTo>
                  <a:pt x="424191" y="128888"/>
                  <a:pt x="418635" y="127560"/>
                  <a:pt x="411681" y="124904"/>
                </a:cubicBezTo>
                <a:cubicBezTo>
                  <a:pt x="409819" y="124207"/>
                  <a:pt x="408546" y="123859"/>
                  <a:pt x="407863" y="123859"/>
                </a:cubicBezTo>
                <a:cubicBezTo>
                  <a:pt x="405814" y="123859"/>
                  <a:pt x="404107" y="125411"/>
                  <a:pt x="402741" y="128516"/>
                </a:cubicBezTo>
                <a:lnTo>
                  <a:pt x="399668" y="128516"/>
                </a:lnTo>
                <a:lnTo>
                  <a:pt x="398178" y="97225"/>
                </a:lnTo>
                <a:lnTo>
                  <a:pt x="401344" y="97225"/>
                </a:lnTo>
                <a:cubicBezTo>
                  <a:pt x="404138" y="105420"/>
                  <a:pt x="407972" y="111566"/>
                  <a:pt x="412845" y="115664"/>
                </a:cubicBezTo>
                <a:cubicBezTo>
                  <a:pt x="417719" y="119762"/>
                  <a:pt x="422329" y="121810"/>
                  <a:pt x="426675" y="121810"/>
                </a:cubicBezTo>
                <a:cubicBezTo>
                  <a:pt x="429655" y="121810"/>
                  <a:pt x="432092" y="120895"/>
                  <a:pt x="433985" y="119063"/>
                </a:cubicBezTo>
                <a:cubicBezTo>
                  <a:pt x="435879" y="117232"/>
                  <a:pt x="436826" y="115012"/>
                  <a:pt x="436826" y="112405"/>
                </a:cubicBezTo>
                <a:cubicBezTo>
                  <a:pt x="436826" y="109425"/>
                  <a:pt x="435894" y="106848"/>
                  <a:pt x="434032" y="104675"/>
                </a:cubicBezTo>
                <a:cubicBezTo>
                  <a:pt x="432169" y="102502"/>
                  <a:pt x="428010" y="99212"/>
                  <a:pt x="421553" y="94804"/>
                </a:cubicBezTo>
                <a:cubicBezTo>
                  <a:pt x="412054" y="88223"/>
                  <a:pt x="405907" y="83194"/>
                  <a:pt x="403114" y="79717"/>
                </a:cubicBezTo>
                <a:cubicBezTo>
                  <a:pt x="399016" y="74626"/>
                  <a:pt x="396967" y="69007"/>
                  <a:pt x="396967" y="62861"/>
                </a:cubicBezTo>
                <a:cubicBezTo>
                  <a:pt x="396967" y="56156"/>
                  <a:pt x="399280" y="50087"/>
                  <a:pt x="403905" y="44655"/>
                </a:cubicBezTo>
                <a:cubicBezTo>
                  <a:pt x="408531" y="39222"/>
                  <a:pt x="415220" y="36506"/>
                  <a:pt x="423974" y="36506"/>
                </a:cubicBezTo>
                <a:cubicBezTo>
                  <a:pt x="428693" y="36506"/>
                  <a:pt x="433256" y="37699"/>
                  <a:pt x="437664" y="40085"/>
                </a:cubicBezTo>
                <a:cubicBezTo>
                  <a:pt x="439340" y="41052"/>
                  <a:pt x="440706" y="41535"/>
                  <a:pt x="441761" y="41535"/>
                </a:cubicBezTo>
                <a:cubicBezTo>
                  <a:pt x="442879" y="41535"/>
                  <a:pt x="443779" y="41302"/>
                  <a:pt x="444462" y="40836"/>
                </a:cubicBezTo>
                <a:cubicBezTo>
                  <a:pt x="445145" y="40371"/>
                  <a:pt x="446232" y="39051"/>
                  <a:pt x="447722" y="36878"/>
                </a:cubicBezTo>
                <a:lnTo>
                  <a:pt x="450888" y="36878"/>
                </a:lnTo>
                <a:close/>
                <a:moveTo>
                  <a:pt x="543799" y="79531"/>
                </a:moveTo>
                <a:lnTo>
                  <a:pt x="496024" y="79531"/>
                </a:lnTo>
                <a:cubicBezTo>
                  <a:pt x="496583" y="91109"/>
                  <a:pt x="499656" y="100260"/>
                  <a:pt x="505244" y="106983"/>
                </a:cubicBezTo>
                <a:cubicBezTo>
                  <a:pt x="509528" y="112149"/>
                  <a:pt x="514681" y="114733"/>
                  <a:pt x="520703" y="114733"/>
                </a:cubicBezTo>
                <a:cubicBezTo>
                  <a:pt x="524428" y="114733"/>
                  <a:pt x="527812" y="113693"/>
                  <a:pt x="530854" y="111613"/>
                </a:cubicBezTo>
                <a:cubicBezTo>
                  <a:pt x="533896" y="109533"/>
                  <a:pt x="537156" y="105793"/>
                  <a:pt x="540632" y="100391"/>
                </a:cubicBezTo>
                <a:lnTo>
                  <a:pt x="543799" y="102440"/>
                </a:lnTo>
                <a:cubicBezTo>
                  <a:pt x="539080" y="112063"/>
                  <a:pt x="533865" y="118877"/>
                  <a:pt x="528153" y="122881"/>
                </a:cubicBezTo>
                <a:cubicBezTo>
                  <a:pt x="522441" y="126886"/>
                  <a:pt x="515829" y="128888"/>
                  <a:pt x="508317" y="128888"/>
                </a:cubicBezTo>
                <a:cubicBezTo>
                  <a:pt x="495404" y="128888"/>
                  <a:pt x="485625" y="123916"/>
                  <a:pt x="478982" y="113973"/>
                </a:cubicBezTo>
                <a:cubicBezTo>
                  <a:pt x="473643" y="105956"/>
                  <a:pt x="470973" y="96013"/>
                  <a:pt x="470973" y="84143"/>
                </a:cubicBezTo>
                <a:cubicBezTo>
                  <a:pt x="470973" y="69600"/>
                  <a:pt x="474900" y="58025"/>
                  <a:pt x="482754" y="49419"/>
                </a:cubicBezTo>
                <a:cubicBezTo>
                  <a:pt x="490607" y="40810"/>
                  <a:pt x="499812" y="36506"/>
                  <a:pt x="510366" y="36506"/>
                </a:cubicBezTo>
                <a:cubicBezTo>
                  <a:pt x="519182" y="36506"/>
                  <a:pt x="526834" y="40122"/>
                  <a:pt x="533322" y="47355"/>
                </a:cubicBezTo>
                <a:cubicBezTo>
                  <a:pt x="539810" y="54588"/>
                  <a:pt x="543302" y="65313"/>
                  <a:pt x="543799" y="79531"/>
                </a:cubicBezTo>
                <a:moveTo>
                  <a:pt x="520889" y="73384"/>
                </a:moveTo>
                <a:cubicBezTo>
                  <a:pt x="520889" y="63389"/>
                  <a:pt x="520346" y="56528"/>
                  <a:pt x="519260" y="52803"/>
                </a:cubicBezTo>
                <a:cubicBezTo>
                  <a:pt x="518173" y="49078"/>
                  <a:pt x="516481" y="46253"/>
                  <a:pt x="514184" y="44329"/>
                </a:cubicBezTo>
                <a:cubicBezTo>
                  <a:pt x="512880" y="43211"/>
                  <a:pt x="511142" y="42652"/>
                  <a:pt x="508969" y="42652"/>
                </a:cubicBezTo>
                <a:cubicBezTo>
                  <a:pt x="505741" y="42652"/>
                  <a:pt x="503102" y="44235"/>
                  <a:pt x="501053" y="47402"/>
                </a:cubicBezTo>
                <a:cubicBezTo>
                  <a:pt x="497390" y="52927"/>
                  <a:pt x="495559" y="60502"/>
                  <a:pt x="495559" y="70125"/>
                </a:cubicBezTo>
                <a:lnTo>
                  <a:pt x="495559" y="73384"/>
                </a:lnTo>
                <a:lnTo>
                  <a:pt x="520889" y="73384"/>
                </a:lnTo>
                <a:close/>
                <a:moveTo>
                  <a:pt x="589274" y="7078"/>
                </a:moveTo>
                <a:lnTo>
                  <a:pt x="589274" y="39113"/>
                </a:lnTo>
                <a:lnTo>
                  <a:pt x="609948" y="39113"/>
                </a:lnTo>
                <a:lnTo>
                  <a:pt x="609948" y="48240"/>
                </a:lnTo>
                <a:lnTo>
                  <a:pt x="589274" y="48240"/>
                </a:lnTo>
                <a:lnTo>
                  <a:pt x="589274" y="102120"/>
                </a:lnTo>
                <a:cubicBezTo>
                  <a:pt x="589274" y="107162"/>
                  <a:pt x="589507" y="110415"/>
                  <a:pt x="589973" y="111878"/>
                </a:cubicBezTo>
                <a:cubicBezTo>
                  <a:pt x="590438" y="113341"/>
                  <a:pt x="591261" y="114524"/>
                  <a:pt x="592440" y="115428"/>
                </a:cubicBezTo>
                <a:cubicBezTo>
                  <a:pt x="593620" y="116330"/>
                  <a:pt x="594707" y="116782"/>
                  <a:pt x="595700" y="116782"/>
                </a:cubicBezTo>
                <a:cubicBezTo>
                  <a:pt x="599735" y="116782"/>
                  <a:pt x="603554" y="113677"/>
                  <a:pt x="607155" y="107469"/>
                </a:cubicBezTo>
                <a:lnTo>
                  <a:pt x="609948" y="109538"/>
                </a:lnTo>
                <a:cubicBezTo>
                  <a:pt x="604919" y="121569"/>
                  <a:pt x="596755" y="127584"/>
                  <a:pt x="585456" y="127584"/>
                </a:cubicBezTo>
                <a:cubicBezTo>
                  <a:pt x="579930" y="127584"/>
                  <a:pt x="575258" y="126043"/>
                  <a:pt x="571440" y="122960"/>
                </a:cubicBezTo>
                <a:cubicBezTo>
                  <a:pt x="567622" y="119875"/>
                  <a:pt x="565185" y="116432"/>
                  <a:pt x="564130" y="112632"/>
                </a:cubicBezTo>
                <a:cubicBezTo>
                  <a:pt x="563509" y="110513"/>
                  <a:pt x="563198" y="104781"/>
                  <a:pt x="563198" y="95435"/>
                </a:cubicBezTo>
                <a:lnTo>
                  <a:pt x="563198" y="48240"/>
                </a:lnTo>
                <a:lnTo>
                  <a:pt x="551837" y="48240"/>
                </a:lnTo>
                <a:lnTo>
                  <a:pt x="551837" y="44972"/>
                </a:lnTo>
                <a:cubicBezTo>
                  <a:pt x="559660" y="39435"/>
                  <a:pt x="566318" y="33617"/>
                  <a:pt x="571813" y="27519"/>
                </a:cubicBezTo>
                <a:cubicBezTo>
                  <a:pt x="577307" y="21421"/>
                  <a:pt x="582103" y="14607"/>
                  <a:pt x="586201" y="7078"/>
                </a:cubicBezTo>
                <a:lnTo>
                  <a:pt x="589274" y="7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❷V">
            <a:extLst xmlns:a="http://schemas.openxmlformats.org/drawingml/2006/main">
              <a:ext uri="{FF2B5EF4-FFF2-40B4-BE49-F238E27FC236}">
                <a16:creationId xmlns:a16="http://schemas.microsoft.com/office/drawing/2014/main" id="{6E83CA36-92AE-4789-AC89-0E68795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34" y="3521653"/>
            <a:ext cx="354156" cy="150121"/>
          </a:xfrm>
          <a:custGeom xmlns:a="http://schemas.openxmlformats.org/drawingml/2006/main">
            <a:pathLst>
              <a:path w="354156" h="150121">
                <a:moveTo>
                  <a:pt x="0" y="74758"/>
                </a:moveTo>
                <a:cubicBezTo>
                  <a:pt x="0" y="67898"/>
                  <a:pt x="858" y="61273"/>
                  <a:pt x="2573" y="54883"/>
                </a:cubicBezTo>
                <a:cubicBezTo>
                  <a:pt x="4288" y="48493"/>
                  <a:pt x="6726" y="42541"/>
                  <a:pt x="9887" y="37026"/>
                </a:cubicBezTo>
                <a:cubicBezTo>
                  <a:pt x="13048" y="31511"/>
                  <a:pt x="16865" y="26466"/>
                  <a:pt x="21338" y="21893"/>
                </a:cubicBezTo>
                <a:cubicBezTo>
                  <a:pt x="25810" y="17319"/>
                  <a:pt x="30821" y="13418"/>
                  <a:pt x="36370" y="10190"/>
                </a:cubicBezTo>
                <a:cubicBezTo>
                  <a:pt x="41919" y="6961"/>
                  <a:pt x="47939" y="4456"/>
                  <a:pt x="54429" y="2674"/>
                </a:cubicBezTo>
                <a:cubicBezTo>
                  <a:pt x="60919" y="891"/>
                  <a:pt x="67729" y="0"/>
                  <a:pt x="74859" y="0"/>
                </a:cubicBezTo>
                <a:cubicBezTo>
                  <a:pt x="82055" y="0"/>
                  <a:pt x="88899" y="891"/>
                  <a:pt x="95389" y="2674"/>
                </a:cubicBezTo>
                <a:cubicBezTo>
                  <a:pt x="101880" y="4456"/>
                  <a:pt x="107900" y="6961"/>
                  <a:pt x="113448" y="10190"/>
                </a:cubicBezTo>
                <a:cubicBezTo>
                  <a:pt x="118997" y="13418"/>
                  <a:pt x="123991" y="17319"/>
                  <a:pt x="128430" y="21893"/>
                </a:cubicBezTo>
                <a:cubicBezTo>
                  <a:pt x="132869" y="26466"/>
                  <a:pt x="136669" y="31511"/>
                  <a:pt x="139831" y="37026"/>
                </a:cubicBezTo>
                <a:cubicBezTo>
                  <a:pt x="142992" y="42541"/>
                  <a:pt x="145413" y="48493"/>
                  <a:pt x="147094" y="54883"/>
                </a:cubicBezTo>
                <a:cubicBezTo>
                  <a:pt x="148776" y="61273"/>
                  <a:pt x="149617" y="67898"/>
                  <a:pt x="149617" y="74758"/>
                </a:cubicBezTo>
                <a:cubicBezTo>
                  <a:pt x="149617" y="81686"/>
                  <a:pt x="148776" y="88327"/>
                  <a:pt x="147094" y="94683"/>
                </a:cubicBezTo>
                <a:cubicBezTo>
                  <a:pt x="145413" y="101039"/>
                  <a:pt x="142992" y="106992"/>
                  <a:pt x="139831" y="112540"/>
                </a:cubicBezTo>
                <a:cubicBezTo>
                  <a:pt x="136669" y="118089"/>
                  <a:pt x="132869" y="123134"/>
                  <a:pt x="128430" y="127674"/>
                </a:cubicBezTo>
                <a:cubicBezTo>
                  <a:pt x="123991" y="132214"/>
                  <a:pt x="118997" y="136115"/>
                  <a:pt x="113448" y="139377"/>
                </a:cubicBezTo>
                <a:cubicBezTo>
                  <a:pt x="107900" y="142639"/>
                  <a:pt x="101880" y="145161"/>
                  <a:pt x="95389" y="146943"/>
                </a:cubicBezTo>
                <a:cubicBezTo>
                  <a:pt x="88899" y="148726"/>
                  <a:pt x="82055" y="149617"/>
                  <a:pt x="74859" y="149617"/>
                </a:cubicBezTo>
                <a:cubicBezTo>
                  <a:pt x="67662" y="149617"/>
                  <a:pt x="60835" y="148726"/>
                  <a:pt x="54379" y="146943"/>
                </a:cubicBezTo>
                <a:cubicBezTo>
                  <a:pt x="47922" y="145161"/>
                  <a:pt x="41919" y="142639"/>
                  <a:pt x="36370" y="139377"/>
                </a:cubicBezTo>
                <a:cubicBezTo>
                  <a:pt x="30821" y="136115"/>
                  <a:pt x="25810" y="132214"/>
                  <a:pt x="21338" y="127674"/>
                </a:cubicBezTo>
                <a:cubicBezTo>
                  <a:pt x="16865" y="123134"/>
                  <a:pt x="13048" y="118089"/>
                  <a:pt x="9887" y="112540"/>
                </a:cubicBezTo>
                <a:cubicBezTo>
                  <a:pt x="6726" y="106992"/>
                  <a:pt x="4288" y="101022"/>
                  <a:pt x="2573" y="94633"/>
                </a:cubicBezTo>
                <a:cubicBezTo>
                  <a:pt x="858" y="88243"/>
                  <a:pt x="0" y="81618"/>
                  <a:pt x="0" y="74758"/>
                </a:cubicBezTo>
                <a:moveTo>
                  <a:pt x="76372" y="30872"/>
                </a:moveTo>
                <a:cubicBezTo>
                  <a:pt x="74960" y="30872"/>
                  <a:pt x="73362" y="31057"/>
                  <a:pt x="71580" y="31427"/>
                </a:cubicBezTo>
                <a:cubicBezTo>
                  <a:pt x="69798" y="31796"/>
                  <a:pt x="68032" y="32318"/>
                  <a:pt x="66283" y="32990"/>
                </a:cubicBezTo>
                <a:cubicBezTo>
                  <a:pt x="64535" y="33663"/>
                  <a:pt x="62853" y="34487"/>
                  <a:pt x="61239" y="35462"/>
                </a:cubicBezTo>
                <a:cubicBezTo>
                  <a:pt x="59625" y="36437"/>
                  <a:pt x="58246" y="37564"/>
                  <a:pt x="57103" y="38842"/>
                </a:cubicBezTo>
                <a:lnTo>
                  <a:pt x="57103" y="49839"/>
                </a:lnTo>
                <a:cubicBezTo>
                  <a:pt x="58044" y="48426"/>
                  <a:pt x="59188" y="47081"/>
                  <a:pt x="60533" y="45803"/>
                </a:cubicBezTo>
                <a:cubicBezTo>
                  <a:pt x="61878" y="44525"/>
                  <a:pt x="63307" y="43399"/>
                  <a:pt x="64820" y="42423"/>
                </a:cubicBezTo>
                <a:cubicBezTo>
                  <a:pt x="66334" y="41448"/>
                  <a:pt x="67898" y="40691"/>
                  <a:pt x="69512" y="40153"/>
                </a:cubicBezTo>
                <a:cubicBezTo>
                  <a:pt x="71126" y="39615"/>
                  <a:pt x="72639" y="39346"/>
                  <a:pt x="74052" y="39346"/>
                </a:cubicBezTo>
                <a:cubicBezTo>
                  <a:pt x="77684" y="39346"/>
                  <a:pt x="80626" y="40792"/>
                  <a:pt x="82879" y="43684"/>
                </a:cubicBezTo>
                <a:cubicBezTo>
                  <a:pt x="85133" y="46577"/>
                  <a:pt x="86259" y="50545"/>
                  <a:pt x="86259" y="55589"/>
                </a:cubicBezTo>
                <a:cubicBezTo>
                  <a:pt x="86259" y="58683"/>
                  <a:pt x="85889" y="61407"/>
                  <a:pt x="85149" y="63761"/>
                </a:cubicBezTo>
                <a:cubicBezTo>
                  <a:pt x="84410" y="66115"/>
                  <a:pt x="83401" y="68301"/>
                  <a:pt x="82123" y="70319"/>
                </a:cubicBezTo>
                <a:cubicBezTo>
                  <a:pt x="80845" y="72337"/>
                  <a:pt x="79315" y="74220"/>
                  <a:pt x="77532" y="75969"/>
                </a:cubicBezTo>
                <a:cubicBezTo>
                  <a:pt x="75750" y="77717"/>
                  <a:pt x="73850" y="79533"/>
                  <a:pt x="71832" y="81416"/>
                </a:cubicBezTo>
                <a:cubicBezTo>
                  <a:pt x="69411" y="83636"/>
                  <a:pt x="67174" y="85923"/>
                  <a:pt x="65123" y="88277"/>
                </a:cubicBezTo>
                <a:cubicBezTo>
                  <a:pt x="63072" y="90631"/>
                  <a:pt x="61323" y="93170"/>
                  <a:pt x="59877" y="95894"/>
                </a:cubicBezTo>
                <a:cubicBezTo>
                  <a:pt x="58431" y="98618"/>
                  <a:pt x="57287" y="101611"/>
                  <a:pt x="56447" y="104873"/>
                </a:cubicBezTo>
                <a:cubicBezTo>
                  <a:pt x="55606" y="108135"/>
                  <a:pt x="55186" y="111784"/>
                  <a:pt x="55186" y="115819"/>
                </a:cubicBezTo>
                <a:lnTo>
                  <a:pt x="55186" y="120258"/>
                </a:lnTo>
                <a:lnTo>
                  <a:pt x="95339" y="120258"/>
                </a:lnTo>
                <a:lnTo>
                  <a:pt x="95339" y="111380"/>
                </a:lnTo>
                <a:lnTo>
                  <a:pt x="63963" y="111380"/>
                </a:lnTo>
                <a:cubicBezTo>
                  <a:pt x="63963" y="109026"/>
                  <a:pt x="64417" y="106706"/>
                  <a:pt x="65325" y="104419"/>
                </a:cubicBezTo>
                <a:cubicBezTo>
                  <a:pt x="66233" y="102132"/>
                  <a:pt x="67410" y="99946"/>
                  <a:pt x="68856" y="97861"/>
                </a:cubicBezTo>
                <a:cubicBezTo>
                  <a:pt x="70302" y="95776"/>
                  <a:pt x="71899" y="93809"/>
                  <a:pt x="73648" y="91959"/>
                </a:cubicBezTo>
                <a:cubicBezTo>
                  <a:pt x="75397" y="90110"/>
                  <a:pt x="77112" y="88378"/>
                  <a:pt x="78793" y="86764"/>
                </a:cubicBezTo>
                <a:cubicBezTo>
                  <a:pt x="80744" y="84948"/>
                  <a:pt x="82728" y="82896"/>
                  <a:pt x="84746" y="80609"/>
                </a:cubicBezTo>
                <a:cubicBezTo>
                  <a:pt x="86764" y="78323"/>
                  <a:pt x="88596" y="75834"/>
                  <a:pt x="90244" y="73144"/>
                </a:cubicBezTo>
                <a:cubicBezTo>
                  <a:pt x="91892" y="70453"/>
                  <a:pt x="93237" y="67578"/>
                  <a:pt x="94280" y="64518"/>
                </a:cubicBezTo>
                <a:cubicBezTo>
                  <a:pt x="95322" y="61458"/>
                  <a:pt x="95843" y="58212"/>
                  <a:pt x="95843" y="54782"/>
                </a:cubicBezTo>
                <a:cubicBezTo>
                  <a:pt x="95843" y="51285"/>
                  <a:pt x="95356" y="48056"/>
                  <a:pt x="94381" y="45097"/>
                </a:cubicBezTo>
                <a:cubicBezTo>
                  <a:pt x="93405" y="42137"/>
                  <a:pt x="92043" y="39615"/>
                  <a:pt x="90295" y="37530"/>
                </a:cubicBezTo>
                <a:cubicBezTo>
                  <a:pt x="88546" y="35445"/>
                  <a:pt x="86495" y="33814"/>
                  <a:pt x="84140" y="32637"/>
                </a:cubicBezTo>
                <a:cubicBezTo>
                  <a:pt x="81786" y="31460"/>
                  <a:pt x="79197" y="30872"/>
                  <a:pt x="76372" y="30872"/>
                </a:cubicBezTo>
                <a:close/>
                <a:moveTo>
                  <a:pt x="354156" y="10291"/>
                </a:moveTo>
                <a:lnTo>
                  <a:pt x="354156" y="13923"/>
                </a:lnTo>
                <a:cubicBezTo>
                  <a:pt x="349179" y="14730"/>
                  <a:pt x="344740" y="17388"/>
                  <a:pt x="340839" y="21899"/>
                </a:cubicBezTo>
                <a:cubicBezTo>
                  <a:pt x="338014" y="25262"/>
                  <a:pt x="333810" y="33169"/>
                  <a:pt x="328228" y="45620"/>
                </a:cubicBezTo>
                <a:lnTo>
                  <a:pt x="281113" y="150121"/>
                </a:lnTo>
                <a:lnTo>
                  <a:pt x="277784" y="150121"/>
                </a:lnTo>
                <a:lnTo>
                  <a:pt x="230871" y="41405"/>
                </a:lnTo>
                <a:cubicBezTo>
                  <a:pt x="225221" y="28271"/>
                  <a:pt x="221438" y="20558"/>
                  <a:pt x="219521" y="18267"/>
                </a:cubicBezTo>
                <a:cubicBezTo>
                  <a:pt x="217604" y="15976"/>
                  <a:pt x="213989" y="14528"/>
                  <a:pt x="208676" y="13923"/>
                </a:cubicBezTo>
                <a:lnTo>
                  <a:pt x="208676" y="10291"/>
                </a:lnTo>
                <a:lnTo>
                  <a:pt x="274253" y="10291"/>
                </a:lnTo>
                <a:lnTo>
                  <a:pt x="274253" y="13923"/>
                </a:lnTo>
                <a:lnTo>
                  <a:pt x="272033" y="13923"/>
                </a:lnTo>
                <a:cubicBezTo>
                  <a:pt x="266115" y="13923"/>
                  <a:pt x="262079" y="14668"/>
                  <a:pt x="259927" y="16158"/>
                </a:cubicBezTo>
                <a:cubicBezTo>
                  <a:pt x="258380" y="17173"/>
                  <a:pt x="257606" y="18662"/>
                  <a:pt x="257606" y="20625"/>
                </a:cubicBezTo>
                <a:cubicBezTo>
                  <a:pt x="257606" y="21844"/>
                  <a:pt x="257875" y="23283"/>
                  <a:pt x="258414" y="24941"/>
                </a:cubicBezTo>
                <a:cubicBezTo>
                  <a:pt x="258952" y="26600"/>
                  <a:pt x="260768" y="31032"/>
                  <a:pt x="263861" y="38240"/>
                </a:cubicBezTo>
                <a:lnTo>
                  <a:pt x="293018" y="106266"/>
                </a:lnTo>
                <a:lnTo>
                  <a:pt x="320056" y="45677"/>
                </a:lnTo>
                <a:cubicBezTo>
                  <a:pt x="323284" y="38350"/>
                  <a:pt x="325269" y="33438"/>
                  <a:pt x="326008" y="30941"/>
                </a:cubicBezTo>
                <a:cubicBezTo>
                  <a:pt x="326748" y="28442"/>
                  <a:pt x="327118" y="26314"/>
                  <a:pt x="327118" y="24557"/>
                </a:cubicBezTo>
                <a:cubicBezTo>
                  <a:pt x="327118" y="22533"/>
                  <a:pt x="326580" y="20744"/>
                  <a:pt x="325504" y="19191"/>
                </a:cubicBezTo>
                <a:cubicBezTo>
                  <a:pt x="324428" y="17638"/>
                  <a:pt x="322847" y="16455"/>
                  <a:pt x="320762" y="15644"/>
                </a:cubicBezTo>
                <a:cubicBezTo>
                  <a:pt x="317870" y="14496"/>
                  <a:pt x="314036" y="13923"/>
                  <a:pt x="309261" y="13923"/>
                </a:cubicBezTo>
                <a:lnTo>
                  <a:pt x="309261" y="10291"/>
                </a:lnTo>
                <a:lnTo>
                  <a:pt x="354156" y="10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ulnerabilityDetectionandEvaluation">
            <a:extLst xmlns:a="http://schemas.openxmlformats.org/drawingml/2006/main">
              <a:ext uri="{FF2B5EF4-FFF2-40B4-BE49-F238E27FC236}">
                <a16:creationId xmlns:a16="http://schemas.microsoft.com/office/drawing/2014/main" id="{368A0B87-279C-4915-9F81-8A172D0D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997" y="3528917"/>
            <a:ext cx="3311079" cy="184423"/>
          </a:xfrm>
          <a:custGeom xmlns:a="http://schemas.openxmlformats.org/drawingml/2006/main">
            <a:pathLst>
              <a:path w="3311079" h="184423">
                <a:moveTo>
                  <a:pt x="91707" y="45400"/>
                </a:moveTo>
                <a:lnTo>
                  <a:pt x="91707" y="119249"/>
                </a:lnTo>
                <a:cubicBezTo>
                  <a:pt x="91707" y="126490"/>
                  <a:pt x="92380" y="131007"/>
                  <a:pt x="93725" y="132800"/>
                </a:cubicBezTo>
                <a:cubicBezTo>
                  <a:pt x="95070" y="134593"/>
                  <a:pt x="97794" y="135726"/>
                  <a:pt x="101897" y="136199"/>
                </a:cubicBezTo>
                <a:lnTo>
                  <a:pt x="101897" y="139831"/>
                </a:lnTo>
                <a:lnTo>
                  <a:pt x="63458" y="139831"/>
                </a:lnTo>
                <a:lnTo>
                  <a:pt x="63458" y="127220"/>
                </a:lnTo>
                <a:cubicBezTo>
                  <a:pt x="58952" y="132600"/>
                  <a:pt x="54446" y="136518"/>
                  <a:pt x="49939" y="138973"/>
                </a:cubicBezTo>
                <a:cubicBezTo>
                  <a:pt x="45433" y="141428"/>
                  <a:pt x="40389" y="142655"/>
                  <a:pt x="34806" y="142655"/>
                </a:cubicBezTo>
                <a:cubicBezTo>
                  <a:pt x="29493" y="142655"/>
                  <a:pt x="24768" y="141024"/>
                  <a:pt x="20632" y="137762"/>
                </a:cubicBezTo>
                <a:cubicBezTo>
                  <a:pt x="16495" y="134500"/>
                  <a:pt x="13721" y="130683"/>
                  <a:pt x="12308" y="126312"/>
                </a:cubicBezTo>
                <a:cubicBezTo>
                  <a:pt x="10896" y="121940"/>
                  <a:pt x="10190" y="114306"/>
                  <a:pt x="10190" y="103410"/>
                </a:cubicBezTo>
                <a:lnTo>
                  <a:pt x="10190" y="65981"/>
                </a:lnTo>
                <a:cubicBezTo>
                  <a:pt x="10190" y="58765"/>
                  <a:pt x="9534" y="54272"/>
                  <a:pt x="8222" y="52503"/>
                </a:cubicBezTo>
                <a:cubicBezTo>
                  <a:pt x="6911" y="50733"/>
                  <a:pt x="4170" y="49576"/>
                  <a:pt x="0" y="49031"/>
                </a:cubicBezTo>
                <a:lnTo>
                  <a:pt x="0" y="45400"/>
                </a:lnTo>
                <a:lnTo>
                  <a:pt x="38438" y="45400"/>
                </a:lnTo>
                <a:lnTo>
                  <a:pt x="38438" y="109946"/>
                </a:lnTo>
                <a:cubicBezTo>
                  <a:pt x="38438" y="116680"/>
                  <a:pt x="38758" y="121023"/>
                  <a:pt x="39397" y="122976"/>
                </a:cubicBezTo>
                <a:cubicBezTo>
                  <a:pt x="40036" y="124929"/>
                  <a:pt x="41045" y="126410"/>
                  <a:pt x="42423" y="127421"/>
                </a:cubicBezTo>
                <a:cubicBezTo>
                  <a:pt x="43802" y="128430"/>
                  <a:pt x="45400" y="128935"/>
                  <a:pt x="47216" y="128935"/>
                </a:cubicBezTo>
                <a:cubicBezTo>
                  <a:pt x="49637" y="128935"/>
                  <a:pt x="51823" y="128296"/>
                  <a:pt x="53773" y="127018"/>
                </a:cubicBezTo>
                <a:cubicBezTo>
                  <a:pt x="56464" y="125269"/>
                  <a:pt x="59692" y="121738"/>
                  <a:pt x="63458" y="116425"/>
                </a:cubicBezTo>
                <a:lnTo>
                  <a:pt x="63458" y="65981"/>
                </a:lnTo>
                <a:cubicBezTo>
                  <a:pt x="63458" y="58765"/>
                  <a:pt x="62803" y="54272"/>
                  <a:pt x="61491" y="52503"/>
                </a:cubicBezTo>
                <a:cubicBezTo>
                  <a:pt x="60180" y="50733"/>
                  <a:pt x="57439" y="49576"/>
                  <a:pt x="53269" y="49031"/>
                </a:cubicBezTo>
                <a:lnTo>
                  <a:pt x="53269" y="45400"/>
                </a:lnTo>
                <a:lnTo>
                  <a:pt x="91707" y="45400"/>
                </a:lnTo>
                <a:close/>
                <a:moveTo>
                  <a:pt x="152411" y="3027"/>
                </a:moveTo>
                <a:lnTo>
                  <a:pt x="152411" y="120258"/>
                </a:lnTo>
                <a:cubicBezTo>
                  <a:pt x="152411" y="126917"/>
                  <a:pt x="153185" y="131171"/>
                  <a:pt x="154732" y="133021"/>
                </a:cubicBezTo>
                <a:cubicBezTo>
                  <a:pt x="156279" y="134870"/>
                  <a:pt x="159305" y="135930"/>
                  <a:pt x="163812" y="136199"/>
                </a:cubicBezTo>
                <a:lnTo>
                  <a:pt x="163812" y="139831"/>
                </a:lnTo>
                <a:lnTo>
                  <a:pt x="112863" y="139831"/>
                </a:lnTo>
                <a:lnTo>
                  <a:pt x="112863" y="136199"/>
                </a:lnTo>
                <a:cubicBezTo>
                  <a:pt x="117033" y="136064"/>
                  <a:pt x="120127" y="134853"/>
                  <a:pt x="122145" y="132567"/>
                </a:cubicBezTo>
                <a:cubicBezTo>
                  <a:pt x="123490" y="131020"/>
                  <a:pt x="124163" y="126917"/>
                  <a:pt x="124163" y="120258"/>
                </a:cubicBezTo>
                <a:lnTo>
                  <a:pt x="124163" y="22599"/>
                </a:lnTo>
                <a:cubicBezTo>
                  <a:pt x="124163" y="15965"/>
                  <a:pt x="123389" y="11719"/>
                  <a:pt x="121842" y="9859"/>
                </a:cubicBezTo>
                <a:cubicBezTo>
                  <a:pt x="120295" y="7996"/>
                  <a:pt x="117302" y="6930"/>
                  <a:pt x="112863" y="6659"/>
                </a:cubicBezTo>
                <a:lnTo>
                  <a:pt x="112863" y="3027"/>
                </a:lnTo>
                <a:lnTo>
                  <a:pt x="152411" y="3027"/>
                </a:lnTo>
                <a:close/>
                <a:moveTo>
                  <a:pt x="211465" y="45400"/>
                </a:moveTo>
                <a:lnTo>
                  <a:pt x="211465" y="57708"/>
                </a:lnTo>
                <a:cubicBezTo>
                  <a:pt x="216308" y="52426"/>
                  <a:pt x="220949" y="48584"/>
                  <a:pt x="225388" y="46181"/>
                </a:cubicBezTo>
                <a:cubicBezTo>
                  <a:pt x="229827" y="43777"/>
                  <a:pt x="234602" y="42575"/>
                  <a:pt x="239714" y="42575"/>
                </a:cubicBezTo>
                <a:cubicBezTo>
                  <a:pt x="245834" y="42575"/>
                  <a:pt x="250912" y="44275"/>
                  <a:pt x="254948" y="47676"/>
                </a:cubicBezTo>
                <a:cubicBezTo>
                  <a:pt x="258983" y="51077"/>
                  <a:pt x="261674" y="55302"/>
                  <a:pt x="263019" y="60353"/>
                </a:cubicBezTo>
                <a:cubicBezTo>
                  <a:pt x="264095" y="64193"/>
                  <a:pt x="264633" y="71568"/>
                  <a:pt x="264633" y="82479"/>
                </a:cubicBezTo>
                <a:lnTo>
                  <a:pt x="264633" y="119249"/>
                </a:lnTo>
                <a:cubicBezTo>
                  <a:pt x="264633" y="126513"/>
                  <a:pt x="265289" y="131036"/>
                  <a:pt x="266600" y="132819"/>
                </a:cubicBezTo>
                <a:cubicBezTo>
                  <a:pt x="267912" y="134601"/>
                  <a:pt x="270653" y="135728"/>
                  <a:pt x="274823" y="136199"/>
                </a:cubicBezTo>
                <a:lnTo>
                  <a:pt x="274823" y="139831"/>
                </a:lnTo>
                <a:lnTo>
                  <a:pt x="227103" y="139831"/>
                </a:lnTo>
                <a:lnTo>
                  <a:pt x="227103" y="136199"/>
                </a:lnTo>
                <a:cubicBezTo>
                  <a:pt x="230667" y="135728"/>
                  <a:pt x="233223" y="134248"/>
                  <a:pt x="234770" y="131760"/>
                </a:cubicBezTo>
                <a:cubicBezTo>
                  <a:pt x="235846" y="130078"/>
                  <a:pt x="236384" y="125908"/>
                  <a:pt x="236384" y="119249"/>
                </a:cubicBezTo>
                <a:lnTo>
                  <a:pt x="236384" y="77280"/>
                </a:lnTo>
                <a:cubicBezTo>
                  <a:pt x="236384" y="69545"/>
                  <a:pt x="236082" y="64669"/>
                  <a:pt x="235476" y="62651"/>
                </a:cubicBezTo>
                <a:cubicBezTo>
                  <a:pt x="234871" y="60634"/>
                  <a:pt x="233845" y="59070"/>
                  <a:pt x="232399" y="57960"/>
                </a:cubicBezTo>
                <a:cubicBezTo>
                  <a:pt x="230953" y="56850"/>
                  <a:pt x="229356" y="56295"/>
                  <a:pt x="227607" y="56295"/>
                </a:cubicBezTo>
                <a:cubicBezTo>
                  <a:pt x="221823" y="56295"/>
                  <a:pt x="216442" y="60465"/>
                  <a:pt x="211465" y="68806"/>
                </a:cubicBezTo>
                <a:lnTo>
                  <a:pt x="211465" y="119249"/>
                </a:lnTo>
                <a:cubicBezTo>
                  <a:pt x="211465" y="126312"/>
                  <a:pt x="212121" y="130784"/>
                  <a:pt x="213432" y="132668"/>
                </a:cubicBezTo>
                <a:cubicBezTo>
                  <a:pt x="214744" y="134551"/>
                  <a:pt x="217182" y="135728"/>
                  <a:pt x="220747" y="136199"/>
                </a:cubicBezTo>
                <a:lnTo>
                  <a:pt x="220747" y="139831"/>
                </a:lnTo>
                <a:lnTo>
                  <a:pt x="173027" y="139831"/>
                </a:lnTo>
                <a:lnTo>
                  <a:pt x="173027" y="136199"/>
                </a:lnTo>
                <a:cubicBezTo>
                  <a:pt x="176995" y="135795"/>
                  <a:pt x="179820" y="134517"/>
                  <a:pt x="181501" y="132365"/>
                </a:cubicBezTo>
                <a:cubicBezTo>
                  <a:pt x="182645" y="130885"/>
                  <a:pt x="183217" y="126513"/>
                  <a:pt x="183217" y="119249"/>
                </a:cubicBezTo>
                <a:lnTo>
                  <a:pt x="183217" y="65981"/>
                </a:lnTo>
                <a:cubicBezTo>
                  <a:pt x="183217" y="58765"/>
                  <a:pt x="182561" y="54272"/>
                  <a:pt x="181249" y="52503"/>
                </a:cubicBezTo>
                <a:cubicBezTo>
                  <a:pt x="179938" y="50733"/>
                  <a:pt x="177197" y="49576"/>
                  <a:pt x="173027" y="49031"/>
                </a:cubicBezTo>
                <a:lnTo>
                  <a:pt x="173027" y="45400"/>
                </a:lnTo>
                <a:lnTo>
                  <a:pt x="211465" y="45400"/>
                </a:lnTo>
                <a:close/>
                <a:moveTo>
                  <a:pt x="367710" y="89185"/>
                </a:moveTo>
                <a:lnTo>
                  <a:pt x="315954" y="89185"/>
                </a:lnTo>
                <a:cubicBezTo>
                  <a:pt x="316560" y="101729"/>
                  <a:pt x="319889" y="111642"/>
                  <a:pt x="325942" y="118925"/>
                </a:cubicBezTo>
                <a:cubicBezTo>
                  <a:pt x="330583" y="124522"/>
                  <a:pt x="336166" y="127320"/>
                  <a:pt x="342690" y="127320"/>
                </a:cubicBezTo>
                <a:cubicBezTo>
                  <a:pt x="346725" y="127320"/>
                  <a:pt x="350391" y="126194"/>
                  <a:pt x="353686" y="123941"/>
                </a:cubicBezTo>
                <a:cubicBezTo>
                  <a:pt x="356982" y="121688"/>
                  <a:pt x="360513" y="117635"/>
                  <a:pt x="364280" y="111784"/>
                </a:cubicBezTo>
                <a:lnTo>
                  <a:pt x="367710" y="114003"/>
                </a:lnTo>
                <a:cubicBezTo>
                  <a:pt x="362598" y="124428"/>
                  <a:pt x="356948" y="131810"/>
                  <a:pt x="350761" y="136148"/>
                </a:cubicBezTo>
                <a:cubicBezTo>
                  <a:pt x="344573" y="140486"/>
                  <a:pt x="337410" y="142655"/>
                  <a:pt x="329272" y="142655"/>
                </a:cubicBezTo>
                <a:cubicBezTo>
                  <a:pt x="315282" y="142655"/>
                  <a:pt x="304689" y="137269"/>
                  <a:pt x="297492" y="126498"/>
                </a:cubicBezTo>
                <a:cubicBezTo>
                  <a:pt x="291708" y="117813"/>
                  <a:pt x="288816" y="107041"/>
                  <a:pt x="288816" y="94182"/>
                </a:cubicBezTo>
                <a:cubicBezTo>
                  <a:pt x="288816" y="78427"/>
                  <a:pt x="293070" y="65887"/>
                  <a:pt x="301578" y="56563"/>
                </a:cubicBezTo>
                <a:cubicBezTo>
                  <a:pt x="310086" y="47238"/>
                  <a:pt x="320057" y="42575"/>
                  <a:pt x="331491" y="42575"/>
                </a:cubicBezTo>
                <a:cubicBezTo>
                  <a:pt x="341042" y="42575"/>
                  <a:pt x="349331" y="46492"/>
                  <a:pt x="356360" y="54328"/>
                </a:cubicBezTo>
                <a:cubicBezTo>
                  <a:pt x="363388" y="62164"/>
                  <a:pt x="367172" y="73783"/>
                  <a:pt x="367710" y="89185"/>
                </a:cubicBezTo>
                <a:moveTo>
                  <a:pt x="342891" y="82526"/>
                </a:moveTo>
                <a:cubicBezTo>
                  <a:pt x="342891" y="71698"/>
                  <a:pt x="342303" y="64266"/>
                  <a:pt x="341126" y="60230"/>
                </a:cubicBezTo>
                <a:cubicBezTo>
                  <a:pt x="339949" y="56195"/>
                  <a:pt x="338116" y="53134"/>
                  <a:pt x="335627" y="51049"/>
                </a:cubicBezTo>
                <a:cubicBezTo>
                  <a:pt x="334215" y="49839"/>
                  <a:pt x="332332" y="49233"/>
                  <a:pt x="329978" y="49233"/>
                </a:cubicBezTo>
                <a:cubicBezTo>
                  <a:pt x="326480" y="49233"/>
                  <a:pt x="323622" y="50948"/>
                  <a:pt x="321402" y="54379"/>
                </a:cubicBezTo>
                <a:cubicBezTo>
                  <a:pt x="317434" y="60365"/>
                  <a:pt x="315450" y="68570"/>
                  <a:pt x="315450" y="78995"/>
                </a:cubicBezTo>
                <a:lnTo>
                  <a:pt x="315450" y="82526"/>
                </a:lnTo>
                <a:lnTo>
                  <a:pt x="342891" y="82526"/>
                </a:lnTo>
                <a:close/>
                <a:moveTo>
                  <a:pt x="418688" y="45400"/>
                </a:moveTo>
                <a:lnTo>
                  <a:pt x="418688" y="66788"/>
                </a:lnTo>
                <a:cubicBezTo>
                  <a:pt x="424943" y="57035"/>
                  <a:pt x="430425" y="50562"/>
                  <a:pt x="435133" y="47367"/>
                </a:cubicBezTo>
                <a:cubicBezTo>
                  <a:pt x="439841" y="44172"/>
                  <a:pt x="444381" y="42575"/>
                  <a:pt x="448753" y="42575"/>
                </a:cubicBezTo>
                <a:cubicBezTo>
                  <a:pt x="452519" y="42575"/>
                  <a:pt x="455529" y="43739"/>
                  <a:pt x="457782" y="46068"/>
                </a:cubicBezTo>
                <a:cubicBezTo>
                  <a:pt x="460035" y="48397"/>
                  <a:pt x="461162" y="51687"/>
                  <a:pt x="461162" y="55939"/>
                </a:cubicBezTo>
                <a:cubicBezTo>
                  <a:pt x="461162" y="60462"/>
                  <a:pt x="460069" y="63973"/>
                  <a:pt x="457883" y="66472"/>
                </a:cubicBezTo>
                <a:cubicBezTo>
                  <a:pt x="455697" y="68969"/>
                  <a:pt x="453057" y="70218"/>
                  <a:pt x="449963" y="70218"/>
                </a:cubicBezTo>
                <a:cubicBezTo>
                  <a:pt x="446399" y="70218"/>
                  <a:pt x="443305" y="69075"/>
                  <a:pt x="440682" y="66788"/>
                </a:cubicBezTo>
                <a:cubicBezTo>
                  <a:pt x="438058" y="64501"/>
                  <a:pt x="436512" y="63223"/>
                  <a:pt x="436041" y="62954"/>
                </a:cubicBezTo>
                <a:cubicBezTo>
                  <a:pt x="435368" y="62550"/>
                  <a:pt x="434595" y="62349"/>
                  <a:pt x="433720" y="62349"/>
                </a:cubicBezTo>
                <a:cubicBezTo>
                  <a:pt x="431770" y="62349"/>
                  <a:pt x="429920" y="63089"/>
                  <a:pt x="428171" y="64568"/>
                </a:cubicBezTo>
                <a:cubicBezTo>
                  <a:pt x="425414" y="66855"/>
                  <a:pt x="423329" y="70117"/>
                  <a:pt x="421916" y="74354"/>
                </a:cubicBezTo>
                <a:cubicBezTo>
                  <a:pt x="419764" y="80878"/>
                  <a:pt x="418688" y="88075"/>
                  <a:pt x="418688" y="95944"/>
                </a:cubicBezTo>
                <a:lnTo>
                  <a:pt x="418688" y="117635"/>
                </a:lnTo>
                <a:lnTo>
                  <a:pt x="418789" y="123285"/>
                </a:lnTo>
                <a:cubicBezTo>
                  <a:pt x="418789" y="127119"/>
                  <a:pt x="419024" y="129574"/>
                  <a:pt x="419495" y="130650"/>
                </a:cubicBezTo>
                <a:cubicBezTo>
                  <a:pt x="420302" y="132466"/>
                  <a:pt x="421496" y="133794"/>
                  <a:pt x="423077" y="134635"/>
                </a:cubicBezTo>
                <a:cubicBezTo>
                  <a:pt x="424657" y="135476"/>
                  <a:pt x="427331" y="135997"/>
                  <a:pt x="431097" y="136199"/>
                </a:cubicBezTo>
                <a:lnTo>
                  <a:pt x="431097" y="139831"/>
                </a:lnTo>
                <a:lnTo>
                  <a:pt x="380149" y="139831"/>
                </a:lnTo>
                <a:lnTo>
                  <a:pt x="380149" y="136199"/>
                </a:lnTo>
                <a:cubicBezTo>
                  <a:pt x="384252" y="135862"/>
                  <a:pt x="387026" y="134736"/>
                  <a:pt x="388472" y="132819"/>
                </a:cubicBezTo>
                <a:cubicBezTo>
                  <a:pt x="389918" y="130902"/>
                  <a:pt x="390641" y="125841"/>
                  <a:pt x="390641" y="117635"/>
                </a:cubicBezTo>
                <a:lnTo>
                  <a:pt x="390641" y="65375"/>
                </a:lnTo>
                <a:cubicBezTo>
                  <a:pt x="390641" y="59961"/>
                  <a:pt x="390372" y="56510"/>
                  <a:pt x="389834" y="55022"/>
                </a:cubicBezTo>
                <a:cubicBezTo>
                  <a:pt x="389162" y="53126"/>
                  <a:pt x="388186" y="51739"/>
                  <a:pt x="386908" y="50860"/>
                </a:cubicBezTo>
                <a:cubicBezTo>
                  <a:pt x="385630" y="49979"/>
                  <a:pt x="383377" y="49370"/>
                  <a:pt x="380149" y="49031"/>
                </a:cubicBezTo>
                <a:lnTo>
                  <a:pt x="380149" y="45400"/>
                </a:lnTo>
                <a:lnTo>
                  <a:pt x="418688" y="45400"/>
                </a:lnTo>
                <a:close/>
                <a:moveTo>
                  <a:pt x="523341" y="125908"/>
                </a:moveTo>
                <a:cubicBezTo>
                  <a:pt x="511839" y="136131"/>
                  <a:pt x="501515" y="141243"/>
                  <a:pt x="492368" y="141243"/>
                </a:cubicBezTo>
                <a:cubicBezTo>
                  <a:pt x="486987" y="141243"/>
                  <a:pt x="482515" y="139472"/>
                  <a:pt x="478950" y="135931"/>
                </a:cubicBezTo>
                <a:cubicBezTo>
                  <a:pt x="475385" y="132387"/>
                  <a:pt x="473603" y="127950"/>
                  <a:pt x="473603" y="122620"/>
                </a:cubicBezTo>
                <a:cubicBezTo>
                  <a:pt x="473603" y="115398"/>
                  <a:pt x="476697" y="108902"/>
                  <a:pt x="482885" y="103133"/>
                </a:cubicBezTo>
                <a:cubicBezTo>
                  <a:pt x="489072" y="97363"/>
                  <a:pt x="502558" y="89687"/>
                  <a:pt x="523341" y="80105"/>
                </a:cubicBezTo>
                <a:lnTo>
                  <a:pt x="523341" y="70621"/>
                </a:lnTo>
                <a:cubicBezTo>
                  <a:pt x="523341" y="63492"/>
                  <a:pt x="522954" y="59003"/>
                  <a:pt x="522180" y="57153"/>
                </a:cubicBezTo>
                <a:cubicBezTo>
                  <a:pt x="521407" y="55303"/>
                  <a:pt x="519944" y="53689"/>
                  <a:pt x="517792" y="52310"/>
                </a:cubicBezTo>
                <a:cubicBezTo>
                  <a:pt x="515639" y="50932"/>
                  <a:pt x="513218" y="50242"/>
                  <a:pt x="510528" y="50242"/>
                </a:cubicBezTo>
                <a:cubicBezTo>
                  <a:pt x="506156" y="50242"/>
                  <a:pt x="502558" y="51217"/>
                  <a:pt x="499733" y="53168"/>
                </a:cubicBezTo>
                <a:cubicBezTo>
                  <a:pt x="497984" y="54379"/>
                  <a:pt x="497110" y="55791"/>
                  <a:pt x="497110" y="57405"/>
                </a:cubicBezTo>
                <a:cubicBezTo>
                  <a:pt x="497110" y="58818"/>
                  <a:pt x="498051" y="60566"/>
                  <a:pt x="499935" y="62651"/>
                </a:cubicBezTo>
                <a:cubicBezTo>
                  <a:pt x="502490" y="65543"/>
                  <a:pt x="503768" y="68335"/>
                  <a:pt x="503768" y="71025"/>
                </a:cubicBezTo>
                <a:cubicBezTo>
                  <a:pt x="503768" y="74321"/>
                  <a:pt x="502541" y="77129"/>
                  <a:pt x="500086" y="79449"/>
                </a:cubicBezTo>
                <a:cubicBezTo>
                  <a:pt x="497631" y="81770"/>
                  <a:pt x="494419" y="82930"/>
                  <a:pt x="490451" y="82930"/>
                </a:cubicBezTo>
                <a:cubicBezTo>
                  <a:pt x="486214" y="82930"/>
                  <a:pt x="482666" y="81652"/>
                  <a:pt x="479807" y="79096"/>
                </a:cubicBezTo>
                <a:cubicBezTo>
                  <a:pt x="476949" y="76540"/>
                  <a:pt x="475520" y="73547"/>
                  <a:pt x="475520" y="70117"/>
                </a:cubicBezTo>
                <a:cubicBezTo>
                  <a:pt x="475520" y="65274"/>
                  <a:pt x="477437" y="60650"/>
                  <a:pt x="481270" y="56245"/>
                </a:cubicBezTo>
                <a:cubicBezTo>
                  <a:pt x="485104" y="51840"/>
                  <a:pt x="490451" y="48460"/>
                  <a:pt x="497312" y="46106"/>
                </a:cubicBezTo>
                <a:cubicBezTo>
                  <a:pt x="504172" y="43752"/>
                  <a:pt x="511301" y="42575"/>
                  <a:pt x="518700" y="42575"/>
                </a:cubicBezTo>
                <a:cubicBezTo>
                  <a:pt x="527645" y="42575"/>
                  <a:pt x="534724" y="44480"/>
                  <a:pt x="539937" y="48291"/>
                </a:cubicBezTo>
                <a:cubicBezTo>
                  <a:pt x="545149" y="52099"/>
                  <a:pt x="548529" y="56228"/>
                  <a:pt x="550076" y="60678"/>
                </a:cubicBezTo>
                <a:cubicBezTo>
                  <a:pt x="551017" y="63509"/>
                  <a:pt x="551488" y="70014"/>
                  <a:pt x="551488" y="80193"/>
                </a:cubicBezTo>
                <a:lnTo>
                  <a:pt x="551488" y="116901"/>
                </a:lnTo>
                <a:cubicBezTo>
                  <a:pt x="551488" y="121216"/>
                  <a:pt x="551656" y="123930"/>
                  <a:pt x="551993" y="125044"/>
                </a:cubicBezTo>
                <a:cubicBezTo>
                  <a:pt x="552329" y="126156"/>
                  <a:pt x="552833" y="126982"/>
                  <a:pt x="553506" y="127522"/>
                </a:cubicBezTo>
                <a:cubicBezTo>
                  <a:pt x="554179" y="128060"/>
                  <a:pt x="554952" y="128329"/>
                  <a:pt x="555826" y="128329"/>
                </a:cubicBezTo>
                <a:cubicBezTo>
                  <a:pt x="557575" y="128329"/>
                  <a:pt x="559358" y="127085"/>
                  <a:pt x="561174" y="124596"/>
                </a:cubicBezTo>
                <a:lnTo>
                  <a:pt x="564200" y="127018"/>
                </a:lnTo>
                <a:cubicBezTo>
                  <a:pt x="560837" y="131995"/>
                  <a:pt x="557357" y="135610"/>
                  <a:pt x="553758" y="137863"/>
                </a:cubicBezTo>
                <a:cubicBezTo>
                  <a:pt x="550160" y="140116"/>
                  <a:pt x="546074" y="141243"/>
                  <a:pt x="541500" y="141243"/>
                </a:cubicBezTo>
                <a:cubicBezTo>
                  <a:pt x="536120" y="141243"/>
                  <a:pt x="531916" y="139973"/>
                  <a:pt x="528889" y="137434"/>
                </a:cubicBezTo>
                <a:cubicBezTo>
                  <a:pt x="525863" y="134895"/>
                  <a:pt x="524013" y="131053"/>
                  <a:pt x="523341" y="125908"/>
                </a:cubicBezTo>
                <a:moveTo>
                  <a:pt x="523341" y="118442"/>
                </a:moveTo>
                <a:lnTo>
                  <a:pt x="523341" y="86883"/>
                </a:lnTo>
                <a:cubicBezTo>
                  <a:pt x="515202" y="91682"/>
                  <a:pt x="509149" y="96819"/>
                  <a:pt x="505181" y="102294"/>
                </a:cubicBezTo>
                <a:cubicBezTo>
                  <a:pt x="502558" y="105943"/>
                  <a:pt x="501246" y="109626"/>
                  <a:pt x="501246" y="113344"/>
                </a:cubicBezTo>
                <a:cubicBezTo>
                  <a:pt x="501246" y="116453"/>
                  <a:pt x="502356" y="119191"/>
                  <a:pt x="504575" y="121557"/>
                </a:cubicBezTo>
                <a:cubicBezTo>
                  <a:pt x="506257" y="123382"/>
                  <a:pt x="508611" y="124294"/>
                  <a:pt x="511638" y="124294"/>
                </a:cubicBezTo>
                <a:cubicBezTo>
                  <a:pt x="515001" y="124294"/>
                  <a:pt x="518902" y="122343"/>
                  <a:pt x="523341" y="118442"/>
                </a:cubicBezTo>
                <a:close/>
                <a:moveTo>
                  <a:pt x="611112" y="3027"/>
                </a:moveTo>
                <a:lnTo>
                  <a:pt x="611112" y="54883"/>
                </a:lnTo>
                <a:cubicBezTo>
                  <a:pt x="619049" y="46677"/>
                  <a:pt x="627725" y="42575"/>
                  <a:pt x="637142" y="42575"/>
                </a:cubicBezTo>
                <a:cubicBezTo>
                  <a:pt x="643598" y="42575"/>
                  <a:pt x="649685" y="44477"/>
                  <a:pt x="655402" y="48281"/>
                </a:cubicBezTo>
                <a:cubicBezTo>
                  <a:pt x="661119" y="52085"/>
                  <a:pt x="665592" y="57488"/>
                  <a:pt x="668820" y="64489"/>
                </a:cubicBezTo>
                <a:cubicBezTo>
                  <a:pt x="672049" y="71491"/>
                  <a:pt x="673663" y="79570"/>
                  <a:pt x="673663" y="88728"/>
                </a:cubicBezTo>
                <a:cubicBezTo>
                  <a:pt x="673663" y="99029"/>
                  <a:pt x="671612" y="108387"/>
                  <a:pt x="667509" y="116803"/>
                </a:cubicBezTo>
                <a:cubicBezTo>
                  <a:pt x="663406" y="125219"/>
                  <a:pt x="657924" y="131631"/>
                  <a:pt x="651064" y="136041"/>
                </a:cubicBezTo>
                <a:cubicBezTo>
                  <a:pt x="644204" y="140451"/>
                  <a:pt x="636368" y="142655"/>
                  <a:pt x="627557" y="142655"/>
                </a:cubicBezTo>
                <a:cubicBezTo>
                  <a:pt x="622446" y="142655"/>
                  <a:pt x="617906" y="141848"/>
                  <a:pt x="613937" y="140234"/>
                </a:cubicBezTo>
                <a:cubicBezTo>
                  <a:pt x="609969" y="138620"/>
                  <a:pt x="606068" y="135997"/>
                  <a:pt x="602234" y="132365"/>
                </a:cubicBezTo>
                <a:lnTo>
                  <a:pt x="586597" y="142655"/>
                </a:lnTo>
                <a:lnTo>
                  <a:pt x="583167" y="142655"/>
                </a:lnTo>
                <a:lnTo>
                  <a:pt x="583167" y="22599"/>
                </a:lnTo>
                <a:cubicBezTo>
                  <a:pt x="583167" y="17115"/>
                  <a:pt x="582931" y="13731"/>
                  <a:pt x="582460" y="12447"/>
                </a:cubicBezTo>
                <a:cubicBezTo>
                  <a:pt x="581788" y="10551"/>
                  <a:pt x="580728" y="9146"/>
                  <a:pt x="579282" y="8232"/>
                </a:cubicBezTo>
                <a:cubicBezTo>
                  <a:pt x="577836" y="7318"/>
                  <a:pt x="575398" y="6793"/>
                  <a:pt x="571968" y="6659"/>
                </a:cubicBezTo>
                <a:lnTo>
                  <a:pt x="571968" y="3027"/>
                </a:lnTo>
                <a:lnTo>
                  <a:pt x="611112" y="3027"/>
                </a:lnTo>
                <a:moveTo>
                  <a:pt x="611112" y="63875"/>
                </a:moveTo>
                <a:lnTo>
                  <a:pt x="611112" y="105894"/>
                </a:lnTo>
                <a:cubicBezTo>
                  <a:pt x="611112" y="114447"/>
                  <a:pt x="611314" y="119902"/>
                  <a:pt x="611718" y="122260"/>
                </a:cubicBezTo>
                <a:cubicBezTo>
                  <a:pt x="612390" y="126233"/>
                  <a:pt x="614005" y="129449"/>
                  <a:pt x="616560" y="131908"/>
                </a:cubicBezTo>
                <a:cubicBezTo>
                  <a:pt x="619116" y="134365"/>
                  <a:pt x="622378" y="135593"/>
                  <a:pt x="626347" y="135593"/>
                </a:cubicBezTo>
                <a:cubicBezTo>
                  <a:pt x="629777" y="135593"/>
                  <a:pt x="632719" y="134617"/>
                  <a:pt x="635174" y="132664"/>
                </a:cubicBezTo>
                <a:cubicBezTo>
                  <a:pt x="637629" y="130712"/>
                  <a:pt x="639681" y="126840"/>
                  <a:pt x="641328" y="121050"/>
                </a:cubicBezTo>
                <a:cubicBezTo>
                  <a:pt x="642976" y="115257"/>
                  <a:pt x="643800" y="104818"/>
                  <a:pt x="643800" y="89733"/>
                </a:cubicBezTo>
                <a:cubicBezTo>
                  <a:pt x="643800" y="75254"/>
                  <a:pt x="641984" y="65321"/>
                  <a:pt x="638352" y="59934"/>
                </a:cubicBezTo>
                <a:cubicBezTo>
                  <a:pt x="635729" y="56028"/>
                  <a:pt x="632198" y="54076"/>
                  <a:pt x="627759" y="54076"/>
                </a:cubicBezTo>
                <a:cubicBezTo>
                  <a:pt x="621975" y="54076"/>
                  <a:pt x="616426" y="57342"/>
                  <a:pt x="611112" y="63875"/>
                </a:cubicBezTo>
                <a:close/>
                <a:moveTo>
                  <a:pt x="712171" y="0"/>
                </a:moveTo>
                <a:cubicBezTo>
                  <a:pt x="716543" y="0"/>
                  <a:pt x="720242" y="1535"/>
                  <a:pt x="723269" y="4606"/>
                </a:cubicBezTo>
                <a:cubicBezTo>
                  <a:pt x="726295" y="7675"/>
                  <a:pt x="727809" y="11369"/>
                  <a:pt x="727809" y="15688"/>
                </a:cubicBezTo>
                <a:cubicBezTo>
                  <a:pt x="727809" y="20007"/>
                  <a:pt x="726279" y="23686"/>
                  <a:pt x="723218" y="26723"/>
                </a:cubicBezTo>
                <a:cubicBezTo>
                  <a:pt x="720158" y="29758"/>
                  <a:pt x="716476" y="31275"/>
                  <a:pt x="712171" y="31275"/>
                </a:cubicBezTo>
                <a:cubicBezTo>
                  <a:pt x="707867" y="31275"/>
                  <a:pt x="704201" y="29758"/>
                  <a:pt x="701174" y="26723"/>
                </a:cubicBezTo>
                <a:cubicBezTo>
                  <a:pt x="698148" y="23686"/>
                  <a:pt x="696634" y="20007"/>
                  <a:pt x="696634" y="15688"/>
                </a:cubicBezTo>
                <a:cubicBezTo>
                  <a:pt x="696634" y="11369"/>
                  <a:pt x="698148" y="7675"/>
                  <a:pt x="701174" y="4606"/>
                </a:cubicBezTo>
                <a:cubicBezTo>
                  <a:pt x="704201" y="1535"/>
                  <a:pt x="707867" y="0"/>
                  <a:pt x="712171" y="0"/>
                </a:cubicBezTo>
                <a:moveTo>
                  <a:pt x="726295" y="45400"/>
                </a:moveTo>
                <a:lnTo>
                  <a:pt x="726295" y="120258"/>
                </a:lnTo>
                <a:cubicBezTo>
                  <a:pt x="726295" y="126917"/>
                  <a:pt x="727069" y="131171"/>
                  <a:pt x="728616" y="133021"/>
                </a:cubicBezTo>
                <a:cubicBezTo>
                  <a:pt x="730163" y="134870"/>
                  <a:pt x="733189" y="135930"/>
                  <a:pt x="737696" y="136199"/>
                </a:cubicBezTo>
                <a:lnTo>
                  <a:pt x="737696" y="139831"/>
                </a:lnTo>
                <a:lnTo>
                  <a:pt x="686747" y="139831"/>
                </a:lnTo>
                <a:lnTo>
                  <a:pt x="686747" y="136199"/>
                </a:lnTo>
                <a:cubicBezTo>
                  <a:pt x="690917" y="136064"/>
                  <a:pt x="694011" y="134853"/>
                  <a:pt x="696029" y="132567"/>
                </a:cubicBezTo>
                <a:cubicBezTo>
                  <a:pt x="697374" y="131020"/>
                  <a:pt x="698047" y="126917"/>
                  <a:pt x="698047" y="120258"/>
                </a:cubicBezTo>
                <a:lnTo>
                  <a:pt x="698047" y="65174"/>
                </a:lnTo>
                <a:cubicBezTo>
                  <a:pt x="698047" y="58431"/>
                  <a:pt x="697273" y="54123"/>
                  <a:pt x="695726" y="52250"/>
                </a:cubicBezTo>
                <a:cubicBezTo>
                  <a:pt x="694180" y="50378"/>
                  <a:pt x="691187" y="49305"/>
                  <a:pt x="686747" y="49031"/>
                </a:cubicBezTo>
                <a:lnTo>
                  <a:pt x="686747" y="45400"/>
                </a:lnTo>
                <a:lnTo>
                  <a:pt x="726295" y="45400"/>
                </a:lnTo>
                <a:close/>
                <a:moveTo>
                  <a:pt x="783836" y="3027"/>
                </a:moveTo>
                <a:lnTo>
                  <a:pt x="783836" y="120258"/>
                </a:lnTo>
                <a:cubicBezTo>
                  <a:pt x="783836" y="126917"/>
                  <a:pt x="784610" y="131171"/>
                  <a:pt x="786157" y="133021"/>
                </a:cubicBezTo>
                <a:cubicBezTo>
                  <a:pt x="787704" y="134870"/>
                  <a:pt x="790730" y="135930"/>
                  <a:pt x="795237" y="136199"/>
                </a:cubicBezTo>
                <a:lnTo>
                  <a:pt x="795237" y="139831"/>
                </a:lnTo>
                <a:lnTo>
                  <a:pt x="744288" y="139831"/>
                </a:lnTo>
                <a:lnTo>
                  <a:pt x="744288" y="136199"/>
                </a:lnTo>
                <a:cubicBezTo>
                  <a:pt x="748458" y="136064"/>
                  <a:pt x="751552" y="134853"/>
                  <a:pt x="753570" y="132567"/>
                </a:cubicBezTo>
                <a:cubicBezTo>
                  <a:pt x="754915" y="131020"/>
                  <a:pt x="755588" y="126917"/>
                  <a:pt x="755588" y="120258"/>
                </a:cubicBezTo>
                <a:lnTo>
                  <a:pt x="755588" y="22599"/>
                </a:lnTo>
                <a:cubicBezTo>
                  <a:pt x="755588" y="15965"/>
                  <a:pt x="754814" y="11719"/>
                  <a:pt x="753267" y="9859"/>
                </a:cubicBezTo>
                <a:cubicBezTo>
                  <a:pt x="751720" y="7996"/>
                  <a:pt x="748727" y="6930"/>
                  <a:pt x="744288" y="6659"/>
                </a:cubicBezTo>
                <a:lnTo>
                  <a:pt x="744288" y="3027"/>
                </a:lnTo>
                <a:lnTo>
                  <a:pt x="783836" y="3027"/>
                </a:lnTo>
                <a:close/>
                <a:moveTo>
                  <a:pt x="827052" y="0"/>
                </a:moveTo>
                <a:cubicBezTo>
                  <a:pt x="831424" y="0"/>
                  <a:pt x="835123" y="1535"/>
                  <a:pt x="838150" y="4606"/>
                </a:cubicBezTo>
                <a:cubicBezTo>
                  <a:pt x="841177" y="7675"/>
                  <a:pt x="842690" y="11369"/>
                  <a:pt x="842690" y="15688"/>
                </a:cubicBezTo>
                <a:cubicBezTo>
                  <a:pt x="842690" y="20007"/>
                  <a:pt x="841160" y="23686"/>
                  <a:pt x="838100" y="26723"/>
                </a:cubicBezTo>
                <a:cubicBezTo>
                  <a:pt x="835039" y="29758"/>
                  <a:pt x="831357" y="31275"/>
                  <a:pt x="827052" y="31275"/>
                </a:cubicBezTo>
                <a:cubicBezTo>
                  <a:pt x="822748" y="31275"/>
                  <a:pt x="819082" y="29758"/>
                  <a:pt x="816056" y="26723"/>
                </a:cubicBezTo>
                <a:cubicBezTo>
                  <a:pt x="813029" y="23686"/>
                  <a:pt x="811516" y="20007"/>
                  <a:pt x="811516" y="15688"/>
                </a:cubicBezTo>
                <a:cubicBezTo>
                  <a:pt x="811516" y="11369"/>
                  <a:pt x="813029" y="7675"/>
                  <a:pt x="816056" y="4606"/>
                </a:cubicBezTo>
                <a:cubicBezTo>
                  <a:pt x="819082" y="1535"/>
                  <a:pt x="822748" y="0"/>
                  <a:pt x="827052" y="0"/>
                </a:cubicBezTo>
                <a:moveTo>
                  <a:pt x="841177" y="45400"/>
                </a:moveTo>
                <a:lnTo>
                  <a:pt x="841177" y="120258"/>
                </a:lnTo>
                <a:cubicBezTo>
                  <a:pt x="841177" y="126917"/>
                  <a:pt x="841950" y="131171"/>
                  <a:pt x="843497" y="133021"/>
                </a:cubicBezTo>
                <a:cubicBezTo>
                  <a:pt x="845044" y="134870"/>
                  <a:pt x="848071" y="135930"/>
                  <a:pt x="852577" y="136199"/>
                </a:cubicBezTo>
                <a:lnTo>
                  <a:pt x="852577" y="139831"/>
                </a:lnTo>
                <a:lnTo>
                  <a:pt x="801629" y="139831"/>
                </a:lnTo>
                <a:lnTo>
                  <a:pt x="801629" y="136199"/>
                </a:lnTo>
                <a:cubicBezTo>
                  <a:pt x="805799" y="136064"/>
                  <a:pt x="808893" y="134853"/>
                  <a:pt x="810910" y="132567"/>
                </a:cubicBezTo>
                <a:cubicBezTo>
                  <a:pt x="812256" y="131020"/>
                  <a:pt x="812928" y="126917"/>
                  <a:pt x="812928" y="120258"/>
                </a:cubicBezTo>
                <a:lnTo>
                  <a:pt x="812928" y="65174"/>
                </a:lnTo>
                <a:cubicBezTo>
                  <a:pt x="812928" y="58431"/>
                  <a:pt x="812155" y="54123"/>
                  <a:pt x="810608" y="52250"/>
                </a:cubicBezTo>
                <a:cubicBezTo>
                  <a:pt x="809061" y="50378"/>
                  <a:pt x="806068" y="49305"/>
                  <a:pt x="801629" y="49031"/>
                </a:cubicBezTo>
                <a:lnTo>
                  <a:pt x="801629" y="45400"/>
                </a:lnTo>
                <a:lnTo>
                  <a:pt x="841177" y="45400"/>
                </a:lnTo>
                <a:close/>
                <a:moveTo>
                  <a:pt x="899221" y="10694"/>
                </a:moveTo>
                <a:lnTo>
                  <a:pt x="899221" y="45400"/>
                </a:lnTo>
                <a:lnTo>
                  <a:pt x="921619" y="45400"/>
                </a:lnTo>
                <a:lnTo>
                  <a:pt x="921619" y="55287"/>
                </a:lnTo>
                <a:lnTo>
                  <a:pt x="899221" y="55287"/>
                </a:lnTo>
                <a:lnTo>
                  <a:pt x="899221" y="113656"/>
                </a:lnTo>
                <a:cubicBezTo>
                  <a:pt x="899221" y="119119"/>
                  <a:pt x="899474" y="122643"/>
                  <a:pt x="899978" y="124228"/>
                </a:cubicBezTo>
                <a:cubicBezTo>
                  <a:pt x="900483" y="125812"/>
                  <a:pt x="901374" y="127095"/>
                  <a:pt x="902652" y="128074"/>
                </a:cubicBezTo>
                <a:cubicBezTo>
                  <a:pt x="903930" y="129051"/>
                  <a:pt x="905107" y="129540"/>
                  <a:pt x="906183" y="129540"/>
                </a:cubicBezTo>
                <a:cubicBezTo>
                  <a:pt x="910555" y="129540"/>
                  <a:pt x="914691" y="126177"/>
                  <a:pt x="918592" y="119451"/>
                </a:cubicBezTo>
                <a:lnTo>
                  <a:pt x="921619" y="121693"/>
                </a:lnTo>
                <a:cubicBezTo>
                  <a:pt x="916171" y="134726"/>
                  <a:pt x="907326" y="141243"/>
                  <a:pt x="895085" y="141243"/>
                </a:cubicBezTo>
                <a:cubicBezTo>
                  <a:pt x="889099" y="141243"/>
                  <a:pt x="884038" y="139573"/>
                  <a:pt x="879901" y="136233"/>
                </a:cubicBezTo>
                <a:cubicBezTo>
                  <a:pt x="875765" y="132891"/>
                  <a:pt x="873125" y="129162"/>
                  <a:pt x="871982" y="125044"/>
                </a:cubicBezTo>
                <a:cubicBezTo>
                  <a:pt x="871309" y="122749"/>
                  <a:pt x="870973" y="116539"/>
                  <a:pt x="870973" y="106415"/>
                </a:cubicBezTo>
                <a:lnTo>
                  <a:pt x="870973" y="55287"/>
                </a:lnTo>
                <a:lnTo>
                  <a:pt x="858665" y="55287"/>
                </a:lnTo>
                <a:lnTo>
                  <a:pt x="858665" y="51746"/>
                </a:lnTo>
                <a:cubicBezTo>
                  <a:pt x="867139" y="45747"/>
                  <a:pt x="874353" y="39445"/>
                  <a:pt x="880305" y="32839"/>
                </a:cubicBezTo>
                <a:cubicBezTo>
                  <a:pt x="886257" y="26233"/>
                  <a:pt x="891453" y="18851"/>
                  <a:pt x="895892" y="10694"/>
                </a:cubicBezTo>
                <a:lnTo>
                  <a:pt x="899221" y="10694"/>
                </a:lnTo>
                <a:close/>
                <a:moveTo>
                  <a:pt x="973877" y="143756"/>
                </a:moveTo>
                <a:lnTo>
                  <a:pt x="943409" y="73676"/>
                </a:lnTo>
                <a:cubicBezTo>
                  <a:pt x="938835" y="63062"/>
                  <a:pt x="935455" y="56538"/>
                  <a:pt x="933269" y="54104"/>
                </a:cubicBezTo>
                <a:cubicBezTo>
                  <a:pt x="931083" y="51668"/>
                  <a:pt x="928444" y="49977"/>
                  <a:pt x="925350" y="49031"/>
                </a:cubicBezTo>
                <a:lnTo>
                  <a:pt x="925350" y="45400"/>
                </a:lnTo>
                <a:lnTo>
                  <a:pt x="975491" y="45400"/>
                </a:lnTo>
                <a:lnTo>
                  <a:pt x="975491" y="49031"/>
                </a:lnTo>
                <a:cubicBezTo>
                  <a:pt x="972195" y="49166"/>
                  <a:pt x="969875" y="49808"/>
                  <a:pt x="968530" y="50958"/>
                </a:cubicBezTo>
                <a:cubicBezTo>
                  <a:pt x="967185" y="52105"/>
                  <a:pt x="966512" y="53491"/>
                  <a:pt x="966512" y="55113"/>
                </a:cubicBezTo>
                <a:cubicBezTo>
                  <a:pt x="966512" y="57679"/>
                  <a:pt x="968193" y="62747"/>
                  <a:pt x="971556" y="70316"/>
                </a:cubicBezTo>
                <a:lnTo>
                  <a:pt x="987698" y="107414"/>
                </a:lnTo>
                <a:lnTo>
                  <a:pt x="998695" y="78746"/>
                </a:lnTo>
                <a:cubicBezTo>
                  <a:pt x="1002663" y="68538"/>
                  <a:pt x="1004648" y="61439"/>
                  <a:pt x="1004648" y="57449"/>
                </a:cubicBezTo>
                <a:cubicBezTo>
                  <a:pt x="1004648" y="54948"/>
                  <a:pt x="1003824" y="52954"/>
                  <a:pt x="1002176" y="51465"/>
                </a:cubicBezTo>
                <a:cubicBezTo>
                  <a:pt x="1000528" y="49977"/>
                  <a:pt x="997619" y="49166"/>
                  <a:pt x="993449" y="49031"/>
                </a:cubicBezTo>
                <a:lnTo>
                  <a:pt x="993449" y="45400"/>
                </a:lnTo>
                <a:lnTo>
                  <a:pt x="1025027" y="45400"/>
                </a:lnTo>
                <a:lnTo>
                  <a:pt x="1025027" y="49031"/>
                </a:lnTo>
                <a:cubicBezTo>
                  <a:pt x="1021933" y="49370"/>
                  <a:pt x="1019411" y="50570"/>
                  <a:pt x="1017460" y="52632"/>
                </a:cubicBezTo>
                <a:cubicBezTo>
                  <a:pt x="1015510" y="54694"/>
                  <a:pt x="1012248" y="61709"/>
                  <a:pt x="1007674" y="73676"/>
                </a:cubicBezTo>
                <a:lnTo>
                  <a:pt x="980737" y="143664"/>
                </a:lnTo>
                <a:cubicBezTo>
                  <a:pt x="973944" y="161152"/>
                  <a:pt x="968900" y="171913"/>
                  <a:pt x="965604" y="175948"/>
                </a:cubicBezTo>
                <a:cubicBezTo>
                  <a:pt x="960963" y="181598"/>
                  <a:pt x="955145" y="184423"/>
                  <a:pt x="948150" y="184423"/>
                </a:cubicBezTo>
                <a:cubicBezTo>
                  <a:pt x="942568" y="184423"/>
                  <a:pt x="938045" y="182826"/>
                  <a:pt x="934581" y="179631"/>
                </a:cubicBezTo>
                <a:cubicBezTo>
                  <a:pt x="931117" y="176436"/>
                  <a:pt x="929385" y="172585"/>
                  <a:pt x="929385" y="168079"/>
                </a:cubicBezTo>
                <a:cubicBezTo>
                  <a:pt x="929385" y="164178"/>
                  <a:pt x="930579" y="160950"/>
                  <a:pt x="932967" y="158394"/>
                </a:cubicBezTo>
                <a:cubicBezTo>
                  <a:pt x="935354" y="155838"/>
                  <a:pt x="938297" y="154560"/>
                  <a:pt x="941794" y="154560"/>
                </a:cubicBezTo>
                <a:cubicBezTo>
                  <a:pt x="945157" y="154560"/>
                  <a:pt x="947864" y="155630"/>
                  <a:pt x="949916" y="157770"/>
                </a:cubicBezTo>
                <a:cubicBezTo>
                  <a:pt x="951967" y="159911"/>
                  <a:pt x="953027" y="163224"/>
                  <a:pt x="953094" y="167707"/>
                </a:cubicBezTo>
                <a:cubicBezTo>
                  <a:pt x="953161" y="170250"/>
                  <a:pt x="953464" y="171890"/>
                  <a:pt x="954002" y="172625"/>
                </a:cubicBezTo>
                <a:cubicBezTo>
                  <a:pt x="954540" y="173361"/>
                  <a:pt x="955313" y="173729"/>
                  <a:pt x="956322" y="173729"/>
                </a:cubicBezTo>
                <a:cubicBezTo>
                  <a:pt x="957936" y="173729"/>
                  <a:pt x="959652" y="172758"/>
                  <a:pt x="961468" y="170816"/>
                </a:cubicBezTo>
                <a:cubicBezTo>
                  <a:pt x="964158" y="168003"/>
                  <a:pt x="967319" y="161576"/>
                  <a:pt x="970951" y="151534"/>
                </a:cubicBezTo>
                <a:lnTo>
                  <a:pt x="973877" y="143756"/>
                </a:lnTo>
                <a:close/>
                <a:moveTo>
                  <a:pt x="1081322" y="139831"/>
                </a:moveTo>
                <a:lnTo>
                  <a:pt x="1081322" y="136199"/>
                </a:lnTo>
                <a:lnTo>
                  <a:pt x="1085862" y="136199"/>
                </a:lnTo>
                <a:cubicBezTo>
                  <a:pt x="1089830" y="136199"/>
                  <a:pt x="1092874" y="135573"/>
                  <a:pt x="1094993" y="134323"/>
                </a:cubicBezTo>
                <a:cubicBezTo>
                  <a:pt x="1097111" y="133072"/>
                  <a:pt x="1098675" y="131365"/>
                  <a:pt x="1099684" y="129203"/>
                </a:cubicBezTo>
                <a:cubicBezTo>
                  <a:pt x="1100289" y="127782"/>
                  <a:pt x="1100592" y="123522"/>
                  <a:pt x="1100592" y="116425"/>
                </a:cubicBezTo>
                <a:lnTo>
                  <a:pt x="1100592" y="26433"/>
                </a:lnTo>
                <a:cubicBezTo>
                  <a:pt x="1100592" y="19402"/>
                  <a:pt x="1100222" y="15008"/>
                  <a:pt x="1099482" y="13251"/>
                </a:cubicBezTo>
                <a:cubicBezTo>
                  <a:pt x="1098742" y="11492"/>
                  <a:pt x="1097246" y="9953"/>
                  <a:pt x="1094993" y="8635"/>
                </a:cubicBezTo>
                <a:cubicBezTo>
                  <a:pt x="1092739" y="7318"/>
                  <a:pt x="1089696" y="6659"/>
                  <a:pt x="1085862" y="6659"/>
                </a:cubicBezTo>
                <a:lnTo>
                  <a:pt x="1081322" y="6659"/>
                </a:lnTo>
                <a:lnTo>
                  <a:pt x="1081322" y="3027"/>
                </a:lnTo>
                <a:lnTo>
                  <a:pt x="1142561" y="3027"/>
                </a:lnTo>
                <a:cubicBezTo>
                  <a:pt x="1158905" y="3027"/>
                  <a:pt x="1172054" y="5246"/>
                  <a:pt x="1182008" y="9685"/>
                </a:cubicBezTo>
                <a:cubicBezTo>
                  <a:pt x="1194182" y="15133"/>
                  <a:pt x="1203413" y="23372"/>
                  <a:pt x="1209702" y="34403"/>
                </a:cubicBezTo>
                <a:cubicBezTo>
                  <a:pt x="1215991" y="45433"/>
                  <a:pt x="1219135" y="57910"/>
                  <a:pt x="1219135" y="71832"/>
                </a:cubicBezTo>
                <a:cubicBezTo>
                  <a:pt x="1219135" y="81450"/>
                  <a:pt x="1217588" y="90311"/>
                  <a:pt x="1214494" y="98416"/>
                </a:cubicBezTo>
                <a:cubicBezTo>
                  <a:pt x="1211400" y="106521"/>
                  <a:pt x="1207398" y="113213"/>
                  <a:pt x="1202489" y="118493"/>
                </a:cubicBezTo>
                <a:cubicBezTo>
                  <a:pt x="1197579" y="123773"/>
                  <a:pt x="1191912" y="128010"/>
                  <a:pt x="1185489" y="131205"/>
                </a:cubicBezTo>
                <a:cubicBezTo>
                  <a:pt x="1179066" y="134399"/>
                  <a:pt x="1171213" y="136871"/>
                  <a:pt x="1161932" y="138620"/>
                </a:cubicBezTo>
                <a:cubicBezTo>
                  <a:pt x="1157829" y="139427"/>
                  <a:pt x="1151372" y="139831"/>
                  <a:pt x="1142561" y="139831"/>
                </a:cubicBezTo>
                <a:lnTo>
                  <a:pt x="1081322" y="139831"/>
                </a:lnTo>
                <a:moveTo>
                  <a:pt x="1133481" y="10694"/>
                </a:moveTo>
                <a:lnTo>
                  <a:pt x="1133481" y="117345"/>
                </a:lnTo>
                <a:cubicBezTo>
                  <a:pt x="1133481" y="122991"/>
                  <a:pt x="1133750" y="126452"/>
                  <a:pt x="1134288" y="127730"/>
                </a:cubicBezTo>
                <a:cubicBezTo>
                  <a:pt x="1134826" y="129006"/>
                  <a:pt x="1135734" y="129979"/>
                  <a:pt x="1137012" y="130650"/>
                </a:cubicBezTo>
                <a:cubicBezTo>
                  <a:pt x="1138828" y="131659"/>
                  <a:pt x="1141451" y="132163"/>
                  <a:pt x="1144882" y="132163"/>
                </a:cubicBezTo>
                <a:cubicBezTo>
                  <a:pt x="1156114" y="132163"/>
                  <a:pt x="1164689" y="128332"/>
                  <a:pt x="1170608" y="120671"/>
                </a:cubicBezTo>
                <a:cubicBezTo>
                  <a:pt x="1178679" y="110322"/>
                  <a:pt x="1182714" y="94261"/>
                  <a:pt x="1182714" y="72488"/>
                </a:cubicBezTo>
                <a:cubicBezTo>
                  <a:pt x="1182714" y="54948"/>
                  <a:pt x="1179957" y="40936"/>
                  <a:pt x="1174442" y="30452"/>
                </a:cubicBezTo>
                <a:cubicBezTo>
                  <a:pt x="1170070" y="22253"/>
                  <a:pt x="1164454" y="16675"/>
                  <a:pt x="1157593" y="13718"/>
                </a:cubicBezTo>
                <a:cubicBezTo>
                  <a:pt x="1152751" y="11635"/>
                  <a:pt x="1144713" y="10627"/>
                  <a:pt x="1133481" y="10694"/>
                </a:cubicBezTo>
                <a:close/>
                <a:moveTo>
                  <a:pt x="1314641" y="89185"/>
                </a:moveTo>
                <a:lnTo>
                  <a:pt x="1262885" y="89185"/>
                </a:lnTo>
                <a:cubicBezTo>
                  <a:pt x="1263491" y="101729"/>
                  <a:pt x="1266820" y="111642"/>
                  <a:pt x="1272873" y="118925"/>
                </a:cubicBezTo>
                <a:cubicBezTo>
                  <a:pt x="1277514" y="124522"/>
                  <a:pt x="1283096" y="127320"/>
                  <a:pt x="1289621" y="127320"/>
                </a:cubicBezTo>
                <a:cubicBezTo>
                  <a:pt x="1293656" y="127320"/>
                  <a:pt x="1297322" y="126194"/>
                  <a:pt x="1300617" y="123941"/>
                </a:cubicBezTo>
                <a:cubicBezTo>
                  <a:pt x="1303913" y="121688"/>
                  <a:pt x="1307444" y="117635"/>
                  <a:pt x="1311211" y="111784"/>
                </a:cubicBezTo>
                <a:lnTo>
                  <a:pt x="1314641" y="114003"/>
                </a:lnTo>
                <a:cubicBezTo>
                  <a:pt x="1309529" y="124428"/>
                  <a:pt x="1303879" y="131810"/>
                  <a:pt x="1297692" y="136148"/>
                </a:cubicBezTo>
                <a:cubicBezTo>
                  <a:pt x="1291504" y="140486"/>
                  <a:pt x="1284341" y="142655"/>
                  <a:pt x="1276202" y="142655"/>
                </a:cubicBezTo>
                <a:cubicBezTo>
                  <a:pt x="1262213" y="142655"/>
                  <a:pt x="1251619" y="137269"/>
                  <a:pt x="1244423" y="126498"/>
                </a:cubicBezTo>
                <a:cubicBezTo>
                  <a:pt x="1238639" y="117813"/>
                  <a:pt x="1235746" y="107041"/>
                  <a:pt x="1235746" y="94182"/>
                </a:cubicBezTo>
                <a:cubicBezTo>
                  <a:pt x="1235746" y="78427"/>
                  <a:pt x="1240001" y="65887"/>
                  <a:pt x="1248509" y="56563"/>
                </a:cubicBezTo>
                <a:cubicBezTo>
                  <a:pt x="1257017" y="47238"/>
                  <a:pt x="1266988" y="42575"/>
                  <a:pt x="1278422" y="42575"/>
                </a:cubicBezTo>
                <a:cubicBezTo>
                  <a:pt x="1287973" y="42575"/>
                  <a:pt x="1296262" y="46492"/>
                  <a:pt x="1303291" y="54328"/>
                </a:cubicBezTo>
                <a:cubicBezTo>
                  <a:pt x="1310319" y="62164"/>
                  <a:pt x="1314103" y="73783"/>
                  <a:pt x="1314641" y="89185"/>
                </a:cubicBezTo>
                <a:moveTo>
                  <a:pt x="1289822" y="82526"/>
                </a:moveTo>
                <a:cubicBezTo>
                  <a:pt x="1289822" y="71698"/>
                  <a:pt x="1289234" y="64266"/>
                  <a:pt x="1288057" y="60230"/>
                </a:cubicBezTo>
                <a:cubicBezTo>
                  <a:pt x="1286880" y="56195"/>
                  <a:pt x="1285047" y="53134"/>
                  <a:pt x="1282558" y="51049"/>
                </a:cubicBezTo>
                <a:cubicBezTo>
                  <a:pt x="1281146" y="49839"/>
                  <a:pt x="1279263" y="49233"/>
                  <a:pt x="1276909" y="49233"/>
                </a:cubicBezTo>
                <a:cubicBezTo>
                  <a:pt x="1273411" y="49233"/>
                  <a:pt x="1270553" y="50948"/>
                  <a:pt x="1268333" y="54379"/>
                </a:cubicBezTo>
                <a:cubicBezTo>
                  <a:pt x="1264365" y="60365"/>
                  <a:pt x="1262381" y="68570"/>
                  <a:pt x="1262381" y="78995"/>
                </a:cubicBezTo>
                <a:lnTo>
                  <a:pt x="1262381" y="82526"/>
                </a:lnTo>
                <a:lnTo>
                  <a:pt x="1289822" y="82526"/>
                </a:lnTo>
                <a:close/>
                <a:moveTo>
                  <a:pt x="1363906" y="10694"/>
                </a:moveTo>
                <a:lnTo>
                  <a:pt x="1363906" y="45400"/>
                </a:lnTo>
                <a:lnTo>
                  <a:pt x="1386303" y="45400"/>
                </a:lnTo>
                <a:lnTo>
                  <a:pt x="1386303" y="55287"/>
                </a:lnTo>
                <a:lnTo>
                  <a:pt x="1363906" y="55287"/>
                </a:lnTo>
                <a:lnTo>
                  <a:pt x="1363906" y="113656"/>
                </a:lnTo>
                <a:cubicBezTo>
                  <a:pt x="1363906" y="119119"/>
                  <a:pt x="1364158" y="122643"/>
                  <a:pt x="1364662" y="124228"/>
                </a:cubicBezTo>
                <a:cubicBezTo>
                  <a:pt x="1365167" y="125812"/>
                  <a:pt x="1366058" y="127095"/>
                  <a:pt x="1367336" y="128074"/>
                </a:cubicBezTo>
                <a:cubicBezTo>
                  <a:pt x="1368614" y="129051"/>
                  <a:pt x="1369791" y="129540"/>
                  <a:pt x="1370867" y="129540"/>
                </a:cubicBezTo>
                <a:cubicBezTo>
                  <a:pt x="1375239" y="129540"/>
                  <a:pt x="1379375" y="126177"/>
                  <a:pt x="1383276" y="119451"/>
                </a:cubicBezTo>
                <a:lnTo>
                  <a:pt x="1386303" y="121693"/>
                </a:lnTo>
                <a:cubicBezTo>
                  <a:pt x="1380855" y="134726"/>
                  <a:pt x="1372010" y="141243"/>
                  <a:pt x="1359769" y="141243"/>
                </a:cubicBezTo>
                <a:cubicBezTo>
                  <a:pt x="1353783" y="141243"/>
                  <a:pt x="1348722" y="139573"/>
                  <a:pt x="1344586" y="136233"/>
                </a:cubicBezTo>
                <a:cubicBezTo>
                  <a:pt x="1340449" y="132891"/>
                  <a:pt x="1337809" y="129162"/>
                  <a:pt x="1336666" y="125044"/>
                </a:cubicBezTo>
                <a:cubicBezTo>
                  <a:pt x="1335993" y="122749"/>
                  <a:pt x="1335657" y="116539"/>
                  <a:pt x="1335657" y="106415"/>
                </a:cubicBezTo>
                <a:lnTo>
                  <a:pt x="1335657" y="55287"/>
                </a:lnTo>
                <a:lnTo>
                  <a:pt x="1323349" y="55287"/>
                </a:lnTo>
                <a:lnTo>
                  <a:pt x="1323349" y="51746"/>
                </a:lnTo>
                <a:cubicBezTo>
                  <a:pt x="1331823" y="45747"/>
                  <a:pt x="1339037" y="39445"/>
                  <a:pt x="1344989" y="32839"/>
                </a:cubicBezTo>
                <a:cubicBezTo>
                  <a:pt x="1350941" y="26233"/>
                  <a:pt x="1356137" y="18851"/>
                  <a:pt x="1360576" y="10694"/>
                </a:cubicBezTo>
                <a:lnTo>
                  <a:pt x="1363906" y="10694"/>
                </a:lnTo>
                <a:close/>
                <a:moveTo>
                  <a:pt x="1475183" y="89185"/>
                </a:moveTo>
                <a:lnTo>
                  <a:pt x="1423427" y="89185"/>
                </a:lnTo>
                <a:cubicBezTo>
                  <a:pt x="1424033" y="101729"/>
                  <a:pt x="1427362" y="111642"/>
                  <a:pt x="1433415" y="118925"/>
                </a:cubicBezTo>
                <a:cubicBezTo>
                  <a:pt x="1438056" y="124522"/>
                  <a:pt x="1443639" y="127320"/>
                  <a:pt x="1450163" y="127320"/>
                </a:cubicBezTo>
                <a:cubicBezTo>
                  <a:pt x="1454198" y="127320"/>
                  <a:pt x="1457864" y="126194"/>
                  <a:pt x="1461159" y="123941"/>
                </a:cubicBezTo>
                <a:cubicBezTo>
                  <a:pt x="1464455" y="121688"/>
                  <a:pt x="1467986" y="117635"/>
                  <a:pt x="1471753" y="111784"/>
                </a:cubicBezTo>
                <a:lnTo>
                  <a:pt x="1475183" y="114003"/>
                </a:lnTo>
                <a:cubicBezTo>
                  <a:pt x="1470071" y="124428"/>
                  <a:pt x="1464421" y="131810"/>
                  <a:pt x="1458234" y="136148"/>
                </a:cubicBezTo>
                <a:cubicBezTo>
                  <a:pt x="1452046" y="140486"/>
                  <a:pt x="1444883" y="142655"/>
                  <a:pt x="1436745" y="142655"/>
                </a:cubicBezTo>
                <a:cubicBezTo>
                  <a:pt x="1422755" y="142655"/>
                  <a:pt x="1412162" y="137269"/>
                  <a:pt x="1404965" y="126498"/>
                </a:cubicBezTo>
                <a:cubicBezTo>
                  <a:pt x="1399181" y="117813"/>
                  <a:pt x="1396289" y="107041"/>
                  <a:pt x="1396289" y="94182"/>
                </a:cubicBezTo>
                <a:cubicBezTo>
                  <a:pt x="1396289" y="78427"/>
                  <a:pt x="1400543" y="65887"/>
                  <a:pt x="1409051" y="56563"/>
                </a:cubicBezTo>
                <a:cubicBezTo>
                  <a:pt x="1417559" y="47238"/>
                  <a:pt x="1427530" y="42575"/>
                  <a:pt x="1438964" y="42575"/>
                </a:cubicBezTo>
                <a:cubicBezTo>
                  <a:pt x="1448515" y="42575"/>
                  <a:pt x="1456804" y="46492"/>
                  <a:pt x="1463833" y="54328"/>
                </a:cubicBezTo>
                <a:cubicBezTo>
                  <a:pt x="1470861" y="62164"/>
                  <a:pt x="1474645" y="73783"/>
                  <a:pt x="1475183" y="89185"/>
                </a:cubicBezTo>
                <a:moveTo>
                  <a:pt x="1450364" y="82526"/>
                </a:moveTo>
                <a:cubicBezTo>
                  <a:pt x="1450364" y="71698"/>
                  <a:pt x="1449776" y="64266"/>
                  <a:pt x="1448599" y="60230"/>
                </a:cubicBezTo>
                <a:cubicBezTo>
                  <a:pt x="1447422" y="56195"/>
                  <a:pt x="1445589" y="53134"/>
                  <a:pt x="1443100" y="51049"/>
                </a:cubicBezTo>
                <a:cubicBezTo>
                  <a:pt x="1441688" y="49839"/>
                  <a:pt x="1439805" y="49233"/>
                  <a:pt x="1437451" y="49233"/>
                </a:cubicBezTo>
                <a:cubicBezTo>
                  <a:pt x="1433953" y="49233"/>
                  <a:pt x="1431095" y="50948"/>
                  <a:pt x="1428875" y="54379"/>
                </a:cubicBezTo>
                <a:cubicBezTo>
                  <a:pt x="1424907" y="60365"/>
                  <a:pt x="1422923" y="68570"/>
                  <a:pt x="1422923" y="78995"/>
                </a:cubicBezTo>
                <a:lnTo>
                  <a:pt x="1422923" y="82526"/>
                </a:lnTo>
                <a:lnTo>
                  <a:pt x="1450364" y="82526"/>
                </a:lnTo>
                <a:close/>
                <a:moveTo>
                  <a:pt x="1563994" y="115438"/>
                </a:moveTo>
                <a:lnTo>
                  <a:pt x="1567122" y="117856"/>
                </a:lnTo>
                <a:cubicBezTo>
                  <a:pt x="1562683" y="126223"/>
                  <a:pt x="1557151" y="132449"/>
                  <a:pt x="1550526" y="136533"/>
                </a:cubicBezTo>
                <a:cubicBezTo>
                  <a:pt x="1543901" y="140615"/>
                  <a:pt x="1536855" y="142655"/>
                  <a:pt x="1529390" y="142655"/>
                </a:cubicBezTo>
                <a:cubicBezTo>
                  <a:pt x="1516812" y="142655"/>
                  <a:pt x="1506757" y="137909"/>
                  <a:pt x="1499224" y="128418"/>
                </a:cubicBezTo>
                <a:cubicBezTo>
                  <a:pt x="1491691" y="118924"/>
                  <a:pt x="1487925" y="107512"/>
                  <a:pt x="1487925" y="94182"/>
                </a:cubicBezTo>
                <a:cubicBezTo>
                  <a:pt x="1487925" y="81321"/>
                  <a:pt x="1491355" y="70010"/>
                  <a:pt x="1498215" y="60249"/>
                </a:cubicBezTo>
                <a:cubicBezTo>
                  <a:pt x="1506488" y="48466"/>
                  <a:pt x="1517889" y="42575"/>
                  <a:pt x="1532416" y="42575"/>
                </a:cubicBezTo>
                <a:cubicBezTo>
                  <a:pt x="1542169" y="42575"/>
                  <a:pt x="1549920" y="45037"/>
                  <a:pt x="1555671" y="49962"/>
                </a:cubicBezTo>
                <a:cubicBezTo>
                  <a:pt x="1561422" y="54884"/>
                  <a:pt x="1564297" y="60380"/>
                  <a:pt x="1564297" y="66450"/>
                </a:cubicBezTo>
                <a:cubicBezTo>
                  <a:pt x="1564297" y="70295"/>
                  <a:pt x="1563137" y="73363"/>
                  <a:pt x="1560816" y="75656"/>
                </a:cubicBezTo>
                <a:cubicBezTo>
                  <a:pt x="1558496" y="77950"/>
                  <a:pt x="1555452" y="79096"/>
                  <a:pt x="1551686" y="79096"/>
                </a:cubicBezTo>
                <a:cubicBezTo>
                  <a:pt x="1547718" y="79096"/>
                  <a:pt x="1544439" y="77780"/>
                  <a:pt x="1541849" y="75149"/>
                </a:cubicBezTo>
                <a:cubicBezTo>
                  <a:pt x="1539260" y="72515"/>
                  <a:pt x="1537663" y="67824"/>
                  <a:pt x="1537057" y="61075"/>
                </a:cubicBezTo>
                <a:cubicBezTo>
                  <a:pt x="1536654" y="56823"/>
                  <a:pt x="1535678" y="53853"/>
                  <a:pt x="1534131" y="52165"/>
                </a:cubicBezTo>
                <a:cubicBezTo>
                  <a:pt x="1532585" y="50480"/>
                  <a:pt x="1530769" y="49637"/>
                  <a:pt x="1528683" y="49637"/>
                </a:cubicBezTo>
                <a:cubicBezTo>
                  <a:pt x="1525455" y="49637"/>
                  <a:pt x="1522697" y="51352"/>
                  <a:pt x="1520411" y="54782"/>
                </a:cubicBezTo>
                <a:cubicBezTo>
                  <a:pt x="1516913" y="59961"/>
                  <a:pt x="1515165" y="67898"/>
                  <a:pt x="1515165" y="78592"/>
                </a:cubicBezTo>
                <a:cubicBezTo>
                  <a:pt x="1515165" y="87470"/>
                  <a:pt x="1516577" y="95961"/>
                  <a:pt x="1519402" y="104066"/>
                </a:cubicBezTo>
                <a:cubicBezTo>
                  <a:pt x="1522227" y="112170"/>
                  <a:pt x="1526094" y="118207"/>
                  <a:pt x="1531004" y="122175"/>
                </a:cubicBezTo>
                <a:cubicBezTo>
                  <a:pt x="1534703" y="125067"/>
                  <a:pt x="1539075" y="126513"/>
                  <a:pt x="1544119" y="126513"/>
                </a:cubicBezTo>
                <a:cubicBezTo>
                  <a:pt x="1547415" y="126513"/>
                  <a:pt x="1550543" y="125742"/>
                  <a:pt x="1553502" y="124199"/>
                </a:cubicBezTo>
                <a:cubicBezTo>
                  <a:pt x="1556461" y="122654"/>
                  <a:pt x="1559959" y="119734"/>
                  <a:pt x="1563994" y="115438"/>
                </a:cubicBezTo>
                <a:close/>
                <a:moveTo>
                  <a:pt x="1616185" y="10694"/>
                </a:moveTo>
                <a:lnTo>
                  <a:pt x="1616185" y="45400"/>
                </a:lnTo>
                <a:lnTo>
                  <a:pt x="1638582" y="45400"/>
                </a:lnTo>
                <a:lnTo>
                  <a:pt x="1638582" y="55287"/>
                </a:lnTo>
                <a:lnTo>
                  <a:pt x="1616185" y="55287"/>
                </a:lnTo>
                <a:lnTo>
                  <a:pt x="1616185" y="113656"/>
                </a:lnTo>
                <a:cubicBezTo>
                  <a:pt x="1616185" y="119119"/>
                  <a:pt x="1616437" y="122643"/>
                  <a:pt x="1616941" y="124228"/>
                </a:cubicBezTo>
                <a:cubicBezTo>
                  <a:pt x="1617446" y="125812"/>
                  <a:pt x="1618337" y="127095"/>
                  <a:pt x="1619615" y="128074"/>
                </a:cubicBezTo>
                <a:cubicBezTo>
                  <a:pt x="1620893" y="129051"/>
                  <a:pt x="1622070" y="129540"/>
                  <a:pt x="1623146" y="129540"/>
                </a:cubicBezTo>
                <a:cubicBezTo>
                  <a:pt x="1627518" y="129540"/>
                  <a:pt x="1631654" y="126177"/>
                  <a:pt x="1635555" y="119451"/>
                </a:cubicBezTo>
                <a:lnTo>
                  <a:pt x="1638582" y="121693"/>
                </a:lnTo>
                <a:cubicBezTo>
                  <a:pt x="1633134" y="134726"/>
                  <a:pt x="1624289" y="141243"/>
                  <a:pt x="1612048" y="141243"/>
                </a:cubicBezTo>
                <a:cubicBezTo>
                  <a:pt x="1606062" y="141243"/>
                  <a:pt x="1601001" y="139573"/>
                  <a:pt x="1596865" y="136233"/>
                </a:cubicBezTo>
                <a:cubicBezTo>
                  <a:pt x="1592728" y="132891"/>
                  <a:pt x="1590088" y="129162"/>
                  <a:pt x="1588945" y="125044"/>
                </a:cubicBezTo>
                <a:cubicBezTo>
                  <a:pt x="1588273" y="122749"/>
                  <a:pt x="1587936" y="116539"/>
                  <a:pt x="1587936" y="106415"/>
                </a:cubicBezTo>
                <a:lnTo>
                  <a:pt x="1587936" y="55287"/>
                </a:lnTo>
                <a:lnTo>
                  <a:pt x="1575628" y="55287"/>
                </a:lnTo>
                <a:lnTo>
                  <a:pt x="1575628" y="51746"/>
                </a:lnTo>
                <a:cubicBezTo>
                  <a:pt x="1584102" y="45747"/>
                  <a:pt x="1591316" y="39445"/>
                  <a:pt x="1597268" y="32839"/>
                </a:cubicBezTo>
                <a:cubicBezTo>
                  <a:pt x="1603221" y="26233"/>
                  <a:pt x="1608416" y="18851"/>
                  <a:pt x="1612856" y="10694"/>
                </a:cubicBezTo>
                <a:lnTo>
                  <a:pt x="1616185" y="10694"/>
                </a:lnTo>
                <a:close/>
                <a:moveTo>
                  <a:pt x="1670259" y="0"/>
                </a:moveTo>
                <a:cubicBezTo>
                  <a:pt x="1674631" y="0"/>
                  <a:pt x="1678330" y="1535"/>
                  <a:pt x="1681357" y="4606"/>
                </a:cubicBezTo>
                <a:cubicBezTo>
                  <a:pt x="1684384" y="7675"/>
                  <a:pt x="1685897" y="11369"/>
                  <a:pt x="1685897" y="15688"/>
                </a:cubicBezTo>
                <a:cubicBezTo>
                  <a:pt x="1685897" y="20007"/>
                  <a:pt x="1684367" y="23686"/>
                  <a:pt x="1681306" y="26723"/>
                </a:cubicBezTo>
                <a:cubicBezTo>
                  <a:pt x="1678246" y="29758"/>
                  <a:pt x="1674564" y="31275"/>
                  <a:pt x="1670259" y="31275"/>
                </a:cubicBezTo>
                <a:cubicBezTo>
                  <a:pt x="1665955" y="31275"/>
                  <a:pt x="1662289" y="29758"/>
                  <a:pt x="1659262" y="26723"/>
                </a:cubicBezTo>
                <a:cubicBezTo>
                  <a:pt x="1656236" y="23686"/>
                  <a:pt x="1654722" y="20007"/>
                  <a:pt x="1654722" y="15688"/>
                </a:cubicBezTo>
                <a:cubicBezTo>
                  <a:pt x="1654722" y="11369"/>
                  <a:pt x="1656236" y="7675"/>
                  <a:pt x="1659262" y="4606"/>
                </a:cubicBezTo>
                <a:cubicBezTo>
                  <a:pt x="1662289" y="1535"/>
                  <a:pt x="1665955" y="0"/>
                  <a:pt x="1670259" y="0"/>
                </a:cubicBezTo>
                <a:moveTo>
                  <a:pt x="1684384" y="45400"/>
                </a:moveTo>
                <a:lnTo>
                  <a:pt x="1684384" y="120258"/>
                </a:lnTo>
                <a:cubicBezTo>
                  <a:pt x="1684384" y="126917"/>
                  <a:pt x="1685157" y="131171"/>
                  <a:pt x="1686704" y="133021"/>
                </a:cubicBezTo>
                <a:cubicBezTo>
                  <a:pt x="1688251" y="134870"/>
                  <a:pt x="1691278" y="135930"/>
                  <a:pt x="1695784" y="136199"/>
                </a:cubicBezTo>
                <a:lnTo>
                  <a:pt x="1695784" y="139831"/>
                </a:lnTo>
                <a:lnTo>
                  <a:pt x="1644835" y="139831"/>
                </a:lnTo>
                <a:lnTo>
                  <a:pt x="1644835" y="136199"/>
                </a:lnTo>
                <a:cubicBezTo>
                  <a:pt x="1649006" y="136064"/>
                  <a:pt x="1652099" y="134853"/>
                  <a:pt x="1654117" y="132567"/>
                </a:cubicBezTo>
                <a:cubicBezTo>
                  <a:pt x="1655462" y="131020"/>
                  <a:pt x="1656135" y="126917"/>
                  <a:pt x="1656135" y="120258"/>
                </a:cubicBezTo>
                <a:lnTo>
                  <a:pt x="1656135" y="65174"/>
                </a:lnTo>
                <a:cubicBezTo>
                  <a:pt x="1656135" y="58431"/>
                  <a:pt x="1655361" y="54123"/>
                  <a:pt x="1653815" y="52250"/>
                </a:cubicBezTo>
                <a:cubicBezTo>
                  <a:pt x="1652268" y="50378"/>
                  <a:pt x="1649275" y="49305"/>
                  <a:pt x="1644835" y="49031"/>
                </a:cubicBezTo>
                <a:lnTo>
                  <a:pt x="1644835" y="45400"/>
                </a:lnTo>
                <a:lnTo>
                  <a:pt x="1684384" y="45400"/>
                </a:lnTo>
                <a:close/>
                <a:moveTo>
                  <a:pt x="1749490" y="42575"/>
                </a:moveTo>
                <a:cubicBezTo>
                  <a:pt x="1757695" y="42575"/>
                  <a:pt x="1765329" y="44695"/>
                  <a:pt x="1772391" y="48937"/>
                </a:cubicBezTo>
                <a:cubicBezTo>
                  <a:pt x="1779454" y="53178"/>
                  <a:pt x="1784817" y="59204"/>
                  <a:pt x="1788483" y="67015"/>
                </a:cubicBezTo>
                <a:cubicBezTo>
                  <a:pt x="1792149" y="74825"/>
                  <a:pt x="1793981" y="83375"/>
                  <a:pt x="1793981" y="92665"/>
                </a:cubicBezTo>
                <a:cubicBezTo>
                  <a:pt x="1793981" y="106063"/>
                  <a:pt x="1790585" y="117273"/>
                  <a:pt x="1783792" y="126296"/>
                </a:cubicBezTo>
                <a:cubicBezTo>
                  <a:pt x="1775586" y="137202"/>
                  <a:pt x="1764253" y="142655"/>
                  <a:pt x="1749793" y="142655"/>
                </a:cubicBezTo>
                <a:cubicBezTo>
                  <a:pt x="1735601" y="142655"/>
                  <a:pt x="1724671" y="137673"/>
                  <a:pt x="1717004" y="127708"/>
                </a:cubicBezTo>
                <a:cubicBezTo>
                  <a:pt x="1709337" y="117743"/>
                  <a:pt x="1705503" y="106197"/>
                  <a:pt x="1705503" y="93069"/>
                </a:cubicBezTo>
                <a:cubicBezTo>
                  <a:pt x="1705503" y="79537"/>
                  <a:pt x="1709421" y="67739"/>
                  <a:pt x="1717256" y="57673"/>
                </a:cubicBezTo>
                <a:cubicBezTo>
                  <a:pt x="1725092" y="47608"/>
                  <a:pt x="1735836" y="42575"/>
                  <a:pt x="1749490" y="42575"/>
                </a:cubicBezTo>
                <a:moveTo>
                  <a:pt x="1749893" y="49637"/>
                </a:moveTo>
                <a:cubicBezTo>
                  <a:pt x="1746463" y="49637"/>
                  <a:pt x="1743521" y="50934"/>
                  <a:pt x="1741066" y="53527"/>
                </a:cubicBezTo>
                <a:cubicBezTo>
                  <a:pt x="1738611" y="56119"/>
                  <a:pt x="1736997" y="61236"/>
                  <a:pt x="1736223" y="68878"/>
                </a:cubicBezTo>
                <a:cubicBezTo>
                  <a:pt x="1735450" y="76520"/>
                  <a:pt x="1735063" y="87143"/>
                  <a:pt x="1735063" y="100746"/>
                </a:cubicBezTo>
                <a:cubicBezTo>
                  <a:pt x="1735063" y="107951"/>
                  <a:pt x="1735534" y="114685"/>
                  <a:pt x="1736475" y="120949"/>
                </a:cubicBezTo>
                <a:cubicBezTo>
                  <a:pt x="1737215" y="125728"/>
                  <a:pt x="1738796" y="129364"/>
                  <a:pt x="1741217" y="131857"/>
                </a:cubicBezTo>
                <a:cubicBezTo>
                  <a:pt x="1743638" y="134348"/>
                  <a:pt x="1746396" y="135593"/>
                  <a:pt x="1749490" y="135593"/>
                </a:cubicBezTo>
                <a:cubicBezTo>
                  <a:pt x="1752517" y="135593"/>
                  <a:pt x="1755039" y="134751"/>
                  <a:pt x="1757056" y="133068"/>
                </a:cubicBezTo>
                <a:cubicBezTo>
                  <a:pt x="1759680" y="130779"/>
                  <a:pt x="1761428" y="127580"/>
                  <a:pt x="1762303" y="123471"/>
                </a:cubicBezTo>
                <a:cubicBezTo>
                  <a:pt x="1763648" y="117075"/>
                  <a:pt x="1764320" y="104147"/>
                  <a:pt x="1764320" y="84686"/>
                </a:cubicBezTo>
                <a:cubicBezTo>
                  <a:pt x="1764320" y="73239"/>
                  <a:pt x="1763681" y="65378"/>
                  <a:pt x="1762404" y="61103"/>
                </a:cubicBezTo>
                <a:cubicBezTo>
                  <a:pt x="1761126" y="56826"/>
                  <a:pt x="1759242" y="53711"/>
                  <a:pt x="1756754" y="51759"/>
                </a:cubicBezTo>
                <a:cubicBezTo>
                  <a:pt x="1755005" y="50344"/>
                  <a:pt x="1752718" y="49637"/>
                  <a:pt x="1749893" y="49637"/>
                </a:cubicBezTo>
                <a:close/>
                <a:moveTo>
                  <a:pt x="1846847" y="45400"/>
                </a:moveTo>
                <a:lnTo>
                  <a:pt x="1846847" y="57708"/>
                </a:lnTo>
                <a:cubicBezTo>
                  <a:pt x="1851690" y="52426"/>
                  <a:pt x="1856330" y="48584"/>
                  <a:pt x="1860770" y="46181"/>
                </a:cubicBezTo>
                <a:cubicBezTo>
                  <a:pt x="1865209" y="43777"/>
                  <a:pt x="1869984" y="42575"/>
                  <a:pt x="1875096" y="42575"/>
                </a:cubicBezTo>
                <a:cubicBezTo>
                  <a:pt x="1881216" y="42575"/>
                  <a:pt x="1886294" y="44275"/>
                  <a:pt x="1890330" y="47676"/>
                </a:cubicBezTo>
                <a:cubicBezTo>
                  <a:pt x="1894365" y="51077"/>
                  <a:pt x="1897056" y="55302"/>
                  <a:pt x="1898401" y="60353"/>
                </a:cubicBezTo>
                <a:cubicBezTo>
                  <a:pt x="1899477" y="64193"/>
                  <a:pt x="1900015" y="71568"/>
                  <a:pt x="1900015" y="82479"/>
                </a:cubicBezTo>
                <a:lnTo>
                  <a:pt x="1900015" y="119249"/>
                </a:lnTo>
                <a:cubicBezTo>
                  <a:pt x="1900015" y="126513"/>
                  <a:pt x="1900671" y="131036"/>
                  <a:pt x="1901982" y="132819"/>
                </a:cubicBezTo>
                <a:cubicBezTo>
                  <a:pt x="1903294" y="134601"/>
                  <a:pt x="1906035" y="135728"/>
                  <a:pt x="1910205" y="136199"/>
                </a:cubicBezTo>
                <a:lnTo>
                  <a:pt x="1910205" y="139831"/>
                </a:lnTo>
                <a:lnTo>
                  <a:pt x="1862485" y="139831"/>
                </a:lnTo>
                <a:lnTo>
                  <a:pt x="1862485" y="136199"/>
                </a:lnTo>
                <a:cubicBezTo>
                  <a:pt x="1866049" y="135728"/>
                  <a:pt x="1868605" y="134248"/>
                  <a:pt x="1870152" y="131760"/>
                </a:cubicBezTo>
                <a:cubicBezTo>
                  <a:pt x="1871228" y="130078"/>
                  <a:pt x="1871766" y="125908"/>
                  <a:pt x="1871766" y="119249"/>
                </a:cubicBezTo>
                <a:lnTo>
                  <a:pt x="1871766" y="77280"/>
                </a:lnTo>
                <a:cubicBezTo>
                  <a:pt x="1871766" y="69545"/>
                  <a:pt x="1871464" y="64669"/>
                  <a:pt x="1870858" y="62651"/>
                </a:cubicBezTo>
                <a:cubicBezTo>
                  <a:pt x="1870253" y="60634"/>
                  <a:pt x="1869227" y="59070"/>
                  <a:pt x="1867781" y="57960"/>
                </a:cubicBezTo>
                <a:cubicBezTo>
                  <a:pt x="1866335" y="56850"/>
                  <a:pt x="1864738" y="56295"/>
                  <a:pt x="1862989" y="56295"/>
                </a:cubicBezTo>
                <a:cubicBezTo>
                  <a:pt x="1857205" y="56295"/>
                  <a:pt x="1851824" y="60465"/>
                  <a:pt x="1846847" y="68806"/>
                </a:cubicBezTo>
                <a:lnTo>
                  <a:pt x="1846847" y="119249"/>
                </a:lnTo>
                <a:cubicBezTo>
                  <a:pt x="1846847" y="126312"/>
                  <a:pt x="1847503" y="130784"/>
                  <a:pt x="1848814" y="132668"/>
                </a:cubicBezTo>
                <a:cubicBezTo>
                  <a:pt x="1850126" y="134551"/>
                  <a:pt x="1852564" y="135728"/>
                  <a:pt x="1856129" y="136199"/>
                </a:cubicBezTo>
                <a:lnTo>
                  <a:pt x="1856129" y="139831"/>
                </a:lnTo>
                <a:lnTo>
                  <a:pt x="1808409" y="139831"/>
                </a:lnTo>
                <a:lnTo>
                  <a:pt x="1808409" y="136199"/>
                </a:lnTo>
                <a:cubicBezTo>
                  <a:pt x="1812377" y="135795"/>
                  <a:pt x="1815202" y="134517"/>
                  <a:pt x="1816883" y="132365"/>
                </a:cubicBezTo>
                <a:cubicBezTo>
                  <a:pt x="1818027" y="130885"/>
                  <a:pt x="1818598" y="126513"/>
                  <a:pt x="1818598" y="119249"/>
                </a:cubicBezTo>
                <a:lnTo>
                  <a:pt x="1818598" y="65981"/>
                </a:lnTo>
                <a:cubicBezTo>
                  <a:pt x="1818598" y="58765"/>
                  <a:pt x="1817943" y="54272"/>
                  <a:pt x="1816631" y="52503"/>
                </a:cubicBezTo>
                <a:cubicBezTo>
                  <a:pt x="1815320" y="50733"/>
                  <a:pt x="1812579" y="49576"/>
                  <a:pt x="1808409" y="49031"/>
                </a:cubicBezTo>
                <a:lnTo>
                  <a:pt x="1808409" y="45400"/>
                </a:lnTo>
                <a:lnTo>
                  <a:pt x="1846847" y="45400"/>
                </a:lnTo>
                <a:close/>
                <a:moveTo>
                  <a:pt x="2026901" y="125908"/>
                </a:moveTo>
                <a:cubicBezTo>
                  <a:pt x="2015400" y="136131"/>
                  <a:pt x="2005076" y="141243"/>
                  <a:pt x="1995928" y="141243"/>
                </a:cubicBezTo>
                <a:cubicBezTo>
                  <a:pt x="1990548" y="141243"/>
                  <a:pt x="1986075" y="139472"/>
                  <a:pt x="1982510" y="135931"/>
                </a:cubicBezTo>
                <a:cubicBezTo>
                  <a:pt x="1978946" y="132387"/>
                  <a:pt x="1977163" y="127950"/>
                  <a:pt x="1977163" y="122620"/>
                </a:cubicBezTo>
                <a:cubicBezTo>
                  <a:pt x="1977163" y="115398"/>
                  <a:pt x="1980257" y="108902"/>
                  <a:pt x="1986445" y="103133"/>
                </a:cubicBezTo>
                <a:cubicBezTo>
                  <a:pt x="1992633" y="97363"/>
                  <a:pt x="2006118" y="89687"/>
                  <a:pt x="2026901" y="80105"/>
                </a:cubicBezTo>
                <a:lnTo>
                  <a:pt x="2026901" y="70621"/>
                </a:lnTo>
                <a:cubicBezTo>
                  <a:pt x="2026901" y="63492"/>
                  <a:pt x="2026514" y="59003"/>
                  <a:pt x="2025741" y="57153"/>
                </a:cubicBezTo>
                <a:cubicBezTo>
                  <a:pt x="2024967" y="55303"/>
                  <a:pt x="2023505" y="53689"/>
                  <a:pt x="2021352" y="52310"/>
                </a:cubicBezTo>
                <a:cubicBezTo>
                  <a:pt x="2019200" y="50932"/>
                  <a:pt x="2016779" y="50242"/>
                  <a:pt x="2014088" y="50242"/>
                </a:cubicBezTo>
                <a:cubicBezTo>
                  <a:pt x="2009716" y="50242"/>
                  <a:pt x="2006118" y="51217"/>
                  <a:pt x="2003293" y="53168"/>
                </a:cubicBezTo>
                <a:cubicBezTo>
                  <a:pt x="2001545" y="54379"/>
                  <a:pt x="2000670" y="55791"/>
                  <a:pt x="2000670" y="57405"/>
                </a:cubicBezTo>
                <a:cubicBezTo>
                  <a:pt x="2000670" y="58818"/>
                  <a:pt x="2001612" y="60566"/>
                  <a:pt x="2003495" y="62651"/>
                </a:cubicBezTo>
                <a:cubicBezTo>
                  <a:pt x="2006051" y="65543"/>
                  <a:pt x="2007329" y="68335"/>
                  <a:pt x="2007329" y="71025"/>
                </a:cubicBezTo>
                <a:cubicBezTo>
                  <a:pt x="2007329" y="74321"/>
                  <a:pt x="2006101" y="77129"/>
                  <a:pt x="2003646" y="79449"/>
                </a:cubicBezTo>
                <a:cubicBezTo>
                  <a:pt x="2001191" y="81770"/>
                  <a:pt x="1997980" y="82930"/>
                  <a:pt x="1994012" y="82930"/>
                </a:cubicBezTo>
                <a:cubicBezTo>
                  <a:pt x="1989774" y="82930"/>
                  <a:pt x="1986226" y="81652"/>
                  <a:pt x="1983368" y="79096"/>
                </a:cubicBezTo>
                <a:cubicBezTo>
                  <a:pt x="1980509" y="76540"/>
                  <a:pt x="1979080" y="73547"/>
                  <a:pt x="1979080" y="70117"/>
                </a:cubicBezTo>
                <a:cubicBezTo>
                  <a:pt x="1979080" y="65274"/>
                  <a:pt x="1980997" y="60650"/>
                  <a:pt x="1984831" y="56245"/>
                </a:cubicBezTo>
                <a:cubicBezTo>
                  <a:pt x="1988665" y="51840"/>
                  <a:pt x="1994012" y="48460"/>
                  <a:pt x="2000872" y="46106"/>
                </a:cubicBezTo>
                <a:cubicBezTo>
                  <a:pt x="2007732" y="43752"/>
                  <a:pt x="2014862" y="42575"/>
                  <a:pt x="2022260" y="42575"/>
                </a:cubicBezTo>
                <a:cubicBezTo>
                  <a:pt x="2031206" y="42575"/>
                  <a:pt x="2038285" y="44480"/>
                  <a:pt x="2043497" y="48291"/>
                </a:cubicBezTo>
                <a:cubicBezTo>
                  <a:pt x="2048710" y="52099"/>
                  <a:pt x="2052089" y="56228"/>
                  <a:pt x="2053636" y="60678"/>
                </a:cubicBezTo>
                <a:cubicBezTo>
                  <a:pt x="2054578" y="63509"/>
                  <a:pt x="2055049" y="70014"/>
                  <a:pt x="2055049" y="80193"/>
                </a:cubicBezTo>
                <a:lnTo>
                  <a:pt x="2055049" y="116901"/>
                </a:lnTo>
                <a:cubicBezTo>
                  <a:pt x="2055049" y="121216"/>
                  <a:pt x="2055217" y="123930"/>
                  <a:pt x="2055553" y="125044"/>
                </a:cubicBezTo>
                <a:cubicBezTo>
                  <a:pt x="2055889" y="126156"/>
                  <a:pt x="2056394" y="126982"/>
                  <a:pt x="2057067" y="127522"/>
                </a:cubicBezTo>
                <a:cubicBezTo>
                  <a:pt x="2057739" y="128060"/>
                  <a:pt x="2058513" y="128329"/>
                  <a:pt x="2059387" y="128329"/>
                </a:cubicBezTo>
                <a:cubicBezTo>
                  <a:pt x="2061136" y="128329"/>
                  <a:pt x="2062918" y="127085"/>
                  <a:pt x="2064734" y="124596"/>
                </a:cubicBezTo>
                <a:lnTo>
                  <a:pt x="2067761" y="127018"/>
                </a:lnTo>
                <a:cubicBezTo>
                  <a:pt x="2064398" y="131995"/>
                  <a:pt x="2060917" y="135610"/>
                  <a:pt x="2057319" y="137863"/>
                </a:cubicBezTo>
                <a:cubicBezTo>
                  <a:pt x="2053720" y="140116"/>
                  <a:pt x="2049634" y="141243"/>
                  <a:pt x="2045061" y="141243"/>
                </a:cubicBezTo>
                <a:cubicBezTo>
                  <a:pt x="2039680" y="141243"/>
                  <a:pt x="2035477" y="139973"/>
                  <a:pt x="2032450" y="137434"/>
                </a:cubicBezTo>
                <a:cubicBezTo>
                  <a:pt x="2029423" y="134895"/>
                  <a:pt x="2027574" y="131053"/>
                  <a:pt x="2026901" y="125908"/>
                </a:cubicBezTo>
                <a:moveTo>
                  <a:pt x="2026901" y="118442"/>
                </a:moveTo>
                <a:lnTo>
                  <a:pt x="2026901" y="86883"/>
                </a:lnTo>
                <a:cubicBezTo>
                  <a:pt x="2018763" y="91682"/>
                  <a:pt x="2012710" y="96819"/>
                  <a:pt x="2008741" y="102294"/>
                </a:cubicBezTo>
                <a:cubicBezTo>
                  <a:pt x="2006118" y="105943"/>
                  <a:pt x="2004807" y="109626"/>
                  <a:pt x="2004807" y="113344"/>
                </a:cubicBezTo>
                <a:cubicBezTo>
                  <a:pt x="2004807" y="116453"/>
                  <a:pt x="2005916" y="119191"/>
                  <a:pt x="2008136" y="121557"/>
                </a:cubicBezTo>
                <a:cubicBezTo>
                  <a:pt x="2009817" y="123382"/>
                  <a:pt x="2012171" y="124294"/>
                  <a:pt x="2015198" y="124294"/>
                </a:cubicBezTo>
                <a:cubicBezTo>
                  <a:pt x="2018561" y="124294"/>
                  <a:pt x="2022462" y="122343"/>
                  <a:pt x="2026901" y="118442"/>
                </a:cubicBezTo>
                <a:close/>
                <a:moveTo>
                  <a:pt x="2116691" y="45400"/>
                </a:moveTo>
                <a:lnTo>
                  <a:pt x="2116691" y="57708"/>
                </a:lnTo>
                <a:cubicBezTo>
                  <a:pt x="2121533" y="52426"/>
                  <a:pt x="2126174" y="48584"/>
                  <a:pt x="2130613" y="46181"/>
                </a:cubicBezTo>
                <a:cubicBezTo>
                  <a:pt x="2135052" y="43777"/>
                  <a:pt x="2139828" y="42575"/>
                  <a:pt x="2144939" y="42575"/>
                </a:cubicBezTo>
                <a:cubicBezTo>
                  <a:pt x="2151060" y="42575"/>
                  <a:pt x="2156138" y="44275"/>
                  <a:pt x="2160173" y="47676"/>
                </a:cubicBezTo>
                <a:cubicBezTo>
                  <a:pt x="2164209" y="51077"/>
                  <a:pt x="2166899" y="55302"/>
                  <a:pt x="2168244" y="60353"/>
                </a:cubicBezTo>
                <a:cubicBezTo>
                  <a:pt x="2169321" y="64193"/>
                  <a:pt x="2169859" y="71568"/>
                  <a:pt x="2169859" y="82479"/>
                </a:cubicBezTo>
                <a:lnTo>
                  <a:pt x="2169859" y="119249"/>
                </a:lnTo>
                <a:cubicBezTo>
                  <a:pt x="2169859" y="126513"/>
                  <a:pt x="2170514" y="131036"/>
                  <a:pt x="2171826" y="132819"/>
                </a:cubicBezTo>
                <a:cubicBezTo>
                  <a:pt x="2173137" y="134601"/>
                  <a:pt x="2175878" y="135728"/>
                  <a:pt x="2180048" y="136199"/>
                </a:cubicBezTo>
                <a:lnTo>
                  <a:pt x="2180048" y="139831"/>
                </a:lnTo>
                <a:lnTo>
                  <a:pt x="2132328" y="139831"/>
                </a:lnTo>
                <a:lnTo>
                  <a:pt x="2132328" y="136199"/>
                </a:lnTo>
                <a:cubicBezTo>
                  <a:pt x="2135893" y="135728"/>
                  <a:pt x="2138449" y="134248"/>
                  <a:pt x="2139996" y="131760"/>
                </a:cubicBezTo>
                <a:cubicBezTo>
                  <a:pt x="2141072" y="130078"/>
                  <a:pt x="2141610" y="125908"/>
                  <a:pt x="2141610" y="119249"/>
                </a:cubicBezTo>
                <a:lnTo>
                  <a:pt x="2141610" y="77280"/>
                </a:lnTo>
                <a:cubicBezTo>
                  <a:pt x="2141610" y="69545"/>
                  <a:pt x="2141307" y="64669"/>
                  <a:pt x="2140702" y="62651"/>
                </a:cubicBezTo>
                <a:cubicBezTo>
                  <a:pt x="2140097" y="60634"/>
                  <a:pt x="2139071" y="59070"/>
                  <a:pt x="2137625" y="57960"/>
                </a:cubicBezTo>
                <a:cubicBezTo>
                  <a:pt x="2136179" y="56850"/>
                  <a:pt x="2134581" y="56295"/>
                  <a:pt x="2132833" y="56295"/>
                </a:cubicBezTo>
                <a:cubicBezTo>
                  <a:pt x="2127049" y="56295"/>
                  <a:pt x="2121668" y="60465"/>
                  <a:pt x="2116691" y="68806"/>
                </a:cubicBezTo>
                <a:lnTo>
                  <a:pt x="2116691" y="119249"/>
                </a:lnTo>
                <a:cubicBezTo>
                  <a:pt x="2116691" y="126312"/>
                  <a:pt x="2117346" y="130784"/>
                  <a:pt x="2118658" y="132668"/>
                </a:cubicBezTo>
                <a:cubicBezTo>
                  <a:pt x="2119970" y="134551"/>
                  <a:pt x="2122408" y="135728"/>
                  <a:pt x="2125972" y="136199"/>
                </a:cubicBezTo>
                <a:lnTo>
                  <a:pt x="2125972" y="139831"/>
                </a:lnTo>
                <a:lnTo>
                  <a:pt x="2078252" y="139831"/>
                </a:lnTo>
                <a:lnTo>
                  <a:pt x="2078252" y="136199"/>
                </a:lnTo>
                <a:cubicBezTo>
                  <a:pt x="2082221" y="135795"/>
                  <a:pt x="2085046" y="134517"/>
                  <a:pt x="2086727" y="132365"/>
                </a:cubicBezTo>
                <a:cubicBezTo>
                  <a:pt x="2087870" y="130885"/>
                  <a:pt x="2088442" y="126513"/>
                  <a:pt x="2088442" y="119249"/>
                </a:cubicBezTo>
                <a:lnTo>
                  <a:pt x="2088442" y="65981"/>
                </a:lnTo>
                <a:cubicBezTo>
                  <a:pt x="2088442" y="58765"/>
                  <a:pt x="2087786" y="54272"/>
                  <a:pt x="2086475" y="52503"/>
                </a:cubicBezTo>
                <a:cubicBezTo>
                  <a:pt x="2085163" y="50733"/>
                  <a:pt x="2082422" y="49576"/>
                  <a:pt x="2078252" y="49031"/>
                </a:cubicBezTo>
                <a:lnTo>
                  <a:pt x="2078252" y="45400"/>
                </a:lnTo>
                <a:lnTo>
                  <a:pt x="2116691" y="45400"/>
                </a:lnTo>
                <a:close/>
                <a:moveTo>
                  <a:pt x="2284740" y="3027"/>
                </a:moveTo>
                <a:lnTo>
                  <a:pt x="2284740" y="111582"/>
                </a:lnTo>
                <a:cubicBezTo>
                  <a:pt x="2284740" y="118840"/>
                  <a:pt x="2284941" y="123134"/>
                  <a:pt x="2285345" y="124464"/>
                </a:cubicBezTo>
                <a:cubicBezTo>
                  <a:pt x="2285883" y="126663"/>
                  <a:pt x="2286909" y="128295"/>
                  <a:pt x="2288422" y="129360"/>
                </a:cubicBezTo>
                <a:cubicBezTo>
                  <a:pt x="2289935" y="130424"/>
                  <a:pt x="2292575" y="131089"/>
                  <a:pt x="2296342" y="131356"/>
                </a:cubicBezTo>
                <a:lnTo>
                  <a:pt x="2296342" y="134988"/>
                </a:lnTo>
                <a:lnTo>
                  <a:pt x="2256491" y="142655"/>
                </a:lnTo>
                <a:lnTo>
                  <a:pt x="2256491" y="127724"/>
                </a:lnTo>
                <a:cubicBezTo>
                  <a:pt x="2251716" y="133508"/>
                  <a:pt x="2247461" y="137443"/>
                  <a:pt x="2243729" y="139528"/>
                </a:cubicBezTo>
                <a:cubicBezTo>
                  <a:pt x="2239996" y="141613"/>
                  <a:pt x="2235775" y="142655"/>
                  <a:pt x="2231067" y="142655"/>
                </a:cubicBezTo>
                <a:cubicBezTo>
                  <a:pt x="2219028" y="142655"/>
                  <a:pt x="2209511" y="137269"/>
                  <a:pt x="2202516" y="126498"/>
                </a:cubicBezTo>
                <a:cubicBezTo>
                  <a:pt x="2196866" y="117746"/>
                  <a:pt x="2194041" y="107007"/>
                  <a:pt x="2194041" y="94283"/>
                </a:cubicBezTo>
                <a:cubicBezTo>
                  <a:pt x="2194041" y="84116"/>
                  <a:pt x="2195790" y="75010"/>
                  <a:pt x="2199288" y="66964"/>
                </a:cubicBezTo>
                <a:cubicBezTo>
                  <a:pt x="2202785" y="58918"/>
                  <a:pt x="2207577" y="52842"/>
                  <a:pt x="2213664" y="48735"/>
                </a:cubicBezTo>
                <a:cubicBezTo>
                  <a:pt x="2219751" y="44628"/>
                  <a:pt x="2226292" y="42575"/>
                  <a:pt x="2233287" y="42575"/>
                </a:cubicBezTo>
                <a:cubicBezTo>
                  <a:pt x="2237793" y="42575"/>
                  <a:pt x="2241795" y="43456"/>
                  <a:pt x="2245292" y="45220"/>
                </a:cubicBezTo>
                <a:cubicBezTo>
                  <a:pt x="2248790" y="46983"/>
                  <a:pt x="2252523" y="50070"/>
                  <a:pt x="2256491" y="54479"/>
                </a:cubicBezTo>
                <a:lnTo>
                  <a:pt x="2256491" y="26029"/>
                </a:lnTo>
                <a:cubicBezTo>
                  <a:pt x="2256491" y="18832"/>
                  <a:pt x="2256188" y="14494"/>
                  <a:pt x="2255583" y="13015"/>
                </a:cubicBezTo>
                <a:cubicBezTo>
                  <a:pt x="2254776" y="11064"/>
                  <a:pt x="2253565" y="9618"/>
                  <a:pt x="2251951" y="8676"/>
                </a:cubicBezTo>
                <a:cubicBezTo>
                  <a:pt x="2250337" y="7735"/>
                  <a:pt x="2247310" y="7264"/>
                  <a:pt x="2242871" y="7264"/>
                </a:cubicBezTo>
                <a:lnTo>
                  <a:pt x="2242871" y="3027"/>
                </a:lnTo>
                <a:lnTo>
                  <a:pt x="2284740" y="3027"/>
                </a:lnTo>
                <a:moveTo>
                  <a:pt x="2256491" y="66788"/>
                </a:moveTo>
                <a:cubicBezTo>
                  <a:pt x="2251514" y="57372"/>
                  <a:pt x="2245427" y="52663"/>
                  <a:pt x="2238230" y="52663"/>
                </a:cubicBezTo>
                <a:cubicBezTo>
                  <a:pt x="2235742" y="52663"/>
                  <a:pt x="2233690" y="53336"/>
                  <a:pt x="2232076" y="54681"/>
                </a:cubicBezTo>
                <a:cubicBezTo>
                  <a:pt x="2229588" y="56766"/>
                  <a:pt x="2227553" y="60432"/>
                  <a:pt x="2225972" y="65678"/>
                </a:cubicBezTo>
                <a:cubicBezTo>
                  <a:pt x="2224392" y="70924"/>
                  <a:pt x="2223602" y="78962"/>
                  <a:pt x="2223602" y="89790"/>
                </a:cubicBezTo>
                <a:cubicBezTo>
                  <a:pt x="2223602" y="101695"/>
                  <a:pt x="2224476" y="110506"/>
                  <a:pt x="2226225" y="116223"/>
                </a:cubicBezTo>
                <a:cubicBezTo>
                  <a:pt x="2227973" y="121940"/>
                  <a:pt x="2230361" y="126076"/>
                  <a:pt x="2233388" y="128632"/>
                </a:cubicBezTo>
                <a:cubicBezTo>
                  <a:pt x="2234935" y="129910"/>
                  <a:pt x="2237053" y="130549"/>
                  <a:pt x="2239744" y="130549"/>
                </a:cubicBezTo>
                <a:cubicBezTo>
                  <a:pt x="2245662" y="130549"/>
                  <a:pt x="2251245" y="125893"/>
                  <a:pt x="2256491" y="116582"/>
                </a:cubicBezTo>
                <a:lnTo>
                  <a:pt x="2256491" y="66788"/>
                </a:lnTo>
                <a:close/>
                <a:moveTo>
                  <a:pt x="2408902" y="10896"/>
                </a:moveTo>
                <a:lnTo>
                  <a:pt x="2408902" y="66384"/>
                </a:lnTo>
                <a:lnTo>
                  <a:pt x="2411626" y="66384"/>
                </a:lnTo>
                <a:cubicBezTo>
                  <a:pt x="2420302" y="66384"/>
                  <a:pt x="2426591" y="63660"/>
                  <a:pt x="2430492" y="58212"/>
                </a:cubicBezTo>
                <a:cubicBezTo>
                  <a:pt x="2434393" y="52764"/>
                  <a:pt x="2436881" y="44727"/>
                  <a:pt x="2437957" y="34100"/>
                </a:cubicBezTo>
                <a:lnTo>
                  <a:pt x="2441791" y="34100"/>
                </a:lnTo>
                <a:lnTo>
                  <a:pt x="2441791" y="105932"/>
                </a:lnTo>
                <a:lnTo>
                  <a:pt x="2437957" y="105932"/>
                </a:lnTo>
                <a:cubicBezTo>
                  <a:pt x="2437150" y="98105"/>
                  <a:pt x="2435452" y="91695"/>
                  <a:pt x="2432863" y="86704"/>
                </a:cubicBezTo>
                <a:cubicBezTo>
                  <a:pt x="2430273" y="81710"/>
                  <a:pt x="2427263" y="78353"/>
                  <a:pt x="2423833" y="76634"/>
                </a:cubicBezTo>
                <a:cubicBezTo>
                  <a:pt x="2420403" y="74912"/>
                  <a:pt x="2415426" y="74052"/>
                  <a:pt x="2408902" y="74052"/>
                </a:cubicBezTo>
                <a:lnTo>
                  <a:pt x="2408902" y="112591"/>
                </a:lnTo>
                <a:cubicBezTo>
                  <a:pt x="2408902" y="120124"/>
                  <a:pt x="2409221" y="124731"/>
                  <a:pt x="2409860" y="126412"/>
                </a:cubicBezTo>
                <a:cubicBezTo>
                  <a:pt x="2410499" y="128094"/>
                  <a:pt x="2411693" y="129473"/>
                  <a:pt x="2413442" y="130549"/>
                </a:cubicBezTo>
                <a:cubicBezTo>
                  <a:pt x="2415190" y="131625"/>
                  <a:pt x="2418015" y="132163"/>
                  <a:pt x="2421916" y="132163"/>
                </a:cubicBezTo>
                <a:lnTo>
                  <a:pt x="2430088" y="132163"/>
                </a:lnTo>
                <a:cubicBezTo>
                  <a:pt x="2442867" y="132163"/>
                  <a:pt x="2453107" y="129221"/>
                  <a:pt x="2460809" y="123335"/>
                </a:cubicBezTo>
                <a:cubicBezTo>
                  <a:pt x="2468510" y="117450"/>
                  <a:pt x="2474042" y="108454"/>
                  <a:pt x="2477405" y="96348"/>
                </a:cubicBezTo>
                <a:lnTo>
                  <a:pt x="2481137" y="96348"/>
                </a:lnTo>
                <a:lnTo>
                  <a:pt x="2474983" y="139831"/>
                </a:lnTo>
                <a:lnTo>
                  <a:pt x="2356743" y="139831"/>
                </a:lnTo>
                <a:lnTo>
                  <a:pt x="2356743" y="136199"/>
                </a:lnTo>
                <a:lnTo>
                  <a:pt x="2361283" y="136199"/>
                </a:lnTo>
                <a:cubicBezTo>
                  <a:pt x="2365251" y="136199"/>
                  <a:pt x="2368446" y="135489"/>
                  <a:pt x="2370867" y="134070"/>
                </a:cubicBezTo>
                <a:cubicBezTo>
                  <a:pt x="2372616" y="133123"/>
                  <a:pt x="2373961" y="131500"/>
                  <a:pt x="2374903" y="129203"/>
                </a:cubicBezTo>
                <a:cubicBezTo>
                  <a:pt x="2375642" y="127580"/>
                  <a:pt x="2376012" y="123321"/>
                  <a:pt x="2376012" y="116425"/>
                </a:cubicBezTo>
                <a:lnTo>
                  <a:pt x="2376012" y="26433"/>
                </a:lnTo>
                <a:cubicBezTo>
                  <a:pt x="2376012" y="20213"/>
                  <a:pt x="2375844" y="16393"/>
                  <a:pt x="2375508" y="14972"/>
                </a:cubicBezTo>
                <a:cubicBezTo>
                  <a:pt x="2374835" y="12608"/>
                  <a:pt x="2373591" y="10783"/>
                  <a:pt x="2371775" y="9499"/>
                </a:cubicBezTo>
                <a:cubicBezTo>
                  <a:pt x="2369219" y="7605"/>
                  <a:pt x="2365722" y="6659"/>
                  <a:pt x="2361283" y="6659"/>
                </a:cubicBezTo>
                <a:lnTo>
                  <a:pt x="2356743" y="6659"/>
                </a:lnTo>
                <a:lnTo>
                  <a:pt x="2356743" y="3027"/>
                </a:lnTo>
                <a:lnTo>
                  <a:pt x="2471250" y="3027"/>
                </a:lnTo>
                <a:lnTo>
                  <a:pt x="2471250" y="43584"/>
                </a:lnTo>
                <a:lnTo>
                  <a:pt x="2467417" y="43584"/>
                </a:lnTo>
                <a:cubicBezTo>
                  <a:pt x="2465466" y="33665"/>
                  <a:pt x="2462725" y="26547"/>
                  <a:pt x="2459194" y="22230"/>
                </a:cubicBezTo>
                <a:cubicBezTo>
                  <a:pt x="2455663" y="17913"/>
                  <a:pt x="2450669" y="14742"/>
                  <a:pt x="2444212" y="12718"/>
                </a:cubicBezTo>
                <a:cubicBezTo>
                  <a:pt x="2440446" y="11503"/>
                  <a:pt x="2433384" y="10896"/>
                  <a:pt x="2423026" y="10896"/>
                </a:cubicBezTo>
                <a:lnTo>
                  <a:pt x="2408902" y="10896"/>
                </a:lnTo>
                <a:close/>
                <a:moveTo>
                  <a:pt x="2539956" y="142655"/>
                </a:moveTo>
                <a:lnTo>
                  <a:pt x="2508176" y="69468"/>
                </a:lnTo>
                <a:cubicBezTo>
                  <a:pt x="2504343" y="60587"/>
                  <a:pt x="2501350" y="54962"/>
                  <a:pt x="2499197" y="52591"/>
                </a:cubicBezTo>
                <a:cubicBezTo>
                  <a:pt x="2497650" y="50828"/>
                  <a:pt x="2495364" y="49641"/>
                  <a:pt x="2492337" y="49031"/>
                </a:cubicBezTo>
                <a:lnTo>
                  <a:pt x="2492337" y="45400"/>
                </a:lnTo>
                <a:lnTo>
                  <a:pt x="2542478" y="45400"/>
                </a:lnTo>
                <a:lnTo>
                  <a:pt x="2542478" y="49031"/>
                </a:lnTo>
                <a:cubicBezTo>
                  <a:pt x="2539317" y="49031"/>
                  <a:pt x="2537165" y="49606"/>
                  <a:pt x="2536021" y="50756"/>
                </a:cubicBezTo>
                <a:cubicBezTo>
                  <a:pt x="2534407" y="52246"/>
                  <a:pt x="2533600" y="54005"/>
                  <a:pt x="2533600" y="56034"/>
                </a:cubicBezTo>
                <a:cubicBezTo>
                  <a:pt x="2533600" y="58537"/>
                  <a:pt x="2535080" y="63240"/>
                  <a:pt x="2538039" y="70142"/>
                </a:cubicBezTo>
                <a:lnTo>
                  <a:pt x="2553576" y="105592"/>
                </a:lnTo>
                <a:lnTo>
                  <a:pt x="2565985" y="74991"/>
                </a:lnTo>
                <a:cubicBezTo>
                  <a:pt x="2569550" y="66203"/>
                  <a:pt x="2571332" y="59984"/>
                  <a:pt x="2571332" y="56333"/>
                </a:cubicBezTo>
                <a:cubicBezTo>
                  <a:pt x="2571332" y="54238"/>
                  <a:pt x="2570576" y="52531"/>
                  <a:pt x="2569062" y="51213"/>
                </a:cubicBezTo>
                <a:cubicBezTo>
                  <a:pt x="2567549" y="49893"/>
                  <a:pt x="2564875" y="49166"/>
                  <a:pt x="2561042" y="49031"/>
                </a:cubicBezTo>
                <a:lnTo>
                  <a:pt x="2561042" y="45400"/>
                </a:lnTo>
                <a:lnTo>
                  <a:pt x="2591913" y="45400"/>
                </a:lnTo>
                <a:lnTo>
                  <a:pt x="2591913" y="49031"/>
                </a:lnTo>
                <a:cubicBezTo>
                  <a:pt x="2588954" y="49437"/>
                  <a:pt x="2586533" y="50552"/>
                  <a:pt x="2584649" y="52377"/>
                </a:cubicBezTo>
                <a:cubicBezTo>
                  <a:pt x="2582766" y="54201"/>
                  <a:pt x="2579941" y="59572"/>
                  <a:pt x="2576175" y="68490"/>
                </a:cubicBezTo>
                <a:lnTo>
                  <a:pt x="2544698" y="142655"/>
                </a:lnTo>
                <a:lnTo>
                  <a:pt x="2539956" y="142655"/>
                </a:lnTo>
                <a:close/>
                <a:moveTo>
                  <a:pt x="2652750" y="125908"/>
                </a:moveTo>
                <a:cubicBezTo>
                  <a:pt x="2641249" y="136131"/>
                  <a:pt x="2630925" y="141243"/>
                  <a:pt x="2621778" y="141243"/>
                </a:cubicBezTo>
                <a:cubicBezTo>
                  <a:pt x="2616397" y="141243"/>
                  <a:pt x="2611924" y="139472"/>
                  <a:pt x="2608359" y="135931"/>
                </a:cubicBezTo>
                <a:cubicBezTo>
                  <a:pt x="2604795" y="132387"/>
                  <a:pt x="2603012" y="127950"/>
                  <a:pt x="2603012" y="122620"/>
                </a:cubicBezTo>
                <a:cubicBezTo>
                  <a:pt x="2603012" y="115398"/>
                  <a:pt x="2606106" y="108902"/>
                  <a:pt x="2612294" y="103133"/>
                </a:cubicBezTo>
                <a:cubicBezTo>
                  <a:pt x="2618482" y="97363"/>
                  <a:pt x="2631967" y="89687"/>
                  <a:pt x="2652750" y="80105"/>
                </a:cubicBezTo>
                <a:lnTo>
                  <a:pt x="2652750" y="70621"/>
                </a:lnTo>
                <a:cubicBezTo>
                  <a:pt x="2652750" y="63492"/>
                  <a:pt x="2652363" y="59003"/>
                  <a:pt x="2651590" y="57153"/>
                </a:cubicBezTo>
                <a:cubicBezTo>
                  <a:pt x="2650816" y="55303"/>
                  <a:pt x="2649354" y="53689"/>
                  <a:pt x="2647201" y="52310"/>
                </a:cubicBezTo>
                <a:cubicBezTo>
                  <a:pt x="2645049" y="50932"/>
                  <a:pt x="2642628" y="50242"/>
                  <a:pt x="2639937" y="50242"/>
                </a:cubicBezTo>
                <a:cubicBezTo>
                  <a:pt x="2635566" y="50242"/>
                  <a:pt x="2631967" y="51217"/>
                  <a:pt x="2629142" y="53168"/>
                </a:cubicBezTo>
                <a:cubicBezTo>
                  <a:pt x="2627394" y="54379"/>
                  <a:pt x="2626519" y="55791"/>
                  <a:pt x="2626519" y="57405"/>
                </a:cubicBezTo>
                <a:cubicBezTo>
                  <a:pt x="2626519" y="58818"/>
                  <a:pt x="2627461" y="60566"/>
                  <a:pt x="2629344" y="62651"/>
                </a:cubicBezTo>
                <a:cubicBezTo>
                  <a:pt x="2631900" y="65543"/>
                  <a:pt x="2633178" y="68335"/>
                  <a:pt x="2633178" y="71025"/>
                </a:cubicBezTo>
                <a:cubicBezTo>
                  <a:pt x="2633178" y="74321"/>
                  <a:pt x="2631950" y="77129"/>
                  <a:pt x="2629495" y="79449"/>
                </a:cubicBezTo>
                <a:cubicBezTo>
                  <a:pt x="2627041" y="81770"/>
                  <a:pt x="2623829" y="82930"/>
                  <a:pt x="2619861" y="82930"/>
                </a:cubicBezTo>
                <a:cubicBezTo>
                  <a:pt x="2615623" y="82930"/>
                  <a:pt x="2612076" y="81652"/>
                  <a:pt x="2609217" y="79096"/>
                </a:cubicBezTo>
                <a:cubicBezTo>
                  <a:pt x="2606359" y="76540"/>
                  <a:pt x="2604929" y="73547"/>
                  <a:pt x="2604929" y="70117"/>
                </a:cubicBezTo>
                <a:cubicBezTo>
                  <a:pt x="2604929" y="65274"/>
                  <a:pt x="2606846" y="60650"/>
                  <a:pt x="2610680" y="56245"/>
                </a:cubicBezTo>
                <a:cubicBezTo>
                  <a:pt x="2614514" y="51840"/>
                  <a:pt x="2619861" y="48460"/>
                  <a:pt x="2626721" y="46106"/>
                </a:cubicBezTo>
                <a:cubicBezTo>
                  <a:pt x="2633581" y="43752"/>
                  <a:pt x="2640711" y="42575"/>
                  <a:pt x="2648109" y="42575"/>
                </a:cubicBezTo>
                <a:cubicBezTo>
                  <a:pt x="2657055" y="42575"/>
                  <a:pt x="2664134" y="44480"/>
                  <a:pt x="2669346" y="48291"/>
                </a:cubicBezTo>
                <a:cubicBezTo>
                  <a:pt x="2674559" y="52099"/>
                  <a:pt x="2677938" y="56228"/>
                  <a:pt x="2679485" y="60678"/>
                </a:cubicBezTo>
                <a:cubicBezTo>
                  <a:pt x="2680427" y="63509"/>
                  <a:pt x="2680898" y="70014"/>
                  <a:pt x="2680898" y="80193"/>
                </a:cubicBezTo>
                <a:lnTo>
                  <a:pt x="2680898" y="116901"/>
                </a:lnTo>
                <a:cubicBezTo>
                  <a:pt x="2680898" y="121216"/>
                  <a:pt x="2681066" y="123930"/>
                  <a:pt x="2681402" y="125044"/>
                </a:cubicBezTo>
                <a:cubicBezTo>
                  <a:pt x="2681739" y="126156"/>
                  <a:pt x="2682243" y="126982"/>
                  <a:pt x="2682916" y="127522"/>
                </a:cubicBezTo>
                <a:cubicBezTo>
                  <a:pt x="2683588" y="128060"/>
                  <a:pt x="2684362" y="128329"/>
                  <a:pt x="2685236" y="128329"/>
                </a:cubicBezTo>
                <a:cubicBezTo>
                  <a:pt x="2686985" y="128329"/>
                  <a:pt x="2688767" y="127085"/>
                  <a:pt x="2690583" y="124596"/>
                </a:cubicBezTo>
                <a:lnTo>
                  <a:pt x="2693610" y="127018"/>
                </a:lnTo>
                <a:cubicBezTo>
                  <a:pt x="2690247" y="131995"/>
                  <a:pt x="2686766" y="135610"/>
                  <a:pt x="2683168" y="137863"/>
                </a:cubicBezTo>
                <a:cubicBezTo>
                  <a:pt x="2679569" y="140116"/>
                  <a:pt x="2675484" y="141243"/>
                  <a:pt x="2670910" y="141243"/>
                </a:cubicBezTo>
                <a:cubicBezTo>
                  <a:pt x="2665529" y="141243"/>
                  <a:pt x="2661326" y="139973"/>
                  <a:pt x="2658299" y="137434"/>
                </a:cubicBezTo>
                <a:cubicBezTo>
                  <a:pt x="2655272" y="134895"/>
                  <a:pt x="2653423" y="131053"/>
                  <a:pt x="2652750" y="125908"/>
                </a:cubicBezTo>
                <a:moveTo>
                  <a:pt x="2652750" y="118442"/>
                </a:moveTo>
                <a:lnTo>
                  <a:pt x="2652750" y="86883"/>
                </a:lnTo>
                <a:cubicBezTo>
                  <a:pt x="2644612" y="91682"/>
                  <a:pt x="2638559" y="96819"/>
                  <a:pt x="2634590" y="102294"/>
                </a:cubicBezTo>
                <a:cubicBezTo>
                  <a:pt x="2631967" y="105943"/>
                  <a:pt x="2630656" y="109626"/>
                  <a:pt x="2630656" y="113344"/>
                </a:cubicBezTo>
                <a:cubicBezTo>
                  <a:pt x="2630656" y="116453"/>
                  <a:pt x="2631765" y="119191"/>
                  <a:pt x="2633985" y="121557"/>
                </a:cubicBezTo>
                <a:cubicBezTo>
                  <a:pt x="2635666" y="123382"/>
                  <a:pt x="2638021" y="124294"/>
                  <a:pt x="2641047" y="124294"/>
                </a:cubicBezTo>
                <a:cubicBezTo>
                  <a:pt x="2644410" y="124294"/>
                  <a:pt x="2648311" y="122343"/>
                  <a:pt x="2652750" y="118442"/>
                </a:cubicBezTo>
                <a:close/>
                <a:moveTo>
                  <a:pt x="2740925" y="3027"/>
                </a:moveTo>
                <a:lnTo>
                  <a:pt x="2740925" y="120258"/>
                </a:lnTo>
                <a:cubicBezTo>
                  <a:pt x="2740925" y="126917"/>
                  <a:pt x="2741699" y="131171"/>
                  <a:pt x="2743246" y="133021"/>
                </a:cubicBezTo>
                <a:cubicBezTo>
                  <a:pt x="2744793" y="134870"/>
                  <a:pt x="2747819" y="135930"/>
                  <a:pt x="2752326" y="136199"/>
                </a:cubicBezTo>
                <a:lnTo>
                  <a:pt x="2752326" y="139831"/>
                </a:lnTo>
                <a:lnTo>
                  <a:pt x="2701377" y="139831"/>
                </a:lnTo>
                <a:lnTo>
                  <a:pt x="2701377" y="136199"/>
                </a:lnTo>
                <a:cubicBezTo>
                  <a:pt x="2705547" y="136064"/>
                  <a:pt x="2708641" y="134853"/>
                  <a:pt x="2710659" y="132567"/>
                </a:cubicBezTo>
                <a:cubicBezTo>
                  <a:pt x="2712004" y="131020"/>
                  <a:pt x="2712677" y="126917"/>
                  <a:pt x="2712677" y="120258"/>
                </a:cubicBezTo>
                <a:lnTo>
                  <a:pt x="2712677" y="22599"/>
                </a:lnTo>
                <a:cubicBezTo>
                  <a:pt x="2712677" y="15965"/>
                  <a:pt x="2711903" y="11719"/>
                  <a:pt x="2710356" y="9859"/>
                </a:cubicBezTo>
                <a:cubicBezTo>
                  <a:pt x="2708809" y="7996"/>
                  <a:pt x="2705816" y="6930"/>
                  <a:pt x="2701377" y="6659"/>
                </a:cubicBezTo>
                <a:lnTo>
                  <a:pt x="2701377" y="3027"/>
                </a:lnTo>
                <a:lnTo>
                  <a:pt x="2740925" y="3027"/>
                </a:lnTo>
                <a:close/>
                <a:moveTo>
                  <a:pt x="2852542" y="45400"/>
                </a:moveTo>
                <a:lnTo>
                  <a:pt x="2852542" y="119249"/>
                </a:lnTo>
                <a:cubicBezTo>
                  <a:pt x="2852542" y="126490"/>
                  <a:pt x="2853214" y="131007"/>
                  <a:pt x="2854560" y="132800"/>
                </a:cubicBezTo>
                <a:cubicBezTo>
                  <a:pt x="2855905" y="134593"/>
                  <a:pt x="2858629" y="135726"/>
                  <a:pt x="2862732" y="136199"/>
                </a:cubicBezTo>
                <a:lnTo>
                  <a:pt x="2862732" y="139831"/>
                </a:lnTo>
                <a:lnTo>
                  <a:pt x="2824293" y="139831"/>
                </a:lnTo>
                <a:lnTo>
                  <a:pt x="2824293" y="127220"/>
                </a:lnTo>
                <a:cubicBezTo>
                  <a:pt x="2819787" y="132600"/>
                  <a:pt x="2815281" y="136518"/>
                  <a:pt x="2810774" y="138973"/>
                </a:cubicBezTo>
                <a:cubicBezTo>
                  <a:pt x="2806268" y="141428"/>
                  <a:pt x="2801224" y="142655"/>
                  <a:pt x="2795641" y="142655"/>
                </a:cubicBezTo>
                <a:cubicBezTo>
                  <a:pt x="2790328" y="142655"/>
                  <a:pt x="2785603" y="141024"/>
                  <a:pt x="2781466" y="137762"/>
                </a:cubicBezTo>
                <a:cubicBezTo>
                  <a:pt x="2777330" y="134500"/>
                  <a:pt x="2774556" y="130683"/>
                  <a:pt x="2773143" y="126312"/>
                </a:cubicBezTo>
                <a:cubicBezTo>
                  <a:pt x="2771731" y="121940"/>
                  <a:pt x="2771024" y="114306"/>
                  <a:pt x="2771024" y="103410"/>
                </a:cubicBezTo>
                <a:lnTo>
                  <a:pt x="2771024" y="65981"/>
                </a:lnTo>
                <a:cubicBezTo>
                  <a:pt x="2771024" y="58765"/>
                  <a:pt x="2770369" y="54272"/>
                  <a:pt x="2769057" y="52503"/>
                </a:cubicBezTo>
                <a:cubicBezTo>
                  <a:pt x="2767746" y="50733"/>
                  <a:pt x="2765005" y="49576"/>
                  <a:pt x="2760835" y="49031"/>
                </a:cubicBezTo>
                <a:lnTo>
                  <a:pt x="2760835" y="45400"/>
                </a:lnTo>
                <a:lnTo>
                  <a:pt x="2799273" y="45400"/>
                </a:lnTo>
                <a:lnTo>
                  <a:pt x="2799273" y="109946"/>
                </a:lnTo>
                <a:cubicBezTo>
                  <a:pt x="2799273" y="116680"/>
                  <a:pt x="2799593" y="121023"/>
                  <a:pt x="2800231" y="122976"/>
                </a:cubicBezTo>
                <a:cubicBezTo>
                  <a:pt x="2800870" y="124929"/>
                  <a:pt x="2801879" y="126410"/>
                  <a:pt x="2803258" y="127421"/>
                </a:cubicBezTo>
                <a:cubicBezTo>
                  <a:pt x="2804637" y="128430"/>
                  <a:pt x="2806234" y="128935"/>
                  <a:pt x="2808050" y="128935"/>
                </a:cubicBezTo>
                <a:cubicBezTo>
                  <a:pt x="2810472" y="128935"/>
                  <a:pt x="2812658" y="128296"/>
                  <a:pt x="2814608" y="127018"/>
                </a:cubicBezTo>
                <a:cubicBezTo>
                  <a:pt x="2817298" y="125269"/>
                  <a:pt x="2820527" y="121738"/>
                  <a:pt x="2824293" y="116425"/>
                </a:cubicBezTo>
                <a:lnTo>
                  <a:pt x="2824293" y="65981"/>
                </a:lnTo>
                <a:cubicBezTo>
                  <a:pt x="2824293" y="58765"/>
                  <a:pt x="2823637" y="54272"/>
                  <a:pt x="2822326" y="52503"/>
                </a:cubicBezTo>
                <a:cubicBezTo>
                  <a:pt x="2821014" y="50733"/>
                  <a:pt x="2818274" y="49576"/>
                  <a:pt x="2814104" y="49031"/>
                </a:cubicBezTo>
                <a:lnTo>
                  <a:pt x="2814104" y="45400"/>
                </a:lnTo>
                <a:lnTo>
                  <a:pt x="2852542" y="45400"/>
                </a:lnTo>
                <a:close/>
                <a:moveTo>
                  <a:pt x="2928379" y="125908"/>
                </a:moveTo>
                <a:cubicBezTo>
                  <a:pt x="2916878" y="136131"/>
                  <a:pt x="2906554" y="141243"/>
                  <a:pt x="2897407" y="141243"/>
                </a:cubicBezTo>
                <a:cubicBezTo>
                  <a:pt x="2892026" y="141243"/>
                  <a:pt x="2887553" y="139472"/>
                  <a:pt x="2883989" y="135931"/>
                </a:cubicBezTo>
                <a:cubicBezTo>
                  <a:pt x="2880424" y="132387"/>
                  <a:pt x="2878641" y="127950"/>
                  <a:pt x="2878641" y="122620"/>
                </a:cubicBezTo>
                <a:cubicBezTo>
                  <a:pt x="2878641" y="115398"/>
                  <a:pt x="2881735" y="108902"/>
                  <a:pt x="2887923" y="103133"/>
                </a:cubicBezTo>
                <a:cubicBezTo>
                  <a:pt x="2894111" y="97363"/>
                  <a:pt x="2907596" y="89687"/>
                  <a:pt x="2928379" y="80105"/>
                </a:cubicBezTo>
                <a:lnTo>
                  <a:pt x="2928379" y="70621"/>
                </a:lnTo>
                <a:cubicBezTo>
                  <a:pt x="2928379" y="63492"/>
                  <a:pt x="2927992" y="59003"/>
                  <a:pt x="2927219" y="57153"/>
                </a:cubicBezTo>
                <a:cubicBezTo>
                  <a:pt x="2926445" y="55303"/>
                  <a:pt x="2924983" y="53689"/>
                  <a:pt x="2922830" y="52310"/>
                </a:cubicBezTo>
                <a:cubicBezTo>
                  <a:pt x="2920678" y="50932"/>
                  <a:pt x="2918257" y="50242"/>
                  <a:pt x="2915566" y="50242"/>
                </a:cubicBezTo>
                <a:cubicBezTo>
                  <a:pt x="2911195" y="50242"/>
                  <a:pt x="2907596" y="51217"/>
                  <a:pt x="2904771" y="53168"/>
                </a:cubicBezTo>
                <a:cubicBezTo>
                  <a:pt x="2903023" y="54379"/>
                  <a:pt x="2902148" y="55791"/>
                  <a:pt x="2902148" y="57405"/>
                </a:cubicBezTo>
                <a:cubicBezTo>
                  <a:pt x="2902148" y="58818"/>
                  <a:pt x="2903090" y="60566"/>
                  <a:pt x="2904973" y="62651"/>
                </a:cubicBezTo>
                <a:cubicBezTo>
                  <a:pt x="2907529" y="65543"/>
                  <a:pt x="2908807" y="68335"/>
                  <a:pt x="2908807" y="71025"/>
                </a:cubicBezTo>
                <a:cubicBezTo>
                  <a:pt x="2908807" y="74321"/>
                  <a:pt x="2907579" y="77129"/>
                  <a:pt x="2905125" y="79449"/>
                </a:cubicBezTo>
                <a:cubicBezTo>
                  <a:pt x="2902670" y="81770"/>
                  <a:pt x="2899458" y="82930"/>
                  <a:pt x="2895490" y="82930"/>
                </a:cubicBezTo>
                <a:cubicBezTo>
                  <a:pt x="2891252" y="82930"/>
                  <a:pt x="2887705" y="81652"/>
                  <a:pt x="2884846" y="79096"/>
                </a:cubicBezTo>
                <a:cubicBezTo>
                  <a:pt x="2881988" y="76540"/>
                  <a:pt x="2880558" y="73547"/>
                  <a:pt x="2880558" y="70117"/>
                </a:cubicBezTo>
                <a:cubicBezTo>
                  <a:pt x="2880558" y="65274"/>
                  <a:pt x="2882475" y="60650"/>
                  <a:pt x="2886309" y="56245"/>
                </a:cubicBezTo>
                <a:cubicBezTo>
                  <a:pt x="2890143" y="51840"/>
                  <a:pt x="2895490" y="48460"/>
                  <a:pt x="2902350" y="46106"/>
                </a:cubicBezTo>
                <a:cubicBezTo>
                  <a:pt x="2909210" y="43752"/>
                  <a:pt x="2916340" y="42575"/>
                  <a:pt x="2923738" y="42575"/>
                </a:cubicBezTo>
                <a:cubicBezTo>
                  <a:pt x="2932684" y="42575"/>
                  <a:pt x="2939763" y="44480"/>
                  <a:pt x="2944975" y="48291"/>
                </a:cubicBezTo>
                <a:cubicBezTo>
                  <a:pt x="2950188" y="52099"/>
                  <a:pt x="2953567" y="56228"/>
                  <a:pt x="2955114" y="60678"/>
                </a:cubicBezTo>
                <a:cubicBezTo>
                  <a:pt x="2956056" y="63509"/>
                  <a:pt x="2956527" y="70014"/>
                  <a:pt x="2956527" y="80193"/>
                </a:cubicBezTo>
                <a:lnTo>
                  <a:pt x="2956527" y="116901"/>
                </a:lnTo>
                <a:cubicBezTo>
                  <a:pt x="2956527" y="121216"/>
                  <a:pt x="2956695" y="123930"/>
                  <a:pt x="2957031" y="125044"/>
                </a:cubicBezTo>
                <a:cubicBezTo>
                  <a:pt x="2957368" y="126156"/>
                  <a:pt x="2957872" y="126982"/>
                  <a:pt x="2958545" y="127522"/>
                </a:cubicBezTo>
                <a:cubicBezTo>
                  <a:pt x="2959217" y="128060"/>
                  <a:pt x="2959991" y="128329"/>
                  <a:pt x="2960865" y="128329"/>
                </a:cubicBezTo>
                <a:cubicBezTo>
                  <a:pt x="2962614" y="128329"/>
                  <a:pt x="2964396" y="127085"/>
                  <a:pt x="2966212" y="124596"/>
                </a:cubicBezTo>
                <a:lnTo>
                  <a:pt x="2969239" y="127018"/>
                </a:lnTo>
                <a:cubicBezTo>
                  <a:pt x="2965876" y="131995"/>
                  <a:pt x="2962395" y="135610"/>
                  <a:pt x="2958797" y="137863"/>
                </a:cubicBezTo>
                <a:cubicBezTo>
                  <a:pt x="2955199" y="140116"/>
                  <a:pt x="2951113" y="141243"/>
                  <a:pt x="2946539" y="141243"/>
                </a:cubicBezTo>
                <a:cubicBezTo>
                  <a:pt x="2941158" y="141243"/>
                  <a:pt x="2936955" y="139973"/>
                  <a:pt x="2933928" y="137434"/>
                </a:cubicBezTo>
                <a:cubicBezTo>
                  <a:pt x="2930901" y="134895"/>
                  <a:pt x="2929052" y="131053"/>
                  <a:pt x="2928379" y="125908"/>
                </a:cubicBezTo>
                <a:moveTo>
                  <a:pt x="2928379" y="118442"/>
                </a:moveTo>
                <a:lnTo>
                  <a:pt x="2928379" y="86883"/>
                </a:lnTo>
                <a:cubicBezTo>
                  <a:pt x="2920241" y="91682"/>
                  <a:pt x="2914188" y="96819"/>
                  <a:pt x="2910219" y="102294"/>
                </a:cubicBezTo>
                <a:cubicBezTo>
                  <a:pt x="2907596" y="105943"/>
                  <a:pt x="2906285" y="109626"/>
                  <a:pt x="2906285" y="113344"/>
                </a:cubicBezTo>
                <a:cubicBezTo>
                  <a:pt x="2906285" y="116453"/>
                  <a:pt x="2907394" y="119191"/>
                  <a:pt x="2909614" y="121557"/>
                </a:cubicBezTo>
                <a:cubicBezTo>
                  <a:pt x="2911295" y="123382"/>
                  <a:pt x="2913650" y="124294"/>
                  <a:pt x="2916676" y="124294"/>
                </a:cubicBezTo>
                <a:cubicBezTo>
                  <a:pt x="2920039" y="124294"/>
                  <a:pt x="2923940" y="122343"/>
                  <a:pt x="2928379" y="118442"/>
                </a:cubicBezTo>
                <a:close/>
                <a:moveTo>
                  <a:pt x="3017058" y="10694"/>
                </a:moveTo>
                <a:lnTo>
                  <a:pt x="3017058" y="45400"/>
                </a:lnTo>
                <a:lnTo>
                  <a:pt x="3039456" y="45400"/>
                </a:lnTo>
                <a:lnTo>
                  <a:pt x="3039456" y="55287"/>
                </a:lnTo>
                <a:lnTo>
                  <a:pt x="3017058" y="55287"/>
                </a:lnTo>
                <a:lnTo>
                  <a:pt x="3017058" y="113656"/>
                </a:lnTo>
                <a:cubicBezTo>
                  <a:pt x="3017058" y="119119"/>
                  <a:pt x="3017311" y="122643"/>
                  <a:pt x="3017815" y="124228"/>
                </a:cubicBezTo>
                <a:cubicBezTo>
                  <a:pt x="3018320" y="125812"/>
                  <a:pt x="3019211" y="127095"/>
                  <a:pt x="3020489" y="128074"/>
                </a:cubicBezTo>
                <a:cubicBezTo>
                  <a:pt x="3021767" y="129051"/>
                  <a:pt x="3022944" y="129540"/>
                  <a:pt x="3024020" y="129540"/>
                </a:cubicBezTo>
                <a:cubicBezTo>
                  <a:pt x="3028392" y="129540"/>
                  <a:pt x="3032528" y="126177"/>
                  <a:pt x="3036429" y="119451"/>
                </a:cubicBezTo>
                <a:lnTo>
                  <a:pt x="3039456" y="121693"/>
                </a:lnTo>
                <a:cubicBezTo>
                  <a:pt x="3034008" y="134726"/>
                  <a:pt x="3025163" y="141243"/>
                  <a:pt x="3012922" y="141243"/>
                </a:cubicBezTo>
                <a:cubicBezTo>
                  <a:pt x="3006936" y="141243"/>
                  <a:pt x="3001875" y="139573"/>
                  <a:pt x="2997738" y="136233"/>
                </a:cubicBezTo>
                <a:cubicBezTo>
                  <a:pt x="2993602" y="132891"/>
                  <a:pt x="2990962" y="129162"/>
                  <a:pt x="2989819" y="125044"/>
                </a:cubicBezTo>
                <a:cubicBezTo>
                  <a:pt x="2989146" y="122749"/>
                  <a:pt x="2988810" y="116539"/>
                  <a:pt x="2988810" y="106415"/>
                </a:cubicBezTo>
                <a:lnTo>
                  <a:pt x="2988810" y="55287"/>
                </a:lnTo>
                <a:lnTo>
                  <a:pt x="2976502" y="55287"/>
                </a:lnTo>
                <a:lnTo>
                  <a:pt x="2976502" y="51746"/>
                </a:lnTo>
                <a:cubicBezTo>
                  <a:pt x="2984976" y="45747"/>
                  <a:pt x="2992190" y="39445"/>
                  <a:pt x="2998142" y="32839"/>
                </a:cubicBezTo>
                <a:cubicBezTo>
                  <a:pt x="3004094" y="26233"/>
                  <a:pt x="3009290" y="18851"/>
                  <a:pt x="3013729" y="10694"/>
                </a:cubicBezTo>
                <a:lnTo>
                  <a:pt x="3017058" y="10694"/>
                </a:lnTo>
                <a:close/>
                <a:moveTo>
                  <a:pt x="3071133" y="0"/>
                </a:moveTo>
                <a:cubicBezTo>
                  <a:pt x="3075505" y="0"/>
                  <a:pt x="3079204" y="1535"/>
                  <a:pt x="3082231" y="4606"/>
                </a:cubicBezTo>
                <a:cubicBezTo>
                  <a:pt x="3085258" y="7675"/>
                  <a:pt x="3086771" y="11369"/>
                  <a:pt x="3086771" y="15688"/>
                </a:cubicBezTo>
                <a:cubicBezTo>
                  <a:pt x="3086771" y="20007"/>
                  <a:pt x="3085241" y="23686"/>
                  <a:pt x="3082181" y="26723"/>
                </a:cubicBezTo>
                <a:cubicBezTo>
                  <a:pt x="3079120" y="29758"/>
                  <a:pt x="3075438" y="31275"/>
                  <a:pt x="3071133" y="31275"/>
                </a:cubicBezTo>
                <a:cubicBezTo>
                  <a:pt x="3066829" y="31275"/>
                  <a:pt x="3063163" y="29758"/>
                  <a:pt x="3060137" y="26723"/>
                </a:cubicBezTo>
                <a:cubicBezTo>
                  <a:pt x="3057110" y="23686"/>
                  <a:pt x="3055597" y="20007"/>
                  <a:pt x="3055597" y="15688"/>
                </a:cubicBezTo>
                <a:cubicBezTo>
                  <a:pt x="3055597" y="11369"/>
                  <a:pt x="3057110" y="7675"/>
                  <a:pt x="3060137" y="4606"/>
                </a:cubicBezTo>
                <a:cubicBezTo>
                  <a:pt x="3063163" y="1535"/>
                  <a:pt x="3066829" y="0"/>
                  <a:pt x="3071133" y="0"/>
                </a:cubicBezTo>
                <a:moveTo>
                  <a:pt x="3085258" y="45400"/>
                </a:moveTo>
                <a:lnTo>
                  <a:pt x="3085258" y="120258"/>
                </a:lnTo>
                <a:cubicBezTo>
                  <a:pt x="3085258" y="126917"/>
                  <a:pt x="3086031" y="131171"/>
                  <a:pt x="3087578" y="133021"/>
                </a:cubicBezTo>
                <a:cubicBezTo>
                  <a:pt x="3089125" y="134870"/>
                  <a:pt x="3092152" y="135930"/>
                  <a:pt x="3096658" y="136199"/>
                </a:cubicBezTo>
                <a:lnTo>
                  <a:pt x="3096658" y="139831"/>
                </a:lnTo>
                <a:lnTo>
                  <a:pt x="3045710" y="139831"/>
                </a:lnTo>
                <a:lnTo>
                  <a:pt x="3045710" y="136199"/>
                </a:lnTo>
                <a:cubicBezTo>
                  <a:pt x="3049880" y="136064"/>
                  <a:pt x="3052974" y="134853"/>
                  <a:pt x="3054991" y="132567"/>
                </a:cubicBezTo>
                <a:cubicBezTo>
                  <a:pt x="3056337" y="131020"/>
                  <a:pt x="3057009" y="126917"/>
                  <a:pt x="3057009" y="120258"/>
                </a:cubicBezTo>
                <a:lnTo>
                  <a:pt x="3057009" y="65174"/>
                </a:lnTo>
                <a:cubicBezTo>
                  <a:pt x="3057009" y="58431"/>
                  <a:pt x="3056236" y="54123"/>
                  <a:pt x="3054689" y="52250"/>
                </a:cubicBezTo>
                <a:cubicBezTo>
                  <a:pt x="3053142" y="50378"/>
                  <a:pt x="3050149" y="49305"/>
                  <a:pt x="3045710" y="49031"/>
                </a:cubicBezTo>
                <a:lnTo>
                  <a:pt x="3045710" y="45400"/>
                </a:lnTo>
                <a:lnTo>
                  <a:pt x="3085258" y="45400"/>
                </a:lnTo>
                <a:close/>
                <a:moveTo>
                  <a:pt x="3150365" y="42575"/>
                </a:moveTo>
                <a:cubicBezTo>
                  <a:pt x="3158570" y="42575"/>
                  <a:pt x="3166204" y="44695"/>
                  <a:pt x="3173266" y="48937"/>
                </a:cubicBezTo>
                <a:cubicBezTo>
                  <a:pt x="3180328" y="53178"/>
                  <a:pt x="3185692" y="59204"/>
                  <a:pt x="3189358" y="67015"/>
                </a:cubicBezTo>
                <a:cubicBezTo>
                  <a:pt x="3193023" y="74825"/>
                  <a:pt x="3194856" y="83375"/>
                  <a:pt x="3194856" y="92665"/>
                </a:cubicBezTo>
                <a:cubicBezTo>
                  <a:pt x="3194856" y="106063"/>
                  <a:pt x="3191460" y="117273"/>
                  <a:pt x="3184667" y="126296"/>
                </a:cubicBezTo>
                <a:cubicBezTo>
                  <a:pt x="3176461" y="137202"/>
                  <a:pt x="3165128" y="142655"/>
                  <a:pt x="3150667" y="142655"/>
                </a:cubicBezTo>
                <a:cubicBezTo>
                  <a:pt x="3136476" y="142655"/>
                  <a:pt x="3125546" y="137673"/>
                  <a:pt x="3117879" y="127708"/>
                </a:cubicBezTo>
                <a:cubicBezTo>
                  <a:pt x="3110211" y="117743"/>
                  <a:pt x="3106378" y="106197"/>
                  <a:pt x="3106378" y="93069"/>
                </a:cubicBezTo>
                <a:cubicBezTo>
                  <a:pt x="3106378" y="79537"/>
                  <a:pt x="3110295" y="67739"/>
                  <a:pt x="3118131" y="57673"/>
                </a:cubicBezTo>
                <a:cubicBezTo>
                  <a:pt x="3125967" y="47608"/>
                  <a:pt x="3136711" y="42575"/>
                  <a:pt x="3150365" y="42575"/>
                </a:cubicBezTo>
                <a:moveTo>
                  <a:pt x="3150768" y="49637"/>
                </a:moveTo>
                <a:cubicBezTo>
                  <a:pt x="3147338" y="49637"/>
                  <a:pt x="3144395" y="50934"/>
                  <a:pt x="3141941" y="53527"/>
                </a:cubicBezTo>
                <a:cubicBezTo>
                  <a:pt x="3139486" y="56119"/>
                  <a:pt x="3137871" y="61236"/>
                  <a:pt x="3137098" y="68878"/>
                </a:cubicBezTo>
                <a:cubicBezTo>
                  <a:pt x="3136324" y="76520"/>
                  <a:pt x="3135938" y="87143"/>
                  <a:pt x="3135938" y="100746"/>
                </a:cubicBezTo>
                <a:cubicBezTo>
                  <a:pt x="3135938" y="107951"/>
                  <a:pt x="3136409" y="114685"/>
                  <a:pt x="3137350" y="120949"/>
                </a:cubicBezTo>
                <a:cubicBezTo>
                  <a:pt x="3138090" y="125728"/>
                  <a:pt x="3139671" y="129364"/>
                  <a:pt x="3142092" y="131857"/>
                </a:cubicBezTo>
                <a:cubicBezTo>
                  <a:pt x="3144513" y="134348"/>
                  <a:pt x="3147271" y="135593"/>
                  <a:pt x="3150365" y="135593"/>
                </a:cubicBezTo>
                <a:cubicBezTo>
                  <a:pt x="3153391" y="135593"/>
                  <a:pt x="3155914" y="134751"/>
                  <a:pt x="3157931" y="133068"/>
                </a:cubicBezTo>
                <a:cubicBezTo>
                  <a:pt x="3160554" y="130779"/>
                  <a:pt x="3162303" y="127580"/>
                  <a:pt x="3163177" y="123471"/>
                </a:cubicBezTo>
                <a:cubicBezTo>
                  <a:pt x="3164523" y="117075"/>
                  <a:pt x="3165195" y="104147"/>
                  <a:pt x="3165195" y="84686"/>
                </a:cubicBezTo>
                <a:cubicBezTo>
                  <a:pt x="3165195" y="73239"/>
                  <a:pt x="3164556" y="65378"/>
                  <a:pt x="3163278" y="61103"/>
                </a:cubicBezTo>
                <a:cubicBezTo>
                  <a:pt x="3162000" y="56826"/>
                  <a:pt x="3160117" y="53711"/>
                  <a:pt x="3157629" y="51759"/>
                </a:cubicBezTo>
                <a:cubicBezTo>
                  <a:pt x="3155880" y="50344"/>
                  <a:pt x="3153593" y="49637"/>
                  <a:pt x="3150768" y="49637"/>
                </a:cubicBezTo>
                <a:close/>
                <a:moveTo>
                  <a:pt x="3247721" y="45400"/>
                </a:moveTo>
                <a:lnTo>
                  <a:pt x="3247721" y="57708"/>
                </a:lnTo>
                <a:cubicBezTo>
                  <a:pt x="3252564" y="52426"/>
                  <a:pt x="3257205" y="48584"/>
                  <a:pt x="3261644" y="46181"/>
                </a:cubicBezTo>
                <a:cubicBezTo>
                  <a:pt x="3266083" y="43777"/>
                  <a:pt x="3270858" y="42575"/>
                  <a:pt x="3275970" y="42575"/>
                </a:cubicBezTo>
                <a:cubicBezTo>
                  <a:pt x="3282090" y="42575"/>
                  <a:pt x="3287168" y="44275"/>
                  <a:pt x="3291204" y="47676"/>
                </a:cubicBezTo>
                <a:cubicBezTo>
                  <a:pt x="3295239" y="51077"/>
                  <a:pt x="3297930" y="55302"/>
                  <a:pt x="3299275" y="60353"/>
                </a:cubicBezTo>
                <a:cubicBezTo>
                  <a:pt x="3300351" y="64193"/>
                  <a:pt x="3300889" y="71568"/>
                  <a:pt x="3300889" y="82479"/>
                </a:cubicBezTo>
                <a:lnTo>
                  <a:pt x="3300889" y="119249"/>
                </a:lnTo>
                <a:cubicBezTo>
                  <a:pt x="3300889" y="126513"/>
                  <a:pt x="3301545" y="131036"/>
                  <a:pt x="3302856" y="132819"/>
                </a:cubicBezTo>
                <a:cubicBezTo>
                  <a:pt x="3304168" y="134601"/>
                  <a:pt x="3306909" y="135728"/>
                  <a:pt x="3311079" y="136199"/>
                </a:cubicBezTo>
                <a:lnTo>
                  <a:pt x="3311079" y="139831"/>
                </a:lnTo>
                <a:lnTo>
                  <a:pt x="3263359" y="139831"/>
                </a:lnTo>
                <a:lnTo>
                  <a:pt x="3263359" y="136199"/>
                </a:lnTo>
                <a:cubicBezTo>
                  <a:pt x="3266924" y="135728"/>
                  <a:pt x="3269479" y="134248"/>
                  <a:pt x="3271026" y="131760"/>
                </a:cubicBezTo>
                <a:cubicBezTo>
                  <a:pt x="3272102" y="130078"/>
                  <a:pt x="3272641" y="125908"/>
                  <a:pt x="3272641" y="119249"/>
                </a:cubicBezTo>
                <a:lnTo>
                  <a:pt x="3272641" y="77280"/>
                </a:lnTo>
                <a:cubicBezTo>
                  <a:pt x="3272641" y="69545"/>
                  <a:pt x="3272338" y="64669"/>
                  <a:pt x="3271733" y="62651"/>
                </a:cubicBezTo>
                <a:cubicBezTo>
                  <a:pt x="3271127" y="60634"/>
                  <a:pt x="3270102" y="59070"/>
                  <a:pt x="3268655" y="57960"/>
                </a:cubicBezTo>
                <a:cubicBezTo>
                  <a:pt x="3267209" y="56850"/>
                  <a:pt x="3265612" y="56295"/>
                  <a:pt x="3263863" y="56295"/>
                </a:cubicBezTo>
                <a:cubicBezTo>
                  <a:pt x="3258079" y="56295"/>
                  <a:pt x="3252698" y="60465"/>
                  <a:pt x="3247721" y="68806"/>
                </a:cubicBezTo>
                <a:lnTo>
                  <a:pt x="3247721" y="119249"/>
                </a:lnTo>
                <a:cubicBezTo>
                  <a:pt x="3247721" y="126312"/>
                  <a:pt x="3248377" y="130784"/>
                  <a:pt x="3249689" y="132668"/>
                </a:cubicBezTo>
                <a:cubicBezTo>
                  <a:pt x="3251000" y="134551"/>
                  <a:pt x="3253438" y="135728"/>
                  <a:pt x="3257003" y="136199"/>
                </a:cubicBezTo>
                <a:lnTo>
                  <a:pt x="3257003" y="139831"/>
                </a:lnTo>
                <a:lnTo>
                  <a:pt x="3209283" y="139831"/>
                </a:lnTo>
                <a:lnTo>
                  <a:pt x="3209283" y="136199"/>
                </a:lnTo>
                <a:cubicBezTo>
                  <a:pt x="3213251" y="135795"/>
                  <a:pt x="3216076" y="134517"/>
                  <a:pt x="3217758" y="132365"/>
                </a:cubicBezTo>
                <a:cubicBezTo>
                  <a:pt x="3218901" y="130885"/>
                  <a:pt x="3219473" y="126513"/>
                  <a:pt x="3219473" y="119249"/>
                </a:cubicBezTo>
                <a:lnTo>
                  <a:pt x="3219473" y="65981"/>
                </a:lnTo>
                <a:cubicBezTo>
                  <a:pt x="3219473" y="58765"/>
                  <a:pt x="3218817" y="54272"/>
                  <a:pt x="3217505" y="52503"/>
                </a:cubicBezTo>
                <a:cubicBezTo>
                  <a:pt x="3216194" y="50733"/>
                  <a:pt x="3213453" y="49576"/>
                  <a:pt x="3209283" y="49031"/>
                </a:cubicBezTo>
                <a:lnTo>
                  <a:pt x="3209283" y="45400"/>
                </a:lnTo>
                <a:lnTo>
                  <a:pt x="3247721" y="45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AFCBF-6F66-4056-BEBA-6E75EADB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253" y="1864811"/>
            <a:ext cx="943292" cy="10"/>
          </a:xfrm>
          <a:custGeom xmlns:a="http://schemas.openxmlformats.org/drawingml/2006/main">
            <a:pathLst>
              <a:path w="943292" h="1" fill="none">
                <a:moveTo>
                  <a:pt x="0" y="0"/>
                </a:moveTo>
                <a:lnTo>
                  <a:pt x="9432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25296-39C8-415B-9234-BA382BA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52" y="1833023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086F6-222C-44B8-9FCF-D4DEC26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52" y="1833023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63FFA-728C-4625-A4E7-B1C1775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90" y="1888651"/>
            <a:ext cx="627802" cy="190725"/>
          </a:xfrm>
          <a:custGeom xmlns:a="http://schemas.openxmlformats.org/drawingml/2006/main">
            <a:pathLst>
              <a:path w="627802" h="190725">
                <a:moveTo>
                  <a:pt x="0" y="0"/>
                </a:moveTo>
                <a:lnTo>
                  <a:pt x="627802" y="0"/>
                </a:lnTo>
                <a:lnTo>
                  <a:pt x="627802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GitClone">
            <a:extLst xmlns:a="http://schemas.openxmlformats.org/drawingml/2006/main">
              <a:ext uri="{FF2B5EF4-FFF2-40B4-BE49-F238E27FC236}">
                <a16:creationId xmlns:a16="http://schemas.microsoft.com/office/drawing/2014/main" id="{D08DA18C-92A7-425F-B425-F73279EC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385" y="1929286"/>
            <a:ext cx="612445" cy="112684"/>
          </a:xfrm>
          <a:custGeom xmlns:a="http://schemas.openxmlformats.org/drawingml/2006/main">
            <a:pathLst>
              <a:path w="612445" h="112684">
                <a:moveTo>
                  <a:pt x="91963" y="2794"/>
                </a:moveTo>
                <a:lnTo>
                  <a:pt x="94679" y="36009"/>
                </a:lnTo>
                <a:lnTo>
                  <a:pt x="91963" y="36009"/>
                </a:lnTo>
                <a:cubicBezTo>
                  <a:pt x="89221" y="27731"/>
                  <a:pt x="85677" y="21497"/>
                  <a:pt x="81331" y="17306"/>
                </a:cubicBezTo>
                <a:cubicBezTo>
                  <a:pt x="75071" y="11253"/>
                  <a:pt x="67026" y="8226"/>
                  <a:pt x="57196" y="8226"/>
                </a:cubicBezTo>
                <a:cubicBezTo>
                  <a:pt x="43796" y="8226"/>
                  <a:pt x="33603" y="13529"/>
                  <a:pt x="26619" y="24135"/>
                </a:cubicBezTo>
                <a:cubicBezTo>
                  <a:pt x="20773" y="33086"/>
                  <a:pt x="17849" y="43744"/>
                  <a:pt x="17849" y="56109"/>
                </a:cubicBezTo>
                <a:cubicBezTo>
                  <a:pt x="17849" y="66146"/>
                  <a:pt x="19790" y="75304"/>
                  <a:pt x="23670" y="83582"/>
                </a:cubicBezTo>
                <a:cubicBezTo>
                  <a:pt x="27550" y="91860"/>
                  <a:pt x="32633" y="97926"/>
                  <a:pt x="38919" y="101780"/>
                </a:cubicBezTo>
                <a:cubicBezTo>
                  <a:pt x="45206" y="105635"/>
                  <a:pt x="51660" y="107562"/>
                  <a:pt x="58282" y="107562"/>
                </a:cubicBezTo>
                <a:cubicBezTo>
                  <a:pt x="62162" y="107562"/>
                  <a:pt x="65913" y="107069"/>
                  <a:pt x="69535" y="106083"/>
                </a:cubicBezTo>
                <a:cubicBezTo>
                  <a:pt x="73157" y="105096"/>
                  <a:pt x="76649" y="103644"/>
                  <a:pt x="80012" y="101725"/>
                </a:cubicBezTo>
                <a:lnTo>
                  <a:pt x="80012" y="71211"/>
                </a:lnTo>
                <a:cubicBezTo>
                  <a:pt x="80012" y="65917"/>
                  <a:pt x="79611" y="62453"/>
                  <a:pt x="78809" y="60819"/>
                </a:cubicBezTo>
                <a:cubicBezTo>
                  <a:pt x="78007" y="59184"/>
                  <a:pt x="76765" y="57939"/>
                  <a:pt x="75084" y="57084"/>
                </a:cubicBezTo>
                <a:cubicBezTo>
                  <a:pt x="73402" y="56227"/>
                  <a:pt x="70440" y="55799"/>
                  <a:pt x="66198" y="55799"/>
                </a:cubicBezTo>
                <a:lnTo>
                  <a:pt x="66198" y="52927"/>
                </a:lnTo>
                <a:lnTo>
                  <a:pt x="106941" y="52927"/>
                </a:lnTo>
                <a:lnTo>
                  <a:pt x="106941" y="55799"/>
                </a:lnTo>
                <a:lnTo>
                  <a:pt x="105001" y="55799"/>
                </a:lnTo>
                <a:cubicBezTo>
                  <a:pt x="100965" y="55799"/>
                  <a:pt x="98197" y="57144"/>
                  <a:pt x="96697" y="59834"/>
                </a:cubicBezTo>
                <a:cubicBezTo>
                  <a:pt x="95662" y="61749"/>
                  <a:pt x="95145" y="65525"/>
                  <a:pt x="95145" y="71165"/>
                </a:cubicBezTo>
                <a:lnTo>
                  <a:pt x="95145" y="103371"/>
                </a:lnTo>
                <a:cubicBezTo>
                  <a:pt x="89195" y="106579"/>
                  <a:pt x="83323" y="108933"/>
                  <a:pt x="77528" y="110433"/>
                </a:cubicBezTo>
                <a:cubicBezTo>
                  <a:pt x="71734" y="111934"/>
                  <a:pt x="65293" y="112684"/>
                  <a:pt x="58205" y="112684"/>
                </a:cubicBezTo>
                <a:cubicBezTo>
                  <a:pt x="37872" y="112684"/>
                  <a:pt x="22428" y="106174"/>
                  <a:pt x="11874" y="93154"/>
                </a:cubicBezTo>
                <a:cubicBezTo>
                  <a:pt x="3958" y="83390"/>
                  <a:pt x="0" y="72128"/>
                  <a:pt x="0" y="59366"/>
                </a:cubicBezTo>
                <a:cubicBezTo>
                  <a:pt x="0" y="50118"/>
                  <a:pt x="2225" y="41258"/>
                  <a:pt x="6674" y="32786"/>
                </a:cubicBezTo>
                <a:cubicBezTo>
                  <a:pt x="11951" y="22710"/>
                  <a:pt x="19195" y="14960"/>
                  <a:pt x="28404" y="9536"/>
                </a:cubicBezTo>
                <a:cubicBezTo>
                  <a:pt x="36113" y="5041"/>
                  <a:pt x="45218" y="2794"/>
                  <a:pt x="55721" y="2794"/>
                </a:cubicBezTo>
                <a:cubicBezTo>
                  <a:pt x="59550" y="2794"/>
                  <a:pt x="63029" y="3104"/>
                  <a:pt x="66159" y="3725"/>
                </a:cubicBezTo>
                <a:cubicBezTo>
                  <a:pt x="69289" y="4346"/>
                  <a:pt x="73726" y="5717"/>
                  <a:pt x="79469" y="7838"/>
                </a:cubicBezTo>
                <a:cubicBezTo>
                  <a:pt x="82366" y="8925"/>
                  <a:pt x="84306" y="9468"/>
                  <a:pt x="85289" y="9468"/>
                </a:cubicBezTo>
                <a:cubicBezTo>
                  <a:pt x="86272" y="9468"/>
                  <a:pt x="87113" y="9015"/>
                  <a:pt x="87811" y="8110"/>
                </a:cubicBezTo>
                <a:cubicBezTo>
                  <a:pt x="88510" y="7204"/>
                  <a:pt x="88937" y="5432"/>
                  <a:pt x="89092" y="2794"/>
                </a:cubicBezTo>
                <a:lnTo>
                  <a:pt x="91963" y="2794"/>
                </a:lnTo>
                <a:close/>
                <a:moveTo>
                  <a:pt x="132214" y="0"/>
                </a:moveTo>
                <a:cubicBezTo>
                  <a:pt x="134387" y="0"/>
                  <a:pt x="136237" y="767"/>
                  <a:pt x="137763" y="2302"/>
                </a:cubicBezTo>
                <a:cubicBezTo>
                  <a:pt x="139289" y="3834"/>
                  <a:pt x="140052" y="5693"/>
                  <a:pt x="140052" y="7877"/>
                </a:cubicBezTo>
                <a:cubicBezTo>
                  <a:pt x="140052" y="10061"/>
                  <a:pt x="139289" y="11934"/>
                  <a:pt x="137763" y="13494"/>
                </a:cubicBezTo>
                <a:cubicBezTo>
                  <a:pt x="136237" y="15052"/>
                  <a:pt x="134387" y="15832"/>
                  <a:pt x="132214" y="15832"/>
                </a:cubicBezTo>
                <a:cubicBezTo>
                  <a:pt x="130041" y="15832"/>
                  <a:pt x="128178" y="15052"/>
                  <a:pt x="126626" y="13494"/>
                </a:cubicBezTo>
                <a:cubicBezTo>
                  <a:pt x="125074" y="11934"/>
                  <a:pt x="124298" y="10061"/>
                  <a:pt x="124298" y="7877"/>
                </a:cubicBezTo>
                <a:cubicBezTo>
                  <a:pt x="124298" y="5693"/>
                  <a:pt x="125061" y="3834"/>
                  <a:pt x="126588" y="2302"/>
                </a:cubicBezTo>
                <a:cubicBezTo>
                  <a:pt x="128114" y="767"/>
                  <a:pt x="129989" y="0"/>
                  <a:pt x="132214" y="0"/>
                </a:cubicBezTo>
                <a:moveTo>
                  <a:pt x="138655" y="37251"/>
                </a:moveTo>
                <a:lnTo>
                  <a:pt x="138655" y="94243"/>
                </a:lnTo>
                <a:cubicBezTo>
                  <a:pt x="138655" y="98683"/>
                  <a:pt x="138979" y="101638"/>
                  <a:pt x="139625" y="103109"/>
                </a:cubicBezTo>
                <a:cubicBezTo>
                  <a:pt x="140272" y="104581"/>
                  <a:pt x="141229" y="105678"/>
                  <a:pt x="142497" y="106400"/>
                </a:cubicBezTo>
                <a:cubicBezTo>
                  <a:pt x="143764" y="107123"/>
                  <a:pt x="146080" y="107484"/>
                  <a:pt x="149442" y="107484"/>
                </a:cubicBezTo>
                <a:lnTo>
                  <a:pt x="149442" y="110356"/>
                </a:lnTo>
                <a:lnTo>
                  <a:pt x="114908" y="110356"/>
                </a:lnTo>
                <a:lnTo>
                  <a:pt x="114908" y="107484"/>
                </a:lnTo>
                <a:cubicBezTo>
                  <a:pt x="118374" y="107484"/>
                  <a:pt x="120702" y="107149"/>
                  <a:pt x="121892" y="106478"/>
                </a:cubicBezTo>
                <a:cubicBezTo>
                  <a:pt x="123082" y="105807"/>
                  <a:pt x="124027" y="104697"/>
                  <a:pt x="124725" y="103148"/>
                </a:cubicBezTo>
                <a:cubicBezTo>
                  <a:pt x="125423" y="101599"/>
                  <a:pt x="125773" y="98631"/>
                  <a:pt x="125773" y="94243"/>
                </a:cubicBezTo>
                <a:lnTo>
                  <a:pt x="125773" y="66909"/>
                </a:lnTo>
                <a:cubicBezTo>
                  <a:pt x="125773" y="59216"/>
                  <a:pt x="125540" y="54234"/>
                  <a:pt x="125074" y="51965"/>
                </a:cubicBezTo>
                <a:cubicBezTo>
                  <a:pt x="124712" y="50312"/>
                  <a:pt x="124143" y="49163"/>
                  <a:pt x="123367" y="48518"/>
                </a:cubicBezTo>
                <a:cubicBezTo>
                  <a:pt x="122591" y="47873"/>
                  <a:pt x="121530" y="47551"/>
                  <a:pt x="120185" y="47551"/>
                </a:cubicBezTo>
                <a:cubicBezTo>
                  <a:pt x="118736" y="47551"/>
                  <a:pt x="116977" y="47938"/>
                  <a:pt x="114908" y="48712"/>
                </a:cubicBezTo>
                <a:lnTo>
                  <a:pt x="113821" y="45923"/>
                </a:lnTo>
                <a:lnTo>
                  <a:pt x="135241" y="37251"/>
                </a:lnTo>
                <a:lnTo>
                  <a:pt x="138655" y="37251"/>
                </a:lnTo>
                <a:close/>
                <a:moveTo>
                  <a:pt x="178959" y="15832"/>
                </a:moveTo>
                <a:lnTo>
                  <a:pt x="178959" y="39269"/>
                </a:lnTo>
                <a:lnTo>
                  <a:pt x="195567" y="39269"/>
                </a:lnTo>
                <a:lnTo>
                  <a:pt x="195567" y="44701"/>
                </a:lnTo>
                <a:lnTo>
                  <a:pt x="178959" y="44701"/>
                </a:lnTo>
                <a:lnTo>
                  <a:pt x="178959" y="90736"/>
                </a:lnTo>
                <a:cubicBezTo>
                  <a:pt x="178959" y="95336"/>
                  <a:pt x="179619" y="98437"/>
                  <a:pt x="180938" y="100039"/>
                </a:cubicBezTo>
                <a:cubicBezTo>
                  <a:pt x="182258" y="101640"/>
                  <a:pt x="183952" y="102440"/>
                  <a:pt x="186022" y="102440"/>
                </a:cubicBezTo>
                <a:cubicBezTo>
                  <a:pt x="187729" y="102440"/>
                  <a:pt x="189384" y="101910"/>
                  <a:pt x="190988" y="100849"/>
                </a:cubicBezTo>
                <a:cubicBezTo>
                  <a:pt x="192592" y="99788"/>
                  <a:pt x="193834" y="98223"/>
                  <a:pt x="194713" y="96154"/>
                </a:cubicBezTo>
                <a:lnTo>
                  <a:pt x="197740" y="96154"/>
                </a:lnTo>
                <a:cubicBezTo>
                  <a:pt x="195929" y="101239"/>
                  <a:pt x="193368" y="105084"/>
                  <a:pt x="190057" y="107690"/>
                </a:cubicBezTo>
                <a:cubicBezTo>
                  <a:pt x="186746" y="110295"/>
                  <a:pt x="183331" y="111597"/>
                  <a:pt x="179813" y="111597"/>
                </a:cubicBezTo>
                <a:cubicBezTo>
                  <a:pt x="177433" y="111597"/>
                  <a:pt x="175105" y="110937"/>
                  <a:pt x="172829" y="109616"/>
                </a:cubicBezTo>
                <a:cubicBezTo>
                  <a:pt x="170552" y="108295"/>
                  <a:pt x="168871" y="106405"/>
                  <a:pt x="167784" y="103946"/>
                </a:cubicBezTo>
                <a:cubicBezTo>
                  <a:pt x="166698" y="101485"/>
                  <a:pt x="166154" y="97691"/>
                  <a:pt x="166154" y="92562"/>
                </a:cubicBezTo>
                <a:lnTo>
                  <a:pt x="166154" y="44701"/>
                </a:lnTo>
                <a:lnTo>
                  <a:pt x="154902" y="44701"/>
                </a:lnTo>
                <a:lnTo>
                  <a:pt x="154902" y="42140"/>
                </a:lnTo>
                <a:cubicBezTo>
                  <a:pt x="157747" y="40999"/>
                  <a:pt x="160657" y="39066"/>
                  <a:pt x="163632" y="36341"/>
                </a:cubicBezTo>
                <a:cubicBezTo>
                  <a:pt x="166607" y="33617"/>
                  <a:pt x="169259" y="30387"/>
                  <a:pt x="171587" y="26650"/>
                </a:cubicBezTo>
                <a:cubicBezTo>
                  <a:pt x="172777" y="24680"/>
                  <a:pt x="174432" y="21073"/>
                  <a:pt x="176554" y="15832"/>
                </a:cubicBezTo>
                <a:lnTo>
                  <a:pt x="178959" y="15832"/>
                </a:lnTo>
                <a:close/>
                <a:moveTo>
                  <a:pt x="332958" y="2794"/>
                </a:moveTo>
                <a:lnTo>
                  <a:pt x="335363" y="38493"/>
                </a:lnTo>
                <a:lnTo>
                  <a:pt x="332958" y="38493"/>
                </a:lnTo>
                <a:cubicBezTo>
                  <a:pt x="329750" y="27755"/>
                  <a:pt x="325171" y="20027"/>
                  <a:pt x="319221" y="15308"/>
                </a:cubicBezTo>
                <a:cubicBezTo>
                  <a:pt x="313271" y="10587"/>
                  <a:pt x="306132" y="8226"/>
                  <a:pt x="297802" y="8226"/>
                </a:cubicBezTo>
                <a:cubicBezTo>
                  <a:pt x="290817" y="8226"/>
                  <a:pt x="284506" y="10000"/>
                  <a:pt x="278866" y="13547"/>
                </a:cubicBezTo>
                <a:cubicBezTo>
                  <a:pt x="273227" y="17093"/>
                  <a:pt x="268790" y="22749"/>
                  <a:pt x="265557" y="30516"/>
                </a:cubicBezTo>
                <a:cubicBezTo>
                  <a:pt x="262323" y="38283"/>
                  <a:pt x="260706" y="47940"/>
                  <a:pt x="260706" y="59487"/>
                </a:cubicBezTo>
                <a:cubicBezTo>
                  <a:pt x="260706" y="69014"/>
                  <a:pt x="262233" y="77272"/>
                  <a:pt x="265285" y="84263"/>
                </a:cubicBezTo>
                <a:cubicBezTo>
                  <a:pt x="268338" y="91253"/>
                  <a:pt x="272929" y="96611"/>
                  <a:pt x="279060" y="100340"/>
                </a:cubicBezTo>
                <a:cubicBezTo>
                  <a:pt x="285191" y="104068"/>
                  <a:pt x="292189" y="105932"/>
                  <a:pt x="300053" y="105932"/>
                </a:cubicBezTo>
                <a:cubicBezTo>
                  <a:pt x="306882" y="105932"/>
                  <a:pt x="312909" y="104471"/>
                  <a:pt x="318135" y="101547"/>
                </a:cubicBezTo>
                <a:cubicBezTo>
                  <a:pt x="323360" y="98624"/>
                  <a:pt x="329103" y="92817"/>
                  <a:pt x="335363" y="84125"/>
                </a:cubicBezTo>
                <a:lnTo>
                  <a:pt x="337769" y="85672"/>
                </a:lnTo>
                <a:cubicBezTo>
                  <a:pt x="332492" y="95012"/>
                  <a:pt x="326335" y="101850"/>
                  <a:pt x="319299" y="106184"/>
                </a:cubicBezTo>
                <a:cubicBezTo>
                  <a:pt x="312263" y="110517"/>
                  <a:pt x="303907" y="112684"/>
                  <a:pt x="294232" y="112684"/>
                </a:cubicBezTo>
                <a:cubicBezTo>
                  <a:pt x="276797" y="112684"/>
                  <a:pt x="263293" y="106226"/>
                  <a:pt x="253722" y="93309"/>
                </a:cubicBezTo>
                <a:cubicBezTo>
                  <a:pt x="246582" y="83701"/>
                  <a:pt x="243012" y="72386"/>
                  <a:pt x="243012" y="59366"/>
                </a:cubicBezTo>
                <a:cubicBezTo>
                  <a:pt x="243012" y="48878"/>
                  <a:pt x="245366" y="39243"/>
                  <a:pt x="250074" y="30460"/>
                </a:cubicBezTo>
                <a:cubicBezTo>
                  <a:pt x="254782" y="21678"/>
                  <a:pt x="261263" y="14871"/>
                  <a:pt x="269515" y="10040"/>
                </a:cubicBezTo>
                <a:cubicBezTo>
                  <a:pt x="277767" y="5209"/>
                  <a:pt x="286782" y="2794"/>
                  <a:pt x="296560" y="2794"/>
                </a:cubicBezTo>
                <a:cubicBezTo>
                  <a:pt x="304166" y="2794"/>
                  <a:pt x="311668" y="4656"/>
                  <a:pt x="319066" y="8381"/>
                </a:cubicBezTo>
                <a:cubicBezTo>
                  <a:pt x="321239" y="9520"/>
                  <a:pt x="322791" y="10089"/>
                  <a:pt x="323722" y="10089"/>
                </a:cubicBezTo>
                <a:cubicBezTo>
                  <a:pt x="325119" y="10089"/>
                  <a:pt x="326335" y="9597"/>
                  <a:pt x="327370" y="8614"/>
                </a:cubicBezTo>
                <a:cubicBezTo>
                  <a:pt x="328715" y="7217"/>
                  <a:pt x="329672" y="5277"/>
                  <a:pt x="330241" y="2794"/>
                </a:cubicBezTo>
                <a:lnTo>
                  <a:pt x="332958" y="2794"/>
                </a:lnTo>
                <a:close/>
                <a:moveTo>
                  <a:pt x="372692" y="0"/>
                </a:moveTo>
                <a:lnTo>
                  <a:pt x="372692" y="94223"/>
                </a:lnTo>
                <a:cubicBezTo>
                  <a:pt x="372692" y="98670"/>
                  <a:pt x="373016" y="101617"/>
                  <a:pt x="373662" y="103066"/>
                </a:cubicBezTo>
                <a:cubicBezTo>
                  <a:pt x="374309" y="104513"/>
                  <a:pt x="375305" y="105611"/>
                  <a:pt x="376650" y="106361"/>
                </a:cubicBezTo>
                <a:cubicBezTo>
                  <a:pt x="377995" y="107110"/>
                  <a:pt x="380505" y="107484"/>
                  <a:pt x="384178" y="107484"/>
                </a:cubicBezTo>
                <a:lnTo>
                  <a:pt x="384178" y="110356"/>
                </a:lnTo>
                <a:lnTo>
                  <a:pt x="349333" y="110356"/>
                </a:lnTo>
                <a:lnTo>
                  <a:pt x="349333" y="107484"/>
                </a:lnTo>
                <a:cubicBezTo>
                  <a:pt x="352592" y="107484"/>
                  <a:pt x="354817" y="107149"/>
                  <a:pt x="356007" y="106478"/>
                </a:cubicBezTo>
                <a:cubicBezTo>
                  <a:pt x="357197" y="105805"/>
                  <a:pt x="358128" y="104694"/>
                  <a:pt x="358801" y="103143"/>
                </a:cubicBezTo>
                <a:cubicBezTo>
                  <a:pt x="359474" y="101591"/>
                  <a:pt x="359810" y="98618"/>
                  <a:pt x="359810" y="94223"/>
                </a:cubicBezTo>
                <a:lnTo>
                  <a:pt x="359810" y="29701"/>
                </a:lnTo>
                <a:cubicBezTo>
                  <a:pt x="359810" y="21688"/>
                  <a:pt x="359629" y="16765"/>
                  <a:pt x="359267" y="14929"/>
                </a:cubicBezTo>
                <a:cubicBezTo>
                  <a:pt x="358904" y="13093"/>
                  <a:pt x="358322" y="11839"/>
                  <a:pt x="357520" y="11168"/>
                </a:cubicBezTo>
                <a:cubicBezTo>
                  <a:pt x="356718" y="10495"/>
                  <a:pt x="355697" y="10159"/>
                  <a:pt x="354455" y="10159"/>
                </a:cubicBezTo>
                <a:cubicBezTo>
                  <a:pt x="353110" y="10159"/>
                  <a:pt x="351402" y="10573"/>
                  <a:pt x="349333" y="11401"/>
                </a:cubicBezTo>
                <a:lnTo>
                  <a:pt x="348014" y="8685"/>
                </a:lnTo>
                <a:lnTo>
                  <a:pt x="369200" y="0"/>
                </a:lnTo>
                <a:lnTo>
                  <a:pt x="372692" y="0"/>
                </a:lnTo>
                <a:close/>
                <a:moveTo>
                  <a:pt x="427199" y="37251"/>
                </a:moveTo>
                <a:cubicBezTo>
                  <a:pt x="437961" y="37251"/>
                  <a:pt x="446601" y="41334"/>
                  <a:pt x="453120" y="49501"/>
                </a:cubicBezTo>
                <a:cubicBezTo>
                  <a:pt x="458656" y="56477"/>
                  <a:pt x="461423" y="64488"/>
                  <a:pt x="461423" y="73534"/>
                </a:cubicBezTo>
                <a:cubicBezTo>
                  <a:pt x="461423" y="79891"/>
                  <a:pt x="459897" y="86326"/>
                  <a:pt x="456845" y="92839"/>
                </a:cubicBezTo>
                <a:cubicBezTo>
                  <a:pt x="453792" y="99349"/>
                  <a:pt x="449589" y="104259"/>
                  <a:pt x="444234" y="107567"/>
                </a:cubicBezTo>
                <a:cubicBezTo>
                  <a:pt x="438879" y="110875"/>
                  <a:pt x="432916" y="112529"/>
                  <a:pt x="426346" y="112529"/>
                </a:cubicBezTo>
                <a:cubicBezTo>
                  <a:pt x="415636" y="112529"/>
                  <a:pt x="407125" y="108264"/>
                  <a:pt x="400813" y="99736"/>
                </a:cubicBezTo>
                <a:cubicBezTo>
                  <a:pt x="395484" y="92552"/>
                  <a:pt x="392820" y="84490"/>
                  <a:pt x="392820" y="75549"/>
                </a:cubicBezTo>
                <a:cubicBezTo>
                  <a:pt x="392820" y="69037"/>
                  <a:pt x="394437" y="62563"/>
                  <a:pt x="397670" y="56129"/>
                </a:cubicBezTo>
                <a:cubicBezTo>
                  <a:pt x="400904" y="49694"/>
                  <a:pt x="405159" y="44939"/>
                  <a:pt x="410436" y="41864"/>
                </a:cubicBezTo>
                <a:cubicBezTo>
                  <a:pt x="415714" y="38788"/>
                  <a:pt x="421301" y="37251"/>
                  <a:pt x="427199" y="37251"/>
                </a:cubicBezTo>
                <a:moveTo>
                  <a:pt x="424793" y="42373"/>
                </a:moveTo>
                <a:cubicBezTo>
                  <a:pt x="422051" y="42373"/>
                  <a:pt x="419296" y="43187"/>
                  <a:pt x="416528" y="44815"/>
                </a:cubicBezTo>
                <a:cubicBezTo>
                  <a:pt x="413760" y="46443"/>
                  <a:pt x="411523" y="49298"/>
                  <a:pt x="409815" y="53381"/>
                </a:cubicBezTo>
                <a:cubicBezTo>
                  <a:pt x="408108" y="57463"/>
                  <a:pt x="407254" y="62708"/>
                  <a:pt x="407254" y="69115"/>
                </a:cubicBezTo>
                <a:cubicBezTo>
                  <a:pt x="407254" y="79450"/>
                  <a:pt x="409311" y="88364"/>
                  <a:pt x="413424" y="95858"/>
                </a:cubicBezTo>
                <a:cubicBezTo>
                  <a:pt x="417537" y="103350"/>
                  <a:pt x="422957" y="107096"/>
                  <a:pt x="429683" y="107096"/>
                </a:cubicBezTo>
                <a:cubicBezTo>
                  <a:pt x="434701" y="107096"/>
                  <a:pt x="438840" y="105029"/>
                  <a:pt x="442100" y="100895"/>
                </a:cubicBezTo>
                <a:cubicBezTo>
                  <a:pt x="445359" y="96761"/>
                  <a:pt x="446989" y="89656"/>
                  <a:pt x="446989" y="79580"/>
                </a:cubicBezTo>
                <a:cubicBezTo>
                  <a:pt x="446989" y="66971"/>
                  <a:pt x="444273" y="57049"/>
                  <a:pt x="438840" y="49813"/>
                </a:cubicBezTo>
                <a:cubicBezTo>
                  <a:pt x="435167" y="44853"/>
                  <a:pt x="430485" y="42373"/>
                  <a:pt x="424793" y="42373"/>
                </a:cubicBezTo>
                <a:close/>
                <a:moveTo>
                  <a:pt x="492621" y="52306"/>
                </a:moveTo>
                <a:cubicBezTo>
                  <a:pt x="500950" y="42269"/>
                  <a:pt x="508892" y="37251"/>
                  <a:pt x="516446" y="37251"/>
                </a:cubicBezTo>
                <a:cubicBezTo>
                  <a:pt x="520326" y="37251"/>
                  <a:pt x="523663" y="38219"/>
                  <a:pt x="526457" y="40156"/>
                </a:cubicBezTo>
                <a:cubicBezTo>
                  <a:pt x="529251" y="42092"/>
                  <a:pt x="531476" y="45279"/>
                  <a:pt x="533131" y="49719"/>
                </a:cubicBezTo>
                <a:cubicBezTo>
                  <a:pt x="534269" y="52815"/>
                  <a:pt x="534838" y="57564"/>
                  <a:pt x="534838" y="63967"/>
                </a:cubicBezTo>
                <a:lnTo>
                  <a:pt x="534838" y="94243"/>
                </a:lnTo>
                <a:cubicBezTo>
                  <a:pt x="534838" y="98734"/>
                  <a:pt x="535201" y="101780"/>
                  <a:pt x="535925" y="103381"/>
                </a:cubicBezTo>
                <a:cubicBezTo>
                  <a:pt x="536494" y="104671"/>
                  <a:pt x="537412" y="105678"/>
                  <a:pt x="538680" y="106400"/>
                </a:cubicBezTo>
                <a:cubicBezTo>
                  <a:pt x="539948" y="107123"/>
                  <a:pt x="542289" y="107484"/>
                  <a:pt x="545703" y="107484"/>
                </a:cubicBezTo>
                <a:lnTo>
                  <a:pt x="545703" y="110356"/>
                </a:lnTo>
                <a:lnTo>
                  <a:pt x="510548" y="110356"/>
                </a:lnTo>
                <a:lnTo>
                  <a:pt x="510548" y="107484"/>
                </a:lnTo>
                <a:lnTo>
                  <a:pt x="512022" y="107484"/>
                </a:lnTo>
                <a:cubicBezTo>
                  <a:pt x="515333" y="107484"/>
                  <a:pt x="517649" y="106982"/>
                  <a:pt x="518968" y="105978"/>
                </a:cubicBezTo>
                <a:cubicBezTo>
                  <a:pt x="520287" y="104974"/>
                  <a:pt x="521206" y="103495"/>
                  <a:pt x="521723" y="101540"/>
                </a:cubicBezTo>
                <a:cubicBezTo>
                  <a:pt x="521930" y="100767"/>
                  <a:pt x="522033" y="98348"/>
                  <a:pt x="522033" y="94282"/>
                </a:cubicBezTo>
                <a:lnTo>
                  <a:pt x="522033" y="65327"/>
                </a:lnTo>
                <a:cubicBezTo>
                  <a:pt x="522033" y="58894"/>
                  <a:pt x="521193" y="54223"/>
                  <a:pt x="519511" y="51315"/>
                </a:cubicBezTo>
                <a:cubicBezTo>
                  <a:pt x="517830" y="48406"/>
                  <a:pt x="514997" y="46952"/>
                  <a:pt x="511013" y="46952"/>
                </a:cubicBezTo>
                <a:cubicBezTo>
                  <a:pt x="504857" y="46952"/>
                  <a:pt x="498726" y="50298"/>
                  <a:pt x="492621" y="56990"/>
                </a:cubicBezTo>
                <a:lnTo>
                  <a:pt x="492621" y="94282"/>
                </a:lnTo>
                <a:cubicBezTo>
                  <a:pt x="492621" y="99069"/>
                  <a:pt x="492905" y="102028"/>
                  <a:pt x="493474" y="103160"/>
                </a:cubicBezTo>
                <a:cubicBezTo>
                  <a:pt x="494199" y="104653"/>
                  <a:pt x="495195" y="105746"/>
                  <a:pt x="496462" y="106442"/>
                </a:cubicBezTo>
                <a:cubicBezTo>
                  <a:pt x="497730" y="107137"/>
                  <a:pt x="500304" y="107484"/>
                  <a:pt x="504184" y="107484"/>
                </a:cubicBezTo>
                <a:lnTo>
                  <a:pt x="504184" y="110356"/>
                </a:lnTo>
                <a:lnTo>
                  <a:pt x="469029" y="110356"/>
                </a:lnTo>
                <a:lnTo>
                  <a:pt x="469029" y="107484"/>
                </a:lnTo>
                <a:lnTo>
                  <a:pt x="470581" y="107484"/>
                </a:lnTo>
                <a:cubicBezTo>
                  <a:pt x="474202" y="107484"/>
                  <a:pt x="476647" y="106568"/>
                  <a:pt x="477914" y="104737"/>
                </a:cubicBezTo>
                <a:cubicBezTo>
                  <a:pt x="479182" y="102903"/>
                  <a:pt x="479816" y="99405"/>
                  <a:pt x="479816" y="94243"/>
                </a:cubicBezTo>
                <a:lnTo>
                  <a:pt x="479816" y="67915"/>
                </a:lnTo>
                <a:cubicBezTo>
                  <a:pt x="479816" y="59398"/>
                  <a:pt x="479622" y="54210"/>
                  <a:pt x="479234" y="52353"/>
                </a:cubicBezTo>
                <a:cubicBezTo>
                  <a:pt x="478846" y="50493"/>
                  <a:pt x="478251" y="49228"/>
                  <a:pt x="477449" y="48557"/>
                </a:cubicBezTo>
                <a:cubicBezTo>
                  <a:pt x="476647" y="47886"/>
                  <a:pt x="475573" y="47551"/>
                  <a:pt x="474228" y="47551"/>
                </a:cubicBezTo>
                <a:cubicBezTo>
                  <a:pt x="472779" y="47551"/>
                  <a:pt x="471046" y="47938"/>
                  <a:pt x="469029" y="48712"/>
                </a:cubicBezTo>
                <a:lnTo>
                  <a:pt x="467864" y="45923"/>
                </a:lnTo>
                <a:lnTo>
                  <a:pt x="489284" y="37251"/>
                </a:lnTo>
                <a:lnTo>
                  <a:pt x="492621" y="37251"/>
                </a:lnTo>
                <a:lnTo>
                  <a:pt x="492621" y="52306"/>
                </a:lnTo>
                <a:close/>
                <a:moveTo>
                  <a:pt x="563320" y="66120"/>
                </a:moveTo>
                <a:cubicBezTo>
                  <a:pt x="563269" y="76651"/>
                  <a:pt x="565830" y="84910"/>
                  <a:pt x="571003" y="90898"/>
                </a:cubicBezTo>
                <a:cubicBezTo>
                  <a:pt x="576177" y="96885"/>
                  <a:pt x="582256" y="99879"/>
                  <a:pt x="589241" y="99879"/>
                </a:cubicBezTo>
                <a:cubicBezTo>
                  <a:pt x="593897" y="99879"/>
                  <a:pt x="597946" y="98598"/>
                  <a:pt x="601386" y="96037"/>
                </a:cubicBezTo>
                <a:cubicBezTo>
                  <a:pt x="604827" y="93476"/>
                  <a:pt x="607711" y="89092"/>
                  <a:pt x="610039" y="82883"/>
                </a:cubicBezTo>
                <a:lnTo>
                  <a:pt x="612445" y="84435"/>
                </a:lnTo>
                <a:cubicBezTo>
                  <a:pt x="611358" y="91523"/>
                  <a:pt x="608203" y="97978"/>
                  <a:pt x="602977" y="103798"/>
                </a:cubicBezTo>
                <a:cubicBezTo>
                  <a:pt x="597752" y="109619"/>
                  <a:pt x="591207" y="112529"/>
                  <a:pt x="583343" y="112529"/>
                </a:cubicBezTo>
                <a:cubicBezTo>
                  <a:pt x="574806" y="112529"/>
                  <a:pt x="567498" y="109212"/>
                  <a:pt x="561419" y="102578"/>
                </a:cubicBezTo>
                <a:cubicBezTo>
                  <a:pt x="555340" y="95943"/>
                  <a:pt x="552300" y="87023"/>
                  <a:pt x="552300" y="75819"/>
                </a:cubicBezTo>
                <a:cubicBezTo>
                  <a:pt x="552300" y="63686"/>
                  <a:pt x="555417" y="54226"/>
                  <a:pt x="561652" y="47437"/>
                </a:cubicBezTo>
                <a:cubicBezTo>
                  <a:pt x="567886" y="40646"/>
                  <a:pt x="575711" y="37251"/>
                  <a:pt x="585128" y="37251"/>
                </a:cubicBezTo>
                <a:cubicBezTo>
                  <a:pt x="593095" y="37251"/>
                  <a:pt x="599640" y="39870"/>
                  <a:pt x="604762" y="45109"/>
                </a:cubicBezTo>
                <a:cubicBezTo>
                  <a:pt x="609884" y="50345"/>
                  <a:pt x="612445" y="57349"/>
                  <a:pt x="612445" y="66120"/>
                </a:cubicBezTo>
                <a:lnTo>
                  <a:pt x="563320" y="66120"/>
                </a:lnTo>
                <a:moveTo>
                  <a:pt x="563320" y="61619"/>
                </a:moveTo>
                <a:lnTo>
                  <a:pt x="596225" y="61619"/>
                </a:lnTo>
                <a:cubicBezTo>
                  <a:pt x="595967" y="57066"/>
                  <a:pt x="595423" y="53859"/>
                  <a:pt x="594596" y="51996"/>
                </a:cubicBezTo>
                <a:cubicBezTo>
                  <a:pt x="593302" y="49099"/>
                  <a:pt x="591375" y="46822"/>
                  <a:pt x="588814" y="45167"/>
                </a:cubicBezTo>
                <a:cubicBezTo>
                  <a:pt x="586253" y="43511"/>
                  <a:pt x="583576" y="42683"/>
                  <a:pt x="580782" y="42683"/>
                </a:cubicBezTo>
                <a:cubicBezTo>
                  <a:pt x="576488" y="42683"/>
                  <a:pt x="572646" y="44352"/>
                  <a:pt x="569257" y="47689"/>
                </a:cubicBezTo>
                <a:cubicBezTo>
                  <a:pt x="565868" y="51026"/>
                  <a:pt x="563889" y="55669"/>
                  <a:pt x="563320" y="61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D61B4-9946-48B4-96DF-4A7EC8B0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3" y="1459521"/>
            <a:ext cx="2388747" cy="810580"/>
          </a:xfrm>
          <a:custGeom xmlns:a="http://schemas.openxmlformats.org/drawingml/2006/main">
            <a:pathLst>
              <a:path w="2388747" h="810580">
                <a:moveTo>
                  <a:pt x="222513" y="0"/>
                </a:moveTo>
                <a:lnTo>
                  <a:pt x="270194" y="0"/>
                </a:lnTo>
                <a:lnTo>
                  <a:pt x="270194" y="15894"/>
                </a:lnTo>
                <a:lnTo>
                  <a:pt x="222513" y="15894"/>
                </a:lnTo>
                <a:lnTo>
                  <a:pt x="222513" y="0"/>
                </a:lnTo>
                <a:close/>
                <a:moveTo>
                  <a:pt x="317875" y="0"/>
                </a:moveTo>
                <a:lnTo>
                  <a:pt x="365556" y="0"/>
                </a:lnTo>
                <a:lnTo>
                  <a:pt x="365556" y="15894"/>
                </a:lnTo>
                <a:lnTo>
                  <a:pt x="317875" y="15894"/>
                </a:lnTo>
                <a:lnTo>
                  <a:pt x="317875" y="0"/>
                </a:lnTo>
                <a:close/>
                <a:moveTo>
                  <a:pt x="413237" y="0"/>
                </a:moveTo>
                <a:lnTo>
                  <a:pt x="460919" y="0"/>
                </a:lnTo>
                <a:lnTo>
                  <a:pt x="460919" y="15894"/>
                </a:lnTo>
                <a:lnTo>
                  <a:pt x="413237" y="15894"/>
                </a:lnTo>
                <a:lnTo>
                  <a:pt x="413237" y="0"/>
                </a:lnTo>
                <a:close/>
                <a:moveTo>
                  <a:pt x="508600" y="0"/>
                </a:moveTo>
                <a:lnTo>
                  <a:pt x="556281" y="0"/>
                </a:lnTo>
                <a:lnTo>
                  <a:pt x="556281" y="15894"/>
                </a:lnTo>
                <a:lnTo>
                  <a:pt x="508600" y="15894"/>
                </a:lnTo>
                <a:lnTo>
                  <a:pt x="508600" y="0"/>
                </a:lnTo>
                <a:close/>
                <a:moveTo>
                  <a:pt x="603962" y="0"/>
                </a:moveTo>
                <a:lnTo>
                  <a:pt x="651643" y="0"/>
                </a:lnTo>
                <a:lnTo>
                  <a:pt x="651643" y="15894"/>
                </a:lnTo>
                <a:lnTo>
                  <a:pt x="603962" y="15894"/>
                </a:lnTo>
                <a:lnTo>
                  <a:pt x="603962" y="0"/>
                </a:lnTo>
                <a:close/>
                <a:moveTo>
                  <a:pt x="699324" y="0"/>
                </a:moveTo>
                <a:lnTo>
                  <a:pt x="747005" y="0"/>
                </a:lnTo>
                <a:lnTo>
                  <a:pt x="747005" y="15894"/>
                </a:lnTo>
                <a:lnTo>
                  <a:pt x="699324" y="15894"/>
                </a:lnTo>
                <a:lnTo>
                  <a:pt x="699324" y="0"/>
                </a:lnTo>
                <a:close/>
                <a:moveTo>
                  <a:pt x="794687" y="0"/>
                </a:moveTo>
                <a:lnTo>
                  <a:pt x="842368" y="0"/>
                </a:lnTo>
                <a:lnTo>
                  <a:pt x="842368" y="15894"/>
                </a:lnTo>
                <a:lnTo>
                  <a:pt x="794687" y="15894"/>
                </a:lnTo>
                <a:lnTo>
                  <a:pt x="794687" y="0"/>
                </a:lnTo>
                <a:close/>
                <a:moveTo>
                  <a:pt x="890049" y="0"/>
                </a:moveTo>
                <a:lnTo>
                  <a:pt x="937730" y="0"/>
                </a:lnTo>
                <a:lnTo>
                  <a:pt x="937730" y="15894"/>
                </a:lnTo>
                <a:lnTo>
                  <a:pt x="890049" y="15894"/>
                </a:lnTo>
                <a:lnTo>
                  <a:pt x="890049" y="0"/>
                </a:lnTo>
                <a:close/>
                <a:moveTo>
                  <a:pt x="985411" y="0"/>
                </a:moveTo>
                <a:lnTo>
                  <a:pt x="1033092" y="0"/>
                </a:lnTo>
                <a:lnTo>
                  <a:pt x="1033092" y="15894"/>
                </a:lnTo>
                <a:lnTo>
                  <a:pt x="985411" y="15894"/>
                </a:lnTo>
                <a:lnTo>
                  <a:pt x="985411" y="0"/>
                </a:lnTo>
                <a:close/>
                <a:moveTo>
                  <a:pt x="1080773" y="0"/>
                </a:moveTo>
                <a:lnTo>
                  <a:pt x="1128455" y="0"/>
                </a:lnTo>
                <a:lnTo>
                  <a:pt x="1128455" y="15894"/>
                </a:lnTo>
                <a:lnTo>
                  <a:pt x="1080773" y="15894"/>
                </a:lnTo>
                <a:lnTo>
                  <a:pt x="1080773" y="0"/>
                </a:lnTo>
                <a:close/>
                <a:moveTo>
                  <a:pt x="1176136" y="0"/>
                </a:moveTo>
                <a:lnTo>
                  <a:pt x="1223817" y="0"/>
                </a:lnTo>
                <a:lnTo>
                  <a:pt x="1223817" y="15894"/>
                </a:lnTo>
                <a:lnTo>
                  <a:pt x="1176136" y="15894"/>
                </a:lnTo>
                <a:lnTo>
                  <a:pt x="1176136" y="0"/>
                </a:lnTo>
                <a:close/>
                <a:moveTo>
                  <a:pt x="1271498" y="0"/>
                </a:moveTo>
                <a:lnTo>
                  <a:pt x="1319179" y="0"/>
                </a:lnTo>
                <a:lnTo>
                  <a:pt x="1319179" y="15894"/>
                </a:lnTo>
                <a:lnTo>
                  <a:pt x="1271498" y="15894"/>
                </a:lnTo>
                <a:lnTo>
                  <a:pt x="1271498" y="0"/>
                </a:lnTo>
                <a:close/>
                <a:moveTo>
                  <a:pt x="1366860" y="0"/>
                </a:moveTo>
                <a:lnTo>
                  <a:pt x="1414542" y="0"/>
                </a:lnTo>
                <a:lnTo>
                  <a:pt x="1414542" y="15894"/>
                </a:lnTo>
                <a:lnTo>
                  <a:pt x="1366860" y="15894"/>
                </a:lnTo>
                <a:lnTo>
                  <a:pt x="1366860" y="0"/>
                </a:lnTo>
                <a:close/>
                <a:moveTo>
                  <a:pt x="1462223" y="0"/>
                </a:moveTo>
                <a:lnTo>
                  <a:pt x="1509904" y="0"/>
                </a:lnTo>
                <a:lnTo>
                  <a:pt x="1509904" y="15894"/>
                </a:lnTo>
                <a:lnTo>
                  <a:pt x="1462223" y="15894"/>
                </a:lnTo>
                <a:lnTo>
                  <a:pt x="1462223" y="0"/>
                </a:lnTo>
                <a:close/>
                <a:moveTo>
                  <a:pt x="1557585" y="0"/>
                </a:moveTo>
                <a:lnTo>
                  <a:pt x="1605266" y="0"/>
                </a:lnTo>
                <a:lnTo>
                  <a:pt x="1605266" y="15894"/>
                </a:lnTo>
                <a:lnTo>
                  <a:pt x="1557585" y="15894"/>
                </a:lnTo>
                <a:lnTo>
                  <a:pt x="1557585" y="0"/>
                </a:lnTo>
                <a:close/>
                <a:moveTo>
                  <a:pt x="1652947" y="0"/>
                </a:moveTo>
                <a:lnTo>
                  <a:pt x="1700628" y="0"/>
                </a:lnTo>
                <a:lnTo>
                  <a:pt x="1700628" y="15894"/>
                </a:lnTo>
                <a:lnTo>
                  <a:pt x="1652947" y="15894"/>
                </a:lnTo>
                <a:lnTo>
                  <a:pt x="1652947" y="0"/>
                </a:lnTo>
                <a:close/>
                <a:moveTo>
                  <a:pt x="1748310" y="0"/>
                </a:moveTo>
                <a:lnTo>
                  <a:pt x="1795991" y="0"/>
                </a:lnTo>
                <a:lnTo>
                  <a:pt x="1795991" y="15894"/>
                </a:lnTo>
                <a:lnTo>
                  <a:pt x="1748310" y="15894"/>
                </a:lnTo>
                <a:lnTo>
                  <a:pt x="1748310" y="0"/>
                </a:lnTo>
                <a:close/>
                <a:moveTo>
                  <a:pt x="1843672" y="0"/>
                </a:moveTo>
                <a:lnTo>
                  <a:pt x="1891353" y="0"/>
                </a:lnTo>
                <a:lnTo>
                  <a:pt x="1891353" y="15894"/>
                </a:lnTo>
                <a:lnTo>
                  <a:pt x="1843672" y="15894"/>
                </a:lnTo>
                <a:lnTo>
                  <a:pt x="1843672" y="0"/>
                </a:lnTo>
                <a:close/>
                <a:moveTo>
                  <a:pt x="1939034" y="0"/>
                </a:moveTo>
                <a:lnTo>
                  <a:pt x="1986715" y="0"/>
                </a:lnTo>
                <a:lnTo>
                  <a:pt x="1986715" y="15894"/>
                </a:lnTo>
                <a:lnTo>
                  <a:pt x="1939034" y="15894"/>
                </a:lnTo>
                <a:lnTo>
                  <a:pt x="1939034" y="0"/>
                </a:lnTo>
                <a:close/>
                <a:moveTo>
                  <a:pt x="2034396" y="0"/>
                </a:moveTo>
                <a:lnTo>
                  <a:pt x="2082078" y="0"/>
                </a:lnTo>
                <a:lnTo>
                  <a:pt x="2082078" y="15894"/>
                </a:lnTo>
                <a:lnTo>
                  <a:pt x="2034396" y="15894"/>
                </a:lnTo>
                <a:lnTo>
                  <a:pt x="2034396" y="0"/>
                </a:lnTo>
                <a:close/>
                <a:moveTo>
                  <a:pt x="2129759" y="0"/>
                </a:moveTo>
                <a:lnTo>
                  <a:pt x="2177440" y="0"/>
                </a:lnTo>
                <a:lnTo>
                  <a:pt x="2177440" y="15894"/>
                </a:lnTo>
                <a:lnTo>
                  <a:pt x="2129759" y="15894"/>
                </a:lnTo>
                <a:lnTo>
                  <a:pt x="2129759" y="0"/>
                </a:lnTo>
                <a:close/>
                <a:moveTo>
                  <a:pt x="2225121" y="0"/>
                </a:moveTo>
                <a:lnTo>
                  <a:pt x="2261597" y="0"/>
                </a:lnTo>
                <a:cubicBezTo>
                  <a:pt x="2265428" y="0"/>
                  <a:pt x="2269249" y="172"/>
                  <a:pt x="2273060" y="517"/>
                </a:cubicBezTo>
                <a:lnTo>
                  <a:pt x="2271628" y="16347"/>
                </a:lnTo>
                <a:cubicBezTo>
                  <a:pt x="2268290" y="16045"/>
                  <a:pt x="2264946" y="15894"/>
                  <a:pt x="2261597" y="15894"/>
                </a:cubicBezTo>
                <a:lnTo>
                  <a:pt x="2225121" y="15894"/>
                </a:lnTo>
                <a:lnTo>
                  <a:pt x="2225121" y="0"/>
                </a:lnTo>
                <a:close/>
                <a:moveTo>
                  <a:pt x="2322003" y="15265"/>
                </a:moveTo>
                <a:cubicBezTo>
                  <a:pt x="2337368" y="23562"/>
                  <a:pt x="2350468" y="34555"/>
                  <a:pt x="2361302" y="48247"/>
                </a:cubicBezTo>
                <a:lnTo>
                  <a:pt x="2348839" y="58108"/>
                </a:lnTo>
                <a:cubicBezTo>
                  <a:pt x="2339359" y="46128"/>
                  <a:pt x="2327896" y="36509"/>
                  <a:pt x="2314452" y="29250"/>
                </a:cubicBezTo>
                <a:lnTo>
                  <a:pt x="2322003" y="15265"/>
                </a:lnTo>
                <a:close/>
                <a:moveTo>
                  <a:pt x="2384344" y="93983"/>
                </a:moveTo>
                <a:cubicBezTo>
                  <a:pt x="2387279" y="104844"/>
                  <a:pt x="2388747" y="115900"/>
                  <a:pt x="2388747" y="127150"/>
                </a:cubicBezTo>
                <a:lnTo>
                  <a:pt x="2388747" y="143043"/>
                </a:lnTo>
                <a:lnTo>
                  <a:pt x="2372853" y="143043"/>
                </a:lnTo>
                <a:lnTo>
                  <a:pt x="2372853" y="127150"/>
                </a:lnTo>
                <a:cubicBezTo>
                  <a:pt x="2372853" y="117304"/>
                  <a:pt x="2371570" y="107631"/>
                  <a:pt x="2369002" y="98129"/>
                </a:cubicBezTo>
                <a:lnTo>
                  <a:pt x="2384344" y="93983"/>
                </a:lnTo>
                <a:close/>
                <a:moveTo>
                  <a:pt x="2388747" y="190724"/>
                </a:moveTo>
                <a:lnTo>
                  <a:pt x="2388747" y="238405"/>
                </a:lnTo>
                <a:lnTo>
                  <a:pt x="2372853" y="238405"/>
                </a:lnTo>
                <a:lnTo>
                  <a:pt x="2372853" y="190724"/>
                </a:lnTo>
                <a:lnTo>
                  <a:pt x="2388747" y="190724"/>
                </a:lnTo>
                <a:close/>
                <a:moveTo>
                  <a:pt x="2388747" y="286086"/>
                </a:moveTo>
                <a:lnTo>
                  <a:pt x="2388747" y="333767"/>
                </a:lnTo>
                <a:lnTo>
                  <a:pt x="2372853" y="333767"/>
                </a:lnTo>
                <a:lnTo>
                  <a:pt x="2372853" y="286086"/>
                </a:lnTo>
                <a:lnTo>
                  <a:pt x="2388747" y="286086"/>
                </a:lnTo>
                <a:close/>
                <a:moveTo>
                  <a:pt x="2388747" y="381448"/>
                </a:moveTo>
                <a:lnTo>
                  <a:pt x="2388747" y="429130"/>
                </a:lnTo>
                <a:lnTo>
                  <a:pt x="2372853" y="429130"/>
                </a:lnTo>
                <a:lnTo>
                  <a:pt x="2372853" y="381448"/>
                </a:lnTo>
                <a:lnTo>
                  <a:pt x="2388747" y="381448"/>
                </a:lnTo>
                <a:close/>
                <a:moveTo>
                  <a:pt x="2388747" y="476811"/>
                </a:moveTo>
                <a:lnTo>
                  <a:pt x="2388747" y="524492"/>
                </a:lnTo>
                <a:lnTo>
                  <a:pt x="2372853" y="524492"/>
                </a:lnTo>
                <a:lnTo>
                  <a:pt x="2372853" y="476811"/>
                </a:lnTo>
                <a:lnTo>
                  <a:pt x="2388747" y="476811"/>
                </a:lnTo>
                <a:close/>
                <a:moveTo>
                  <a:pt x="2388747" y="572173"/>
                </a:moveTo>
                <a:lnTo>
                  <a:pt x="2388747" y="619854"/>
                </a:lnTo>
                <a:lnTo>
                  <a:pt x="2372853" y="619854"/>
                </a:lnTo>
                <a:lnTo>
                  <a:pt x="2372853" y="572173"/>
                </a:lnTo>
                <a:lnTo>
                  <a:pt x="2388747" y="572173"/>
                </a:lnTo>
                <a:close/>
                <a:moveTo>
                  <a:pt x="2388747" y="667535"/>
                </a:moveTo>
                <a:lnTo>
                  <a:pt x="2388747" y="683430"/>
                </a:lnTo>
                <a:cubicBezTo>
                  <a:pt x="2388746" y="694678"/>
                  <a:pt x="2387279" y="705732"/>
                  <a:pt x="2384344" y="716593"/>
                </a:cubicBezTo>
                <a:lnTo>
                  <a:pt x="2369002" y="712449"/>
                </a:lnTo>
                <a:cubicBezTo>
                  <a:pt x="2371569" y="702946"/>
                  <a:pt x="2372852" y="693274"/>
                  <a:pt x="2372853" y="683430"/>
                </a:cubicBezTo>
                <a:lnTo>
                  <a:pt x="2372853" y="667535"/>
                </a:lnTo>
                <a:lnTo>
                  <a:pt x="2388747" y="667535"/>
                </a:lnTo>
                <a:close/>
                <a:moveTo>
                  <a:pt x="2361305" y="762334"/>
                </a:moveTo>
                <a:cubicBezTo>
                  <a:pt x="2350470" y="776024"/>
                  <a:pt x="2337369" y="787019"/>
                  <a:pt x="2322004" y="795314"/>
                </a:cubicBezTo>
                <a:lnTo>
                  <a:pt x="2314452" y="781330"/>
                </a:lnTo>
                <a:cubicBezTo>
                  <a:pt x="2327896" y="774071"/>
                  <a:pt x="2339359" y="764451"/>
                  <a:pt x="2348841" y="752471"/>
                </a:cubicBezTo>
                <a:lnTo>
                  <a:pt x="2361305" y="762334"/>
                </a:lnTo>
                <a:close/>
                <a:moveTo>
                  <a:pt x="2273061" y="810062"/>
                </a:moveTo>
                <a:cubicBezTo>
                  <a:pt x="2269249" y="810407"/>
                  <a:pt x="2265428" y="810579"/>
                  <a:pt x="2261598" y="810580"/>
                </a:cubicBezTo>
                <a:lnTo>
                  <a:pt x="2225123" y="810580"/>
                </a:lnTo>
                <a:lnTo>
                  <a:pt x="2225123" y="794686"/>
                </a:lnTo>
                <a:lnTo>
                  <a:pt x="2261596" y="794686"/>
                </a:lnTo>
                <a:cubicBezTo>
                  <a:pt x="2264948" y="794685"/>
                  <a:pt x="2268294" y="794535"/>
                  <a:pt x="2271634" y="794233"/>
                </a:cubicBezTo>
                <a:lnTo>
                  <a:pt x="2273061" y="810062"/>
                </a:lnTo>
                <a:close/>
                <a:moveTo>
                  <a:pt x="2177442" y="810580"/>
                </a:moveTo>
                <a:lnTo>
                  <a:pt x="2129760" y="810580"/>
                </a:lnTo>
                <a:lnTo>
                  <a:pt x="2129760" y="794686"/>
                </a:lnTo>
                <a:lnTo>
                  <a:pt x="2177442" y="794686"/>
                </a:lnTo>
                <a:lnTo>
                  <a:pt x="2177442" y="810580"/>
                </a:lnTo>
                <a:close/>
                <a:moveTo>
                  <a:pt x="2082079" y="810580"/>
                </a:moveTo>
                <a:lnTo>
                  <a:pt x="2034398" y="810580"/>
                </a:lnTo>
                <a:lnTo>
                  <a:pt x="2034398" y="794686"/>
                </a:lnTo>
                <a:lnTo>
                  <a:pt x="2082079" y="794686"/>
                </a:lnTo>
                <a:lnTo>
                  <a:pt x="2082079" y="810580"/>
                </a:lnTo>
                <a:close/>
                <a:moveTo>
                  <a:pt x="1986717" y="810580"/>
                </a:moveTo>
                <a:lnTo>
                  <a:pt x="1939036" y="810580"/>
                </a:lnTo>
                <a:lnTo>
                  <a:pt x="1939036" y="794686"/>
                </a:lnTo>
                <a:lnTo>
                  <a:pt x="1986717" y="794686"/>
                </a:lnTo>
                <a:lnTo>
                  <a:pt x="1986717" y="810580"/>
                </a:lnTo>
                <a:close/>
                <a:moveTo>
                  <a:pt x="1891355" y="810580"/>
                </a:moveTo>
                <a:lnTo>
                  <a:pt x="1843673" y="810580"/>
                </a:lnTo>
                <a:lnTo>
                  <a:pt x="1843673" y="794686"/>
                </a:lnTo>
                <a:lnTo>
                  <a:pt x="1891355" y="794686"/>
                </a:lnTo>
                <a:lnTo>
                  <a:pt x="1891355" y="810580"/>
                </a:lnTo>
                <a:close/>
                <a:moveTo>
                  <a:pt x="1795992" y="810580"/>
                </a:moveTo>
                <a:lnTo>
                  <a:pt x="1748311" y="810580"/>
                </a:lnTo>
                <a:lnTo>
                  <a:pt x="1748311" y="794686"/>
                </a:lnTo>
                <a:lnTo>
                  <a:pt x="1795992" y="794686"/>
                </a:lnTo>
                <a:lnTo>
                  <a:pt x="1795992" y="810580"/>
                </a:lnTo>
                <a:close/>
                <a:moveTo>
                  <a:pt x="1700630" y="810580"/>
                </a:moveTo>
                <a:lnTo>
                  <a:pt x="1652949" y="810580"/>
                </a:lnTo>
                <a:lnTo>
                  <a:pt x="1652949" y="794686"/>
                </a:lnTo>
                <a:lnTo>
                  <a:pt x="1700630" y="794686"/>
                </a:lnTo>
                <a:lnTo>
                  <a:pt x="1700630" y="810580"/>
                </a:lnTo>
                <a:close/>
                <a:moveTo>
                  <a:pt x="1605268" y="810580"/>
                </a:moveTo>
                <a:lnTo>
                  <a:pt x="1557587" y="810580"/>
                </a:lnTo>
                <a:lnTo>
                  <a:pt x="1557587" y="794686"/>
                </a:lnTo>
                <a:lnTo>
                  <a:pt x="1605268" y="794686"/>
                </a:lnTo>
                <a:lnTo>
                  <a:pt x="1605268" y="810580"/>
                </a:lnTo>
                <a:close/>
                <a:moveTo>
                  <a:pt x="1509905" y="810580"/>
                </a:moveTo>
                <a:lnTo>
                  <a:pt x="1462224" y="810580"/>
                </a:lnTo>
                <a:lnTo>
                  <a:pt x="1462224" y="794686"/>
                </a:lnTo>
                <a:lnTo>
                  <a:pt x="1509905" y="794686"/>
                </a:lnTo>
                <a:lnTo>
                  <a:pt x="1509905" y="810580"/>
                </a:lnTo>
                <a:close/>
                <a:moveTo>
                  <a:pt x="1414543" y="810580"/>
                </a:moveTo>
                <a:lnTo>
                  <a:pt x="1366862" y="810580"/>
                </a:lnTo>
                <a:lnTo>
                  <a:pt x="1366862" y="794686"/>
                </a:lnTo>
                <a:lnTo>
                  <a:pt x="1414543" y="794686"/>
                </a:lnTo>
                <a:lnTo>
                  <a:pt x="1414543" y="810580"/>
                </a:lnTo>
                <a:close/>
                <a:moveTo>
                  <a:pt x="1319181" y="810580"/>
                </a:moveTo>
                <a:lnTo>
                  <a:pt x="1271500" y="810580"/>
                </a:lnTo>
                <a:lnTo>
                  <a:pt x="1271500" y="794686"/>
                </a:lnTo>
                <a:lnTo>
                  <a:pt x="1319181" y="794686"/>
                </a:lnTo>
                <a:lnTo>
                  <a:pt x="1319181" y="810580"/>
                </a:lnTo>
                <a:close/>
                <a:moveTo>
                  <a:pt x="1223819" y="810580"/>
                </a:moveTo>
                <a:lnTo>
                  <a:pt x="1176138" y="810580"/>
                </a:lnTo>
                <a:lnTo>
                  <a:pt x="1176138" y="794686"/>
                </a:lnTo>
                <a:lnTo>
                  <a:pt x="1223819" y="794686"/>
                </a:lnTo>
                <a:lnTo>
                  <a:pt x="1223819" y="810580"/>
                </a:lnTo>
                <a:close/>
                <a:moveTo>
                  <a:pt x="1128456" y="810580"/>
                </a:moveTo>
                <a:lnTo>
                  <a:pt x="1080775" y="810580"/>
                </a:lnTo>
                <a:lnTo>
                  <a:pt x="1080775" y="794686"/>
                </a:lnTo>
                <a:lnTo>
                  <a:pt x="1128456" y="794686"/>
                </a:lnTo>
                <a:lnTo>
                  <a:pt x="1128456" y="810580"/>
                </a:lnTo>
                <a:close/>
                <a:moveTo>
                  <a:pt x="1033094" y="810580"/>
                </a:moveTo>
                <a:lnTo>
                  <a:pt x="985413" y="810580"/>
                </a:lnTo>
                <a:lnTo>
                  <a:pt x="985413" y="794686"/>
                </a:lnTo>
                <a:lnTo>
                  <a:pt x="1033094" y="794686"/>
                </a:lnTo>
                <a:lnTo>
                  <a:pt x="1033094" y="810580"/>
                </a:lnTo>
                <a:close/>
                <a:moveTo>
                  <a:pt x="937732" y="810580"/>
                </a:moveTo>
                <a:lnTo>
                  <a:pt x="890050" y="810580"/>
                </a:lnTo>
                <a:lnTo>
                  <a:pt x="890050" y="794686"/>
                </a:lnTo>
                <a:lnTo>
                  <a:pt x="937732" y="794686"/>
                </a:lnTo>
                <a:lnTo>
                  <a:pt x="937732" y="810580"/>
                </a:lnTo>
                <a:close/>
                <a:moveTo>
                  <a:pt x="842369" y="810580"/>
                </a:moveTo>
                <a:lnTo>
                  <a:pt x="794688" y="810580"/>
                </a:lnTo>
                <a:lnTo>
                  <a:pt x="794688" y="794686"/>
                </a:lnTo>
                <a:lnTo>
                  <a:pt x="842369" y="794686"/>
                </a:lnTo>
                <a:lnTo>
                  <a:pt x="842369" y="810580"/>
                </a:lnTo>
                <a:close/>
                <a:moveTo>
                  <a:pt x="747007" y="810580"/>
                </a:moveTo>
                <a:lnTo>
                  <a:pt x="699326" y="810580"/>
                </a:lnTo>
                <a:lnTo>
                  <a:pt x="699326" y="794686"/>
                </a:lnTo>
                <a:lnTo>
                  <a:pt x="747007" y="794686"/>
                </a:lnTo>
                <a:lnTo>
                  <a:pt x="747007" y="810580"/>
                </a:lnTo>
                <a:close/>
                <a:moveTo>
                  <a:pt x="651645" y="810580"/>
                </a:moveTo>
                <a:lnTo>
                  <a:pt x="603964" y="810580"/>
                </a:lnTo>
                <a:lnTo>
                  <a:pt x="603964" y="794686"/>
                </a:lnTo>
                <a:lnTo>
                  <a:pt x="651645" y="794686"/>
                </a:lnTo>
                <a:lnTo>
                  <a:pt x="651645" y="810580"/>
                </a:lnTo>
                <a:close/>
                <a:moveTo>
                  <a:pt x="556282" y="810580"/>
                </a:moveTo>
                <a:lnTo>
                  <a:pt x="508601" y="810580"/>
                </a:lnTo>
                <a:lnTo>
                  <a:pt x="508601" y="794686"/>
                </a:lnTo>
                <a:lnTo>
                  <a:pt x="556282" y="794686"/>
                </a:lnTo>
                <a:lnTo>
                  <a:pt x="556282" y="810580"/>
                </a:lnTo>
                <a:close/>
                <a:moveTo>
                  <a:pt x="460920" y="810580"/>
                </a:moveTo>
                <a:lnTo>
                  <a:pt x="413239" y="810580"/>
                </a:lnTo>
                <a:lnTo>
                  <a:pt x="413239" y="794686"/>
                </a:lnTo>
                <a:lnTo>
                  <a:pt x="460920" y="794686"/>
                </a:lnTo>
                <a:lnTo>
                  <a:pt x="460920" y="810580"/>
                </a:lnTo>
                <a:close/>
                <a:moveTo>
                  <a:pt x="365558" y="810580"/>
                </a:moveTo>
                <a:lnTo>
                  <a:pt x="317877" y="810580"/>
                </a:lnTo>
                <a:lnTo>
                  <a:pt x="317877" y="794686"/>
                </a:lnTo>
                <a:lnTo>
                  <a:pt x="365558" y="794686"/>
                </a:lnTo>
                <a:lnTo>
                  <a:pt x="365558" y="810580"/>
                </a:lnTo>
                <a:close/>
                <a:moveTo>
                  <a:pt x="270196" y="810580"/>
                </a:moveTo>
                <a:lnTo>
                  <a:pt x="222514" y="810580"/>
                </a:lnTo>
                <a:lnTo>
                  <a:pt x="222514" y="794686"/>
                </a:lnTo>
                <a:lnTo>
                  <a:pt x="270196" y="794686"/>
                </a:lnTo>
                <a:lnTo>
                  <a:pt x="270196" y="810580"/>
                </a:lnTo>
                <a:close/>
                <a:moveTo>
                  <a:pt x="174833" y="810580"/>
                </a:moveTo>
                <a:lnTo>
                  <a:pt x="127152" y="810580"/>
                </a:lnTo>
                <a:lnTo>
                  <a:pt x="127152" y="794686"/>
                </a:lnTo>
                <a:lnTo>
                  <a:pt x="174833" y="794686"/>
                </a:lnTo>
                <a:lnTo>
                  <a:pt x="174833" y="810580"/>
                </a:lnTo>
                <a:close/>
                <a:moveTo>
                  <a:pt x="77433" y="800457"/>
                </a:moveTo>
                <a:cubicBezTo>
                  <a:pt x="61468" y="793674"/>
                  <a:pt x="47475" y="784027"/>
                  <a:pt x="35457" y="771518"/>
                </a:cubicBezTo>
                <a:lnTo>
                  <a:pt x="46920" y="760507"/>
                </a:lnTo>
                <a:cubicBezTo>
                  <a:pt x="57435" y="771453"/>
                  <a:pt x="69678" y="779894"/>
                  <a:pt x="83647" y="785828"/>
                </a:cubicBezTo>
                <a:lnTo>
                  <a:pt x="77433" y="800457"/>
                </a:lnTo>
                <a:close/>
                <a:moveTo>
                  <a:pt x="8246" y="728470"/>
                </a:moveTo>
                <a:cubicBezTo>
                  <a:pt x="2748" y="713961"/>
                  <a:pt x="0" y="698947"/>
                  <a:pt x="1" y="683430"/>
                </a:cubicBezTo>
                <a:lnTo>
                  <a:pt x="1" y="678744"/>
                </a:lnTo>
                <a:lnTo>
                  <a:pt x="15895" y="678744"/>
                </a:lnTo>
                <a:lnTo>
                  <a:pt x="15895" y="683430"/>
                </a:lnTo>
                <a:cubicBezTo>
                  <a:pt x="15894" y="697007"/>
                  <a:pt x="18298" y="710144"/>
                  <a:pt x="23109" y="722840"/>
                </a:cubicBezTo>
                <a:lnTo>
                  <a:pt x="8246" y="728470"/>
                </a:lnTo>
                <a:close/>
                <a:moveTo>
                  <a:pt x="1" y="631063"/>
                </a:moveTo>
                <a:lnTo>
                  <a:pt x="1" y="583382"/>
                </a:lnTo>
                <a:lnTo>
                  <a:pt x="15895" y="583382"/>
                </a:lnTo>
                <a:lnTo>
                  <a:pt x="15895" y="631063"/>
                </a:lnTo>
                <a:lnTo>
                  <a:pt x="1" y="631063"/>
                </a:lnTo>
                <a:close/>
                <a:moveTo>
                  <a:pt x="1" y="535701"/>
                </a:moveTo>
                <a:lnTo>
                  <a:pt x="1" y="488020"/>
                </a:lnTo>
                <a:lnTo>
                  <a:pt x="15895" y="488020"/>
                </a:lnTo>
                <a:lnTo>
                  <a:pt x="15895" y="535701"/>
                </a:lnTo>
                <a:lnTo>
                  <a:pt x="1" y="535701"/>
                </a:lnTo>
                <a:close/>
                <a:moveTo>
                  <a:pt x="1" y="440339"/>
                </a:moveTo>
                <a:lnTo>
                  <a:pt x="1" y="392657"/>
                </a:lnTo>
                <a:lnTo>
                  <a:pt x="15895" y="392657"/>
                </a:lnTo>
                <a:lnTo>
                  <a:pt x="15895" y="440339"/>
                </a:lnTo>
                <a:lnTo>
                  <a:pt x="1" y="440339"/>
                </a:lnTo>
                <a:close/>
                <a:moveTo>
                  <a:pt x="1" y="344976"/>
                </a:moveTo>
                <a:lnTo>
                  <a:pt x="1" y="297295"/>
                </a:lnTo>
                <a:lnTo>
                  <a:pt x="15895" y="297295"/>
                </a:lnTo>
                <a:lnTo>
                  <a:pt x="15895" y="344976"/>
                </a:lnTo>
                <a:lnTo>
                  <a:pt x="1" y="344976"/>
                </a:lnTo>
                <a:close/>
                <a:moveTo>
                  <a:pt x="1" y="249614"/>
                </a:moveTo>
                <a:lnTo>
                  <a:pt x="1" y="201933"/>
                </a:lnTo>
                <a:lnTo>
                  <a:pt x="15895" y="201933"/>
                </a:lnTo>
                <a:lnTo>
                  <a:pt x="15895" y="249614"/>
                </a:lnTo>
                <a:lnTo>
                  <a:pt x="1" y="249614"/>
                </a:lnTo>
                <a:close/>
                <a:moveTo>
                  <a:pt x="1" y="154252"/>
                </a:moveTo>
                <a:lnTo>
                  <a:pt x="1" y="127150"/>
                </a:lnTo>
                <a:cubicBezTo>
                  <a:pt x="1" y="120003"/>
                  <a:pt x="598" y="112909"/>
                  <a:pt x="1794" y="105867"/>
                </a:cubicBezTo>
                <a:lnTo>
                  <a:pt x="17465" y="108527"/>
                </a:lnTo>
                <a:cubicBezTo>
                  <a:pt x="16417" y="114692"/>
                  <a:pt x="15895" y="120900"/>
                  <a:pt x="15895" y="127150"/>
                </a:cubicBezTo>
                <a:lnTo>
                  <a:pt x="15895" y="154252"/>
                </a:lnTo>
                <a:lnTo>
                  <a:pt x="1" y="154252"/>
                </a:lnTo>
                <a:close/>
                <a:moveTo>
                  <a:pt x="20384" y="58099"/>
                </a:moveTo>
                <a:cubicBezTo>
                  <a:pt x="29887" y="43409"/>
                  <a:pt x="41908" y="31199"/>
                  <a:pt x="56448" y="21471"/>
                </a:cubicBezTo>
                <a:lnTo>
                  <a:pt x="65285" y="34681"/>
                </a:lnTo>
                <a:cubicBezTo>
                  <a:pt x="52563" y="43193"/>
                  <a:pt x="42045" y="53877"/>
                  <a:pt x="33730" y="66731"/>
                </a:cubicBezTo>
                <a:lnTo>
                  <a:pt x="20384" y="58099"/>
                </a:lnTo>
                <a:close/>
                <a:moveTo>
                  <a:pt x="103929" y="2138"/>
                </a:moveTo>
                <a:cubicBezTo>
                  <a:pt x="111606" y="713"/>
                  <a:pt x="119346" y="0"/>
                  <a:pt x="127151" y="0"/>
                </a:cubicBezTo>
                <a:lnTo>
                  <a:pt x="174832" y="0"/>
                </a:lnTo>
                <a:lnTo>
                  <a:pt x="174832" y="15894"/>
                </a:lnTo>
                <a:lnTo>
                  <a:pt x="127151" y="15894"/>
                </a:lnTo>
                <a:cubicBezTo>
                  <a:pt x="120319" y="15894"/>
                  <a:pt x="113546" y="16518"/>
                  <a:pt x="106832" y="17764"/>
                </a:cubicBezTo>
                <a:lnTo>
                  <a:pt x="103929" y="21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f6a937af84388"/>
          <a:stretch xmlns:a="http://schemas.openxmlformats.org/drawingml/2006/main"/>
        </p:blipFill>
        <p:spPr>
          <a:xfrm xmlns:a="http://schemas.openxmlformats.org/drawingml/2006/main">
            <a:off x="219818" y="1554883"/>
            <a:ext cx="1332101" cy="301981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08cf298b240f8"/>
          <a:stretch xmlns:a="http://schemas.openxmlformats.org/drawingml/2006/main"/>
        </p:blipFill>
        <p:spPr>
          <a:xfrm xmlns:a="http://schemas.openxmlformats.org/drawingml/2006/main">
            <a:off x="262238" y="1904545"/>
            <a:ext cx="1084746" cy="309927"/>
          </a:xfrm>
          <a:prstGeom xmlns:a="http://schemas.openxmlformats.org/drawingml/2006/main" prst="rect">
            <a:avLst/>
          </a:prstGeom>
        </p:spPr>
      </p:pic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8bd1578fc4395"/>
          <a:stretch xmlns:a="http://schemas.openxmlformats.org/drawingml/2006/main"/>
        </p:blipFill>
        <p:spPr>
          <a:xfrm xmlns:a="http://schemas.openxmlformats.org/drawingml/2006/main">
            <a:off x="1653654" y="1809187"/>
            <a:ext cx="689788" cy="381439"/>
          </a:xfrm>
          <a:prstGeom xmlns:a="http://schemas.openxmlformats.org/drawingml/2006/main" prst="rect">
            <a:avLst/>
          </a:prstGeom>
        </p:spPr>
      </p:pic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751C0-FF97-4482-BE83-713A9C1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710" y="1546936"/>
            <a:ext cx="301981" cy="198671"/>
          </a:xfrm>
          <a:custGeom xmlns:a="http://schemas.openxmlformats.org/drawingml/2006/main">
            <a:pathLst>
              <a:path w="301981" h="198671">
                <a:moveTo>
                  <a:pt x="0" y="0"/>
                </a:moveTo>
                <a:lnTo>
                  <a:pt x="301981" y="0"/>
                </a:lnTo>
                <a:lnTo>
                  <a:pt x="301981" y="198671"/>
                </a:lnTo>
                <a:lnTo>
                  <a:pt x="0" y="198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...">
            <a:extLst xmlns:a="http://schemas.openxmlformats.org/drawingml/2006/main">
              <a:ext uri="{FF2B5EF4-FFF2-40B4-BE49-F238E27FC236}">
                <a16:creationId xmlns:a16="http://schemas.microsoft.com/office/drawing/2014/main" id="{936D12DA-0A36-4833-8217-CE5C993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543" y="1691936"/>
            <a:ext cx="110177" cy="21885"/>
          </a:xfrm>
          <a:custGeom xmlns:a="http://schemas.openxmlformats.org/drawingml/2006/main">
            <a:pathLst>
              <a:path w="110177" h="21885">
                <a:moveTo>
                  <a:pt x="0" y="21885"/>
                </a:moveTo>
                <a:lnTo>
                  <a:pt x="0" y="0"/>
                </a:lnTo>
                <a:lnTo>
                  <a:pt x="21807" y="0"/>
                </a:lnTo>
                <a:lnTo>
                  <a:pt x="21807" y="21885"/>
                </a:lnTo>
                <a:lnTo>
                  <a:pt x="0" y="21885"/>
                </a:lnTo>
                <a:close/>
                <a:moveTo>
                  <a:pt x="44185" y="21885"/>
                </a:moveTo>
                <a:lnTo>
                  <a:pt x="44185" y="0"/>
                </a:lnTo>
                <a:lnTo>
                  <a:pt x="65992" y="0"/>
                </a:lnTo>
                <a:lnTo>
                  <a:pt x="65992" y="21885"/>
                </a:lnTo>
                <a:lnTo>
                  <a:pt x="44185" y="21885"/>
                </a:lnTo>
                <a:close/>
                <a:moveTo>
                  <a:pt x="88370" y="21885"/>
                </a:moveTo>
                <a:lnTo>
                  <a:pt x="88370" y="0"/>
                </a:lnTo>
                <a:lnTo>
                  <a:pt x="110177" y="0"/>
                </a:lnTo>
                <a:lnTo>
                  <a:pt x="110177" y="21885"/>
                </a:lnTo>
                <a:lnTo>
                  <a:pt x="88370" y="21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PLs">
            <a:extLst xmlns:a="http://schemas.openxmlformats.org/drawingml/2006/main">
              <a:ext uri="{FF2B5EF4-FFF2-40B4-BE49-F238E27FC236}">
                <a16:creationId xmlns:a16="http://schemas.microsoft.com/office/drawing/2014/main" id="{FC6EEAD8-1BB3-4ADD-8AC8-CDCDFEF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44" y="2318650"/>
            <a:ext cx="431492" cy="128888"/>
          </a:xfrm>
          <a:custGeom xmlns:a="http://schemas.openxmlformats.org/drawingml/2006/main">
            <a:pathLst>
              <a:path w="431492" h="128888">
                <a:moveTo>
                  <a:pt x="113429" y="0"/>
                </a:moveTo>
                <a:lnTo>
                  <a:pt x="113429" y="34271"/>
                </a:lnTo>
                <a:lnTo>
                  <a:pt x="110076" y="34271"/>
                </a:lnTo>
                <a:cubicBezTo>
                  <a:pt x="108090" y="26359"/>
                  <a:pt x="105886" y="20674"/>
                  <a:pt x="103464" y="17217"/>
                </a:cubicBezTo>
                <a:cubicBezTo>
                  <a:pt x="101043" y="13760"/>
                  <a:pt x="97722" y="11003"/>
                  <a:pt x="93500" y="8946"/>
                </a:cubicBezTo>
                <a:cubicBezTo>
                  <a:pt x="91141" y="7825"/>
                  <a:pt x="87012" y="7264"/>
                  <a:pt x="81114" y="7264"/>
                </a:cubicBezTo>
                <a:lnTo>
                  <a:pt x="71708" y="7264"/>
                </a:lnTo>
                <a:lnTo>
                  <a:pt x="71708" y="104675"/>
                </a:lnTo>
                <a:cubicBezTo>
                  <a:pt x="71708" y="111165"/>
                  <a:pt x="72065" y="115222"/>
                  <a:pt x="72779" y="116846"/>
                </a:cubicBezTo>
                <a:cubicBezTo>
                  <a:pt x="73493" y="118468"/>
                  <a:pt x="74890" y="119887"/>
                  <a:pt x="76970" y="121103"/>
                </a:cubicBezTo>
                <a:cubicBezTo>
                  <a:pt x="79049" y="122320"/>
                  <a:pt x="81890" y="122928"/>
                  <a:pt x="85491" y="122928"/>
                </a:cubicBezTo>
                <a:lnTo>
                  <a:pt x="89682" y="122928"/>
                </a:lnTo>
                <a:lnTo>
                  <a:pt x="89682" y="126281"/>
                </a:lnTo>
                <a:lnTo>
                  <a:pt x="23561" y="126281"/>
                </a:lnTo>
                <a:lnTo>
                  <a:pt x="23561" y="122928"/>
                </a:lnTo>
                <a:lnTo>
                  <a:pt x="27752" y="122928"/>
                </a:lnTo>
                <a:cubicBezTo>
                  <a:pt x="31415" y="122928"/>
                  <a:pt x="34364" y="122273"/>
                  <a:pt x="36599" y="120964"/>
                </a:cubicBezTo>
                <a:cubicBezTo>
                  <a:pt x="38213" y="120089"/>
                  <a:pt x="39486" y="118591"/>
                  <a:pt x="40417" y="116470"/>
                </a:cubicBezTo>
                <a:cubicBezTo>
                  <a:pt x="41100" y="114972"/>
                  <a:pt x="41442" y="111041"/>
                  <a:pt x="41442" y="104675"/>
                </a:cubicBezTo>
                <a:lnTo>
                  <a:pt x="41442" y="7264"/>
                </a:lnTo>
                <a:lnTo>
                  <a:pt x="32315" y="7264"/>
                </a:lnTo>
                <a:cubicBezTo>
                  <a:pt x="23810" y="7264"/>
                  <a:pt x="17632" y="9070"/>
                  <a:pt x="13783" y="12683"/>
                </a:cubicBezTo>
                <a:cubicBezTo>
                  <a:pt x="8381" y="17729"/>
                  <a:pt x="4967" y="24925"/>
                  <a:pt x="3539" y="34271"/>
                </a:cubicBezTo>
                <a:lnTo>
                  <a:pt x="0" y="34271"/>
                </a:lnTo>
                <a:lnTo>
                  <a:pt x="0" y="0"/>
                </a:lnTo>
                <a:lnTo>
                  <a:pt x="113429" y="0"/>
                </a:lnTo>
                <a:close/>
                <a:moveTo>
                  <a:pt x="171822" y="69100"/>
                </a:moveTo>
                <a:lnTo>
                  <a:pt x="171822" y="104116"/>
                </a:lnTo>
                <a:cubicBezTo>
                  <a:pt x="171822" y="110981"/>
                  <a:pt x="172241" y="115302"/>
                  <a:pt x="173079" y="117081"/>
                </a:cubicBezTo>
                <a:cubicBezTo>
                  <a:pt x="173917" y="118858"/>
                  <a:pt x="175407" y="120278"/>
                  <a:pt x="177549" y="121339"/>
                </a:cubicBezTo>
                <a:cubicBezTo>
                  <a:pt x="179691" y="122398"/>
                  <a:pt x="183618" y="122928"/>
                  <a:pt x="189330" y="122928"/>
                </a:cubicBezTo>
                <a:lnTo>
                  <a:pt x="189330" y="126281"/>
                </a:lnTo>
                <a:lnTo>
                  <a:pt x="125165" y="126281"/>
                </a:lnTo>
                <a:lnTo>
                  <a:pt x="125165" y="122928"/>
                </a:lnTo>
                <a:cubicBezTo>
                  <a:pt x="131001" y="122928"/>
                  <a:pt x="134959" y="122382"/>
                  <a:pt x="137039" y="121289"/>
                </a:cubicBezTo>
                <a:cubicBezTo>
                  <a:pt x="139119" y="120197"/>
                  <a:pt x="140578" y="118778"/>
                  <a:pt x="141416" y="117032"/>
                </a:cubicBezTo>
                <a:cubicBezTo>
                  <a:pt x="142254" y="115286"/>
                  <a:pt x="142673" y="110981"/>
                  <a:pt x="142673" y="104116"/>
                </a:cubicBezTo>
                <a:lnTo>
                  <a:pt x="142673" y="22164"/>
                </a:lnTo>
                <a:cubicBezTo>
                  <a:pt x="142673" y="15300"/>
                  <a:pt x="142254" y="10979"/>
                  <a:pt x="141416" y="9202"/>
                </a:cubicBezTo>
                <a:cubicBezTo>
                  <a:pt x="140578" y="7423"/>
                  <a:pt x="139103" y="6004"/>
                  <a:pt x="136992" y="4944"/>
                </a:cubicBezTo>
                <a:cubicBezTo>
                  <a:pt x="134881" y="3883"/>
                  <a:pt x="130939" y="3353"/>
                  <a:pt x="125165" y="3353"/>
                </a:cubicBezTo>
                <a:lnTo>
                  <a:pt x="125165" y="0"/>
                </a:lnTo>
                <a:lnTo>
                  <a:pt x="180203" y="0"/>
                </a:lnTo>
                <a:cubicBezTo>
                  <a:pt x="198332" y="0"/>
                  <a:pt x="211339" y="3228"/>
                  <a:pt x="219224" y="9685"/>
                </a:cubicBezTo>
                <a:cubicBezTo>
                  <a:pt x="227108" y="16142"/>
                  <a:pt x="231051" y="24213"/>
                  <a:pt x="231051" y="33898"/>
                </a:cubicBezTo>
                <a:cubicBezTo>
                  <a:pt x="231051" y="42094"/>
                  <a:pt x="228505" y="49109"/>
                  <a:pt x="223414" y="54945"/>
                </a:cubicBezTo>
                <a:cubicBezTo>
                  <a:pt x="218323" y="60781"/>
                  <a:pt x="211308" y="64754"/>
                  <a:pt x="202368" y="66865"/>
                </a:cubicBezTo>
                <a:cubicBezTo>
                  <a:pt x="196345" y="68355"/>
                  <a:pt x="186163" y="69100"/>
                  <a:pt x="171822" y="69100"/>
                </a:cubicBezTo>
                <a:moveTo>
                  <a:pt x="171822" y="7264"/>
                </a:moveTo>
                <a:lnTo>
                  <a:pt x="171822" y="61836"/>
                </a:lnTo>
                <a:cubicBezTo>
                  <a:pt x="173871" y="61961"/>
                  <a:pt x="175423" y="62023"/>
                  <a:pt x="176478" y="62023"/>
                </a:cubicBezTo>
                <a:cubicBezTo>
                  <a:pt x="184053" y="62023"/>
                  <a:pt x="189889" y="59772"/>
                  <a:pt x="193986" y="55271"/>
                </a:cubicBezTo>
                <a:cubicBezTo>
                  <a:pt x="198084" y="50770"/>
                  <a:pt x="200133" y="43801"/>
                  <a:pt x="200133" y="34364"/>
                </a:cubicBezTo>
                <a:cubicBezTo>
                  <a:pt x="200133" y="24989"/>
                  <a:pt x="198084" y="18129"/>
                  <a:pt x="193986" y="13783"/>
                </a:cubicBezTo>
                <a:cubicBezTo>
                  <a:pt x="189889" y="9437"/>
                  <a:pt x="183773" y="7264"/>
                  <a:pt x="175640" y="7264"/>
                </a:cubicBezTo>
                <a:lnTo>
                  <a:pt x="171822" y="7264"/>
                </a:lnTo>
                <a:close/>
                <a:moveTo>
                  <a:pt x="357269" y="81952"/>
                </a:moveTo>
                <a:lnTo>
                  <a:pt x="352519" y="126281"/>
                </a:lnTo>
                <a:lnTo>
                  <a:pt x="240394" y="126281"/>
                </a:lnTo>
                <a:lnTo>
                  <a:pt x="240394" y="122928"/>
                </a:lnTo>
                <a:lnTo>
                  <a:pt x="244585" y="122928"/>
                </a:lnTo>
                <a:cubicBezTo>
                  <a:pt x="248248" y="122928"/>
                  <a:pt x="251197" y="122273"/>
                  <a:pt x="253432" y="120964"/>
                </a:cubicBezTo>
                <a:cubicBezTo>
                  <a:pt x="255046" y="120089"/>
                  <a:pt x="256288" y="118591"/>
                  <a:pt x="257157" y="116470"/>
                </a:cubicBezTo>
                <a:cubicBezTo>
                  <a:pt x="257840" y="114972"/>
                  <a:pt x="258181" y="111041"/>
                  <a:pt x="258181" y="104675"/>
                </a:cubicBezTo>
                <a:lnTo>
                  <a:pt x="258181" y="21606"/>
                </a:lnTo>
                <a:cubicBezTo>
                  <a:pt x="258181" y="15116"/>
                  <a:pt x="257840" y="11060"/>
                  <a:pt x="257157" y="9438"/>
                </a:cubicBezTo>
                <a:cubicBezTo>
                  <a:pt x="256474" y="7814"/>
                  <a:pt x="255092" y="6394"/>
                  <a:pt x="253013" y="5177"/>
                </a:cubicBezTo>
                <a:cubicBezTo>
                  <a:pt x="250933" y="3961"/>
                  <a:pt x="248123" y="3353"/>
                  <a:pt x="244585" y="3353"/>
                </a:cubicBezTo>
                <a:lnTo>
                  <a:pt x="240394" y="3353"/>
                </a:lnTo>
                <a:lnTo>
                  <a:pt x="240394" y="0"/>
                </a:lnTo>
                <a:lnTo>
                  <a:pt x="307725" y="0"/>
                </a:lnTo>
                <a:lnTo>
                  <a:pt x="307725" y="3353"/>
                </a:lnTo>
                <a:lnTo>
                  <a:pt x="302230" y="3353"/>
                </a:lnTo>
                <a:cubicBezTo>
                  <a:pt x="298567" y="3353"/>
                  <a:pt x="295618" y="4007"/>
                  <a:pt x="293383" y="5317"/>
                </a:cubicBezTo>
                <a:cubicBezTo>
                  <a:pt x="291769" y="6192"/>
                  <a:pt x="290496" y="7690"/>
                  <a:pt x="289565" y="9810"/>
                </a:cubicBezTo>
                <a:cubicBezTo>
                  <a:pt x="288882" y="11308"/>
                  <a:pt x="288541" y="15240"/>
                  <a:pt x="288541" y="21606"/>
                </a:cubicBezTo>
                <a:lnTo>
                  <a:pt x="288541" y="102067"/>
                </a:lnTo>
                <a:cubicBezTo>
                  <a:pt x="288541" y="108524"/>
                  <a:pt x="288913" y="112637"/>
                  <a:pt x="289658" y="114407"/>
                </a:cubicBezTo>
                <a:cubicBezTo>
                  <a:pt x="290403" y="116176"/>
                  <a:pt x="291862" y="117496"/>
                  <a:pt x="294035" y="118365"/>
                </a:cubicBezTo>
                <a:cubicBezTo>
                  <a:pt x="295587" y="118923"/>
                  <a:pt x="299343" y="119203"/>
                  <a:pt x="305304" y="119203"/>
                </a:cubicBezTo>
                <a:lnTo>
                  <a:pt x="315827" y="119203"/>
                </a:lnTo>
                <a:cubicBezTo>
                  <a:pt x="322532" y="119203"/>
                  <a:pt x="328120" y="118023"/>
                  <a:pt x="332590" y="115664"/>
                </a:cubicBezTo>
                <a:cubicBezTo>
                  <a:pt x="337060" y="113305"/>
                  <a:pt x="340925" y="109580"/>
                  <a:pt x="344184" y="104489"/>
                </a:cubicBezTo>
                <a:cubicBezTo>
                  <a:pt x="347444" y="99398"/>
                  <a:pt x="350532" y="91886"/>
                  <a:pt x="353450" y="81952"/>
                </a:cubicBezTo>
                <a:lnTo>
                  <a:pt x="357269" y="81952"/>
                </a:lnTo>
                <a:close/>
                <a:moveTo>
                  <a:pt x="425532" y="36878"/>
                </a:moveTo>
                <a:lnTo>
                  <a:pt x="426929" y="66679"/>
                </a:lnTo>
                <a:lnTo>
                  <a:pt x="423763" y="66679"/>
                </a:lnTo>
                <a:cubicBezTo>
                  <a:pt x="419976" y="57791"/>
                  <a:pt x="416049" y="51721"/>
                  <a:pt x="411982" y="48467"/>
                </a:cubicBezTo>
                <a:cubicBezTo>
                  <a:pt x="407916" y="45211"/>
                  <a:pt x="403865" y="43584"/>
                  <a:pt x="399829" y="43584"/>
                </a:cubicBezTo>
                <a:cubicBezTo>
                  <a:pt x="397284" y="43584"/>
                  <a:pt x="395111" y="44437"/>
                  <a:pt x="393310" y="46145"/>
                </a:cubicBezTo>
                <a:cubicBezTo>
                  <a:pt x="391510" y="47852"/>
                  <a:pt x="390609" y="49823"/>
                  <a:pt x="390609" y="52058"/>
                </a:cubicBezTo>
                <a:cubicBezTo>
                  <a:pt x="390609" y="53734"/>
                  <a:pt x="391230" y="55349"/>
                  <a:pt x="392472" y="56901"/>
                </a:cubicBezTo>
                <a:cubicBezTo>
                  <a:pt x="394459" y="59446"/>
                  <a:pt x="400015" y="63808"/>
                  <a:pt x="409142" y="69985"/>
                </a:cubicBezTo>
                <a:cubicBezTo>
                  <a:pt x="418268" y="76163"/>
                  <a:pt x="424275" y="81409"/>
                  <a:pt x="427162" y="85724"/>
                </a:cubicBezTo>
                <a:cubicBezTo>
                  <a:pt x="430049" y="90039"/>
                  <a:pt x="431492" y="94866"/>
                  <a:pt x="431492" y="100205"/>
                </a:cubicBezTo>
                <a:cubicBezTo>
                  <a:pt x="431492" y="105048"/>
                  <a:pt x="430282" y="109797"/>
                  <a:pt x="427860" y="114453"/>
                </a:cubicBezTo>
                <a:cubicBezTo>
                  <a:pt x="425439" y="119110"/>
                  <a:pt x="422024" y="122680"/>
                  <a:pt x="417616" y="125163"/>
                </a:cubicBezTo>
                <a:cubicBezTo>
                  <a:pt x="413208" y="127646"/>
                  <a:pt x="408335" y="128888"/>
                  <a:pt x="402995" y="128888"/>
                </a:cubicBezTo>
                <a:cubicBezTo>
                  <a:pt x="398836" y="128888"/>
                  <a:pt x="393279" y="127560"/>
                  <a:pt x="386326" y="124904"/>
                </a:cubicBezTo>
                <a:cubicBezTo>
                  <a:pt x="384463" y="124207"/>
                  <a:pt x="383190" y="123859"/>
                  <a:pt x="382507" y="123859"/>
                </a:cubicBezTo>
                <a:cubicBezTo>
                  <a:pt x="380459" y="123859"/>
                  <a:pt x="378751" y="125411"/>
                  <a:pt x="377385" y="128516"/>
                </a:cubicBezTo>
                <a:lnTo>
                  <a:pt x="374312" y="128516"/>
                </a:lnTo>
                <a:lnTo>
                  <a:pt x="372822" y="97225"/>
                </a:lnTo>
                <a:lnTo>
                  <a:pt x="375988" y="97225"/>
                </a:lnTo>
                <a:cubicBezTo>
                  <a:pt x="378782" y="105420"/>
                  <a:pt x="382616" y="111566"/>
                  <a:pt x="387490" y="115664"/>
                </a:cubicBezTo>
                <a:cubicBezTo>
                  <a:pt x="392363" y="119762"/>
                  <a:pt x="396973" y="121810"/>
                  <a:pt x="401319" y="121810"/>
                </a:cubicBezTo>
                <a:cubicBezTo>
                  <a:pt x="404299" y="121810"/>
                  <a:pt x="406736" y="120895"/>
                  <a:pt x="408630" y="119063"/>
                </a:cubicBezTo>
                <a:cubicBezTo>
                  <a:pt x="410523" y="117232"/>
                  <a:pt x="411470" y="115012"/>
                  <a:pt x="411470" y="112405"/>
                </a:cubicBezTo>
                <a:cubicBezTo>
                  <a:pt x="411470" y="109425"/>
                  <a:pt x="410539" y="106848"/>
                  <a:pt x="408676" y="104675"/>
                </a:cubicBezTo>
                <a:cubicBezTo>
                  <a:pt x="406814" y="102502"/>
                  <a:pt x="402654" y="99212"/>
                  <a:pt x="396197" y="94804"/>
                </a:cubicBezTo>
                <a:cubicBezTo>
                  <a:pt x="386698" y="88223"/>
                  <a:pt x="380552" y="83194"/>
                  <a:pt x="377758" y="79717"/>
                </a:cubicBezTo>
                <a:cubicBezTo>
                  <a:pt x="373660" y="74626"/>
                  <a:pt x="371611" y="69007"/>
                  <a:pt x="371611" y="62861"/>
                </a:cubicBezTo>
                <a:cubicBezTo>
                  <a:pt x="371611" y="56156"/>
                  <a:pt x="373924" y="50087"/>
                  <a:pt x="378549" y="44655"/>
                </a:cubicBezTo>
                <a:cubicBezTo>
                  <a:pt x="383175" y="39222"/>
                  <a:pt x="389864" y="36506"/>
                  <a:pt x="398618" y="36506"/>
                </a:cubicBezTo>
                <a:cubicBezTo>
                  <a:pt x="403337" y="36506"/>
                  <a:pt x="407900" y="37699"/>
                  <a:pt x="412308" y="40085"/>
                </a:cubicBezTo>
                <a:cubicBezTo>
                  <a:pt x="413984" y="41052"/>
                  <a:pt x="415350" y="41535"/>
                  <a:pt x="416406" y="41535"/>
                </a:cubicBezTo>
                <a:cubicBezTo>
                  <a:pt x="417523" y="41535"/>
                  <a:pt x="418423" y="41302"/>
                  <a:pt x="419106" y="40836"/>
                </a:cubicBezTo>
                <a:cubicBezTo>
                  <a:pt x="419789" y="40371"/>
                  <a:pt x="420876" y="39051"/>
                  <a:pt x="422366" y="36878"/>
                </a:cubicBezTo>
                <a:lnTo>
                  <a:pt x="425532" y="36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8d02655e4047"/>
          <a:stretch xmlns:a="http://schemas.openxmlformats.org/drawingml/2006/main"/>
        </p:blipFill>
        <p:spPr>
          <a:xfrm xmlns:a="http://schemas.openxmlformats.org/drawingml/2006/main">
            <a:off x="3512026" y="1602564"/>
            <a:ext cx="524493" cy="524493"/>
          </a:xfrm>
          <a:prstGeom xmlns:a="http://schemas.openxmlformats.org/drawingml/2006/main" prst="rect">
            <a:avLst/>
          </a:prstGeom>
        </p:spPr>
      </p:pic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465c384f44fa"/>
          <a:stretch xmlns:a="http://schemas.openxmlformats.org/drawingml/2006/main"/>
        </p:blipFill>
        <p:spPr>
          <a:xfrm xmlns:a="http://schemas.openxmlformats.org/drawingml/2006/main">
            <a:off x="196103" y="2587974"/>
            <a:ext cx="1083987" cy="317874"/>
          </a:xfrm>
          <a:prstGeom xmlns:a="http://schemas.openxmlformats.org/drawingml/2006/main" prst="rect">
            <a:avLst/>
          </a:prstGeom>
        </p:spPr>
      </p:pic>
      <p:sp>
        <p:nvSpPr>
          <p:cNvPr id="47" name="Text Sourcecode">
            <a:extLst xmlns:a="http://schemas.openxmlformats.org/drawingml/2006/main">
              <a:ext uri="{FF2B5EF4-FFF2-40B4-BE49-F238E27FC236}">
                <a16:creationId xmlns:a16="http://schemas.microsoft.com/office/drawing/2014/main" id="{827316B7-0FAA-4102-A173-CD5D4E5B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121" y="2188707"/>
            <a:ext cx="962156" cy="131868"/>
          </a:xfrm>
          <a:custGeom xmlns:a="http://schemas.openxmlformats.org/drawingml/2006/main">
            <a:pathLst>
              <a:path w="962156" h="131868">
                <a:moveTo>
                  <a:pt x="79717" y="0"/>
                </a:moveTo>
                <a:lnTo>
                  <a:pt x="80741" y="42094"/>
                </a:lnTo>
                <a:lnTo>
                  <a:pt x="76923" y="42094"/>
                </a:lnTo>
                <a:cubicBezTo>
                  <a:pt x="75123" y="31566"/>
                  <a:pt x="70699" y="23098"/>
                  <a:pt x="63652" y="16690"/>
                </a:cubicBezTo>
                <a:cubicBezTo>
                  <a:pt x="56606" y="10282"/>
                  <a:pt x="48985" y="7078"/>
                  <a:pt x="40790" y="7078"/>
                </a:cubicBezTo>
                <a:cubicBezTo>
                  <a:pt x="34457" y="7078"/>
                  <a:pt x="29444" y="8765"/>
                  <a:pt x="25750" y="12139"/>
                </a:cubicBezTo>
                <a:cubicBezTo>
                  <a:pt x="22056" y="15511"/>
                  <a:pt x="20209" y="19394"/>
                  <a:pt x="20209" y="23788"/>
                </a:cubicBezTo>
                <a:cubicBezTo>
                  <a:pt x="20209" y="26572"/>
                  <a:pt x="20861" y="29048"/>
                  <a:pt x="22164" y="31215"/>
                </a:cubicBezTo>
                <a:cubicBezTo>
                  <a:pt x="23965" y="34123"/>
                  <a:pt x="26852" y="37001"/>
                  <a:pt x="30825" y="39847"/>
                </a:cubicBezTo>
                <a:cubicBezTo>
                  <a:pt x="33743" y="41890"/>
                  <a:pt x="40479" y="45511"/>
                  <a:pt x="51034" y="50711"/>
                </a:cubicBezTo>
                <a:cubicBezTo>
                  <a:pt x="65810" y="57951"/>
                  <a:pt x="75775" y="64791"/>
                  <a:pt x="80928" y="71231"/>
                </a:cubicBezTo>
                <a:cubicBezTo>
                  <a:pt x="86019" y="77668"/>
                  <a:pt x="88564" y="85035"/>
                  <a:pt x="88564" y="93331"/>
                </a:cubicBezTo>
                <a:cubicBezTo>
                  <a:pt x="88564" y="103854"/>
                  <a:pt x="84451" y="112908"/>
                  <a:pt x="76225" y="120492"/>
                </a:cubicBezTo>
                <a:cubicBezTo>
                  <a:pt x="67998" y="128076"/>
                  <a:pt x="57553" y="131868"/>
                  <a:pt x="44887" y="131868"/>
                </a:cubicBezTo>
                <a:cubicBezTo>
                  <a:pt x="40914" y="131868"/>
                  <a:pt x="37158" y="131465"/>
                  <a:pt x="33619" y="130658"/>
                </a:cubicBezTo>
                <a:cubicBezTo>
                  <a:pt x="30080" y="129850"/>
                  <a:pt x="25641" y="128329"/>
                  <a:pt x="20302" y="126094"/>
                </a:cubicBezTo>
                <a:cubicBezTo>
                  <a:pt x="17322" y="124853"/>
                  <a:pt x="14869" y="124232"/>
                  <a:pt x="12945" y="124232"/>
                </a:cubicBezTo>
                <a:cubicBezTo>
                  <a:pt x="11330" y="124232"/>
                  <a:pt x="9623" y="124860"/>
                  <a:pt x="7823" y="126118"/>
                </a:cubicBezTo>
                <a:cubicBezTo>
                  <a:pt x="6022" y="127375"/>
                  <a:pt x="4563" y="129292"/>
                  <a:pt x="3446" y="131868"/>
                </a:cubicBezTo>
                <a:lnTo>
                  <a:pt x="0" y="131868"/>
                </a:lnTo>
                <a:lnTo>
                  <a:pt x="0" y="84187"/>
                </a:lnTo>
                <a:lnTo>
                  <a:pt x="3446" y="84187"/>
                </a:lnTo>
                <a:cubicBezTo>
                  <a:pt x="6177" y="97566"/>
                  <a:pt x="11439" y="107771"/>
                  <a:pt x="19231" y="114803"/>
                </a:cubicBezTo>
                <a:cubicBezTo>
                  <a:pt x="27022" y="121834"/>
                  <a:pt x="35419" y="125349"/>
                  <a:pt x="44422" y="125349"/>
                </a:cubicBezTo>
                <a:cubicBezTo>
                  <a:pt x="51375" y="125349"/>
                  <a:pt x="56916" y="123461"/>
                  <a:pt x="61045" y="119686"/>
                </a:cubicBezTo>
                <a:cubicBezTo>
                  <a:pt x="65174" y="115910"/>
                  <a:pt x="67238" y="111516"/>
                  <a:pt x="67238" y="106503"/>
                </a:cubicBezTo>
                <a:cubicBezTo>
                  <a:pt x="67238" y="103532"/>
                  <a:pt x="66446" y="100655"/>
                  <a:pt x="64863" y="97871"/>
                </a:cubicBezTo>
                <a:cubicBezTo>
                  <a:pt x="63280" y="95085"/>
                  <a:pt x="60874" y="92438"/>
                  <a:pt x="57646" y="89932"/>
                </a:cubicBezTo>
                <a:cubicBezTo>
                  <a:pt x="54417" y="87425"/>
                  <a:pt x="48706" y="84161"/>
                  <a:pt x="40510" y="80139"/>
                </a:cubicBezTo>
                <a:cubicBezTo>
                  <a:pt x="29025" y="74507"/>
                  <a:pt x="20767" y="69707"/>
                  <a:pt x="15739" y="65739"/>
                </a:cubicBezTo>
                <a:cubicBezTo>
                  <a:pt x="10710" y="61771"/>
                  <a:pt x="6845" y="57339"/>
                  <a:pt x="4144" y="52442"/>
                </a:cubicBezTo>
                <a:cubicBezTo>
                  <a:pt x="1443" y="47545"/>
                  <a:pt x="93" y="42153"/>
                  <a:pt x="93" y="36264"/>
                </a:cubicBezTo>
                <a:cubicBezTo>
                  <a:pt x="93" y="26222"/>
                  <a:pt x="3787" y="17668"/>
                  <a:pt x="11175" y="10602"/>
                </a:cubicBezTo>
                <a:cubicBezTo>
                  <a:pt x="18563" y="3534"/>
                  <a:pt x="27876" y="0"/>
                  <a:pt x="39113" y="0"/>
                </a:cubicBezTo>
                <a:cubicBezTo>
                  <a:pt x="43211" y="0"/>
                  <a:pt x="47184" y="503"/>
                  <a:pt x="51034" y="1507"/>
                </a:cubicBezTo>
                <a:cubicBezTo>
                  <a:pt x="53952" y="2260"/>
                  <a:pt x="57506" y="3656"/>
                  <a:pt x="61697" y="5695"/>
                </a:cubicBezTo>
                <a:cubicBezTo>
                  <a:pt x="65888" y="7734"/>
                  <a:pt x="68821" y="8754"/>
                  <a:pt x="70497" y="8754"/>
                </a:cubicBezTo>
                <a:cubicBezTo>
                  <a:pt x="72112" y="8754"/>
                  <a:pt x="73384" y="8252"/>
                  <a:pt x="74316" y="7249"/>
                </a:cubicBezTo>
                <a:cubicBezTo>
                  <a:pt x="75247" y="6244"/>
                  <a:pt x="76116" y="3828"/>
                  <a:pt x="76923" y="0"/>
                </a:cubicBezTo>
                <a:lnTo>
                  <a:pt x="79717" y="0"/>
                </a:lnTo>
                <a:close/>
                <a:moveTo>
                  <a:pt x="143667" y="39300"/>
                </a:moveTo>
                <a:cubicBezTo>
                  <a:pt x="151241" y="39300"/>
                  <a:pt x="158288" y="41257"/>
                  <a:pt x="164807" y="45173"/>
                </a:cubicBezTo>
                <a:cubicBezTo>
                  <a:pt x="171326" y="49088"/>
                  <a:pt x="176277" y="54650"/>
                  <a:pt x="179661" y="61860"/>
                </a:cubicBezTo>
                <a:cubicBezTo>
                  <a:pt x="183044" y="69069"/>
                  <a:pt x="184736" y="76962"/>
                  <a:pt x="184736" y="85537"/>
                </a:cubicBezTo>
                <a:cubicBezTo>
                  <a:pt x="184736" y="97904"/>
                  <a:pt x="181601" y="108252"/>
                  <a:pt x="175330" y="116581"/>
                </a:cubicBezTo>
                <a:cubicBezTo>
                  <a:pt x="167756" y="126648"/>
                  <a:pt x="157295" y="131682"/>
                  <a:pt x="143946" y="131682"/>
                </a:cubicBezTo>
                <a:cubicBezTo>
                  <a:pt x="130846" y="131682"/>
                  <a:pt x="120758" y="127083"/>
                  <a:pt x="113680" y="117885"/>
                </a:cubicBezTo>
                <a:cubicBezTo>
                  <a:pt x="106602" y="108686"/>
                  <a:pt x="103063" y="98028"/>
                  <a:pt x="103063" y="85910"/>
                </a:cubicBezTo>
                <a:cubicBezTo>
                  <a:pt x="103063" y="73419"/>
                  <a:pt x="106680" y="62528"/>
                  <a:pt x="113913" y="53237"/>
                </a:cubicBezTo>
                <a:cubicBezTo>
                  <a:pt x="121146" y="43945"/>
                  <a:pt x="131064" y="39300"/>
                  <a:pt x="143667" y="39300"/>
                </a:cubicBezTo>
                <a:moveTo>
                  <a:pt x="144039" y="45819"/>
                </a:moveTo>
                <a:cubicBezTo>
                  <a:pt x="140873" y="45819"/>
                  <a:pt x="138157" y="47016"/>
                  <a:pt x="135891" y="49410"/>
                </a:cubicBezTo>
                <a:cubicBezTo>
                  <a:pt x="133625" y="51802"/>
                  <a:pt x="132135" y="56525"/>
                  <a:pt x="131421" y="63580"/>
                </a:cubicBezTo>
                <a:cubicBezTo>
                  <a:pt x="130707" y="70634"/>
                  <a:pt x="130350" y="80440"/>
                  <a:pt x="130350" y="92996"/>
                </a:cubicBezTo>
                <a:cubicBezTo>
                  <a:pt x="130350" y="99647"/>
                  <a:pt x="130784" y="105863"/>
                  <a:pt x="131654" y="111645"/>
                </a:cubicBezTo>
                <a:cubicBezTo>
                  <a:pt x="132336" y="116057"/>
                  <a:pt x="133795" y="119413"/>
                  <a:pt x="136031" y="121714"/>
                </a:cubicBezTo>
                <a:cubicBezTo>
                  <a:pt x="138266" y="124013"/>
                  <a:pt x="140811" y="125163"/>
                  <a:pt x="143667" y="125163"/>
                </a:cubicBezTo>
                <a:cubicBezTo>
                  <a:pt x="146461" y="125163"/>
                  <a:pt x="148789" y="124386"/>
                  <a:pt x="150651" y="122832"/>
                </a:cubicBezTo>
                <a:cubicBezTo>
                  <a:pt x="153073" y="120719"/>
                  <a:pt x="154687" y="117766"/>
                  <a:pt x="155494" y="113973"/>
                </a:cubicBezTo>
                <a:cubicBezTo>
                  <a:pt x="156736" y="108069"/>
                  <a:pt x="157357" y="96135"/>
                  <a:pt x="157357" y="78172"/>
                </a:cubicBezTo>
                <a:cubicBezTo>
                  <a:pt x="157357" y="67606"/>
                  <a:pt x="156767" y="60349"/>
                  <a:pt x="155587" y="56403"/>
                </a:cubicBezTo>
                <a:cubicBezTo>
                  <a:pt x="154408" y="52455"/>
                  <a:pt x="152669" y="49580"/>
                  <a:pt x="150372" y="47777"/>
                </a:cubicBezTo>
                <a:cubicBezTo>
                  <a:pt x="148758" y="46471"/>
                  <a:pt x="146647" y="45819"/>
                  <a:pt x="144039" y="45819"/>
                </a:cubicBezTo>
                <a:close/>
                <a:moveTo>
                  <a:pt x="282054" y="41907"/>
                </a:moveTo>
                <a:lnTo>
                  <a:pt x="282054" y="110076"/>
                </a:lnTo>
                <a:cubicBezTo>
                  <a:pt x="282054" y="116760"/>
                  <a:pt x="282674" y="120930"/>
                  <a:pt x="283916" y="122585"/>
                </a:cubicBezTo>
                <a:cubicBezTo>
                  <a:pt x="285158" y="124239"/>
                  <a:pt x="287672" y="125285"/>
                  <a:pt x="291459" y="125722"/>
                </a:cubicBezTo>
                <a:lnTo>
                  <a:pt x="291459" y="129074"/>
                </a:lnTo>
                <a:lnTo>
                  <a:pt x="255978" y="129074"/>
                </a:lnTo>
                <a:lnTo>
                  <a:pt x="255978" y="117433"/>
                </a:lnTo>
                <a:cubicBezTo>
                  <a:pt x="251818" y="122400"/>
                  <a:pt x="247659" y="126017"/>
                  <a:pt x="243499" y="128283"/>
                </a:cubicBezTo>
                <a:cubicBezTo>
                  <a:pt x="239339" y="130549"/>
                  <a:pt x="234683" y="131682"/>
                  <a:pt x="229530" y="131682"/>
                </a:cubicBezTo>
                <a:cubicBezTo>
                  <a:pt x="224625" y="131682"/>
                  <a:pt x="220264" y="130176"/>
                  <a:pt x="216445" y="127165"/>
                </a:cubicBezTo>
                <a:cubicBezTo>
                  <a:pt x="212627" y="124154"/>
                  <a:pt x="210066" y="120631"/>
                  <a:pt x="208762" y="116595"/>
                </a:cubicBezTo>
                <a:cubicBezTo>
                  <a:pt x="207459" y="112560"/>
                  <a:pt x="206807" y="105513"/>
                  <a:pt x="206807" y="95455"/>
                </a:cubicBezTo>
                <a:lnTo>
                  <a:pt x="206807" y="60905"/>
                </a:lnTo>
                <a:cubicBezTo>
                  <a:pt x="206807" y="54245"/>
                  <a:pt x="206201" y="50098"/>
                  <a:pt x="204991" y="48464"/>
                </a:cubicBezTo>
                <a:cubicBezTo>
                  <a:pt x="203780" y="46830"/>
                  <a:pt x="201250" y="45762"/>
                  <a:pt x="197401" y="45260"/>
                </a:cubicBezTo>
                <a:lnTo>
                  <a:pt x="197401" y="41907"/>
                </a:lnTo>
                <a:lnTo>
                  <a:pt x="232882" y="41907"/>
                </a:lnTo>
                <a:lnTo>
                  <a:pt x="232882" y="101488"/>
                </a:lnTo>
                <a:cubicBezTo>
                  <a:pt x="232882" y="107705"/>
                  <a:pt x="233177" y="111714"/>
                  <a:pt x="233767" y="113516"/>
                </a:cubicBezTo>
                <a:cubicBezTo>
                  <a:pt x="234357" y="115319"/>
                  <a:pt x="235288" y="116686"/>
                  <a:pt x="236561" y="117620"/>
                </a:cubicBezTo>
                <a:cubicBezTo>
                  <a:pt x="237834" y="118551"/>
                  <a:pt x="239308" y="119017"/>
                  <a:pt x="240985" y="119017"/>
                </a:cubicBezTo>
                <a:cubicBezTo>
                  <a:pt x="243220" y="119017"/>
                  <a:pt x="245237" y="118427"/>
                  <a:pt x="247038" y="117247"/>
                </a:cubicBezTo>
                <a:cubicBezTo>
                  <a:pt x="249521" y="115633"/>
                  <a:pt x="252501" y="112374"/>
                  <a:pt x="255978" y="107469"/>
                </a:cubicBezTo>
                <a:lnTo>
                  <a:pt x="255978" y="60905"/>
                </a:lnTo>
                <a:cubicBezTo>
                  <a:pt x="255978" y="54245"/>
                  <a:pt x="255373" y="50098"/>
                  <a:pt x="254162" y="48464"/>
                </a:cubicBezTo>
                <a:cubicBezTo>
                  <a:pt x="252951" y="46830"/>
                  <a:pt x="250421" y="45762"/>
                  <a:pt x="246572" y="45260"/>
                </a:cubicBezTo>
                <a:lnTo>
                  <a:pt x="246572" y="41907"/>
                </a:lnTo>
                <a:lnTo>
                  <a:pt x="282054" y="41907"/>
                </a:lnTo>
                <a:close/>
                <a:moveTo>
                  <a:pt x="340136" y="41907"/>
                </a:moveTo>
                <a:lnTo>
                  <a:pt x="340136" y="61650"/>
                </a:lnTo>
                <a:cubicBezTo>
                  <a:pt x="345909" y="52648"/>
                  <a:pt x="350969" y="46672"/>
                  <a:pt x="355315" y="43723"/>
                </a:cubicBezTo>
                <a:cubicBezTo>
                  <a:pt x="359661" y="40774"/>
                  <a:pt x="363852" y="39300"/>
                  <a:pt x="367887" y="39300"/>
                </a:cubicBezTo>
                <a:cubicBezTo>
                  <a:pt x="371364" y="39300"/>
                  <a:pt x="374143" y="40375"/>
                  <a:pt x="376222" y="42524"/>
                </a:cubicBezTo>
                <a:cubicBezTo>
                  <a:pt x="378302" y="44674"/>
                  <a:pt x="379342" y="47711"/>
                  <a:pt x="379342" y="51636"/>
                </a:cubicBezTo>
                <a:cubicBezTo>
                  <a:pt x="379342" y="55811"/>
                  <a:pt x="378333" y="59052"/>
                  <a:pt x="376316" y="61359"/>
                </a:cubicBezTo>
                <a:cubicBezTo>
                  <a:pt x="374298" y="63664"/>
                  <a:pt x="371861" y="64817"/>
                  <a:pt x="369005" y="64817"/>
                </a:cubicBezTo>
                <a:cubicBezTo>
                  <a:pt x="365715" y="64817"/>
                  <a:pt x="362859" y="63761"/>
                  <a:pt x="360437" y="61650"/>
                </a:cubicBezTo>
                <a:cubicBezTo>
                  <a:pt x="358016" y="59539"/>
                  <a:pt x="356588" y="58360"/>
                  <a:pt x="356153" y="58111"/>
                </a:cubicBezTo>
                <a:cubicBezTo>
                  <a:pt x="355533" y="57739"/>
                  <a:pt x="354819" y="57553"/>
                  <a:pt x="354012" y="57553"/>
                </a:cubicBezTo>
                <a:cubicBezTo>
                  <a:pt x="352211" y="57553"/>
                  <a:pt x="350504" y="58236"/>
                  <a:pt x="348890" y="59601"/>
                </a:cubicBezTo>
                <a:cubicBezTo>
                  <a:pt x="346344" y="61712"/>
                  <a:pt x="344419" y="64723"/>
                  <a:pt x="343116" y="68635"/>
                </a:cubicBezTo>
                <a:cubicBezTo>
                  <a:pt x="341129" y="74657"/>
                  <a:pt x="340136" y="81300"/>
                  <a:pt x="340136" y="88564"/>
                </a:cubicBezTo>
                <a:lnTo>
                  <a:pt x="340136" y="108586"/>
                </a:lnTo>
                <a:lnTo>
                  <a:pt x="340229" y="113801"/>
                </a:lnTo>
                <a:cubicBezTo>
                  <a:pt x="340229" y="117340"/>
                  <a:pt x="340446" y="119606"/>
                  <a:pt x="340881" y="120600"/>
                </a:cubicBezTo>
                <a:cubicBezTo>
                  <a:pt x="341626" y="122276"/>
                  <a:pt x="342728" y="123502"/>
                  <a:pt x="344187" y="124278"/>
                </a:cubicBezTo>
                <a:cubicBezTo>
                  <a:pt x="345646" y="125054"/>
                  <a:pt x="348113" y="125536"/>
                  <a:pt x="351590" y="125722"/>
                </a:cubicBezTo>
                <a:lnTo>
                  <a:pt x="351590" y="129074"/>
                </a:lnTo>
                <a:lnTo>
                  <a:pt x="304561" y="129074"/>
                </a:lnTo>
                <a:lnTo>
                  <a:pt x="304561" y="125722"/>
                </a:lnTo>
                <a:cubicBezTo>
                  <a:pt x="308348" y="125411"/>
                  <a:pt x="310909" y="124371"/>
                  <a:pt x="312244" y="122602"/>
                </a:cubicBezTo>
                <a:cubicBezTo>
                  <a:pt x="313579" y="120833"/>
                  <a:pt x="314246" y="116161"/>
                  <a:pt x="314246" y="108586"/>
                </a:cubicBezTo>
                <a:lnTo>
                  <a:pt x="314246" y="60346"/>
                </a:lnTo>
                <a:cubicBezTo>
                  <a:pt x="314246" y="55349"/>
                  <a:pt x="313998" y="52163"/>
                  <a:pt x="313501" y="50789"/>
                </a:cubicBezTo>
                <a:cubicBezTo>
                  <a:pt x="312880" y="49039"/>
                  <a:pt x="311980" y="47759"/>
                  <a:pt x="310800" y="46948"/>
                </a:cubicBezTo>
                <a:cubicBezTo>
                  <a:pt x="309621" y="46135"/>
                  <a:pt x="307541" y="45572"/>
                  <a:pt x="304561" y="45260"/>
                </a:cubicBezTo>
                <a:lnTo>
                  <a:pt x="304561" y="41907"/>
                </a:lnTo>
                <a:lnTo>
                  <a:pt x="340136" y="41907"/>
                </a:lnTo>
                <a:close/>
                <a:moveTo>
                  <a:pt x="456324" y="106558"/>
                </a:moveTo>
                <a:lnTo>
                  <a:pt x="459211" y="108790"/>
                </a:lnTo>
                <a:cubicBezTo>
                  <a:pt x="455113" y="116514"/>
                  <a:pt x="450007" y="122261"/>
                  <a:pt x="443891" y="126030"/>
                </a:cubicBezTo>
                <a:cubicBezTo>
                  <a:pt x="437776" y="129798"/>
                  <a:pt x="431273" y="131682"/>
                  <a:pt x="424381" y="131682"/>
                </a:cubicBezTo>
                <a:cubicBezTo>
                  <a:pt x="412771" y="131682"/>
                  <a:pt x="403490" y="127301"/>
                  <a:pt x="396536" y="118539"/>
                </a:cubicBezTo>
                <a:cubicBezTo>
                  <a:pt x="389583" y="109776"/>
                  <a:pt x="386106" y="99242"/>
                  <a:pt x="386106" y="86937"/>
                </a:cubicBezTo>
                <a:cubicBezTo>
                  <a:pt x="386106" y="75065"/>
                  <a:pt x="389272" y="64624"/>
                  <a:pt x="395605" y="55614"/>
                </a:cubicBezTo>
                <a:cubicBezTo>
                  <a:pt x="403241" y="44738"/>
                  <a:pt x="413765" y="39300"/>
                  <a:pt x="427175" y="39300"/>
                </a:cubicBezTo>
                <a:cubicBezTo>
                  <a:pt x="436177" y="39300"/>
                  <a:pt x="443333" y="41573"/>
                  <a:pt x="448641" y="46118"/>
                </a:cubicBezTo>
                <a:cubicBezTo>
                  <a:pt x="453949" y="50662"/>
                  <a:pt x="456603" y="55736"/>
                  <a:pt x="456603" y="61339"/>
                </a:cubicBezTo>
                <a:cubicBezTo>
                  <a:pt x="456603" y="64887"/>
                  <a:pt x="455532" y="67720"/>
                  <a:pt x="453390" y="69837"/>
                </a:cubicBezTo>
                <a:cubicBezTo>
                  <a:pt x="451248" y="71953"/>
                  <a:pt x="448439" y="73012"/>
                  <a:pt x="444962" y="73012"/>
                </a:cubicBezTo>
                <a:cubicBezTo>
                  <a:pt x="441299" y="73012"/>
                  <a:pt x="438273" y="71797"/>
                  <a:pt x="435882" y="69368"/>
                </a:cubicBezTo>
                <a:cubicBezTo>
                  <a:pt x="433492" y="66937"/>
                  <a:pt x="432018" y="62607"/>
                  <a:pt x="431459" y="56377"/>
                </a:cubicBezTo>
                <a:cubicBezTo>
                  <a:pt x="431086" y="52452"/>
                  <a:pt x="430186" y="49711"/>
                  <a:pt x="428758" y="48153"/>
                </a:cubicBezTo>
                <a:cubicBezTo>
                  <a:pt x="427330" y="46597"/>
                  <a:pt x="425654" y="45819"/>
                  <a:pt x="423729" y="45819"/>
                </a:cubicBezTo>
                <a:cubicBezTo>
                  <a:pt x="420749" y="45819"/>
                  <a:pt x="418204" y="47402"/>
                  <a:pt x="416093" y="50568"/>
                </a:cubicBezTo>
                <a:cubicBezTo>
                  <a:pt x="412864" y="55349"/>
                  <a:pt x="411250" y="62675"/>
                  <a:pt x="411250" y="72546"/>
                </a:cubicBezTo>
                <a:cubicBezTo>
                  <a:pt x="411250" y="80741"/>
                  <a:pt x="412554" y="88580"/>
                  <a:pt x="415162" y="96061"/>
                </a:cubicBezTo>
                <a:cubicBezTo>
                  <a:pt x="417769" y="103542"/>
                  <a:pt x="421339" y="109114"/>
                  <a:pt x="425871" y="112777"/>
                </a:cubicBezTo>
                <a:cubicBezTo>
                  <a:pt x="429286" y="115447"/>
                  <a:pt x="433321" y="116782"/>
                  <a:pt x="437978" y="116782"/>
                </a:cubicBezTo>
                <a:cubicBezTo>
                  <a:pt x="441020" y="116782"/>
                  <a:pt x="443907" y="116070"/>
                  <a:pt x="446639" y="114645"/>
                </a:cubicBezTo>
                <a:cubicBezTo>
                  <a:pt x="449370" y="113219"/>
                  <a:pt x="452599" y="110524"/>
                  <a:pt x="456324" y="106558"/>
                </a:cubicBezTo>
                <a:close/>
                <a:moveTo>
                  <a:pt x="543707" y="82324"/>
                </a:moveTo>
                <a:lnTo>
                  <a:pt x="495932" y="82324"/>
                </a:lnTo>
                <a:cubicBezTo>
                  <a:pt x="496491" y="93903"/>
                  <a:pt x="499564" y="103054"/>
                  <a:pt x="505152" y="109777"/>
                </a:cubicBezTo>
                <a:cubicBezTo>
                  <a:pt x="509436" y="114943"/>
                  <a:pt x="514589" y="117527"/>
                  <a:pt x="520611" y="117527"/>
                </a:cubicBezTo>
                <a:cubicBezTo>
                  <a:pt x="524336" y="117527"/>
                  <a:pt x="527720" y="116487"/>
                  <a:pt x="530762" y="114407"/>
                </a:cubicBezTo>
                <a:cubicBezTo>
                  <a:pt x="533804" y="112327"/>
                  <a:pt x="537064" y="108586"/>
                  <a:pt x="540540" y="103185"/>
                </a:cubicBezTo>
                <a:lnTo>
                  <a:pt x="543707" y="105234"/>
                </a:lnTo>
                <a:cubicBezTo>
                  <a:pt x="538988" y="114857"/>
                  <a:pt x="533773" y="121671"/>
                  <a:pt x="528061" y="125675"/>
                </a:cubicBezTo>
                <a:cubicBezTo>
                  <a:pt x="522349" y="129680"/>
                  <a:pt x="515737" y="131682"/>
                  <a:pt x="508225" y="131682"/>
                </a:cubicBezTo>
                <a:cubicBezTo>
                  <a:pt x="495311" y="131682"/>
                  <a:pt x="485533" y="126710"/>
                  <a:pt x="478890" y="116767"/>
                </a:cubicBezTo>
                <a:cubicBezTo>
                  <a:pt x="473551" y="108750"/>
                  <a:pt x="470881" y="98807"/>
                  <a:pt x="470881" y="86937"/>
                </a:cubicBezTo>
                <a:cubicBezTo>
                  <a:pt x="470881" y="72394"/>
                  <a:pt x="474808" y="60819"/>
                  <a:pt x="482662" y="52212"/>
                </a:cubicBezTo>
                <a:cubicBezTo>
                  <a:pt x="490515" y="43604"/>
                  <a:pt x="499719" y="39300"/>
                  <a:pt x="510274" y="39300"/>
                </a:cubicBezTo>
                <a:cubicBezTo>
                  <a:pt x="519090" y="39300"/>
                  <a:pt x="526742" y="42916"/>
                  <a:pt x="533230" y="50149"/>
                </a:cubicBezTo>
                <a:cubicBezTo>
                  <a:pt x="539718" y="57382"/>
                  <a:pt x="543210" y="68107"/>
                  <a:pt x="543707" y="82324"/>
                </a:cubicBezTo>
                <a:moveTo>
                  <a:pt x="520797" y="76178"/>
                </a:moveTo>
                <a:cubicBezTo>
                  <a:pt x="520797" y="66182"/>
                  <a:pt x="520254" y="59322"/>
                  <a:pt x="519168" y="55597"/>
                </a:cubicBezTo>
                <a:cubicBezTo>
                  <a:pt x="518081" y="51872"/>
                  <a:pt x="516389" y="49047"/>
                  <a:pt x="514092" y="47122"/>
                </a:cubicBezTo>
                <a:cubicBezTo>
                  <a:pt x="512788" y="46005"/>
                  <a:pt x="511050" y="45446"/>
                  <a:pt x="508877" y="45446"/>
                </a:cubicBezTo>
                <a:cubicBezTo>
                  <a:pt x="505649" y="45446"/>
                  <a:pt x="503010" y="47029"/>
                  <a:pt x="500961" y="50196"/>
                </a:cubicBezTo>
                <a:cubicBezTo>
                  <a:pt x="497298" y="55721"/>
                  <a:pt x="495467" y="63295"/>
                  <a:pt x="495467" y="72919"/>
                </a:cubicBezTo>
                <a:lnTo>
                  <a:pt x="495467" y="76178"/>
                </a:lnTo>
                <a:lnTo>
                  <a:pt x="520797" y="76178"/>
                </a:lnTo>
                <a:close/>
                <a:moveTo>
                  <a:pt x="673368" y="106558"/>
                </a:moveTo>
                <a:lnTo>
                  <a:pt x="676255" y="108790"/>
                </a:lnTo>
                <a:cubicBezTo>
                  <a:pt x="672158" y="116514"/>
                  <a:pt x="667051" y="122261"/>
                  <a:pt x="660936" y="126030"/>
                </a:cubicBezTo>
                <a:cubicBezTo>
                  <a:pt x="654821" y="129798"/>
                  <a:pt x="648317" y="131682"/>
                  <a:pt x="641426" y="131682"/>
                </a:cubicBezTo>
                <a:cubicBezTo>
                  <a:pt x="629816" y="131682"/>
                  <a:pt x="620534" y="127301"/>
                  <a:pt x="613581" y="118539"/>
                </a:cubicBezTo>
                <a:cubicBezTo>
                  <a:pt x="606627" y="109776"/>
                  <a:pt x="603150" y="99242"/>
                  <a:pt x="603150" y="86937"/>
                </a:cubicBezTo>
                <a:cubicBezTo>
                  <a:pt x="603150" y="75065"/>
                  <a:pt x="606317" y="64624"/>
                  <a:pt x="612649" y="55614"/>
                </a:cubicBezTo>
                <a:cubicBezTo>
                  <a:pt x="620286" y="44738"/>
                  <a:pt x="630809" y="39300"/>
                  <a:pt x="644220" y="39300"/>
                </a:cubicBezTo>
                <a:cubicBezTo>
                  <a:pt x="653222" y="39300"/>
                  <a:pt x="660377" y="41573"/>
                  <a:pt x="665685" y="46118"/>
                </a:cubicBezTo>
                <a:cubicBezTo>
                  <a:pt x="670994" y="50662"/>
                  <a:pt x="673648" y="55736"/>
                  <a:pt x="673648" y="61339"/>
                </a:cubicBezTo>
                <a:cubicBezTo>
                  <a:pt x="673648" y="64887"/>
                  <a:pt x="672577" y="67720"/>
                  <a:pt x="670435" y="69837"/>
                </a:cubicBezTo>
                <a:cubicBezTo>
                  <a:pt x="668293" y="71953"/>
                  <a:pt x="665484" y="73012"/>
                  <a:pt x="662007" y="73012"/>
                </a:cubicBezTo>
                <a:cubicBezTo>
                  <a:pt x="658344" y="73012"/>
                  <a:pt x="655317" y="71797"/>
                  <a:pt x="652927" y="69368"/>
                </a:cubicBezTo>
                <a:cubicBezTo>
                  <a:pt x="650537" y="66937"/>
                  <a:pt x="649062" y="62607"/>
                  <a:pt x="648503" y="56377"/>
                </a:cubicBezTo>
                <a:cubicBezTo>
                  <a:pt x="648131" y="52452"/>
                  <a:pt x="647231" y="49711"/>
                  <a:pt x="645803" y="48153"/>
                </a:cubicBezTo>
                <a:cubicBezTo>
                  <a:pt x="644375" y="46597"/>
                  <a:pt x="642699" y="45819"/>
                  <a:pt x="640774" y="45819"/>
                </a:cubicBezTo>
                <a:cubicBezTo>
                  <a:pt x="637794" y="45819"/>
                  <a:pt x="635248" y="47402"/>
                  <a:pt x="633137" y="50568"/>
                </a:cubicBezTo>
                <a:cubicBezTo>
                  <a:pt x="629909" y="55349"/>
                  <a:pt x="628295" y="62675"/>
                  <a:pt x="628295" y="72546"/>
                </a:cubicBezTo>
                <a:cubicBezTo>
                  <a:pt x="628295" y="80741"/>
                  <a:pt x="629599" y="88580"/>
                  <a:pt x="632206" y="96061"/>
                </a:cubicBezTo>
                <a:cubicBezTo>
                  <a:pt x="634814" y="103542"/>
                  <a:pt x="638384" y="109114"/>
                  <a:pt x="642916" y="112777"/>
                </a:cubicBezTo>
                <a:cubicBezTo>
                  <a:pt x="646330" y="115447"/>
                  <a:pt x="650366" y="116782"/>
                  <a:pt x="655022" y="116782"/>
                </a:cubicBezTo>
                <a:cubicBezTo>
                  <a:pt x="658065" y="116782"/>
                  <a:pt x="660951" y="116070"/>
                  <a:pt x="663683" y="114645"/>
                </a:cubicBezTo>
                <a:cubicBezTo>
                  <a:pt x="666415" y="113219"/>
                  <a:pt x="669643" y="110524"/>
                  <a:pt x="673368" y="106558"/>
                </a:cubicBezTo>
                <a:close/>
                <a:moveTo>
                  <a:pt x="728063" y="39300"/>
                </a:moveTo>
                <a:cubicBezTo>
                  <a:pt x="735638" y="39300"/>
                  <a:pt x="742684" y="41257"/>
                  <a:pt x="749203" y="45173"/>
                </a:cubicBezTo>
                <a:cubicBezTo>
                  <a:pt x="755722" y="49088"/>
                  <a:pt x="760674" y="54650"/>
                  <a:pt x="764057" y="61860"/>
                </a:cubicBezTo>
                <a:cubicBezTo>
                  <a:pt x="767441" y="69069"/>
                  <a:pt x="769133" y="76962"/>
                  <a:pt x="769133" y="85537"/>
                </a:cubicBezTo>
                <a:cubicBezTo>
                  <a:pt x="769133" y="97904"/>
                  <a:pt x="765997" y="108252"/>
                  <a:pt x="759727" y="116581"/>
                </a:cubicBezTo>
                <a:cubicBezTo>
                  <a:pt x="752152" y="126648"/>
                  <a:pt x="741691" y="131682"/>
                  <a:pt x="728343" y="131682"/>
                </a:cubicBezTo>
                <a:cubicBezTo>
                  <a:pt x="715243" y="131682"/>
                  <a:pt x="705154" y="127083"/>
                  <a:pt x="698076" y="117885"/>
                </a:cubicBezTo>
                <a:cubicBezTo>
                  <a:pt x="690999" y="108686"/>
                  <a:pt x="687460" y="98028"/>
                  <a:pt x="687460" y="85910"/>
                </a:cubicBezTo>
                <a:cubicBezTo>
                  <a:pt x="687460" y="73419"/>
                  <a:pt x="691076" y="62528"/>
                  <a:pt x="698309" y="53237"/>
                </a:cubicBezTo>
                <a:cubicBezTo>
                  <a:pt x="705542" y="43945"/>
                  <a:pt x="715460" y="39300"/>
                  <a:pt x="728063" y="39300"/>
                </a:cubicBezTo>
                <a:moveTo>
                  <a:pt x="728436" y="45819"/>
                </a:moveTo>
                <a:cubicBezTo>
                  <a:pt x="725270" y="45819"/>
                  <a:pt x="722553" y="47016"/>
                  <a:pt x="720287" y="49410"/>
                </a:cubicBezTo>
                <a:cubicBezTo>
                  <a:pt x="718021" y="51802"/>
                  <a:pt x="716531" y="56525"/>
                  <a:pt x="715817" y="63580"/>
                </a:cubicBezTo>
                <a:cubicBezTo>
                  <a:pt x="715103" y="70634"/>
                  <a:pt x="714746" y="80440"/>
                  <a:pt x="714746" y="92996"/>
                </a:cubicBezTo>
                <a:cubicBezTo>
                  <a:pt x="714746" y="99647"/>
                  <a:pt x="715181" y="105863"/>
                  <a:pt x="716050" y="111645"/>
                </a:cubicBezTo>
                <a:cubicBezTo>
                  <a:pt x="716733" y="116057"/>
                  <a:pt x="718192" y="119413"/>
                  <a:pt x="720427" y="121714"/>
                </a:cubicBezTo>
                <a:cubicBezTo>
                  <a:pt x="722662" y="124013"/>
                  <a:pt x="725208" y="125163"/>
                  <a:pt x="728063" y="125163"/>
                </a:cubicBezTo>
                <a:cubicBezTo>
                  <a:pt x="730857" y="125163"/>
                  <a:pt x="733185" y="124386"/>
                  <a:pt x="735048" y="122832"/>
                </a:cubicBezTo>
                <a:cubicBezTo>
                  <a:pt x="737469" y="120719"/>
                  <a:pt x="739084" y="117766"/>
                  <a:pt x="739891" y="113973"/>
                </a:cubicBezTo>
                <a:cubicBezTo>
                  <a:pt x="741132" y="108069"/>
                  <a:pt x="741753" y="96135"/>
                  <a:pt x="741753" y="78172"/>
                </a:cubicBezTo>
                <a:cubicBezTo>
                  <a:pt x="741753" y="67606"/>
                  <a:pt x="741163" y="60349"/>
                  <a:pt x="739984" y="56403"/>
                </a:cubicBezTo>
                <a:cubicBezTo>
                  <a:pt x="738804" y="52455"/>
                  <a:pt x="737066" y="49580"/>
                  <a:pt x="734769" y="47777"/>
                </a:cubicBezTo>
                <a:cubicBezTo>
                  <a:pt x="733154" y="46471"/>
                  <a:pt x="731044" y="45819"/>
                  <a:pt x="728436" y="45819"/>
                </a:cubicBezTo>
                <a:close/>
                <a:moveTo>
                  <a:pt x="867009" y="2794"/>
                </a:moveTo>
                <a:lnTo>
                  <a:pt x="867009" y="102999"/>
                </a:lnTo>
                <a:cubicBezTo>
                  <a:pt x="867009" y="109698"/>
                  <a:pt x="867195" y="113662"/>
                  <a:pt x="867568" y="114890"/>
                </a:cubicBezTo>
                <a:cubicBezTo>
                  <a:pt x="868064" y="116919"/>
                  <a:pt x="869011" y="118426"/>
                  <a:pt x="870408" y="119409"/>
                </a:cubicBezTo>
                <a:cubicBezTo>
                  <a:pt x="871805" y="120391"/>
                  <a:pt x="874242" y="121005"/>
                  <a:pt x="877719" y="121252"/>
                </a:cubicBezTo>
                <a:lnTo>
                  <a:pt x="877719" y="124604"/>
                </a:lnTo>
                <a:lnTo>
                  <a:pt x="840933" y="131682"/>
                </a:lnTo>
                <a:lnTo>
                  <a:pt x="840933" y="117899"/>
                </a:lnTo>
                <a:cubicBezTo>
                  <a:pt x="836525" y="123238"/>
                  <a:pt x="832598" y="126870"/>
                  <a:pt x="829153" y="128795"/>
                </a:cubicBezTo>
                <a:cubicBezTo>
                  <a:pt x="825707" y="130720"/>
                  <a:pt x="821811" y="131682"/>
                  <a:pt x="817465" y="131682"/>
                </a:cubicBezTo>
                <a:cubicBezTo>
                  <a:pt x="806352" y="131682"/>
                  <a:pt x="797567" y="126710"/>
                  <a:pt x="791110" y="116767"/>
                </a:cubicBezTo>
                <a:cubicBezTo>
                  <a:pt x="785895" y="108688"/>
                  <a:pt x="783288" y="98776"/>
                  <a:pt x="783288" y="87030"/>
                </a:cubicBezTo>
                <a:cubicBezTo>
                  <a:pt x="783288" y="77646"/>
                  <a:pt x="784902" y="69240"/>
                  <a:pt x="788130" y="61813"/>
                </a:cubicBezTo>
                <a:cubicBezTo>
                  <a:pt x="791359" y="54386"/>
                  <a:pt x="795782" y="48777"/>
                  <a:pt x="801401" y="44986"/>
                </a:cubicBezTo>
                <a:cubicBezTo>
                  <a:pt x="807019" y="41195"/>
                  <a:pt x="813057" y="39300"/>
                  <a:pt x="819514" y="39300"/>
                </a:cubicBezTo>
                <a:cubicBezTo>
                  <a:pt x="823674" y="39300"/>
                  <a:pt x="827368" y="40114"/>
                  <a:pt x="830596" y="41741"/>
                </a:cubicBezTo>
                <a:cubicBezTo>
                  <a:pt x="833825" y="43369"/>
                  <a:pt x="837270" y="46218"/>
                  <a:pt x="840933" y="50289"/>
                </a:cubicBezTo>
                <a:lnTo>
                  <a:pt x="840933" y="24027"/>
                </a:lnTo>
                <a:cubicBezTo>
                  <a:pt x="840933" y="17384"/>
                  <a:pt x="840654" y="13379"/>
                  <a:pt x="840095" y="12013"/>
                </a:cubicBezTo>
                <a:cubicBezTo>
                  <a:pt x="839350" y="10213"/>
                  <a:pt x="838233" y="8878"/>
                  <a:pt x="836743" y="8009"/>
                </a:cubicBezTo>
                <a:cubicBezTo>
                  <a:pt x="835253" y="7140"/>
                  <a:pt x="832459" y="6705"/>
                  <a:pt x="828361" y="6705"/>
                </a:cubicBezTo>
                <a:lnTo>
                  <a:pt x="828361" y="2794"/>
                </a:lnTo>
                <a:lnTo>
                  <a:pt x="867009" y="2794"/>
                </a:lnTo>
                <a:moveTo>
                  <a:pt x="840933" y="61650"/>
                </a:moveTo>
                <a:cubicBezTo>
                  <a:pt x="836339" y="52958"/>
                  <a:pt x="830720" y="48612"/>
                  <a:pt x="824077" y="48612"/>
                </a:cubicBezTo>
                <a:cubicBezTo>
                  <a:pt x="821780" y="48612"/>
                  <a:pt x="819887" y="49233"/>
                  <a:pt x="818397" y="50475"/>
                </a:cubicBezTo>
                <a:cubicBezTo>
                  <a:pt x="816099" y="52400"/>
                  <a:pt x="814221" y="55783"/>
                  <a:pt x="812762" y="60626"/>
                </a:cubicBezTo>
                <a:cubicBezTo>
                  <a:pt x="811303" y="65468"/>
                  <a:pt x="810574" y="72888"/>
                  <a:pt x="810574" y="82883"/>
                </a:cubicBezTo>
                <a:cubicBezTo>
                  <a:pt x="810574" y="93872"/>
                  <a:pt x="811381" y="102005"/>
                  <a:pt x="812995" y="107283"/>
                </a:cubicBezTo>
                <a:cubicBezTo>
                  <a:pt x="814609" y="112560"/>
                  <a:pt x="816813" y="116378"/>
                  <a:pt x="819607" y="118737"/>
                </a:cubicBezTo>
                <a:cubicBezTo>
                  <a:pt x="821035" y="119917"/>
                  <a:pt x="822991" y="120507"/>
                  <a:pt x="825474" y="120507"/>
                </a:cubicBezTo>
                <a:cubicBezTo>
                  <a:pt x="830938" y="120507"/>
                  <a:pt x="836091" y="116209"/>
                  <a:pt x="840933" y="107614"/>
                </a:cubicBezTo>
                <a:lnTo>
                  <a:pt x="840933" y="61650"/>
                </a:lnTo>
                <a:close/>
                <a:moveTo>
                  <a:pt x="962156" y="82324"/>
                </a:moveTo>
                <a:lnTo>
                  <a:pt x="914381" y="82324"/>
                </a:lnTo>
                <a:cubicBezTo>
                  <a:pt x="914940" y="93903"/>
                  <a:pt x="918013" y="103054"/>
                  <a:pt x="923601" y="109777"/>
                </a:cubicBezTo>
                <a:cubicBezTo>
                  <a:pt x="927885" y="114943"/>
                  <a:pt x="933038" y="117527"/>
                  <a:pt x="939060" y="117527"/>
                </a:cubicBezTo>
                <a:cubicBezTo>
                  <a:pt x="942785" y="117527"/>
                  <a:pt x="946169" y="116487"/>
                  <a:pt x="949211" y="114407"/>
                </a:cubicBezTo>
                <a:cubicBezTo>
                  <a:pt x="952253" y="112327"/>
                  <a:pt x="955513" y="108586"/>
                  <a:pt x="958989" y="103185"/>
                </a:cubicBezTo>
                <a:lnTo>
                  <a:pt x="962156" y="105234"/>
                </a:lnTo>
                <a:cubicBezTo>
                  <a:pt x="957437" y="114857"/>
                  <a:pt x="952222" y="121671"/>
                  <a:pt x="946510" y="125675"/>
                </a:cubicBezTo>
                <a:cubicBezTo>
                  <a:pt x="940799" y="129680"/>
                  <a:pt x="934187" y="131682"/>
                  <a:pt x="926674" y="131682"/>
                </a:cubicBezTo>
                <a:cubicBezTo>
                  <a:pt x="913761" y="131682"/>
                  <a:pt x="903982" y="126710"/>
                  <a:pt x="897339" y="116767"/>
                </a:cubicBezTo>
                <a:cubicBezTo>
                  <a:pt x="892000" y="108750"/>
                  <a:pt x="889330" y="98807"/>
                  <a:pt x="889330" y="86937"/>
                </a:cubicBezTo>
                <a:cubicBezTo>
                  <a:pt x="889330" y="72394"/>
                  <a:pt x="893257" y="60819"/>
                  <a:pt x="901111" y="52212"/>
                </a:cubicBezTo>
                <a:cubicBezTo>
                  <a:pt x="908965" y="43604"/>
                  <a:pt x="918169" y="39300"/>
                  <a:pt x="928723" y="39300"/>
                </a:cubicBezTo>
                <a:cubicBezTo>
                  <a:pt x="937539" y="39300"/>
                  <a:pt x="945191" y="42916"/>
                  <a:pt x="951679" y="50149"/>
                </a:cubicBezTo>
                <a:cubicBezTo>
                  <a:pt x="958167" y="57382"/>
                  <a:pt x="961659" y="68107"/>
                  <a:pt x="962156" y="82324"/>
                </a:cubicBezTo>
                <a:moveTo>
                  <a:pt x="939246" y="76178"/>
                </a:moveTo>
                <a:cubicBezTo>
                  <a:pt x="939246" y="66182"/>
                  <a:pt x="938703" y="59322"/>
                  <a:pt x="937617" y="55597"/>
                </a:cubicBezTo>
                <a:cubicBezTo>
                  <a:pt x="936530" y="51872"/>
                  <a:pt x="934838" y="49047"/>
                  <a:pt x="932541" y="47122"/>
                </a:cubicBezTo>
                <a:cubicBezTo>
                  <a:pt x="931237" y="46005"/>
                  <a:pt x="929499" y="45446"/>
                  <a:pt x="927326" y="45446"/>
                </a:cubicBezTo>
                <a:cubicBezTo>
                  <a:pt x="924098" y="45446"/>
                  <a:pt x="921459" y="47029"/>
                  <a:pt x="919410" y="50196"/>
                </a:cubicBezTo>
                <a:cubicBezTo>
                  <a:pt x="915747" y="55721"/>
                  <a:pt x="913916" y="63295"/>
                  <a:pt x="913916" y="72919"/>
                </a:cubicBezTo>
                <a:lnTo>
                  <a:pt x="913916" y="76178"/>
                </a:lnTo>
                <a:lnTo>
                  <a:pt x="939246" y="76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V">
            <a:extLst xmlns:a="http://schemas.openxmlformats.org/drawingml/2006/main">
              <a:ext uri="{FF2B5EF4-FFF2-40B4-BE49-F238E27FC236}">
                <a16:creationId xmlns:a16="http://schemas.microsoft.com/office/drawing/2014/main" id="{952750C2-93E2-437E-AA4C-2D84D7CA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994" y="3002080"/>
            <a:ext cx="134289" cy="129074"/>
          </a:xfrm>
          <a:custGeom xmlns:a="http://schemas.openxmlformats.org/drawingml/2006/main">
            <a:pathLst>
              <a:path w="134289" h="129074">
                <a:moveTo>
                  <a:pt x="134289" y="0"/>
                </a:moveTo>
                <a:lnTo>
                  <a:pt x="134289" y="3353"/>
                </a:lnTo>
                <a:cubicBezTo>
                  <a:pt x="129695" y="4098"/>
                  <a:pt x="125598" y="6552"/>
                  <a:pt x="121997" y="10715"/>
                </a:cubicBezTo>
                <a:cubicBezTo>
                  <a:pt x="119389" y="13820"/>
                  <a:pt x="115509" y="21119"/>
                  <a:pt x="110356" y="32612"/>
                </a:cubicBezTo>
                <a:lnTo>
                  <a:pt x="66865" y="129074"/>
                </a:lnTo>
                <a:lnTo>
                  <a:pt x="63792" y="129074"/>
                </a:lnTo>
                <a:lnTo>
                  <a:pt x="20488" y="28721"/>
                </a:lnTo>
                <a:cubicBezTo>
                  <a:pt x="15273" y="16597"/>
                  <a:pt x="11781" y="9478"/>
                  <a:pt x="10011" y="7363"/>
                </a:cubicBezTo>
                <a:cubicBezTo>
                  <a:pt x="8242" y="5248"/>
                  <a:pt x="4905" y="3911"/>
                  <a:pt x="0" y="3353"/>
                </a:cubicBezTo>
                <a:lnTo>
                  <a:pt x="0" y="0"/>
                </a:lnTo>
                <a:lnTo>
                  <a:pt x="60533" y="0"/>
                </a:lnTo>
                <a:lnTo>
                  <a:pt x="60533" y="3353"/>
                </a:lnTo>
                <a:lnTo>
                  <a:pt x="58484" y="3353"/>
                </a:lnTo>
                <a:cubicBezTo>
                  <a:pt x="53020" y="3353"/>
                  <a:pt x="49295" y="4040"/>
                  <a:pt x="47309" y="5416"/>
                </a:cubicBezTo>
                <a:cubicBezTo>
                  <a:pt x="45881" y="6353"/>
                  <a:pt x="45167" y="7728"/>
                  <a:pt x="45167" y="9540"/>
                </a:cubicBezTo>
                <a:cubicBezTo>
                  <a:pt x="45167" y="10665"/>
                  <a:pt x="45415" y="11993"/>
                  <a:pt x="45912" y="13524"/>
                </a:cubicBezTo>
                <a:cubicBezTo>
                  <a:pt x="46408" y="15055"/>
                  <a:pt x="48085" y="19146"/>
                  <a:pt x="50941" y="25799"/>
                </a:cubicBezTo>
                <a:lnTo>
                  <a:pt x="77854" y="88593"/>
                </a:lnTo>
                <a:lnTo>
                  <a:pt x="102812" y="32664"/>
                </a:lnTo>
                <a:cubicBezTo>
                  <a:pt x="105793" y="25901"/>
                  <a:pt x="107624" y="21367"/>
                  <a:pt x="108307" y="19062"/>
                </a:cubicBezTo>
                <a:cubicBezTo>
                  <a:pt x="108990" y="16755"/>
                  <a:pt x="109331" y="14791"/>
                  <a:pt x="109331" y="13169"/>
                </a:cubicBezTo>
                <a:cubicBezTo>
                  <a:pt x="109331" y="11300"/>
                  <a:pt x="108835" y="9649"/>
                  <a:pt x="107841" y="8216"/>
                </a:cubicBezTo>
                <a:cubicBezTo>
                  <a:pt x="106848" y="6782"/>
                  <a:pt x="105389" y="5690"/>
                  <a:pt x="103464" y="4942"/>
                </a:cubicBezTo>
                <a:cubicBezTo>
                  <a:pt x="100795" y="3882"/>
                  <a:pt x="97256" y="3353"/>
                  <a:pt x="92848" y="3353"/>
                </a:cubicBezTo>
                <a:lnTo>
                  <a:pt x="92848" y="0"/>
                </a:lnTo>
                <a:lnTo>
                  <a:pt x="1342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ulnerability">
            <a:extLst xmlns:a="http://schemas.openxmlformats.org/drawingml/2006/main">
              <a:ext uri="{FF2B5EF4-FFF2-40B4-BE49-F238E27FC236}">
                <a16:creationId xmlns:a16="http://schemas.microsoft.com/office/drawing/2014/main" id="{251BA564-F216-4EDA-94AA-80A9B36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598" y="2999286"/>
            <a:ext cx="946177" cy="170237"/>
          </a:xfrm>
          <a:custGeom xmlns:a="http://schemas.openxmlformats.org/drawingml/2006/main">
            <a:pathLst>
              <a:path w="946177" h="170237">
                <a:moveTo>
                  <a:pt x="84653" y="41907"/>
                </a:moveTo>
                <a:lnTo>
                  <a:pt x="84653" y="110076"/>
                </a:lnTo>
                <a:cubicBezTo>
                  <a:pt x="84653" y="116760"/>
                  <a:pt x="85274" y="120930"/>
                  <a:pt x="86515" y="122585"/>
                </a:cubicBezTo>
                <a:cubicBezTo>
                  <a:pt x="87757" y="124239"/>
                  <a:pt x="90271" y="125285"/>
                  <a:pt x="94059" y="125722"/>
                </a:cubicBezTo>
                <a:lnTo>
                  <a:pt x="94059" y="129074"/>
                </a:lnTo>
                <a:lnTo>
                  <a:pt x="58577" y="129074"/>
                </a:lnTo>
                <a:lnTo>
                  <a:pt x="58577" y="117433"/>
                </a:lnTo>
                <a:cubicBezTo>
                  <a:pt x="54417" y="122400"/>
                  <a:pt x="50258" y="126017"/>
                  <a:pt x="46098" y="128283"/>
                </a:cubicBezTo>
                <a:cubicBezTo>
                  <a:pt x="41938" y="130549"/>
                  <a:pt x="37282" y="131682"/>
                  <a:pt x="32129" y="131682"/>
                </a:cubicBezTo>
                <a:cubicBezTo>
                  <a:pt x="27224" y="131682"/>
                  <a:pt x="22863" y="130176"/>
                  <a:pt x="19045" y="127165"/>
                </a:cubicBezTo>
                <a:cubicBezTo>
                  <a:pt x="15226" y="124154"/>
                  <a:pt x="12665" y="120631"/>
                  <a:pt x="11362" y="116595"/>
                </a:cubicBezTo>
                <a:cubicBezTo>
                  <a:pt x="10058" y="112560"/>
                  <a:pt x="9406" y="105513"/>
                  <a:pt x="9406" y="95455"/>
                </a:cubicBezTo>
                <a:lnTo>
                  <a:pt x="9406" y="60905"/>
                </a:lnTo>
                <a:cubicBezTo>
                  <a:pt x="9406" y="54245"/>
                  <a:pt x="8801" y="50098"/>
                  <a:pt x="7590" y="48464"/>
                </a:cubicBezTo>
                <a:cubicBezTo>
                  <a:pt x="6379" y="46830"/>
                  <a:pt x="3849" y="45762"/>
                  <a:pt x="0" y="45260"/>
                </a:cubicBezTo>
                <a:lnTo>
                  <a:pt x="0" y="41907"/>
                </a:lnTo>
                <a:lnTo>
                  <a:pt x="35481" y="41907"/>
                </a:lnTo>
                <a:lnTo>
                  <a:pt x="35481" y="101488"/>
                </a:lnTo>
                <a:cubicBezTo>
                  <a:pt x="35481" y="107705"/>
                  <a:pt x="35776" y="111714"/>
                  <a:pt x="36366" y="113516"/>
                </a:cubicBezTo>
                <a:cubicBezTo>
                  <a:pt x="36956" y="115319"/>
                  <a:pt x="37887" y="116686"/>
                  <a:pt x="39160" y="117620"/>
                </a:cubicBezTo>
                <a:cubicBezTo>
                  <a:pt x="40433" y="118551"/>
                  <a:pt x="41907" y="119017"/>
                  <a:pt x="43584" y="119017"/>
                </a:cubicBezTo>
                <a:cubicBezTo>
                  <a:pt x="45819" y="119017"/>
                  <a:pt x="47836" y="118427"/>
                  <a:pt x="49637" y="117247"/>
                </a:cubicBezTo>
                <a:cubicBezTo>
                  <a:pt x="52120" y="115633"/>
                  <a:pt x="55100" y="112374"/>
                  <a:pt x="58577" y="107469"/>
                </a:cubicBezTo>
                <a:lnTo>
                  <a:pt x="58577" y="60905"/>
                </a:lnTo>
                <a:cubicBezTo>
                  <a:pt x="58577" y="54245"/>
                  <a:pt x="57972" y="50098"/>
                  <a:pt x="56761" y="48464"/>
                </a:cubicBezTo>
                <a:cubicBezTo>
                  <a:pt x="55550" y="46830"/>
                  <a:pt x="53020" y="45762"/>
                  <a:pt x="49171" y="45260"/>
                </a:cubicBezTo>
                <a:lnTo>
                  <a:pt x="49171" y="41907"/>
                </a:lnTo>
                <a:lnTo>
                  <a:pt x="84653" y="41907"/>
                </a:lnTo>
                <a:close/>
                <a:moveTo>
                  <a:pt x="140686" y="2794"/>
                </a:moveTo>
                <a:lnTo>
                  <a:pt x="140686" y="111008"/>
                </a:lnTo>
                <a:cubicBezTo>
                  <a:pt x="140686" y="117154"/>
                  <a:pt x="141400" y="121081"/>
                  <a:pt x="142828" y="122788"/>
                </a:cubicBezTo>
                <a:cubicBezTo>
                  <a:pt x="144256" y="124496"/>
                  <a:pt x="147050" y="125473"/>
                  <a:pt x="151209" y="125722"/>
                </a:cubicBezTo>
                <a:lnTo>
                  <a:pt x="151209" y="129074"/>
                </a:lnTo>
                <a:lnTo>
                  <a:pt x="104180" y="129074"/>
                </a:lnTo>
                <a:lnTo>
                  <a:pt x="104180" y="125722"/>
                </a:lnTo>
                <a:cubicBezTo>
                  <a:pt x="108029" y="125598"/>
                  <a:pt x="110885" y="124480"/>
                  <a:pt x="112748" y="122369"/>
                </a:cubicBezTo>
                <a:cubicBezTo>
                  <a:pt x="113990" y="120941"/>
                  <a:pt x="114610" y="117154"/>
                  <a:pt x="114610" y="111008"/>
                </a:cubicBezTo>
                <a:lnTo>
                  <a:pt x="114610" y="20861"/>
                </a:lnTo>
                <a:cubicBezTo>
                  <a:pt x="114610" y="14737"/>
                  <a:pt x="113896" y="10817"/>
                  <a:pt x="112468" y="9100"/>
                </a:cubicBezTo>
                <a:cubicBezTo>
                  <a:pt x="111041" y="7381"/>
                  <a:pt x="108278" y="6397"/>
                  <a:pt x="104180" y="6146"/>
                </a:cubicBezTo>
                <a:lnTo>
                  <a:pt x="104180" y="2794"/>
                </a:lnTo>
                <a:lnTo>
                  <a:pt x="140686" y="2794"/>
                </a:lnTo>
                <a:close/>
                <a:moveTo>
                  <a:pt x="195198" y="41907"/>
                </a:moveTo>
                <a:lnTo>
                  <a:pt x="195198" y="53269"/>
                </a:lnTo>
                <a:cubicBezTo>
                  <a:pt x="199668" y="48393"/>
                  <a:pt x="203952" y="44847"/>
                  <a:pt x="208049" y="42629"/>
                </a:cubicBezTo>
                <a:cubicBezTo>
                  <a:pt x="212147" y="40409"/>
                  <a:pt x="216555" y="39300"/>
                  <a:pt x="221273" y="39300"/>
                </a:cubicBezTo>
                <a:cubicBezTo>
                  <a:pt x="226923" y="39300"/>
                  <a:pt x="231611" y="40869"/>
                  <a:pt x="235336" y="44008"/>
                </a:cubicBezTo>
                <a:cubicBezTo>
                  <a:pt x="239061" y="47148"/>
                  <a:pt x="241544" y="51048"/>
                  <a:pt x="242786" y="55710"/>
                </a:cubicBezTo>
                <a:cubicBezTo>
                  <a:pt x="243779" y="59255"/>
                  <a:pt x="244276" y="66063"/>
                  <a:pt x="244276" y="76134"/>
                </a:cubicBezTo>
                <a:lnTo>
                  <a:pt x="244276" y="110076"/>
                </a:lnTo>
                <a:cubicBezTo>
                  <a:pt x="244276" y="116782"/>
                  <a:pt x="244881" y="120957"/>
                  <a:pt x="246092" y="122602"/>
                </a:cubicBezTo>
                <a:cubicBezTo>
                  <a:pt x="247303" y="124247"/>
                  <a:pt x="249832" y="125287"/>
                  <a:pt x="253682" y="125722"/>
                </a:cubicBezTo>
                <a:lnTo>
                  <a:pt x="253682" y="129074"/>
                </a:lnTo>
                <a:lnTo>
                  <a:pt x="209633" y="129074"/>
                </a:lnTo>
                <a:lnTo>
                  <a:pt x="209633" y="125722"/>
                </a:lnTo>
                <a:cubicBezTo>
                  <a:pt x="212923" y="125287"/>
                  <a:pt x="215282" y="123921"/>
                  <a:pt x="216710" y="121624"/>
                </a:cubicBezTo>
                <a:cubicBezTo>
                  <a:pt x="217704" y="120072"/>
                  <a:pt x="218200" y="116223"/>
                  <a:pt x="218200" y="110076"/>
                </a:cubicBezTo>
                <a:lnTo>
                  <a:pt x="218200" y="71335"/>
                </a:lnTo>
                <a:cubicBezTo>
                  <a:pt x="218200" y="64196"/>
                  <a:pt x="217921" y="59695"/>
                  <a:pt x="217362" y="57832"/>
                </a:cubicBezTo>
                <a:cubicBezTo>
                  <a:pt x="216803" y="55969"/>
                  <a:pt x="215857" y="54526"/>
                  <a:pt x="214522" y="53502"/>
                </a:cubicBezTo>
                <a:cubicBezTo>
                  <a:pt x="213187" y="52477"/>
                  <a:pt x="211712" y="51965"/>
                  <a:pt x="210098" y="51965"/>
                </a:cubicBezTo>
                <a:cubicBezTo>
                  <a:pt x="204759" y="51965"/>
                  <a:pt x="199792" y="55814"/>
                  <a:pt x="195198" y="63513"/>
                </a:cubicBezTo>
                <a:lnTo>
                  <a:pt x="195198" y="110076"/>
                </a:lnTo>
                <a:cubicBezTo>
                  <a:pt x="195198" y="116595"/>
                  <a:pt x="195803" y="120724"/>
                  <a:pt x="197014" y="122462"/>
                </a:cubicBezTo>
                <a:cubicBezTo>
                  <a:pt x="198224" y="124201"/>
                  <a:pt x="200475" y="125287"/>
                  <a:pt x="203766" y="125722"/>
                </a:cubicBezTo>
                <a:lnTo>
                  <a:pt x="203766" y="129074"/>
                </a:lnTo>
                <a:lnTo>
                  <a:pt x="159716" y="129074"/>
                </a:lnTo>
                <a:lnTo>
                  <a:pt x="159716" y="125722"/>
                </a:lnTo>
                <a:cubicBezTo>
                  <a:pt x="163379" y="125349"/>
                  <a:pt x="165987" y="124170"/>
                  <a:pt x="167539" y="122183"/>
                </a:cubicBezTo>
                <a:cubicBezTo>
                  <a:pt x="168594" y="120817"/>
                  <a:pt x="169122" y="116782"/>
                  <a:pt x="169122" y="110076"/>
                </a:cubicBezTo>
                <a:lnTo>
                  <a:pt x="169122" y="60905"/>
                </a:lnTo>
                <a:cubicBezTo>
                  <a:pt x="169122" y="54245"/>
                  <a:pt x="168517" y="50098"/>
                  <a:pt x="167306" y="48464"/>
                </a:cubicBezTo>
                <a:cubicBezTo>
                  <a:pt x="166096" y="46830"/>
                  <a:pt x="163566" y="45762"/>
                  <a:pt x="159716" y="45260"/>
                </a:cubicBezTo>
                <a:lnTo>
                  <a:pt x="159716" y="41907"/>
                </a:lnTo>
                <a:lnTo>
                  <a:pt x="195198" y="41907"/>
                </a:lnTo>
                <a:close/>
                <a:moveTo>
                  <a:pt x="339423" y="82324"/>
                </a:moveTo>
                <a:lnTo>
                  <a:pt x="291648" y="82324"/>
                </a:lnTo>
                <a:cubicBezTo>
                  <a:pt x="292207" y="93903"/>
                  <a:pt x="295280" y="103054"/>
                  <a:pt x="300868" y="109777"/>
                </a:cubicBezTo>
                <a:cubicBezTo>
                  <a:pt x="305152" y="114943"/>
                  <a:pt x="310305" y="117527"/>
                  <a:pt x="316327" y="117527"/>
                </a:cubicBezTo>
                <a:cubicBezTo>
                  <a:pt x="320052" y="117527"/>
                  <a:pt x="323436" y="116487"/>
                  <a:pt x="326478" y="114407"/>
                </a:cubicBezTo>
                <a:cubicBezTo>
                  <a:pt x="329520" y="112327"/>
                  <a:pt x="332780" y="108586"/>
                  <a:pt x="336256" y="103185"/>
                </a:cubicBezTo>
                <a:lnTo>
                  <a:pt x="339423" y="105234"/>
                </a:lnTo>
                <a:cubicBezTo>
                  <a:pt x="334704" y="114857"/>
                  <a:pt x="329489" y="121671"/>
                  <a:pt x="323777" y="125675"/>
                </a:cubicBezTo>
                <a:cubicBezTo>
                  <a:pt x="318065" y="129680"/>
                  <a:pt x="311453" y="131682"/>
                  <a:pt x="303941" y="131682"/>
                </a:cubicBezTo>
                <a:cubicBezTo>
                  <a:pt x="291028" y="131682"/>
                  <a:pt x="281249" y="126710"/>
                  <a:pt x="274606" y="116767"/>
                </a:cubicBezTo>
                <a:cubicBezTo>
                  <a:pt x="269267" y="108750"/>
                  <a:pt x="266597" y="98807"/>
                  <a:pt x="266597" y="86937"/>
                </a:cubicBezTo>
                <a:cubicBezTo>
                  <a:pt x="266597" y="72394"/>
                  <a:pt x="270524" y="60819"/>
                  <a:pt x="278378" y="52212"/>
                </a:cubicBezTo>
                <a:cubicBezTo>
                  <a:pt x="286231" y="43604"/>
                  <a:pt x="295436" y="39300"/>
                  <a:pt x="305990" y="39300"/>
                </a:cubicBezTo>
                <a:cubicBezTo>
                  <a:pt x="314806" y="39300"/>
                  <a:pt x="322458" y="42916"/>
                  <a:pt x="328946" y="50149"/>
                </a:cubicBezTo>
                <a:cubicBezTo>
                  <a:pt x="335434" y="57382"/>
                  <a:pt x="338926" y="68107"/>
                  <a:pt x="339423" y="82324"/>
                </a:cubicBezTo>
                <a:moveTo>
                  <a:pt x="316513" y="76178"/>
                </a:moveTo>
                <a:cubicBezTo>
                  <a:pt x="316513" y="66182"/>
                  <a:pt x="315970" y="59322"/>
                  <a:pt x="314884" y="55597"/>
                </a:cubicBezTo>
                <a:cubicBezTo>
                  <a:pt x="313797" y="51872"/>
                  <a:pt x="312105" y="49047"/>
                  <a:pt x="309808" y="47122"/>
                </a:cubicBezTo>
                <a:cubicBezTo>
                  <a:pt x="308504" y="46005"/>
                  <a:pt x="306766" y="45446"/>
                  <a:pt x="304593" y="45446"/>
                </a:cubicBezTo>
                <a:cubicBezTo>
                  <a:pt x="301365" y="45446"/>
                  <a:pt x="298726" y="47029"/>
                  <a:pt x="296677" y="50196"/>
                </a:cubicBezTo>
                <a:cubicBezTo>
                  <a:pt x="293014" y="55721"/>
                  <a:pt x="291183" y="63295"/>
                  <a:pt x="291183" y="72919"/>
                </a:cubicBezTo>
                <a:lnTo>
                  <a:pt x="291183" y="76178"/>
                </a:lnTo>
                <a:lnTo>
                  <a:pt x="316513" y="76178"/>
                </a:lnTo>
                <a:close/>
                <a:moveTo>
                  <a:pt x="386481" y="41907"/>
                </a:moveTo>
                <a:lnTo>
                  <a:pt x="386481" y="61650"/>
                </a:lnTo>
                <a:cubicBezTo>
                  <a:pt x="392255" y="52648"/>
                  <a:pt x="397315" y="46672"/>
                  <a:pt x="401661" y="43723"/>
                </a:cubicBezTo>
                <a:cubicBezTo>
                  <a:pt x="406007" y="40774"/>
                  <a:pt x="410198" y="39300"/>
                  <a:pt x="414233" y="39300"/>
                </a:cubicBezTo>
                <a:cubicBezTo>
                  <a:pt x="417710" y="39300"/>
                  <a:pt x="420488" y="40375"/>
                  <a:pt x="422568" y="42524"/>
                </a:cubicBezTo>
                <a:cubicBezTo>
                  <a:pt x="424648" y="44674"/>
                  <a:pt x="425688" y="47711"/>
                  <a:pt x="425688" y="51636"/>
                </a:cubicBezTo>
                <a:cubicBezTo>
                  <a:pt x="425688" y="55811"/>
                  <a:pt x="424679" y="59052"/>
                  <a:pt x="422661" y="61359"/>
                </a:cubicBezTo>
                <a:cubicBezTo>
                  <a:pt x="420643" y="63664"/>
                  <a:pt x="418207" y="64817"/>
                  <a:pt x="415351" y="64817"/>
                </a:cubicBezTo>
                <a:cubicBezTo>
                  <a:pt x="412060" y="64817"/>
                  <a:pt x="409204" y="63761"/>
                  <a:pt x="406783" y="61650"/>
                </a:cubicBezTo>
                <a:cubicBezTo>
                  <a:pt x="404362" y="59539"/>
                  <a:pt x="402934" y="58360"/>
                  <a:pt x="402499" y="58111"/>
                </a:cubicBezTo>
                <a:cubicBezTo>
                  <a:pt x="401878" y="57739"/>
                  <a:pt x="401164" y="57553"/>
                  <a:pt x="400357" y="57553"/>
                </a:cubicBezTo>
                <a:cubicBezTo>
                  <a:pt x="398557" y="57553"/>
                  <a:pt x="396849" y="58236"/>
                  <a:pt x="395235" y="59601"/>
                </a:cubicBezTo>
                <a:cubicBezTo>
                  <a:pt x="392690" y="61712"/>
                  <a:pt x="390765" y="64723"/>
                  <a:pt x="389461" y="68635"/>
                </a:cubicBezTo>
                <a:cubicBezTo>
                  <a:pt x="387475" y="74657"/>
                  <a:pt x="386481" y="81300"/>
                  <a:pt x="386481" y="88564"/>
                </a:cubicBezTo>
                <a:lnTo>
                  <a:pt x="386481" y="108586"/>
                </a:lnTo>
                <a:lnTo>
                  <a:pt x="386574" y="113801"/>
                </a:lnTo>
                <a:cubicBezTo>
                  <a:pt x="386574" y="117340"/>
                  <a:pt x="386792" y="119606"/>
                  <a:pt x="387226" y="120600"/>
                </a:cubicBezTo>
                <a:cubicBezTo>
                  <a:pt x="387971" y="122276"/>
                  <a:pt x="389073" y="123502"/>
                  <a:pt x="390532" y="124278"/>
                </a:cubicBezTo>
                <a:cubicBezTo>
                  <a:pt x="391991" y="125054"/>
                  <a:pt x="394459" y="125536"/>
                  <a:pt x="397936" y="125722"/>
                </a:cubicBezTo>
                <a:lnTo>
                  <a:pt x="397936" y="129074"/>
                </a:lnTo>
                <a:lnTo>
                  <a:pt x="350907" y="129074"/>
                </a:lnTo>
                <a:lnTo>
                  <a:pt x="350907" y="125722"/>
                </a:lnTo>
                <a:cubicBezTo>
                  <a:pt x="354694" y="125411"/>
                  <a:pt x="357255" y="124371"/>
                  <a:pt x="358590" y="122602"/>
                </a:cubicBezTo>
                <a:cubicBezTo>
                  <a:pt x="359924" y="120833"/>
                  <a:pt x="360592" y="116161"/>
                  <a:pt x="360592" y="108586"/>
                </a:cubicBezTo>
                <a:lnTo>
                  <a:pt x="360592" y="60346"/>
                </a:lnTo>
                <a:cubicBezTo>
                  <a:pt x="360592" y="55349"/>
                  <a:pt x="360344" y="52163"/>
                  <a:pt x="359847" y="50789"/>
                </a:cubicBezTo>
                <a:cubicBezTo>
                  <a:pt x="359226" y="49039"/>
                  <a:pt x="358326" y="47759"/>
                  <a:pt x="357146" y="46948"/>
                </a:cubicBezTo>
                <a:cubicBezTo>
                  <a:pt x="355967" y="46135"/>
                  <a:pt x="353887" y="45572"/>
                  <a:pt x="350907" y="45260"/>
                </a:cubicBezTo>
                <a:lnTo>
                  <a:pt x="350907" y="41907"/>
                </a:lnTo>
                <a:lnTo>
                  <a:pt x="386481" y="41907"/>
                </a:lnTo>
                <a:close/>
                <a:moveTo>
                  <a:pt x="483084" y="116223"/>
                </a:moveTo>
                <a:cubicBezTo>
                  <a:pt x="472467" y="125660"/>
                  <a:pt x="462937" y="130378"/>
                  <a:pt x="454494" y="130378"/>
                </a:cubicBezTo>
                <a:cubicBezTo>
                  <a:pt x="449527" y="130378"/>
                  <a:pt x="445398" y="128744"/>
                  <a:pt x="442108" y="125474"/>
                </a:cubicBezTo>
                <a:cubicBezTo>
                  <a:pt x="438817" y="122203"/>
                  <a:pt x="437172" y="118108"/>
                  <a:pt x="437172" y="113187"/>
                </a:cubicBezTo>
                <a:cubicBezTo>
                  <a:pt x="437172" y="106521"/>
                  <a:pt x="440028" y="100525"/>
                  <a:pt x="445740" y="95199"/>
                </a:cubicBezTo>
                <a:cubicBezTo>
                  <a:pt x="451452" y="89874"/>
                  <a:pt x="463900" y="82788"/>
                  <a:pt x="483084" y="73943"/>
                </a:cubicBezTo>
                <a:lnTo>
                  <a:pt x="483084" y="65189"/>
                </a:lnTo>
                <a:cubicBezTo>
                  <a:pt x="483084" y="58608"/>
                  <a:pt x="482727" y="54464"/>
                  <a:pt x="482013" y="52757"/>
                </a:cubicBezTo>
                <a:cubicBezTo>
                  <a:pt x="481299" y="51049"/>
                  <a:pt x="479949" y="49559"/>
                  <a:pt x="477962" y="48286"/>
                </a:cubicBezTo>
                <a:cubicBezTo>
                  <a:pt x="475975" y="47014"/>
                  <a:pt x="473740" y="46377"/>
                  <a:pt x="471257" y="46377"/>
                </a:cubicBezTo>
                <a:cubicBezTo>
                  <a:pt x="467221" y="46377"/>
                  <a:pt x="463900" y="47278"/>
                  <a:pt x="461292" y="49078"/>
                </a:cubicBezTo>
                <a:cubicBezTo>
                  <a:pt x="459678" y="50196"/>
                  <a:pt x="458871" y="51499"/>
                  <a:pt x="458871" y="52989"/>
                </a:cubicBezTo>
                <a:cubicBezTo>
                  <a:pt x="458871" y="54293"/>
                  <a:pt x="459740" y="55907"/>
                  <a:pt x="461478" y="57832"/>
                </a:cubicBezTo>
                <a:cubicBezTo>
                  <a:pt x="463838" y="60502"/>
                  <a:pt x="465017" y="63078"/>
                  <a:pt x="465017" y="65562"/>
                </a:cubicBezTo>
                <a:cubicBezTo>
                  <a:pt x="465017" y="68604"/>
                  <a:pt x="463884" y="71196"/>
                  <a:pt x="461618" y="73338"/>
                </a:cubicBezTo>
                <a:cubicBezTo>
                  <a:pt x="459352" y="75480"/>
                  <a:pt x="456387" y="76551"/>
                  <a:pt x="452724" y="76551"/>
                </a:cubicBezTo>
                <a:cubicBezTo>
                  <a:pt x="448813" y="76551"/>
                  <a:pt x="445538" y="75371"/>
                  <a:pt x="442899" y="73012"/>
                </a:cubicBezTo>
                <a:cubicBezTo>
                  <a:pt x="440261" y="70653"/>
                  <a:pt x="438942" y="67890"/>
                  <a:pt x="438942" y="64723"/>
                </a:cubicBezTo>
                <a:cubicBezTo>
                  <a:pt x="438942" y="60253"/>
                  <a:pt x="440711" y="55985"/>
                  <a:pt x="444250" y="51918"/>
                </a:cubicBezTo>
                <a:cubicBezTo>
                  <a:pt x="447789" y="47852"/>
                  <a:pt x="452724" y="44732"/>
                  <a:pt x="459057" y="42559"/>
                </a:cubicBezTo>
                <a:cubicBezTo>
                  <a:pt x="465390" y="40386"/>
                  <a:pt x="471971" y="39300"/>
                  <a:pt x="478800" y="39300"/>
                </a:cubicBezTo>
                <a:cubicBezTo>
                  <a:pt x="487057" y="39300"/>
                  <a:pt x="493592" y="41058"/>
                  <a:pt x="498403" y="44576"/>
                </a:cubicBezTo>
                <a:cubicBezTo>
                  <a:pt x="503215" y="48091"/>
                  <a:pt x="506335" y="51903"/>
                  <a:pt x="507763" y="56010"/>
                </a:cubicBezTo>
                <a:cubicBezTo>
                  <a:pt x="508632" y="58624"/>
                  <a:pt x="509066" y="64628"/>
                  <a:pt x="509066" y="74025"/>
                </a:cubicBezTo>
                <a:lnTo>
                  <a:pt x="509066" y="107908"/>
                </a:lnTo>
                <a:cubicBezTo>
                  <a:pt x="509066" y="111891"/>
                  <a:pt x="509222" y="114397"/>
                  <a:pt x="509532" y="115425"/>
                </a:cubicBezTo>
                <a:cubicBezTo>
                  <a:pt x="509842" y="116452"/>
                  <a:pt x="510308" y="117214"/>
                  <a:pt x="510929" y="117713"/>
                </a:cubicBezTo>
                <a:cubicBezTo>
                  <a:pt x="511550" y="118210"/>
                  <a:pt x="512264" y="118458"/>
                  <a:pt x="513071" y="118458"/>
                </a:cubicBezTo>
                <a:cubicBezTo>
                  <a:pt x="514685" y="118458"/>
                  <a:pt x="516330" y="117309"/>
                  <a:pt x="518007" y="115012"/>
                </a:cubicBezTo>
                <a:lnTo>
                  <a:pt x="520800" y="117247"/>
                </a:lnTo>
                <a:cubicBezTo>
                  <a:pt x="517696" y="121841"/>
                  <a:pt x="514483" y="125179"/>
                  <a:pt x="511162" y="127258"/>
                </a:cubicBezTo>
                <a:cubicBezTo>
                  <a:pt x="507840" y="129338"/>
                  <a:pt x="504069" y="130378"/>
                  <a:pt x="499847" y="130378"/>
                </a:cubicBezTo>
                <a:cubicBezTo>
                  <a:pt x="494880" y="130378"/>
                  <a:pt x="491000" y="129206"/>
                  <a:pt x="488206" y="126863"/>
                </a:cubicBezTo>
                <a:cubicBezTo>
                  <a:pt x="485412" y="124519"/>
                  <a:pt x="483705" y="120972"/>
                  <a:pt x="483084" y="116223"/>
                </a:cubicBezTo>
                <a:moveTo>
                  <a:pt x="483084" y="109331"/>
                </a:moveTo>
                <a:lnTo>
                  <a:pt x="483084" y="80200"/>
                </a:lnTo>
                <a:cubicBezTo>
                  <a:pt x="475572" y="84629"/>
                  <a:pt x="469984" y="89371"/>
                  <a:pt x="466321" y="94425"/>
                </a:cubicBezTo>
                <a:cubicBezTo>
                  <a:pt x="463900" y="97793"/>
                  <a:pt x="462689" y="101193"/>
                  <a:pt x="462689" y="104626"/>
                </a:cubicBezTo>
                <a:cubicBezTo>
                  <a:pt x="462689" y="107495"/>
                  <a:pt x="463713" y="110022"/>
                  <a:pt x="465762" y="112207"/>
                </a:cubicBezTo>
                <a:cubicBezTo>
                  <a:pt x="467314" y="113891"/>
                  <a:pt x="469487" y="114733"/>
                  <a:pt x="472281" y="114733"/>
                </a:cubicBezTo>
                <a:cubicBezTo>
                  <a:pt x="475385" y="114733"/>
                  <a:pt x="478986" y="112932"/>
                  <a:pt x="483084" y="109331"/>
                </a:cubicBezTo>
                <a:close/>
                <a:moveTo>
                  <a:pt x="564104" y="2794"/>
                </a:moveTo>
                <a:lnTo>
                  <a:pt x="564104" y="50661"/>
                </a:lnTo>
                <a:cubicBezTo>
                  <a:pt x="571430" y="43087"/>
                  <a:pt x="579439" y="39300"/>
                  <a:pt x="588131" y="39300"/>
                </a:cubicBezTo>
                <a:cubicBezTo>
                  <a:pt x="594091" y="39300"/>
                  <a:pt x="599710" y="41056"/>
                  <a:pt x="604987" y="44567"/>
                </a:cubicBezTo>
                <a:cubicBezTo>
                  <a:pt x="610264" y="48079"/>
                  <a:pt x="614393" y="53066"/>
                  <a:pt x="617373" y="59529"/>
                </a:cubicBezTo>
                <a:cubicBezTo>
                  <a:pt x="620353" y="65991"/>
                  <a:pt x="621843" y="73449"/>
                  <a:pt x="621843" y="81902"/>
                </a:cubicBezTo>
                <a:cubicBezTo>
                  <a:pt x="621843" y="91411"/>
                  <a:pt x="619949" y="100050"/>
                  <a:pt x="616162" y="107818"/>
                </a:cubicBezTo>
                <a:cubicBezTo>
                  <a:pt x="612375" y="115586"/>
                  <a:pt x="607315" y="121506"/>
                  <a:pt x="600982" y="125576"/>
                </a:cubicBezTo>
                <a:cubicBezTo>
                  <a:pt x="594650" y="129647"/>
                  <a:pt x="587417" y="131682"/>
                  <a:pt x="579284" y="131682"/>
                </a:cubicBezTo>
                <a:cubicBezTo>
                  <a:pt x="574565" y="131682"/>
                  <a:pt x="570374" y="130937"/>
                  <a:pt x="566711" y="129447"/>
                </a:cubicBezTo>
                <a:cubicBezTo>
                  <a:pt x="563048" y="127957"/>
                  <a:pt x="559448" y="125536"/>
                  <a:pt x="555909" y="122183"/>
                </a:cubicBezTo>
                <a:lnTo>
                  <a:pt x="541474" y="131682"/>
                </a:lnTo>
                <a:lnTo>
                  <a:pt x="538308" y="131682"/>
                </a:lnTo>
                <a:lnTo>
                  <a:pt x="538308" y="20861"/>
                </a:lnTo>
                <a:cubicBezTo>
                  <a:pt x="538308" y="15799"/>
                  <a:pt x="538090" y="12675"/>
                  <a:pt x="537656" y="11490"/>
                </a:cubicBezTo>
                <a:cubicBezTo>
                  <a:pt x="537035" y="9740"/>
                  <a:pt x="536057" y="8443"/>
                  <a:pt x="534722" y="7599"/>
                </a:cubicBezTo>
                <a:cubicBezTo>
                  <a:pt x="533387" y="6755"/>
                  <a:pt x="531137" y="6271"/>
                  <a:pt x="527971" y="6146"/>
                </a:cubicBezTo>
                <a:lnTo>
                  <a:pt x="527971" y="2794"/>
                </a:lnTo>
                <a:lnTo>
                  <a:pt x="564104" y="2794"/>
                </a:lnTo>
                <a:moveTo>
                  <a:pt x="564104" y="58961"/>
                </a:moveTo>
                <a:lnTo>
                  <a:pt x="564104" y="97749"/>
                </a:lnTo>
                <a:cubicBezTo>
                  <a:pt x="564104" y="105643"/>
                  <a:pt x="564290" y="110679"/>
                  <a:pt x="564663" y="112856"/>
                </a:cubicBezTo>
                <a:cubicBezTo>
                  <a:pt x="565284" y="116523"/>
                  <a:pt x="566774" y="119491"/>
                  <a:pt x="569133" y="121761"/>
                </a:cubicBezTo>
                <a:cubicBezTo>
                  <a:pt x="571492" y="124029"/>
                  <a:pt x="574503" y="125163"/>
                  <a:pt x="578166" y="125163"/>
                </a:cubicBezTo>
                <a:cubicBezTo>
                  <a:pt x="581332" y="125163"/>
                  <a:pt x="584049" y="124262"/>
                  <a:pt x="586315" y="122459"/>
                </a:cubicBezTo>
                <a:cubicBezTo>
                  <a:pt x="588581" y="120657"/>
                  <a:pt x="590474" y="117083"/>
                  <a:pt x="591996" y="111738"/>
                </a:cubicBezTo>
                <a:cubicBezTo>
                  <a:pt x="593517" y="106391"/>
                  <a:pt x="594277" y="96755"/>
                  <a:pt x="594277" y="82831"/>
                </a:cubicBezTo>
                <a:cubicBezTo>
                  <a:pt x="594277" y="69465"/>
                  <a:pt x="592601" y="60296"/>
                  <a:pt x="589248" y="55323"/>
                </a:cubicBezTo>
                <a:cubicBezTo>
                  <a:pt x="586827" y="51719"/>
                  <a:pt x="583567" y="49916"/>
                  <a:pt x="579470" y="49916"/>
                </a:cubicBezTo>
                <a:cubicBezTo>
                  <a:pt x="574131" y="49916"/>
                  <a:pt x="569009" y="52931"/>
                  <a:pt x="564104" y="58961"/>
                </a:cubicBezTo>
                <a:close/>
                <a:moveTo>
                  <a:pt x="657388" y="0"/>
                </a:moveTo>
                <a:cubicBezTo>
                  <a:pt x="661424" y="0"/>
                  <a:pt x="664838" y="1417"/>
                  <a:pt x="667632" y="4252"/>
                </a:cubicBezTo>
                <a:cubicBezTo>
                  <a:pt x="670426" y="7084"/>
                  <a:pt x="671823" y="10494"/>
                  <a:pt x="671823" y="14481"/>
                </a:cubicBezTo>
                <a:cubicBezTo>
                  <a:pt x="671823" y="18468"/>
                  <a:pt x="670410" y="21864"/>
                  <a:pt x="667586" y="24667"/>
                </a:cubicBezTo>
                <a:cubicBezTo>
                  <a:pt x="664761" y="27469"/>
                  <a:pt x="661362" y="28869"/>
                  <a:pt x="657388" y="28869"/>
                </a:cubicBezTo>
                <a:cubicBezTo>
                  <a:pt x="653415" y="28869"/>
                  <a:pt x="650031" y="27469"/>
                  <a:pt x="647237" y="24667"/>
                </a:cubicBezTo>
                <a:cubicBezTo>
                  <a:pt x="644443" y="21864"/>
                  <a:pt x="643047" y="18468"/>
                  <a:pt x="643047" y="14481"/>
                </a:cubicBezTo>
                <a:cubicBezTo>
                  <a:pt x="643047" y="10494"/>
                  <a:pt x="644443" y="7084"/>
                  <a:pt x="647237" y="4252"/>
                </a:cubicBezTo>
                <a:cubicBezTo>
                  <a:pt x="650031" y="1417"/>
                  <a:pt x="653415" y="0"/>
                  <a:pt x="657388" y="0"/>
                </a:cubicBezTo>
                <a:moveTo>
                  <a:pt x="670426" y="41907"/>
                </a:moveTo>
                <a:lnTo>
                  <a:pt x="670426" y="111008"/>
                </a:lnTo>
                <a:cubicBezTo>
                  <a:pt x="670426" y="117154"/>
                  <a:pt x="671140" y="121081"/>
                  <a:pt x="672568" y="122788"/>
                </a:cubicBezTo>
                <a:cubicBezTo>
                  <a:pt x="673996" y="124496"/>
                  <a:pt x="676790" y="125473"/>
                  <a:pt x="680949" y="125722"/>
                </a:cubicBezTo>
                <a:lnTo>
                  <a:pt x="680949" y="129074"/>
                </a:lnTo>
                <a:lnTo>
                  <a:pt x="633920" y="129074"/>
                </a:lnTo>
                <a:lnTo>
                  <a:pt x="633920" y="125722"/>
                </a:lnTo>
                <a:cubicBezTo>
                  <a:pt x="637769" y="125598"/>
                  <a:pt x="640625" y="124480"/>
                  <a:pt x="642488" y="122369"/>
                </a:cubicBezTo>
                <a:cubicBezTo>
                  <a:pt x="643729" y="120941"/>
                  <a:pt x="644350" y="117154"/>
                  <a:pt x="644350" y="111008"/>
                </a:cubicBezTo>
                <a:lnTo>
                  <a:pt x="644350" y="60160"/>
                </a:lnTo>
                <a:cubicBezTo>
                  <a:pt x="644350" y="53936"/>
                  <a:pt x="643636" y="49960"/>
                  <a:pt x="642208" y="48231"/>
                </a:cubicBezTo>
                <a:cubicBezTo>
                  <a:pt x="640780" y="46502"/>
                  <a:pt x="638018" y="45512"/>
                  <a:pt x="633920" y="45260"/>
                </a:cubicBezTo>
                <a:lnTo>
                  <a:pt x="633920" y="41907"/>
                </a:lnTo>
                <a:lnTo>
                  <a:pt x="670426" y="41907"/>
                </a:lnTo>
                <a:close/>
                <a:moveTo>
                  <a:pt x="723541" y="2794"/>
                </a:moveTo>
                <a:lnTo>
                  <a:pt x="723541" y="111008"/>
                </a:lnTo>
                <a:cubicBezTo>
                  <a:pt x="723541" y="117154"/>
                  <a:pt x="724255" y="121081"/>
                  <a:pt x="725683" y="122788"/>
                </a:cubicBezTo>
                <a:cubicBezTo>
                  <a:pt x="727111" y="124496"/>
                  <a:pt x="729905" y="125473"/>
                  <a:pt x="734064" y="125722"/>
                </a:cubicBezTo>
                <a:lnTo>
                  <a:pt x="734064" y="129074"/>
                </a:lnTo>
                <a:lnTo>
                  <a:pt x="687035" y="129074"/>
                </a:lnTo>
                <a:lnTo>
                  <a:pt x="687035" y="125722"/>
                </a:lnTo>
                <a:cubicBezTo>
                  <a:pt x="690884" y="125598"/>
                  <a:pt x="693740" y="124480"/>
                  <a:pt x="695603" y="122369"/>
                </a:cubicBezTo>
                <a:cubicBezTo>
                  <a:pt x="696844" y="120941"/>
                  <a:pt x="697465" y="117154"/>
                  <a:pt x="697465" y="111008"/>
                </a:cubicBezTo>
                <a:lnTo>
                  <a:pt x="697465" y="20861"/>
                </a:lnTo>
                <a:cubicBezTo>
                  <a:pt x="697465" y="14737"/>
                  <a:pt x="696751" y="10817"/>
                  <a:pt x="695323" y="9100"/>
                </a:cubicBezTo>
                <a:cubicBezTo>
                  <a:pt x="693895" y="7381"/>
                  <a:pt x="691133" y="6397"/>
                  <a:pt x="687035" y="6146"/>
                </a:cubicBezTo>
                <a:lnTo>
                  <a:pt x="687035" y="2794"/>
                </a:lnTo>
                <a:lnTo>
                  <a:pt x="723541" y="2794"/>
                </a:lnTo>
                <a:close/>
                <a:moveTo>
                  <a:pt x="763431" y="0"/>
                </a:moveTo>
                <a:cubicBezTo>
                  <a:pt x="767466" y="0"/>
                  <a:pt x="770881" y="1417"/>
                  <a:pt x="773675" y="4252"/>
                </a:cubicBezTo>
                <a:cubicBezTo>
                  <a:pt x="776469" y="7084"/>
                  <a:pt x="777866" y="10494"/>
                  <a:pt x="777866" y="14481"/>
                </a:cubicBezTo>
                <a:cubicBezTo>
                  <a:pt x="777866" y="18468"/>
                  <a:pt x="776453" y="21864"/>
                  <a:pt x="773628" y="24667"/>
                </a:cubicBezTo>
                <a:cubicBezTo>
                  <a:pt x="770803" y="27469"/>
                  <a:pt x="767404" y="28869"/>
                  <a:pt x="763431" y="28869"/>
                </a:cubicBezTo>
                <a:cubicBezTo>
                  <a:pt x="759457" y="28869"/>
                  <a:pt x="756074" y="27469"/>
                  <a:pt x="753280" y="24667"/>
                </a:cubicBezTo>
                <a:cubicBezTo>
                  <a:pt x="750486" y="21864"/>
                  <a:pt x="749089" y="18468"/>
                  <a:pt x="749089" y="14481"/>
                </a:cubicBezTo>
                <a:cubicBezTo>
                  <a:pt x="749089" y="10494"/>
                  <a:pt x="750486" y="7084"/>
                  <a:pt x="753280" y="4252"/>
                </a:cubicBezTo>
                <a:cubicBezTo>
                  <a:pt x="756074" y="1417"/>
                  <a:pt x="759457" y="0"/>
                  <a:pt x="763431" y="0"/>
                </a:cubicBezTo>
                <a:moveTo>
                  <a:pt x="776469" y="41907"/>
                </a:moveTo>
                <a:lnTo>
                  <a:pt x="776469" y="111008"/>
                </a:lnTo>
                <a:cubicBezTo>
                  <a:pt x="776469" y="117154"/>
                  <a:pt x="777183" y="121081"/>
                  <a:pt x="778611" y="122788"/>
                </a:cubicBezTo>
                <a:cubicBezTo>
                  <a:pt x="780039" y="124496"/>
                  <a:pt x="782832" y="125473"/>
                  <a:pt x="786992" y="125722"/>
                </a:cubicBezTo>
                <a:lnTo>
                  <a:pt x="786992" y="129074"/>
                </a:lnTo>
                <a:lnTo>
                  <a:pt x="739963" y="129074"/>
                </a:lnTo>
                <a:lnTo>
                  <a:pt x="739963" y="125722"/>
                </a:lnTo>
                <a:cubicBezTo>
                  <a:pt x="743812" y="125598"/>
                  <a:pt x="746668" y="124480"/>
                  <a:pt x="748530" y="122369"/>
                </a:cubicBezTo>
                <a:cubicBezTo>
                  <a:pt x="749772" y="120941"/>
                  <a:pt x="750393" y="117154"/>
                  <a:pt x="750393" y="111008"/>
                </a:cubicBezTo>
                <a:lnTo>
                  <a:pt x="750393" y="60160"/>
                </a:lnTo>
                <a:cubicBezTo>
                  <a:pt x="750393" y="53936"/>
                  <a:pt x="749679" y="49960"/>
                  <a:pt x="748251" y="48231"/>
                </a:cubicBezTo>
                <a:cubicBezTo>
                  <a:pt x="746823" y="46502"/>
                  <a:pt x="744060" y="45512"/>
                  <a:pt x="739963" y="45260"/>
                </a:cubicBezTo>
                <a:lnTo>
                  <a:pt x="739963" y="41907"/>
                </a:lnTo>
                <a:lnTo>
                  <a:pt x="776469" y="41907"/>
                </a:lnTo>
                <a:close/>
                <a:moveTo>
                  <a:pt x="830049" y="9871"/>
                </a:moveTo>
                <a:lnTo>
                  <a:pt x="830049" y="41907"/>
                </a:lnTo>
                <a:lnTo>
                  <a:pt x="850723" y="41907"/>
                </a:lnTo>
                <a:lnTo>
                  <a:pt x="850723" y="51034"/>
                </a:lnTo>
                <a:lnTo>
                  <a:pt x="830049" y="51034"/>
                </a:lnTo>
                <a:lnTo>
                  <a:pt x="830049" y="104914"/>
                </a:lnTo>
                <a:cubicBezTo>
                  <a:pt x="830049" y="109956"/>
                  <a:pt x="830282" y="113209"/>
                  <a:pt x="830748" y="114672"/>
                </a:cubicBezTo>
                <a:cubicBezTo>
                  <a:pt x="831213" y="116135"/>
                  <a:pt x="832036" y="117318"/>
                  <a:pt x="833216" y="118222"/>
                </a:cubicBezTo>
                <a:cubicBezTo>
                  <a:pt x="834395" y="119124"/>
                  <a:pt x="835482" y="119575"/>
                  <a:pt x="836475" y="119575"/>
                </a:cubicBezTo>
                <a:cubicBezTo>
                  <a:pt x="840510" y="119575"/>
                  <a:pt x="844329" y="116471"/>
                  <a:pt x="847930" y="110263"/>
                </a:cubicBezTo>
                <a:lnTo>
                  <a:pt x="850723" y="112332"/>
                </a:lnTo>
                <a:cubicBezTo>
                  <a:pt x="845695" y="124363"/>
                  <a:pt x="837530" y="130378"/>
                  <a:pt x="826231" y="130378"/>
                </a:cubicBezTo>
                <a:cubicBezTo>
                  <a:pt x="820705" y="130378"/>
                  <a:pt x="816034" y="128837"/>
                  <a:pt x="812215" y="125754"/>
                </a:cubicBezTo>
                <a:cubicBezTo>
                  <a:pt x="808397" y="122669"/>
                  <a:pt x="805960" y="119226"/>
                  <a:pt x="804905" y="115425"/>
                </a:cubicBezTo>
                <a:cubicBezTo>
                  <a:pt x="804284" y="113307"/>
                  <a:pt x="803974" y="107575"/>
                  <a:pt x="803974" y="98229"/>
                </a:cubicBezTo>
                <a:lnTo>
                  <a:pt x="803974" y="51034"/>
                </a:lnTo>
                <a:lnTo>
                  <a:pt x="792612" y="51034"/>
                </a:lnTo>
                <a:lnTo>
                  <a:pt x="792612" y="47766"/>
                </a:lnTo>
                <a:cubicBezTo>
                  <a:pt x="800435" y="42228"/>
                  <a:pt x="807093" y="36411"/>
                  <a:pt x="812588" y="30313"/>
                </a:cubicBezTo>
                <a:cubicBezTo>
                  <a:pt x="818082" y="24215"/>
                  <a:pt x="822878" y="17401"/>
                  <a:pt x="826976" y="9871"/>
                </a:cubicBezTo>
                <a:lnTo>
                  <a:pt x="830049" y="9871"/>
                </a:lnTo>
                <a:close/>
                <a:moveTo>
                  <a:pt x="898961" y="132698"/>
                </a:moveTo>
                <a:lnTo>
                  <a:pt x="870837" y="68009"/>
                </a:lnTo>
                <a:cubicBezTo>
                  <a:pt x="866615" y="58211"/>
                  <a:pt x="863495" y="52189"/>
                  <a:pt x="861478" y="49942"/>
                </a:cubicBezTo>
                <a:cubicBezTo>
                  <a:pt x="859460" y="47694"/>
                  <a:pt x="857023" y="46133"/>
                  <a:pt x="854167" y="45260"/>
                </a:cubicBezTo>
                <a:lnTo>
                  <a:pt x="854167" y="41907"/>
                </a:lnTo>
                <a:lnTo>
                  <a:pt x="900451" y="41907"/>
                </a:lnTo>
                <a:lnTo>
                  <a:pt x="900451" y="45260"/>
                </a:lnTo>
                <a:cubicBezTo>
                  <a:pt x="897409" y="45384"/>
                  <a:pt x="895267" y="45977"/>
                  <a:pt x="894026" y="47038"/>
                </a:cubicBezTo>
                <a:cubicBezTo>
                  <a:pt x="892784" y="48097"/>
                  <a:pt x="892163" y="49376"/>
                  <a:pt x="892163" y="50874"/>
                </a:cubicBezTo>
                <a:cubicBezTo>
                  <a:pt x="892163" y="53243"/>
                  <a:pt x="893715" y="57920"/>
                  <a:pt x="896819" y="64907"/>
                </a:cubicBezTo>
                <a:lnTo>
                  <a:pt x="911720" y="99151"/>
                </a:lnTo>
                <a:lnTo>
                  <a:pt x="921871" y="72689"/>
                </a:lnTo>
                <a:cubicBezTo>
                  <a:pt x="925534" y="63265"/>
                  <a:pt x="927365" y="56713"/>
                  <a:pt x="927365" y="53030"/>
                </a:cubicBezTo>
                <a:cubicBezTo>
                  <a:pt x="927365" y="50721"/>
                  <a:pt x="926605" y="48880"/>
                  <a:pt x="925084" y="47507"/>
                </a:cubicBezTo>
                <a:cubicBezTo>
                  <a:pt x="923562" y="46133"/>
                  <a:pt x="920877" y="45384"/>
                  <a:pt x="917028" y="45260"/>
                </a:cubicBezTo>
                <a:lnTo>
                  <a:pt x="917028" y="41907"/>
                </a:lnTo>
                <a:lnTo>
                  <a:pt x="946177" y="41907"/>
                </a:lnTo>
                <a:lnTo>
                  <a:pt x="946177" y="45260"/>
                </a:lnTo>
                <a:cubicBezTo>
                  <a:pt x="943321" y="45572"/>
                  <a:pt x="940993" y="46680"/>
                  <a:pt x="939192" y="48583"/>
                </a:cubicBezTo>
                <a:cubicBezTo>
                  <a:pt x="937392" y="50487"/>
                  <a:pt x="934381" y="56962"/>
                  <a:pt x="930159" y="68009"/>
                </a:cubicBezTo>
                <a:lnTo>
                  <a:pt x="905294" y="132613"/>
                </a:lnTo>
                <a:cubicBezTo>
                  <a:pt x="899023" y="148755"/>
                  <a:pt x="894367" y="158689"/>
                  <a:pt x="891325" y="162414"/>
                </a:cubicBezTo>
                <a:cubicBezTo>
                  <a:pt x="887041" y="167629"/>
                  <a:pt x="881671" y="170237"/>
                  <a:pt x="875214" y="170237"/>
                </a:cubicBezTo>
                <a:cubicBezTo>
                  <a:pt x="870061" y="170237"/>
                  <a:pt x="865886" y="168762"/>
                  <a:pt x="862688" y="165813"/>
                </a:cubicBezTo>
                <a:cubicBezTo>
                  <a:pt x="859491" y="162864"/>
                  <a:pt x="857892" y="159310"/>
                  <a:pt x="857892" y="155150"/>
                </a:cubicBezTo>
                <a:cubicBezTo>
                  <a:pt x="857892" y="151549"/>
                  <a:pt x="858994" y="148569"/>
                  <a:pt x="861198" y="146210"/>
                </a:cubicBezTo>
                <a:cubicBezTo>
                  <a:pt x="863402" y="143851"/>
                  <a:pt x="866118" y="142671"/>
                  <a:pt x="869347" y="142671"/>
                </a:cubicBezTo>
                <a:cubicBezTo>
                  <a:pt x="872451" y="142671"/>
                  <a:pt x="874950" y="143658"/>
                  <a:pt x="876844" y="145634"/>
                </a:cubicBezTo>
                <a:cubicBezTo>
                  <a:pt x="878737" y="147611"/>
                  <a:pt x="879715" y="150668"/>
                  <a:pt x="879777" y="154807"/>
                </a:cubicBezTo>
                <a:cubicBezTo>
                  <a:pt x="879839" y="157154"/>
                  <a:pt x="880119" y="158667"/>
                  <a:pt x="880615" y="159347"/>
                </a:cubicBezTo>
                <a:cubicBezTo>
                  <a:pt x="881112" y="160026"/>
                  <a:pt x="881826" y="160365"/>
                  <a:pt x="882757" y="160365"/>
                </a:cubicBezTo>
                <a:cubicBezTo>
                  <a:pt x="884247" y="160365"/>
                  <a:pt x="885830" y="159469"/>
                  <a:pt x="887507" y="157676"/>
                </a:cubicBezTo>
                <a:cubicBezTo>
                  <a:pt x="889990" y="155080"/>
                  <a:pt x="892908" y="149147"/>
                  <a:pt x="896261" y="139877"/>
                </a:cubicBezTo>
                <a:lnTo>
                  <a:pt x="898961" y="132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Inf">
            <a:extLst xmlns:a="http://schemas.openxmlformats.org/drawingml/2006/main">
              <a:ext uri="{FF2B5EF4-FFF2-40B4-BE49-F238E27FC236}">
                <a16:creationId xmlns:a16="http://schemas.microsoft.com/office/drawing/2014/main" id="{B774301D-0135-4FA0-804A-DCF2F4CA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12" y="3213852"/>
            <a:ext cx="254085" cy="129074"/>
          </a:xfrm>
          <a:custGeom xmlns:a="http://schemas.openxmlformats.org/drawingml/2006/main">
            <a:pathLst>
              <a:path w="254085" h="129074">
                <a:moveTo>
                  <a:pt x="66027" y="125722"/>
                </a:moveTo>
                <a:lnTo>
                  <a:pt x="66027" y="129074"/>
                </a:lnTo>
                <a:lnTo>
                  <a:pt x="0" y="129074"/>
                </a:lnTo>
                <a:lnTo>
                  <a:pt x="0" y="125722"/>
                </a:lnTo>
                <a:lnTo>
                  <a:pt x="4191" y="125722"/>
                </a:lnTo>
                <a:cubicBezTo>
                  <a:pt x="7854" y="125722"/>
                  <a:pt x="10803" y="125067"/>
                  <a:pt x="13038" y="123757"/>
                </a:cubicBezTo>
                <a:cubicBezTo>
                  <a:pt x="14652" y="122882"/>
                  <a:pt x="15894" y="121385"/>
                  <a:pt x="16763" y="119264"/>
                </a:cubicBezTo>
                <a:cubicBezTo>
                  <a:pt x="17446" y="117766"/>
                  <a:pt x="17787" y="113834"/>
                  <a:pt x="17787" y="107469"/>
                </a:cubicBezTo>
                <a:lnTo>
                  <a:pt x="17787" y="24399"/>
                </a:lnTo>
                <a:cubicBezTo>
                  <a:pt x="17787" y="17910"/>
                  <a:pt x="17446" y="13854"/>
                  <a:pt x="16763" y="12232"/>
                </a:cubicBezTo>
                <a:cubicBezTo>
                  <a:pt x="16080" y="10608"/>
                  <a:pt x="14699" y="9188"/>
                  <a:pt x="12619" y="7971"/>
                </a:cubicBezTo>
                <a:cubicBezTo>
                  <a:pt x="10539" y="6755"/>
                  <a:pt x="7730" y="6146"/>
                  <a:pt x="4191" y="6146"/>
                </a:cubicBezTo>
                <a:lnTo>
                  <a:pt x="0" y="6146"/>
                </a:lnTo>
                <a:lnTo>
                  <a:pt x="0" y="2794"/>
                </a:lnTo>
                <a:lnTo>
                  <a:pt x="66027" y="2794"/>
                </a:lnTo>
                <a:lnTo>
                  <a:pt x="66027" y="6146"/>
                </a:lnTo>
                <a:lnTo>
                  <a:pt x="61836" y="6146"/>
                </a:lnTo>
                <a:cubicBezTo>
                  <a:pt x="58173" y="6146"/>
                  <a:pt x="55224" y="6801"/>
                  <a:pt x="52989" y="8111"/>
                </a:cubicBezTo>
                <a:cubicBezTo>
                  <a:pt x="51375" y="8986"/>
                  <a:pt x="50102" y="10484"/>
                  <a:pt x="49171" y="12604"/>
                </a:cubicBezTo>
                <a:cubicBezTo>
                  <a:pt x="48488" y="14102"/>
                  <a:pt x="48147" y="18034"/>
                  <a:pt x="48147" y="24399"/>
                </a:cubicBezTo>
                <a:lnTo>
                  <a:pt x="48147" y="107469"/>
                </a:lnTo>
                <a:cubicBezTo>
                  <a:pt x="48147" y="113959"/>
                  <a:pt x="48504" y="118015"/>
                  <a:pt x="49218" y="119639"/>
                </a:cubicBezTo>
                <a:cubicBezTo>
                  <a:pt x="49932" y="121261"/>
                  <a:pt x="51329" y="122681"/>
                  <a:pt x="53408" y="123897"/>
                </a:cubicBezTo>
                <a:cubicBezTo>
                  <a:pt x="55488" y="125114"/>
                  <a:pt x="58298" y="125722"/>
                  <a:pt x="61836" y="125722"/>
                </a:cubicBezTo>
                <a:lnTo>
                  <a:pt x="66027" y="125722"/>
                </a:lnTo>
                <a:close/>
                <a:moveTo>
                  <a:pt x="112374" y="41907"/>
                </a:moveTo>
                <a:lnTo>
                  <a:pt x="112374" y="53269"/>
                </a:lnTo>
                <a:cubicBezTo>
                  <a:pt x="116844" y="48393"/>
                  <a:pt x="121128" y="44847"/>
                  <a:pt x="125226" y="42629"/>
                </a:cubicBezTo>
                <a:cubicBezTo>
                  <a:pt x="129323" y="40409"/>
                  <a:pt x="133731" y="39300"/>
                  <a:pt x="138450" y="39300"/>
                </a:cubicBezTo>
                <a:cubicBezTo>
                  <a:pt x="144100" y="39300"/>
                  <a:pt x="148787" y="40869"/>
                  <a:pt x="152512" y="44008"/>
                </a:cubicBezTo>
                <a:cubicBezTo>
                  <a:pt x="156237" y="47148"/>
                  <a:pt x="158721" y="51048"/>
                  <a:pt x="159962" y="55710"/>
                </a:cubicBezTo>
                <a:cubicBezTo>
                  <a:pt x="160956" y="59255"/>
                  <a:pt x="161452" y="66063"/>
                  <a:pt x="161452" y="76134"/>
                </a:cubicBezTo>
                <a:lnTo>
                  <a:pt x="161452" y="110076"/>
                </a:lnTo>
                <a:cubicBezTo>
                  <a:pt x="161452" y="116782"/>
                  <a:pt x="162058" y="120957"/>
                  <a:pt x="163268" y="122602"/>
                </a:cubicBezTo>
                <a:cubicBezTo>
                  <a:pt x="164479" y="124247"/>
                  <a:pt x="167009" y="125287"/>
                  <a:pt x="170858" y="125722"/>
                </a:cubicBezTo>
                <a:lnTo>
                  <a:pt x="170858" y="129074"/>
                </a:lnTo>
                <a:lnTo>
                  <a:pt x="126809" y="129074"/>
                </a:lnTo>
                <a:lnTo>
                  <a:pt x="126809" y="125722"/>
                </a:lnTo>
                <a:cubicBezTo>
                  <a:pt x="130100" y="125287"/>
                  <a:pt x="132459" y="123921"/>
                  <a:pt x="133887" y="121624"/>
                </a:cubicBezTo>
                <a:cubicBezTo>
                  <a:pt x="134880" y="120072"/>
                  <a:pt x="135377" y="116223"/>
                  <a:pt x="135377" y="110076"/>
                </a:cubicBezTo>
                <a:lnTo>
                  <a:pt x="135377" y="71335"/>
                </a:lnTo>
                <a:cubicBezTo>
                  <a:pt x="135377" y="64196"/>
                  <a:pt x="135097" y="59695"/>
                  <a:pt x="134539" y="57832"/>
                </a:cubicBezTo>
                <a:cubicBezTo>
                  <a:pt x="133980" y="55969"/>
                  <a:pt x="133033" y="54526"/>
                  <a:pt x="131698" y="53502"/>
                </a:cubicBezTo>
                <a:cubicBezTo>
                  <a:pt x="130363" y="52477"/>
                  <a:pt x="128889" y="51965"/>
                  <a:pt x="127275" y="51965"/>
                </a:cubicBezTo>
                <a:cubicBezTo>
                  <a:pt x="121935" y="51965"/>
                  <a:pt x="116969" y="55814"/>
                  <a:pt x="112374" y="63513"/>
                </a:cubicBezTo>
                <a:lnTo>
                  <a:pt x="112374" y="110076"/>
                </a:lnTo>
                <a:cubicBezTo>
                  <a:pt x="112374" y="116595"/>
                  <a:pt x="112980" y="120724"/>
                  <a:pt x="114190" y="122462"/>
                </a:cubicBezTo>
                <a:cubicBezTo>
                  <a:pt x="115401" y="124201"/>
                  <a:pt x="117652" y="125287"/>
                  <a:pt x="120942" y="125722"/>
                </a:cubicBezTo>
                <a:lnTo>
                  <a:pt x="120942" y="129074"/>
                </a:lnTo>
                <a:lnTo>
                  <a:pt x="76893" y="129074"/>
                </a:lnTo>
                <a:lnTo>
                  <a:pt x="76893" y="125722"/>
                </a:lnTo>
                <a:cubicBezTo>
                  <a:pt x="80556" y="125349"/>
                  <a:pt x="83163" y="124170"/>
                  <a:pt x="84716" y="122183"/>
                </a:cubicBezTo>
                <a:cubicBezTo>
                  <a:pt x="85771" y="120817"/>
                  <a:pt x="86299" y="116782"/>
                  <a:pt x="86299" y="110076"/>
                </a:cubicBezTo>
                <a:lnTo>
                  <a:pt x="86299" y="60905"/>
                </a:lnTo>
                <a:cubicBezTo>
                  <a:pt x="86299" y="54245"/>
                  <a:pt x="85693" y="50098"/>
                  <a:pt x="84483" y="48464"/>
                </a:cubicBezTo>
                <a:cubicBezTo>
                  <a:pt x="83272" y="46830"/>
                  <a:pt x="80742" y="45762"/>
                  <a:pt x="76893" y="45260"/>
                </a:cubicBezTo>
                <a:lnTo>
                  <a:pt x="76893" y="41907"/>
                </a:lnTo>
                <a:lnTo>
                  <a:pt x="112374" y="41907"/>
                </a:lnTo>
                <a:close/>
                <a:moveTo>
                  <a:pt x="221025" y="51034"/>
                </a:moveTo>
                <a:lnTo>
                  <a:pt x="221025" y="111566"/>
                </a:lnTo>
                <a:cubicBezTo>
                  <a:pt x="221025" y="117402"/>
                  <a:pt x="221645" y="121065"/>
                  <a:pt x="222887" y="122555"/>
                </a:cubicBezTo>
                <a:cubicBezTo>
                  <a:pt x="224874" y="124853"/>
                  <a:pt x="228537" y="125908"/>
                  <a:pt x="233876" y="125722"/>
                </a:cubicBezTo>
                <a:lnTo>
                  <a:pt x="233876" y="129074"/>
                </a:lnTo>
                <a:lnTo>
                  <a:pt x="182563" y="129074"/>
                </a:lnTo>
                <a:lnTo>
                  <a:pt x="182563" y="125722"/>
                </a:lnTo>
                <a:cubicBezTo>
                  <a:pt x="186474" y="125660"/>
                  <a:pt x="189253" y="125210"/>
                  <a:pt x="190898" y="124371"/>
                </a:cubicBezTo>
                <a:cubicBezTo>
                  <a:pt x="192543" y="123533"/>
                  <a:pt x="193676" y="122369"/>
                  <a:pt x="194297" y="120879"/>
                </a:cubicBezTo>
                <a:cubicBezTo>
                  <a:pt x="194918" y="119389"/>
                  <a:pt x="195228" y="116285"/>
                  <a:pt x="195228" y="111566"/>
                </a:cubicBezTo>
                <a:lnTo>
                  <a:pt x="195228" y="51034"/>
                </a:lnTo>
                <a:lnTo>
                  <a:pt x="182563" y="51034"/>
                </a:lnTo>
                <a:lnTo>
                  <a:pt x="182563" y="41907"/>
                </a:lnTo>
                <a:lnTo>
                  <a:pt x="195228" y="41907"/>
                </a:lnTo>
                <a:lnTo>
                  <a:pt x="195228" y="35511"/>
                </a:lnTo>
                <a:lnTo>
                  <a:pt x="195135" y="31151"/>
                </a:lnTo>
                <a:cubicBezTo>
                  <a:pt x="195135" y="22252"/>
                  <a:pt x="198410" y="14835"/>
                  <a:pt x="204960" y="8902"/>
                </a:cubicBezTo>
                <a:cubicBezTo>
                  <a:pt x="211510" y="2967"/>
                  <a:pt x="220373" y="0"/>
                  <a:pt x="231548" y="0"/>
                </a:cubicBezTo>
                <a:cubicBezTo>
                  <a:pt x="239184" y="0"/>
                  <a:pt x="244850" y="1434"/>
                  <a:pt x="248544" y="4301"/>
                </a:cubicBezTo>
                <a:cubicBezTo>
                  <a:pt x="252238" y="7167"/>
                  <a:pt x="254085" y="10345"/>
                  <a:pt x="254085" y="13835"/>
                </a:cubicBezTo>
                <a:cubicBezTo>
                  <a:pt x="254085" y="16641"/>
                  <a:pt x="252936" y="19072"/>
                  <a:pt x="250639" y="21128"/>
                </a:cubicBezTo>
                <a:cubicBezTo>
                  <a:pt x="248342" y="23185"/>
                  <a:pt x="245300" y="24213"/>
                  <a:pt x="241513" y="24213"/>
                </a:cubicBezTo>
                <a:cubicBezTo>
                  <a:pt x="238284" y="24213"/>
                  <a:pt x="235723" y="23375"/>
                  <a:pt x="233830" y="21699"/>
                </a:cubicBezTo>
                <a:cubicBezTo>
                  <a:pt x="231936" y="20022"/>
                  <a:pt x="230989" y="18160"/>
                  <a:pt x="230989" y="16111"/>
                </a:cubicBezTo>
                <a:cubicBezTo>
                  <a:pt x="230989" y="15552"/>
                  <a:pt x="231175" y="14404"/>
                  <a:pt x="231548" y="12665"/>
                </a:cubicBezTo>
                <a:cubicBezTo>
                  <a:pt x="231796" y="11610"/>
                  <a:pt x="231920" y="10616"/>
                  <a:pt x="231920" y="9685"/>
                </a:cubicBezTo>
                <a:cubicBezTo>
                  <a:pt x="231920" y="8381"/>
                  <a:pt x="231548" y="7419"/>
                  <a:pt x="230803" y="6798"/>
                </a:cubicBezTo>
                <a:cubicBezTo>
                  <a:pt x="229810" y="5867"/>
                  <a:pt x="228599" y="5401"/>
                  <a:pt x="227171" y="5401"/>
                </a:cubicBezTo>
                <a:cubicBezTo>
                  <a:pt x="225370" y="5401"/>
                  <a:pt x="223865" y="6141"/>
                  <a:pt x="222654" y="7619"/>
                </a:cubicBezTo>
                <a:cubicBezTo>
                  <a:pt x="221444" y="9097"/>
                  <a:pt x="220838" y="11469"/>
                  <a:pt x="220838" y="14734"/>
                </a:cubicBezTo>
                <a:lnTo>
                  <a:pt x="221025" y="30910"/>
                </a:lnTo>
                <a:lnTo>
                  <a:pt x="221025" y="41907"/>
                </a:lnTo>
                <a:lnTo>
                  <a:pt x="233876" y="41907"/>
                </a:lnTo>
                <a:lnTo>
                  <a:pt x="233876" y="51034"/>
                </a:lnTo>
                <a:lnTo>
                  <a:pt x="221025" y="5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ormation">
            <a:extLst xmlns:a="http://schemas.openxmlformats.org/drawingml/2006/main">
              <a:ext uri="{FF2B5EF4-FFF2-40B4-BE49-F238E27FC236}">
                <a16:creationId xmlns:a16="http://schemas.microsoft.com/office/drawing/2014/main" id="{8E26E21F-4012-4350-80D7-09998464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31" y="3213852"/>
            <a:ext cx="739767" cy="131682"/>
          </a:xfrm>
          <a:custGeom xmlns:a="http://schemas.openxmlformats.org/drawingml/2006/main">
            <a:pathLst>
              <a:path w="739767" h="131682">
                <a:moveTo>
                  <a:pt x="40603" y="39300"/>
                </a:moveTo>
                <a:cubicBezTo>
                  <a:pt x="48178" y="39300"/>
                  <a:pt x="55224" y="41257"/>
                  <a:pt x="61743" y="45173"/>
                </a:cubicBezTo>
                <a:cubicBezTo>
                  <a:pt x="68262" y="49088"/>
                  <a:pt x="73214" y="54650"/>
                  <a:pt x="76597" y="61860"/>
                </a:cubicBezTo>
                <a:cubicBezTo>
                  <a:pt x="79981" y="69069"/>
                  <a:pt x="81673" y="76962"/>
                  <a:pt x="81673" y="85537"/>
                </a:cubicBezTo>
                <a:cubicBezTo>
                  <a:pt x="81673" y="97904"/>
                  <a:pt x="78537" y="108252"/>
                  <a:pt x="72267" y="116581"/>
                </a:cubicBezTo>
                <a:cubicBezTo>
                  <a:pt x="64692" y="126648"/>
                  <a:pt x="54231" y="131682"/>
                  <a:pt x="40883" y="131682"/>
                </a:cubicBezTo>
                <a:cubicBezTo>
                  <a:pt x="27783" y="131682"/>
                  <a:pt x="17694" y="127083"/>
                  <a:pt x="10617" y="117885"/>
                </a:cubicBezTo>
                <a:cubicBezTo>
                  <a:pt x="3539" y="108686"/>
                  <a:pt x="0" y="98028"/>
                  <a:pt x="0" y="85910"/>
                </a:cubicBezTo>
                <a:cubicBezTo>
                  <a:pt x="0" y="73419"/>
                  <a:pt x="3616" y="62528"/>
                  <a:pt x="10849" y="53237"/>
                </a:cubicBezTo>
                <a:cubicBezTo>
                  <a:pt x="18082" y="43945"/>
                  <a:pt x="28000" y="39300"/>
                  <a:pt x="40603" y="39300"/>
                </a:cubicBezTo>
                <a:moveTo>
                  <a:pt x="40976" y="45819"/>
                </a:moveTo>
                <a:cubicBezTo>
                  <a:pt x="37810" y="45819"/>
                  <a:pt x="35093" y="47016"/>
                  <a:pt x="32827" y="49410"/>
                </a:cubicBezTo>
                <a:cubicBezTo>
                  <a:pt x="30561" y="51802"/>
                  <a:pt x="29071" y="56525"/>
                  <a:pt x="28357" y="63580"/>
                </a:cubicBezTo>
                <a:cubicBezTo>
                  <a:pt x="27643" y="70634"/>
                  <a:pt x="27286" y="80440"/>
                  <a:pt x="27286" y="92996"/>
                </a:cubicBezTo>
                <a:cubicBezTo>
                  <a:pt x="27286" y="99647"/>
                  <a:pt x="27721" y="105863"/>
                  <a:pt x="28590" y="111645"/>
                </a:cubicBezTo>
                <a:cubicBezTo>
                  <a:pt x="29273" y="116057"/>
                  <a:pt x="30732" y="119413"/>
                  <a:pt x="32967" y="121714"/>
                </a:cubicBezTo>
                <a:cubicBezTo>
                  <a:pt x="35202" y="124013"/>
                  <a:pt x="37748" y="125163"/>
                  <a:pt x="40603" y="125163"/>
                </a:cubicBezTo>
                <a:cubicBezTo>
                  <a:pt x="43397" y="125163"/>
                  <a:pt x="45725" y="124386"/>
                  <a:pt x="47588" y="122832"/>
                </a:cubicBezTo>
                <a:cubicBezTo>
                  <a:pt x="50009" y="120719"/>
                  <a:pt x="51624" y="117766"/>
                  <a:pt x="52431" y="113973"/>
                </a:cubicBezTo>
                <a:cubicBezTo>
                  <a:pt x="53672" y="108069"/>
                  <a:pt x="54293" y="96135"/>
                  <a:pt x="54293" y="78172"/>
                </a:cubicBezTo>
                <a:cubicBezTo>
                  <a:pt x="54293" y="67606"/>
                  <a:pt x="53703" y="60349"/>
                  <a:pt x="52524" y="56403"/>
                </a:cubicBezTo>
                <a:cubicBezTo>
                  <a:pt x="51344" y="52455"/>
                  <a:pt x="49606" y="49580"/>
                  <a:pt x="47309" y="47777"/>
                </a:cubicBezTo>
                <a:cubicBezTo>
                  <a:pt x="45694" y="46471"/>
                  <a:pt x="43584" y="45819"/>
                  <a:pt x="40976" y="45819"/>
                </a:cubicBezTo>
                <a:close/>
                <a:moveTo>
                  <a:pt x="131031" y="41907"/>
                </a:moveTo>
                <a:lnTo>
                  <a:pt x="131031" y="61650"/>
                </a:lnTo>
                <a:cubicBezTo>
                  <a:pt x="136804" y="52648"/>
                  <a:pt x="141864" y="46672"/>
                  <a:pt x="146210" y="43723"/>
                </a:cubicBezTo>
                <a:cubicBezTo>
                  <a:pt x="150556" y="40774"/>
                  <a:pt x="154747" y="39300"/>
                  <a:pt x="158782" y="39300"/>
                </a:cubicBezTo>
                <a:cubicBezTo>
                  <a:pt x="162259" y="39300"/>
                  <a:pt x="165037" y="40375"/>
                  <a:pt x="167117" y="42524"/>
                </a:cubicBezTo>
                <a:cubicBezTo>
                  <a:pt x="169197" y="44674"/>
                  <a:pt x="170237" y="47711"/>
                  <a:pt x="170237" y="51636"/>
                </a:cubicBezTo>
                <a:cubicBezTo>
                  <a:pt x="170237" y="55811"/>
                  <a:pt x="169228" y="59052"/>
                  <a:pt x="167210" y="61359"/>
                </a:cubicBezTo>
                <a:cubicBezTo>
                  <a:pt x="165193" y="63664"/>
                  <a:pt x="162756" y="64817"/>
                  <a:pt x="159900" y="64817"/>
                </a:cubicBezTo>
                <a:cubicBezTo>
                  <a:pt x="156609" y="64817"/>
                  <a:pt x="153754" y="63761"/>
                  <a:pt x="151332" y="61650"/>
                </a:cubicBezTo>
                <a:cubicBezTo>
                  <a:pt x="148911" y="59539"/>
                  <a:pt x="147483" y="58360"/>
                  <a:pt x="147048" y="58111"/>
                </a:cubicBezTo>
                <a:cubicBezTo>
                  <a:pt x="146428" y="57739"/>
                  <a:pt x="145714" y="57553"/>
                  <a:pt x="144906" y="57553"/>
                </a:cubicBezTo>
                <a:cubicBezTo>
                  <a:pt x="143106" y="57553"/>
                  <a:pt x="141399" y="58236"/>
                  <a:pt x="139784" y="59601"/>
                </a:cubicBezTo>
                <a:cubicBezTo>
                  <a:pt x="137239" y="61712"/>
                  <a:pt x="135314" y="64723"/>
                  <a:pt x="134011" y="68635"/>
                </a:cubicBezTo>
                <a:cubicBezTo>
                  <a:pt x="132024" y="74657"/>
                  <a:pt x="131031" y="81300"/>
                  <a:pt x="131031" y="88564"/>
                </a:cubicBezTo>
                <a:lnTo>
                  <a:pt x="131031" y="108586"/>
                </a:lnTo>
                <a:lnTo>
                  <a:pt x="131124" y="113801"/>
                </a:lnTo>
                <a:cubicBezTo>
                  <a:pt x="131124" y="117340"/>
                  <a:pt x="131341" y="119606"/>
                  <a:pt x="131776" y="120600"/>
                </a:cubicBezTo>
                <a:cubicBezTo>
                  <a:pt x="132521" y="122276"/>
                  <a:pt x="133623" y="123502"/>
                  <a:pt x="135082" y="124278"/>
                </a:cubicBezTo>
                <a:cubicBezTo>
                  <a:pt x="136541" y="125054"/>
                  <a:pt x="139008" y="125536"/>
                  <a:pt x="142485" y="125722"/>
                </a:cubicBezTo>
                <a:lnTo>
                  <a:pt x="142485" y="129074"/>
                </a:lnTo>
                <a:lnTo>
                  <a:pt x="95456" y="129074"/>
                </a:lnTo>
                <a:lnTo>
                  <a:pt x="95456" y="125722"/>
                </a:lnTo>
                <a:cubicBezTo>
                  <a:pt x="99243" y="125411"/>
                  <a:pt x="101804" y="124371"/>
                  <a:pt x="103139" y="122602"/>
                </a:cubicBezTo>
                <a:cubicBezTo>
                  <a:pt x="104474" y="120833"/>
                  <a:pt x="105141" y="116161"/>
                  <a:pt x="105141" y="108586"/>
                </a:cubicBezTo>
                <a:lnTo>
                  <a:pt x="105141" y="60346"/>
                </a:lnTo>
                <a:cubicBezTo>
                  <a:pt x="105141" y="55349"/>
                  <a:pt x="104893" y="52163"/>
                  <a:pt x="104396" y="50789"/>
                </a:cubicBezTo>
                <a:cubicBezTo>
                  <a:pt x="103775" y="49039"/>
                  <a:pt x="102875" y="47759"/>
                  <a:pt x="101695" y="46948"/>
                </a:cubicBezTo>
                <a:cubicBezTo>
                  <a:pt x="100516" y="46135"/>
                  <a:pt x="98436" y="45572"/>
                  <a:pt x="95456" y="45260"/>
                </a:cubicBezTo>
                <a:lnTo>
                  <a:pt x="95456" y="41907"/>
                </a:lnTo>
                <a:lnTo>
                  <a:pt x="131031" y="41907"/>
                </a:lnTo>
                <a:close/>
                <a:moveTo>
                  <a:pt x="215712" y="41907"/>
                </a:moveTo>
                <a:lnTo>
                  <a:pt x="215712" y="53455"/>
                </a:lnTo>
                <a:cubicBezTo>
                  <a:pt x="220492" y="48205"/>
                  <a:pt x="224916" y="44533"/>
                  <a:pt x="228982" y="42440"/>
                </a:cubicBezTo>
                <a:cubicBezTo>
                  <a:pt x="233049" y="40346"/>
                  <a:pt x="237503" y="39300"/>
                  <a:pt x="242346" y="39300"/>
                </a:cubicBezTo>
                <a:cubicBezTo>
                  <a:pt x="247934" y="39300"/>
                  <a:pt x="252621" y="40611"/>
                  <a:pt x="256408" y="43234"/>
                </a:cubicBezTo>
                <a:cubicBezTo>
                  <a:pt x="260195" y="45857"/>
                  <a:pt x="263113" y="49854"/>
                  <a:pt x="265162" y="55224"/>
                </a:cubicBezTo>
                <a:cubicBezTo>
                  <a:pt x="270129" y="49604"/>
                  <a:pt x="274894" y="45545"/>
                  <a:pt x="279457" y="43048"/>
                </a:cubicBezTo>
                <a:cubicBezTo>
                  <a:pt x="284021" y="40549"/>
                  <a:pt x="288786" y="39300"/>
                  <a:pt x="293752" y="39300"/>
                </a:cubicBezTo>
                <a:cubicBezTo>
                  <a:pt x="299775" y="39300"/>
                  <a:pt x="304571" y="40683"/>
                  <a:pt x="308140" y="43450"/>
                </a:cubicBezTo>
                <a:cubicBezTo>
                  <a:pt x="311710" y="46216"/>
                  <a:pt x="314194" y="49729"/>
                  <a:pt x="315591" y="53988"/>
                </a:cubicBezTo>
                <a:cubicBezTo>
                  <a:pt x="316988" y="58246"/>
                  <a:pt x="317686" y="65038"/>
                  <a:pt x="317686" y="74362"/>
                </a:cubicBezTo>
                <a:lnTo>
                  <a:pt x="317686" y="110076"/>
                </a:lnTo>
                <a:cubicBezTo>
                  <a:pt x="317686" y="116782"/>
                  <a:pt x="318291" y="120941"/>
                  <a:pt x="319502" y="122555"/>
                </a:cubicBezTo>
                <a:cubicBezTo>
                  <a:pt x="320713" y="124170"/>
                  <a:pt x="323243" y="125225"/>
                  <a:pt x="327092" y="125722"/>
                </a:cubicBezTo>
                <a:lnTo>
                  <a:pt x="327092" y="129074"/>
                </a:lnTo>
                <a:lnTo>
                  <a:pt x="282111" y="129074"/>
                </a:lnTo>
                <a:lnTo>
                  <a:pt x="282111" y="125722"/>
                </a:lnTo>
                <a:cubicBezTo>
                  <a:pt x="285650" y="125411"/>
                  <a:pt x="288258" y="124045"/>
                  <a:pt x="289934" y="121624"/>
                </a:cubicBezTo>
                <a:cubicBezTo>
                  <a:pt x="291052" y="119948"/>
                  <a:pt x="291610" y="116099"/>
                  <a:pt x="291610" y="110076"/>
                </a:cubicBezTo>
                <a:lnTo>
                  <a:pt x="291610" y="72639"/>
                </a:lnTo>
                <a:cubicBezTo>
                  <a:pt x="291610" y="64879"/>
                  <a:pt x="291300" y="59943"/>
                  <a:pt x="290679" y="57832"/>
                </a:cubicBezTo>
                <a:cubicBezTo>
                  <a:pt x="290058" y="55721"/>
                  <a:pt x="289080" y="54153"/>
                  <a:pt x="287746" y="53129"/>
                </a:cubicBezTo>
                <a:cubicBezTo>
                  <a:pt x="286411" y="52105"/>
                  <a:pt x="284843" y="51592"/>
                  <a:pt x="283043" y="51592"/>
                </a:cubicBezTo>
                <a:cubicBezTo>
                  <a:pt x="280373" y="51592"/>
                  <a:pt x="277672" y="52570"/>
                  <a:pt x="274941" y="54526"/>
                </a:cubicBezTo>
                <a:cubicBezTo>
                  <a:pt x="272209" y="56482"/>
                  <a:pt x="269446" y="59415"/>
                  <a:pt x="266652" y="63327"/>
                </a:cubicBezTo>
                <a:lnTo>
                  <a:pt x="266652" y="110076"/>
                </a:lnTo>
                <a:cubicBezTo>
                  <a:pt x="266652" y="116347"/>
                  <a:pt x="267180" y="120289"/>
                  <a:pt x="268235" y="121904"/>
                </a:cubicBezTo>
                <a:cubicBezTo>
                  <a:pt x="269663" y="124201"/>
                  <a:pt x="272395" y="125473"/>
                  <a:pt x="276431" y="125722"/>
                </a:cubicBezTo>
                <a:lnTo>
                  <a:pt x="276431" y="129074"/>
                </a:lnTo>
                <a:lnTo>
                  <a:pt x="231357" y="129074"/>
                </a:lnTo>
                <a:lnTo>
                  <a:pt x="231357" y="125722"/>
                </a:lnTo>
                <a:cubicBezTo>
                  <a:pt x="233778" y="125598"/>
                  <a:pt x="235687" y="124992"/>
                  <a:pt x="237084" y="123906"/>
                </a:cubicBezTo>
                <a:cubicBezTo>
                  <a:pt x="238481" y="122819"/>
                  <a:pt x="239413" y="121516"/>
                  <a:pt x="239878" y="119994"/>
                </a:cubicBezTo>
                <a:cubicBezTo>
                  <a:pt x="240344" y="118473"/>
                  <a:pt x="240577" y="115167"/>
                  <a:pt x="240577" y="110076"/>
                </a:cubicBezTo>
                <a:lnTo>
                  <a:pt x="240577" y="72581"/>
                </a:lnTo>
                <a:cubicBezTo>
                  <a:pt x="240577" y="64683"/>
                  <a:pt x="240266" y="59739"/>
                  <a:pt x="239645" y="57751"/>
                </a:cubicBezTo>
                <a:cubicBezTo>
                  <a:pt x="239025" y="55760"/>
                  <a:pt x="237985" y="54205"/>
                  <a:pt x="236526" y="53085"/>
                </a:cubicBezTo>
                <a:cubicBezTo>
                  <a:pt x="235067" y="51966"/>
                  <a:pt x="233499" y="51406"/>
                  <a:pt x="231823" y="51406"/>
                </a:cubicBezTo>
                <a:cubicBezTo>
                  <a:pt x="229339" y="51406"/>
                  <a:pt x="227073" y="52063"/>
                  <a:pt x="225024" y="53376"/>
                </a:cubicBezTo>
                <a:cubicBezTo>
                  <a:pt x="222106" y="55317"/>
                  <a:pt x="219002" y="58633"/>
                  <a:pt x="215712" y="63327"/>
                </a:cubicBezTo>
                <a:lnTo>
                  <a:pt x="215712" y="110076"/>
                </a:lnTo>
                <a:cubicBezTo>
                  <a:pt x="215712" y="116223"/>
                  <a:pt x="216317" y="120274"/>
                  <a:pt x="217528" y="122229"/>
                </a:cubicBezTo>
                <a:cubicBezTo>
                  <a:pt x="218738" y="124185"/>
                  <a:pt x="221268" y="125349"/>
                  <a:pt x="225118" y="125722"/>
                </a:cubicBezTo>
                <a:lnTo>
                  <a:pt x="225118" y="129074"/>
                </a:lnTo>
                <a:lnTo>
                  <a:pt x="180230" y="129074"/>
                </a:lnTo>
                <a:lnTo>
                  <a:pt x="180230" y="125722"/>
                </a:lnTo>
                <a:cubicBezTo>
                  <a:pt x="183893" y="125349"/>
                  <a:pt x="186501" y="124170"/>
                  <a:pt x="188053" y="122183"/>
                </a:cubicBezTo>
                <a:cubicBezTo>
                  <a:pt x="189108" y="120817"/>
                  <a:pt x="189636" y="116782"/>
                  <a:pt x="189636" y="110076"/>
                </a:cubicBezTo>
                <a:lnTo>
                  <a:pt x="189636" y="60905"/>
                </a:lnTo>
                <a:cubicBezTo>
                  <a:pt x="189636" y="54245"/>
                  <a:pt x="189031" y="50098"/>
                  <a:pt x="187820" y="48464"/>
                </a:cubicBezTo>
                <a:cubicBezTo>
                  <a:pt x="186609" y="46830"/>
                  <a:pt x="184079" y="45762"/>
                  <a:pt x="180230" y="45260"/>
                </a:cubicBezTo>
                <a:lnTo>
                  <a:pt x="180230" y="41907"/>
                </a:lnTo>
                <a:lnTo>
                  <a:pt x="215712" y="41907"/>
                </a:lnTo>
                <a:close/>
                <a:moveTo>
                  <a:pt x="386505" y="116223"/>
                </a:moveTo>
                <a:cubicBezTo>
                  <a:pt x="375889" y="125660"/>
                  <a:pt x="366359" y="130378"/>
                  <a:pt x="357915" y="130378"/>
                </a:cubicBezTo>
                <a:cubicBezTo>
                  <a:pt x="352948" y="130378"/>
                  <a:pt x="348820" y="128744"/>
                  <a:pt x="345529" y="125474"/>
                </a:cubicBezTo>
                <a:cubicBezTo>
                  <a:pt x="342239" y="122203"/>
                  <a:pt x="340594" y="118108"/>
                  <a:pt x="340594" y="113187"/>
                </a:cubicBezTo>
                <a:cubicBezTo>
                  <a:pt x="340594" y="106521"/>
                  <a:pt x="343449" y="100525"/>
                  <a:pt x="349161" y="95199"/>
                </a:cubicBezTo>
                <a:cubicBezTo>
                  <a:pt x="354873" y="89874"/>
                  <a:pt x="367321" y="82788"/>
                  <a:pt x="386505" y="73943"/>
                </a:cubicBezTo>
                <a:lnTo>
                  <a:pt x="386505" y="65189"/>
                </a:lnTo>
                <a:cubicBezTo>
                  <a:pt x="386505" y="58608"/>
                  <a:pt x="386148" y="54464"/>
                  <a:pt x="385434" y="52757"/>
                </a:cubicBezTo>
                <a:cubicBezTo>
                  <a:pt x="384720" y="51049"/>
                  <a:pt x="383370" y="49559"/>
                  <a:pt x="381383" y="48286"/>
                </a:cubicBezTo>
                <a:cubicBezTo>
                  <a:pt x="379397" y="47014"/>
                  <a:pt x="377161" y="46377"/>
                  <a:pt x="374678" y="46377"/>
                </a:cubicBezTo>
                <a:cubicBezTo>
                  <a:pt x="370643" y="46377"/>
                  <a:pt x="367321" y="47278"/>
                  <a:pt x="364713" y="49078"/>
                </a:cubicBezTo>
                <a:cubicBezTo>
                  <a:pt x="363099" y="50196"/>
                  <a:pt x="362292" y="51499"/>
                  <a:pt x="362292" y="52989"/>
                </a:cubicBezTo>
                <a:cubicBezTo>
                  <a:pt x="362292" y="54293"/>
                  <a:pt x="363161" y="55907"/>
                  <a:pt x="364900" y="57832"/>
                </a:cubicBezTo>
                <a:cubicBezTo>
                  <a:pt x="367259" y="60502"/>
                  <a:pt x="368439" y="63078"/>
                  <a:pt x="368439" y="65562"/>
                </a:cubicBezTo>
                <a:cubicBezTo>
                  <a:pt x="368439" y="68604"/>
                  <a:pt x="367306" y="71196"/>
                  <a:pt x="365039" y="73338"/>
                </a:cubicBezTo>
                <a:cubicBezTo>
                  <a:pt x="362773" y="75480"/>
                  <a:pt x="359809" y="76551"/>
                  <a:pt x="356146" y="76551"/>
                </a:cubicBezTo>
                <a:cubicBezTo>
                  <a:pt x="352234" y="76551"/>
                  <a:pt x="348959" y="75371"/>
                  <a:pt x="346321" y="73012"/>
                </a:cubicBezTo>
                <a:cubicBezTo>
                  <a:pt x="343682" y="70653"/>
                  <a:pt x="342363" y="67890"/>
                  <a:pt x="342363" y="64723"/>
                </a:cubicBezTo>
                <a:cubicBezTo>
                  <a:pt x="342363" y="60253"/>
                  <a:pt x="344132" y="55985"/>
                  <a:pt x="347671" y="51918"/>
                </a:cubicBezTo>
                <a:cubicBezTo>
                  <a:pt x="351210" y="47852"/>
                  <a:pt x="356146" y="44732"/>
                  <a:pt x="362478" y="42559"/>
                </a:cubicBezTo>
                <a:cubicBezTo>
                  <a:pt x="368811" y="40386"/>
                  <a:pt x="375392" y="39300"/>
                  <a:pt x="382221" y="39300"/>
                </a:cubicBezTo>
                <a:cubicBezTo>
                  <a:pt x="390479" y="39300"/>
                  <a:pt x="397013" y="41058"/>
                  <a:pt x="401825" y="44576"/>
                </a:cubicBezTo>
                <a:cubicBezTo>
                  <a:pt x="406636" y="48091"/>
                  <a:pt x="409756" y="51903"/>
                  <a:pt x="411184" y="56010"/>
                </a:cubicBezTo>
                <a:cubicBezTo>
                  <a:pt x="412053" y="58624"/>
                  <a:pt x="412488" y="64628"/>
                  <a:pt x="412488" y="74025"/>
                </a:cubicBezTo>
                <a:lnTo>
                  <a:pt x="412488" y="107908"/>
                </a:lnTo>
                <a:cubicBezTo>
                  <a:pt x="412488" y="111891"/>
                  <a:pt x="412643" y="114397"/>
                  <a:pt x="412953" y="115425"/>
                </a:cubicBezTo>
                <a:cubicBezTo>
                  <a:pt x="413264" y="116452"/>
                  <a:pt x="413729" y="117214"/>
                  <a:pt x="414350" y="117713"/>
                </a:cubicBezTo>
                <a:cubicBezTo>
                  <a:pt x="414971" y="118210"/>
                  <a:pt x="415685" y="118458"/>
                  <a:pt x="416492" y="118458"/>
                </a:cubicBezTo>
                <a:cubicBezTo>
                  <a:pt x="418106" y="118458"/>
                  <a:pt x="419752" y="117309"/>
                  <a:pt x="421428" y="115012"/>
                </a:cubicBezTo>
                <a:lnTo>
                  <a:pt x="424222" y="117247"/>
                </a:lnTo>
                <a:cubicBezTo>
                  <a:pt x="421118" y="121841"/>
                  <a:pt x="417905" y="125179"/>
                  <a:pt x="414583" y="127258"/>
                </a:cubicBezTo>
                <a:cubicBezTo>
                  <a:pt x="411262" y="129338"/>
                  <a:pt x="407490" y="130378"/>
                  <a:pt x="403268" y="130378"/>
                </a:cubicBezTo>
                <a:cubicBezTo>
                  <a:pt x="398301" y="130378"/>
                  <a:pt x="394421" y="129206"/>
                  <a:pt x="391627" y="126863"/>
                </a:cubicBezTo>
                <a:cubicBezTo>
                  <a:pt x="388833" y="124519"/>
                  <a:pt x="387126" y="120972"/>
                  <a:pt x="386505" y="116223"/>
                </a:cubicBezTo>
                <a:moveTo>
                  <a:pt x="386505" y="109331"/>
                </a:moveTo>
                <a:lnTo>
                  <a:pt x="386505" y="80200"/>
                </a:lnTo>
                <a:cubicBezTo>
                  <a:pt x="378993" y="84629"/>
                  <a:pt x="373405" y="89371"/>
                  <a:pt x="369742" y="94425"/>
                </a:cubicBezTo>
                <a:cubicBezTo>
                  <a:pt x="367321" y="97793"/>
                  <a:pt x="366110" y="101193"/>
                  <a:pt x="366110" y="104626"/>
                </a:cubicBezTo>
                <a:cubicBezTo>
                  <a:pt x="366110" y="107495"/>
                  <a:pt x="367135" y="110022"/>
                  <a:pt x="369184" y="112207"/>
                </a:cubicBezTo>
                <a:cubicBezTo>
                  <a:pt x="370736" y="113891"/>
                  <a:pt x="372909" y="114733"/>
                  <a:pt x="375703" y="114733"/>
                </a:cubicBezTo>
                <a:cubicBezTo>
                  <a:pt x="378807" y="114733"/>
                  <a:pt x="382408" y="112932"/>
                  <a:pt x="386505" y="109331"/>
                </a:cubicBezTo>
                <a:close/>
                <a:moveTo>
                  <a:pt x="468364" y="9871"/>
                </a:moveTo>
                <a:lnTo>
                  <a:pt x="468364" y="41907"/>
                </a:lnTo>
                <a:lnTo>
                  <a:pt x="489038" y="41907"/>
                </a:lnTo>
                <a:lnTo>
                  <a:pt x="489038" y="51034"/>
                </a:lnTo>
                <a:lnTo>
                  <a:pt x="468364" y="51034"/>
                </a:lnTo>
                <a:lnTo>
                  <a:pt x="468364" y="104914"/>
                </a:lnTo>
                <a:cubicBezTo>
                  <a:pt x="468364" y="109956"/>
                  <a:pt x="468597" y="113209"/>
                  <a:pt x="469062" y="114672"/>
                </a:cubicBezTo>
                <a:cubicBezTo>
                  <a:pt x="469528" y="116135"/>
                  <a:pt x="470350" y="117318"/>
                  <a:pt x="471530" y="118222"/>
                </a:cubicBezTo>
                <a:cubicBezTo>
                  <a:pt x="472710" y="119124"/>
                  <a:pt x="473796" y="119575"/>
                  <a:pt x="474790" y="119575"/>
                </a:cubicBezTo>
                <a:cubicBezTo>
                  <a:pt x="478825" y="119575"/>
                  <a:pt x="482643" y="116471"/>
                  <a:pt x="486244" y="110263"/>
                </a:cubicBezTo>
                <a:lnTo>
                  <a:pt x="489038" y="112332"/>
                </a:lnTo>
                <a:cubicBezTo>
                  <a:pt x="484009" y="124363"/>
                  <a:pt x="475845" y="130378"/>
                  <a:pt x="464546" y="130378"/>
                </a:cubicBezTo>
                <a:cubicBezTo>
                  <a:pt x="459020" y="130378"/>
                  <a:pt x="454348" y="128837"/>
                  <a:pt x="450530" y="125754"/>
                </a:cubicBezTo>
                <a:cubicBezTo>
                  <a:pt x="446712" y="122669"/>
                  <a:pt x="444275" y="119226"/>
                  <a:pt x="443219" y="115425"/>
                </a:cubicBezTo>
                <a:cubicBezTo>
                  <a:pt x="442599" y="113307"/>
                  <a:pt x="442288" y="107575"/>
                  <a:pt x="442288" y="98229"/>
                </a:cubicBezTo>
                <a:lnTo>
                  <a:pt x="442288" y="51034"/>
                </a:lnTo>
                <a:lnTo>
                  <a:pt x="430927" y="51034"/>
                </a:lnTo>
                <a:lnTo>
                  <a:pt x="430927" y="47766"/>
                </a:lnTo>
                <a:cubicBezTo>
                  <a:pt x="438749" y="42228"/>
                  <a:pt x="445408" y="36411"/>
                  <a:pt x="450902" y="30313"/>
                </a:cubicBezTo>
                <a:cubicBezTo>
                  <a:pt x="456397" y="24215"/>
                  <a:pt x="461193" y="17401"/>
                  <a:pt x="465291" y="9871"/>
                </a:cubicBezTo>
                <a:lnTo>
                  <a:pt x="468364" y="9871"/>
                </a:lnTo>
                <a:close/>
                <a:moveTo>
                  <a:pt x="518279" y="0"/>
                </a:moveTo>
                <a:cubicBezTo>
                  <a:pt x="522314" y="0"/>
                  <a:pt x="525729" y="1417"/>
                  <a:pt x="528523" y="4252"/>
                </a:cubicBezTo>
                <a:cubicBezTo>
                  <a:pt x="531317" y="7084"/>
                  <a:pt x="532714" y="10494"/>
                  <a:pt x="532714" y="14481"/>
                </a:cubicBezTo>
                <a:cubicBezTo>
                  <a:pt x="532714" y="18468"/>
                  <a:pt x="531301" y="21864"/>
                  <a:pt x="528476" y="24667"/>
                </a:cubicBezTo>
                <a:cubicBezTo>
                  <a:pt x="525651" y="27469"/>
                  <a:pt x="522252" y="28869"/>
                  <a:pt x="518279" y="28869"/>
                </a:cubicBezTo>
                <a:cubicBezTo>
                  <a:pt x="514305" y="28869"/>
                  <a:pt x="510922" y="27469"/>
                  <a:pt x="508128" y="24667"/>
                </a:cubicBezTo>
                <a:cubicBezTo>
                  <a:pt x="505334" y="21864"/>
                  <a:pt x="503937" y="18468"/>
                  <a:pt x="503937" y="14481"/>
                </a:cubicBezTo>
                <a:cubicBezTo>
                  <a:pt x="503937" y="10494"/>
                  <a:pt x="505334" y="7084"/>
                  <a:pt x="508128" y="4252"/>
                </a:cubicBezTo>
                <a:cubicBezTo>
                  <a:pt x="510922" y="1417"/>
                  <a:pt x="514305" y="0"/>
                  <a:pt x="518279" y="0"/>
                </a:cubicBezTo>
                <a:moveTo>
                  <a:pt x="531317" y="41907"/>
                </a:moveTo>
                <a:lnTo>
                  <a:pt x="531317" y="111008"/>
                </a:lnTo>
                <a:cubicBezTo>
                  <a:pt x="531317" y="117154"/>
                  <a:pt x="532031" y="121081"/>
                  <a:pt x="533459" y="122788"/>
                </a:cubicBezTo>
                <a:cubicBezTo>
                  <a:pt x="534887" y="124496"/>
                  <a:pt x="537680" y="125473"/>
                  <a:pt x="541840" y="125722"/>
                </a:cubicBezTo>
                <a:lnTo>
                  <a:pt x="541840" y="129074"/>
                </a:lnTo>
                <a:lnTo>
                  <a:pt x="494811" y="129074"/>
                </a:lnTo>
                <a:lnTo>
                  <a:pt x="494811" y="125722"/>
                </a:lnTo>
                <a:cubicBezTo>
                  <a:pt x="498660" y="125598"/>
                  <a:pt x="501516" y="124480"/>
                  <a:pt x="503378" y="122369"/>
                </a:cubicBezTo>
                <a:cubicBezTo>
                  <a:pt x="504620" y="120941"/>
                  <a:pt x="505241" y="117154"/>
                  <a:pt x="505241" y="111008"/>
                </a:cubicBezTo>
                <a:lnTo>
                  <a:pt x="505241" y="60160"/>
                </a:lnTo>
                <a:cubicBezTo>
                  <a:pt x="505241" y="53936"/>
                  <a:pt x="504527" y="49960"/>
                  <a:pt x="503099" y="48231"/>
                </a:cubicBezTo>
                <a:cubicBezTo>
                  <a:pt x="501671" y="46502"/>
                  <a:pt x="498908" y="45512"/>
                  <a:pt x="494811" y="45260"/>
                </a:cubicBezTo>
                <a:lnTo>
                  <a:pt x="494811" y="41907"/>
                </a:lnTo>
                <a:lnTo>
                  <a:pt x="531317" y="41907"/>
                </a:lnTo>
                <a:close/>
                <a:moveTo>
                  <a:pt x="591415" y="39300"/>
                </a:moveTo>
                <a:cubicBezTo>
                  <a:pt x="598990" y="39300"/>
                  <a:pt x="606036" y="41257"/>
                  <a:pt x="612555" y="45173"/>
                </a:cubicBezTo>
                <a:cubicBezTo>
                  <a:pt x="619074" y="49088"/>
                  <a:pt x="624025" y="54650"/>
                  <a:pt x="627409" y="61860"/>
                </a:cubicBezTo>
                <a:cubicBezTo>
                  <a:pt x="630793" y="69069"/>
                  <a:pt x="632484" y="76962"/>
                  <a:pt x="632484" y="85537"/>
                </a:cubicBezTo>
                <a:cubicBezTo>
                  <a:pt x="632484" y="97904"/>
                  <a:pt x="629349" y="108252"/>
                  <a:pt x="623078" y="116581"/>
                </a:cubicBezTo>
                <a:cubicBezTo>
                  <a:pt x="615504" y="126648"/>
                  <a:pt x="605043" y="131682"/>
                  <a:pt x="591695" y="131682"/>
                </a:cubicBezTo>
                <a:cubicBezTo>
                  <a:pt x="578595" y="131682"/>
                  <a:pt x="568506" y="127083"/>
                  <a:pt x="561428" y="117885"/>
                </a:cubicBezTo>
                <a:cubicBezTo>
                  <a:pt x="554351" y="108686"/>
                  <a:pt x="550812" y="98028"/>
                  <a:pt x="550812" y="85910"/>
                </a:cubicBezTo>
                <a:cubicBezTo>
                  <a:pt x="550812" y="73419"/>
                  <a:pt x="554428" y="62528"/>
                  <a:pt x="561661" y="53237"/>
                </a:cubicBezTo>
                <a:cubicBezTo>
                  <a:pt x="568894" y="43945"/>
                  <a:pt x="578812" y="39300"/>
                  <a:pt x="591415" y="39300"/>
                </a:cubicBezTo>
                <a:moveTo>
                  <a:pt x="591788" y="45819"/>
                </a:moveTo>
                <a:cubicBezTo>
                  <a:pt x="588621" y="45819"/>
                  <a:pt x="585905" y="47016"/>
                  <a:pt x="583639" y="49410"/>
                </a:cubicBezTo>
                <a:cubicBezTo>
                  <a:pt x="581373" y="51802"/>
                  <a:pt x="579883" y="56525"/>
                  <a:pt x="579169" y="63580"/>
                </a:cubicBezTo>
                <a:cubicBezTo>
                  <a:pt x="578455" y="70634"/>
                  <a:pt x="578098" y="80440"/>
                  <a:pt x="578098" y="92996"/>
                </a:cubicBezTo>
                <a:cubicBezTo>
                  <a:pt x="578098" y="99647"/>
                  <a:pt x="578533" y="105863"/>
                  <a:pt x="579402" y="111645"/>
                </a:cubicBezTo>
                <a:cubicBezTo>
                  <a:pt x="580085" y="116057"/>
                  <a:pt x="581544" y="119413"/>
                  <a:pt x="583779" y="121714"/>
                </a:cubicBezTo>
                <a:cubicBezTo>
                  <a:pt x="586014" y="124013"/>
                  <a:pt x="588559" y="125163"/>
                  <a:pt x="591415" y="125163"/>
                </a:cubicBezTo>
                <a:cubicBezTo>
                  <a:pt x="594209" y="125163"/>
                  <a:pt x="596537" y="124386"/>
                  <a:pt x="598400" y="122832"/>
                </a:cubicBezTo>
                <a:cubicBezTo>
                  <a:pt x="600821" y="120719"/>
                  <a:pt x="602435" y="117766"/>
                  <a:pt x="603242" y="113973"/>
                </a:cubicBezTo>
                <a:cubicBezTo>
                  <a:pt x="604484" y="108069"/>
                  <a:pt x="605105" y="96135"/>
                  <a:pt x="605105" y="78172"/>
                </a:cubicBezTo>
                <a:cubicBezTo>
                  <a:pt x="605105" y="67606"/>
                  <a:pt x="604515" y="60349"/>
                  <a:pt x="603335" y="56403"/>
                </a:cubicBezTo>
                <a:cubicBezTo>
                  <a:pt x="602156" y="52455"/>
                  <a:pt x="600418" y="49580"/>
                  <a:pt x="598120" y="47777"/>
                </a:cubicBezTo>
                <a:cubicBezTo>
                  <a:pt x="596506" y="46471"/>
                  <a:pt x="594395" y="45819"/>
                  <a:pt x="591788" y="45819"/>
                </a:cubicBezTo>
                <a:close/>
                <a:moveTo>
                  <a:pt x="681283" y="41907"/>
                </a:moveTo>
                <a:lnTo>
                  <a:pt x="681283" y="53269"/>
                </a:lnTo>
                <a:cubicBezTo>
                  <a:pt x="685754" y="48393"/>
                  <a:pt x="690037" y="44847"/>
                  <a:pt x="694135" y="42629"/>
                </a:cubicBezTo>
                <a:cubicBezTo>
                  <a:pt x="698233" y="40409"/>
                  <a:pt x="702641" y="39300"/>
                  <a:pt x="707359" y="39300"/>
                </a:cubicBezTo>
                <a:cubicBezTo>
                  <a:pt x="713009" y="39300"/>
                  <a:pt x="717696" y="40869"/>
                  <a:pt x="721421" y="44008"/>
                </a:cubicBezTo>
                <a:cubicBezTo>
                  <a:pt x="725146" y="47148"/>
                  <a:pt x="727630" y="51048"/>
                  <a:pt x="728871" y="55710"/>
                </a:cubicBezTo>
                <a:cubicBezTo>
                  <a:pt x="729865" y="59255"/>
                  <a:pt x="730362" y="66063"/>
                  <a:pt x="730362" y="76134"/>
                </a:cubicBezTo>
                <a:lnTo>
                  <a:pt x="730362" y="110076"/>
                </a:lnTo>
                <a:cubicBezTo>
                  <a:pt x="730362" y="116782"/>
                  <a:pt x="730967" y="120957"/>
                  <a:pt x="732178" y="122602"/>
                </a:cubicBezTo>
                <a:cubicBezTo>
                  <a:pt x="733388" y="124247"/>
                  <a:pt x="735918" y="125287"/>
                  <a:pt x="739767" y="125722"/>
                </a:cubicBezTo>
                <a:lnTo>
                  <a:pt x="739767" y="129074"/>
                </a:lnTo>
                <a:lnTo>
                  <a:pt x="695718" y="129074"/>
                </a:lnTo>
                <a:lnTo>
                  <a:pt x="695718" y="125722"/>
                </a:lnTo>
                <a:cubicBezTo>
                  <a:pt x="699009" y="125287"/>
                  <a:pt x="701368" y="123921"/>
                  <a:pt x="702796" y="121624"/>
                </a:cubicBezTo>
                <a:cubicBezTo>
                  <a:pt x="703789" y="120072"/>
                  <a:pt x="704286" y="116223"/>
                  <a:pt x="704286" y="110076"/>
                </a:cubicBezTo>
                <a:lnTo>
                  <a:pt x="704286" y="71335"/>
                </a:lnTo>
                <a:cubicBezTo>
                  <a:pt x="704286" y="64196"/>
                  <a:pt x="704007" y="59695"/>
                  <a:pt x="703448" y="57832"/>
                </a:cubicBezTo>
                <a:cubicBezTo>
                  <a:pt x="702889" y="55969"/>
                  <a:pt x="701942" y="54526"/>
                  <a:pt x="700607" y="53502"/>
                </a:cubicBezTo>
                <a:cubicBezTo>
                  <a:pt x="699273" y="52477"/>
                  <a:pt x="697798" y="51965"/>
                  <a:pt x="696184" y="51965"/>
                </a:cubicBezTo>
                <a:cubicBezTo>
                  <a:pt x="690845" y="51965"/>
                  <a:pt x="685878" y="55814"/>
                  <a:pt x="681283" y="63513"/>
                </a:cubicBezTo>
                <a:lnTo>
                  <a:pt x="681283" y="110076"/>
                </a:lnTo>
                <a:cubicBezTo>
                  <a:pt x="681283" y="116595"/>
                  <a:pt x="681889" y="120724"/>
                  <a:pt x="683099" y="122462"/>
                </a:cubicBezTo>
                <a:cubicBezTo>
                  <a:pt x="684310" y="124201"/>
                  <a:pt x="686561" y="125287"/>
                  <a:pt x="689851" y="125722"/>
                </a:cubicBezTo>
                <a:lnTo>
                  <a:pt x="689851" y="129074"/>
                </a:lnTo>
                <a:lnTo>
                  <a:pt x="645802" y="129074"/>
                </a:lnTo>
                <a:lnTo>
                  <a:pt x="645802" y="125722"/>
                </a:lnTo>
                <a:cubicBezTo>
                  <a:pt x="649465" y="125349"/>
                  <a:pt x="652073" y="124170"/>
                  <a:pt x="653625" y="122183"/>
                </a:cubicBezTo>
                <a:cubicBezTo>
                  <a:pt x="654680" y="120817"/>
                  <a:pt x="655208" y="116782"/>
                  <a:pt x="655208" y="110076"/>
                </a:cubicBezTo>
                <a:lnTo>
                  <a:pt x="655208" y="60905"/>
                </a:lnTo>
                <a:cubicBezTo>
                  <a:pt x="655208" y="54245"/>
                  <a:pt x="654603" y="50098"/>
                  <a:pt x="653392" y="48464"/>
                </a:cubicBezTo>
                <a:cubicBezTo>
                  <a:pt x="652181" y="46830"/>
                  <a:pt x="649651" y="45762"/>
                  <a:pt x="645802" y="45260"/>
                </a:cubicBezTo>
                <a:lnTo>
                  <a:pt x="645802" y="41907"/>
                </a:lnTo>
                <a:lnTo>
                  <a:pt x="681283" y="41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6F2DA-26E2-4E56-AAED-374B811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059" y="1868784"/>
            <a:ext cx="445024" cy="679456"/>
          </a:xfrm>
          <a:custGeom xmlns:a="http://schemas.openxmlformats.org/drawingml/2006/main">
            <a:pathLst>
              <a:path w="445024" h="679456" fill="none">
                <a:moveTo>
                  <a:pt x="0" y="0"/>
                </a:moveTo>
                <a:lnTo>
                  <a:pt x="127150" y="0"/>
                </a:lnTo>
                <a:lnTo>
                  <a:pt x="127150" y="679456"/>
                </a:lnTo>
                <a:lnTo>
                  <a:pt x="445024" y="679456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A2FFF-96B3-4C36-AB24-173CBFD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90" y="2516453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8AA8F-A5E2-452E-B544-4717635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90" y="2516453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c03b8e938493e"/>
          <a:stretch xmlns:a="http://schemas.openxmlformats.org/drawingml/2006/main"/>
        </p:blipFill>
        <p:spPr>
          <a:xfrm xmlns:a="http://schemas.openxmlformats.org/drawingml/2006/main">
            <a:off x="4895256" y="1554883"/>
            <a:ext cx="627802" cy="627802"/>
          </a:xfrm>
          <a:prstGeom xmlns:a="http://schemas.openxmlformats.org/drawingml/2006/main" prst="rect">
            <a:avLst/>
          </a:prstGeom>
        </p:spPr>
      </p:pic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ab353fe0e461e"/>
          <a:stretch xmlns:a="http://schemas.openxmlformats.org/drawingml/2006/main"/>
        </p:blipFill>
        <p:spPr>
          <a:xfrm xmlns:a="http://schemas.openxmlformats.org/drawingml/2006/main">
            <a:off x="2794822" y="267492"/>
            <a:ext cx="354191" cy="354191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41a7af2e14645"/>
          <a:stretch xmlns:a="http://schemas.openxmlformats.org/drawingml/2006/main"/>
        </p:blipFill>
        <p:spPr>
          <a:xfrm xmlns:a="http://schemas.openxmlformats.org/drawingml/2006/main">
            <a:off x="1329025" y="2587983"/>
            <a:ext cx="1102468" cy="309910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FD294-1A37-4CB5-A5ED-C88B2000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041" y="2734992"/>
            <a:ext cx="599352" cy="874"/>
          </a:xfrm>
          <a:custGeom xmlns:a="http://schemas.openxmlformats.org/drawingml/2006/main">
            <a:pathLst>
              <a:path w="599352" h="874" fill="none">
                <a:moveTo>
                  <a:pt x="0" y="0"/>
                </a:moveTo>
                <a:lnTo>
                  <a:pt x="335596" y="0"/>
                </a:lnTo>
                <a:lnTo>
                  <a:pt x="599352" y="874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342F5-A1AB-4DBC-8276-33268421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341" y="2704079"/>
            <a:ext cx="63734" cy="63575"/>
          </a:xfrm>
          <a:custGeom xmlns:a="http://schemas.openxmlformats.org/drawingml/2006/main">
            <a:pathLst>
              <a:path w="63734" h="63575">
                <a:moveTo>
                  <a:pt x="63734" y="31946"/>
                </a:moveTo>
                <a:lnTo>
                  <a:pt x="0" y="63575"/>
                </a:lnTo>
                <a:lnTo>
                  <a:pt x="16053" y="31787"/>
                </a:lnTo>
                <a:lnTo>
                  <a:pt x="238" y="0"/>
                </a:lnTo>
                <a:lnTo>
                  <a:pt x="63734" y="31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F0F92-46BC-4784-8069-19382A5D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341" y="2704079"/>
            <a:ext cx="63734" cy="63575"/>
          </a:xfrm>
          <a:custGeom xmlns:a="http://schemas.openxmlformats.org/drawingml/2006/main">
            <a:pathLst>
              <a:path w="63734" h="63575" fill="none">
                <a:moveTo>
                  <a:pt x="63734" y="31946"/>
                </a:moveTo>
                <a:lnTo>
                  <a:pt x="0" y="63575"/>
                </a:lnTo>
                <a:lnTo>
                  <a:pt x="16053" y="31787"/>
                </a:lnTo>
                <a:lnTo>
                  <a:pt x="238" y="0"/>
                </a:lnTo>
                <a:lnTo>
                  <a:pt x="63734" y="31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CD578-7E0D-443E-AAF6-96F99BAF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669" y="2754859"/>
            <a:ext cx="476811" cy="190725"/>
          </a:xfrm>
          <a:custGeom xmlns:a="http://schemas.openxmlformats.org/drawingml/2006/main">
            <a:pathLst>
              <a:path w="476811" h="190725">
                <a:moveTo>
                  <a:pt x="0" y="0"/>
                </a:moveTo>
                <a:lnTo>
                  <a:pt x="476811" y="0"/>
                </a:lnTo>
                <a:lnTo>
                  <a:pt x="476811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Parsing">
            <a:extLst xmlns:a="http://schemas.openxmlformats.org/drawingml/2006/main">
              <a:ext uri="{FF2B5EF4-FFF2-40B4-BE49-F238E27FC236}">
                <a16:creationId xmlns:a16="http://schemas.microsoft.com/office/drawing/2014/main" id="{90F33C0B-DB73-4903-A19E-EC918BD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334" y="2795494"/>
            <a:ext cx="471303" cy="144658"/>
          </a:xfrm>
          <a:custGeom xmlns:a="http://schemas.openxmlformats.org/drawingml/2006/main">
            <a:pathLst>
              <a:path w="471303" h="144658">
                <a:moveTo>
                  <a:pt x="29956" y="60998"/>
                </a:moveTo>
                <a:lnTo>
                  <a:pt x="29956" y="91704"/>
                </a:lnTo>
                <a:cubicBezTo>
                  <a:pt x="29956" y="98337"/>
                  <a:pt x="30680" y="102458"/>
                  <a:pt x="32129" y="104065"/>
                </a:cubicBezTo>
                <a:cubicBezTo>
                  <a:pt x="34095" y="106345"/>
                  <a:pt x="37070" y="107484"/>
                  <a:pt x="41054" y="107484"/>
                </a:cubicBezTo>
                <a:lnTo>
                  <a:pt x="45089" y="107484"/>
                </a:lnTo>
                <a:lnTo>
                  <a:pt x="45089" y="110356"/>
                </a:lnTo>
                <a:lnTo>
                  <a:pt x="0" y="110356"/>
                </a:lnTo>
                <a:lnTo>
                  <a:pt x="0" y="107484"/>
                </a:lnTo>
                <a:lnTo>
                  <a:pt x="3958" y="107484"/>
                </a:lnTo>
                <a:cubicBezTo>
                  <a:pt x="8407" y="107484"/>
                  <a:pt x="11589" y="106036"/>
                  <a:pt x="13503" y="103138"/>
                </a:cubicBezTo>
                <a:cubicBezTo>
                  <a:pt x="14538" y="101535"/>
                  <a:pt x="15056" y="97732"/>
                  <a:pt x="15056" y="91730"/>
                </a:cubicBezTo>
                <a:lnTo>
                  <a:pt x="15056" y="23747"/>
                </a:lnTo>
                <a:cubicBezTo>
                  <a:pt x="15056" y="17125"/>
                  <a:pt x="14357" y="13012"/>
                  <a:pt x="12960" y="11408"/>
                </a:cubicBezTo>
                <a:cubicBezTo>
                  <a:pt x="10942" y="9132"/>
                  <a:pt x="7942" y="7993"/>
                  <a:pt x="3958" y="7993"/>
                </a:cubicBezTo>
                <a:lnTo>
                  <a:pt x="0" y="7993"/>
                </a:lnTo>
                <a:lnTo>
                  <a:pt x="0" y="5122"/>
                </a:lnTo>
                <a:lnTo>
                  <a:pt x="38570" y="5122"/>
                </a:lnTo>
                <a:cubicBezTo>
                  <a:pt x="47986" y="5122"/>
                  <a:pt x="55411" y="6091"/>
                  <a:pt x="60843" y="8030"/>
                </a:cubicBezTo>
                <a:cubicBezTo>
                  <a:pt x="66276" y="9967"/>
                  <a:pt x="70854" y="13234"/>
                  <a:pt x="74579" y="17832"/>
                </a:cubicBezTo>
                <a:cubicBezTo>
                  <a:pt x="78304" y="22431"/>
                  <a:pt x="80167" y="27882"/>
                  <a:pt x="80167" y="34185"/>
                </a:cubicBezTo>
                <a:cubicBezTo>
                  <a:pt x="80167" y="42763"/>
                  <a:pt x="77334" y="49738"/>
                  <a:pt x="71669" y="55112"/>
                </a:cubicBezTo>
                <a:cubicBezTo>
                  <a:pt x="66004" y="60485"/>
                  <a:pt x="57998" y="63171"/>
                  <a:pt x="47650" y="63171"/>
                </a:cubicBezTo>
                <a:cubicBezTo>
                  <a:pt x="45115" y="63171"/>
                  <a:pt x="42373" y="62990"/>
                  <a:pt x="39424" y="62628"/>
                </a:cubicBezTo>
                <a:cubicBezTo>
                  <a:pt x="36475" y="62266"/>
                  <a:pt x="33319" y="61723"/>
                  <a:pt x="29956" y="60998"/>
                </a:cubicBezTo>
                <a:moveTo>
                  <a:pt x="29956" y="56497"/>
                </a:moveTo>
                <a:cubicBezTo>
                  <a:pt x="32698" y="57015"/>
                  <a:pt x="35130" y="57403"/>
                  <a:pt x="37251" y="57661"/>
                </a:cubicBezTo>
                <a:cubicBezTo>
                  <a:pt x="39372" y="57920"/>
                  <a:pt x="41183" y="58049"/>
                  <a:pt x="42683" y="58049"/>
                </a:cubicBezTo>
                <a:cubicBezTo>
                  <a:pt x="48064" y="58049"/>
                  <a:pt x="52707" y="55967"/>
                  <a:pt x="56614" y="51802"/>
                </a:cubicBezTo>
                <a:cubicBezTo>
                  <a:pt x="60520" y="47637"/>
                  <a:pt x="62473" y="42244"/>
                  <a:pt x="62473" y="35621"/>
                </a:cubicBezTo>
                <a:cubicBezTo>
                  <a:pt x="62473" y="31068"/>
                  <a:pt x="61542" y="26839"/>
                  <a:pt x="59679" y="22933"/>
                </a:cubicBezTo>
                <a:cubicBezTo>
                  <a:pt x="57816" y="19026"/>
                  <a:pt x="55178" y="16103"/>
                  <a:pt x="51763" y="14163"/>
                </a:cubicBezTo>
                <a:cubicBezTo>
                  <a:pt x="48349" y="12223"/>
                  <a:pt x="44468" y="11253"/>
                  <a:pt x="40122" y="11253"/>
                </a:cubicBezTo>
                <a:cubicBezTo>
                  <a:pt x="37484" y="11253"/>
                  <a:pt x="34095" y="11744"/>
                  <a:pt x="29956" y="12727"/>
                </a:cubicBezTo>
                <a:lnTo>
                  <a:pt x="29956" y="56497"/>
                </a:lnTo>
                <a:close/>
                <a:moveTo>
                  <a:pt x="130975" y="100112"/>
                </a:moveTo>
                <a:cubicBezTo>
                  <a:pt x="123680" y="105751"/>
                  <a:pt x="119101" y="109011"/>
                  <a:pt x="117238" y="109890"/>
                </a:cubicBezTo>
                <a:cubicBezTo>
                  <a:pt x="114445" y="111235"/>
                  <a:pt x="111470" y="111908"/>
                  <a:pt x="108314" y="111908"/>
                </a:cubicBezTo>
                <a:cubicBezTo>
                  <a:pt x="103399" y="111908"/>
                  <a:pt x="99350" y="110226"/>
                  <a:pt x="96168" y="106864"/>
                </a:cubicBezTo>
                <a:cubicBezTo>
                  <a:pt x="92987" y="103501"/>
                  <a:pt x="91396" y="99077"/>
                  <a:pt x="91396" y="93593"/>
                </a:cubicBezTo>
                <a:cubicBezTo>
                  <a:pt x="91396" y="90126"/>
                  <a:pt x="92172" y="87126"/>
                  <a:pt x="93724" y="84591"/>
                </a:cubicBezTo>
                <a:cubicBezTo>
                  <a:pt x="95845" y="81072"/>
                  <a:pt x="99531" y="77761"/>
                  <a:pt x="104783" y="74657"/>
                </a:cubicBezTo>
                <a:cubicBezTo>
                  <a:pt x="110034" y="71553"/>
                  <a:pt x="118765" y="67776"/>
                  <a:pt x="130975" y="63327"/>
                </a:cubicBezTo>
                <a:lnTo>
                  <a:pt x="130975" y="60533"/>
                </a:lnTo>
                <a:cubicBezTo>
                  <a:pt x="130975" y="53445"/>
                  <a:pt x="129849" y="48581"/>
                  <a:pt x="127599" y="45943"/>
                </a:cubicBezTo>
                <a:cubicBezTo>
                  <a:pt x="125348" y="43304"/>
                  <a:pt x="122076" y="41985"/>
                  <a:pt x="117782" y="41985"/>
                </a:cubicBezTo>
                <a:cubicBezTo>
                  <a:pt x="114522" y="41985"/>
                  <a:pt x="111935" y="42861"/>
                  <a:pt x="110021" y="44614"/>
                </a:cubicBezTo>
                <a:cubicBezTo>
                  <a:pt x="108055" y="46366"/>
                  <a:pt x="107072" y="48377"/>
                  <a:pt x="107072" y="50645"/>
                </a:cubicBezTo>
                <a:lnTo>
                  <a:pt x="107227" y="55129"/>
                </a:lnTo>
                <a:cubicBezTo>
                  <a:pt x="107227" y="57500"/>
                  <a:pt x="106619" y="59329"/>
                  <a:pt x="105404" y="60618"/>
                </a:cubicBezTo>
                <a:cubicBezTo>
                  <a:pt x="104188" y="61906"/>
                  <a:pt x="102597" y="62550"/>
                  <a:pt x="100631" y="62550"/>
                </a:cubicBezTo>
                <a:cubicBezTo>
                  <a:pt x="98717" y="62550"/>
                  <a:pt x="97151" y="61880"/>
                  <a:pt x="95936" y="60540"/>
                </a:cubicBezTo>
                <a:cubicBezTo>
                  <a:pt x="94720" y="59198"/>
                  <a:pt x="94112" y="57366"/>
                  <a:pt x="94112" y="55045"/>
                </a:cubicBezTo>
                <a:cubicBezTo>
                  <a:pt x="94112" y="50610"/>
                  <a:pt x="96388" y="46535"/>
                  <a:pt x="100941" y="42822"/>
                </a:cubicBezTo>
                <a:cubicBezTo>
                  <a:pt x="105494" y="39108"/>
                  <a:pt x="111884" y="37251"/>
                  <a:pt x="120110" y="37251"/>
                </a:cubicBezTo>
                <a:cubicBezTo>
                  <a:pt x="126422" y="37251"/>
                  <a:pt x="131596" y="38310"/>
                  <a:pt x="135631" y="40428"/>
                </a:cubicBezTo>
                <a:cubicBezTo>
                  <a:pt x="138684" y="42030"/>
                  <a:pt x="140934" y="44537"/>
                  <a:pt x="142383" y="47948"/>
                </a:cubicBezTo>
                <a:cubicBezTo>
                  <a:pt x="143314" y="50170"/>
                  <a:pt x="143780" y="54717"/>
                  <a:pt x="143780" y="61590"/>
                </a:cubicBezTo>
                <a:lnTo>
                  <a:pt x="143780" y="85696"/>
                </a:lnTo>
                <a:cubicBezTo>
                  <a:pt x="143780" y="92466"/>
                  <a:pt x="143909" y="96613"/>
                  <a:pt x="144168" y="98138"/>
                </a:cubicBezTo>
                <a:cubicBezTo>
                  <a:pt x="144426" y="99662"/>
                  <a:pt x="144853" y="100683"/>
                  <a:pt x="145448" y="101201"/>
                </a:cubicBezTo>
                <a:cubicBezTo>
                  <a:pt x="146043" y="101716"/>
                  <a:pt x="146729" y="101974"/>
                  <a:pt x="147505" y="101974"/>
                </a:cubicBezTo>
                <a:cubicBezTo>
                  <a:pt x="148333" y="101974"/>
                  <a:pt x="149057" y="101793"/>
                  <a:pt x="149678" y="101431"/>
                </a:cubicBezTo>
                <a:cubicBezTo>
                  <a:pt x="150764" y="100758"/>
                  <a:pt x="152860" y="98870"/>
                  <a:pt x="155964" y="95766"/>
                </a:cubicBezTo>
                <a:lnTo>
                  <a:pt x="155964" y="100112"/>
                </a:lnTo>
                <a:cubicBezTo>
                  <a:pt x="150169" y="107872"/>
                  <a:pt x="144633" y="111753"/>
                  <a:pt x="139356" y="111753"/>
                </a:cubicBezTo>
                <a:cubicBezTo>
                  <a:pt x="136821" y="111753"/>
                  <a:pt x="134803" y="110873"/>
                  <a:pt x="133303" y="109114"/>
                </a:cubicBezTo>
                <a:cubicBezTo>
                  <a:pt x="131803" y="107355"/>
                  <a:pt x="131026" y="104354"/>
                  <a:pt x="130975" y="100112"/>
                </a:cubicBezTo>
                <a:moveTo>
                  <a:pt x="130975" y="95024"/>
                </a:moveTo>
                <a:lnTo>
                  <a:pt x="130975" y="68060"/>
                </a:lnTo>
                <a:cubicBezTo>
                  <a:pt x="123162" y="71150"/>
                  <a:pt x="118118" y="73339"/>
                  <a:pt x="115842" y="74628"/>
                </a:cubicBezTo>
                <a:cubicBezTo>
                  <a:pt x="111754" y="76895"/>
                  <a:pt x="108831" y="79264"/>
                  <a:pt x="107072" y="81736"/>
                </a:cubicBezTo>
                <a:cubicBezTo>
                  <a:pt x="105313" y="84208"/>
                  <a:pt x="104433" y="86912"/>
                  <a:pt x="104433" y="89848"/>
                </a:cubicBezTo>
                <a:cubicBezTo>
                  <a:pt x="104433" y="93557"/>
                  <a:pt x="105546" y="96635"/>
                  <a:pt x="107771" y="99081"/>
                </a:cubicBezTo>
                <a:cubicBezTo>
                  <a:pt x="109995" y="101527"/>
                  <a:pt x="112556" y="102750"/>
                  <a:pt x="115454" y="102750"/>
                </a:cubicBezTo>
                <a:cubicBezTo>
                  <a:pt x="119386" y="102750"/>
                  <a:pt x="124559" y="100175"/>
                  <a:pt x="130975" y="95024"/>
                </a:cubicBezTo>
                <a:close/>
                <a:moveTo>
                  <a:pt x="182064" y="37251"/>
                </a:moveTo>
                <a:lnTo>
                  <a:pt x="182064" y="53238"/>
                </a:lnTo>
                <a:cubicBezTo>
                  <a:pt x="188013" y="42580"/>
                  <a:pt x="194118" y="37251"/>
                  <a:pt x="200379" y="37251"/>
                </a:cubicBezTo>
                <a:cubicBezTo>
                  <a:pt x="203224" y="37251"/>
                  <a:pt x="205578" y="38117"/>
                  <a:pt x="207441" y="39851"/>
                </a:cubicBezTo>
                <a:cubicBezTo>
                  <a:pt x="209303" y="41584"/>
                  <a:pt x="210235" y="43589"/>
                  <a:pt x="210235" y="45865"/>
                </a:cubicBezTo>
                <a:cubicBezTo>
                  <a:pt x="210235" y="47883"/>
                  <a:pt x="209562" y="49590"/>
                  <a:pt x="208217" y="50987"/>
                </a:cubicBezTo>
                <a:cubicBezTo>
                  <a:pt x="206872" y="52384"/>
                  <a:pt x="205268" y="53083"/>
                  <a:pt x="203405" y="53083"/>
                </a:cubicBezTo>
                <a:cubicBezTo>
                  <a:pt x="201594" y="53083"/>
                  <a:pt x="199564" y="52190"/>
                  <a:pt x="197313" y="50405"/>
                </a:cubicBezTo>
                <a:cubicBezTo>
                  <a:pt x="195063" y="48620"/>
                  <a:pt x="193394" y="47728"/>
                  <a:pt x="192308" y="47728"/>
                </a:cubicBezTo>
                <a:cubicBezTo>
                  <a:pt x="191376" y="47728"/>
                  <a:pt x="190367" y="48243"/>
                  <a:pt x="189281" y="49275"/>
                </a:cubicBezTo>
                <a:cubicBezTo>
                  <a:pt x="186953" y="51391"/>
                  <a:pt x="184547" y="54875"/>
                  <a:pt x="182064" y="59725"/>
                </a:cubicBezTo>
                <a:lnTo>
                  <a:pt x="182064" y="93707"/>
                </a:lnTo>
                <a:cubicBezTo>
                  <a:pt x="182064" y="97628"/>
                  <a:pt x="182555" y="100594"/>
                  <a:pt x="183538" y="102607"/>
                </a:cubicBezTo>
                <a:cubicBezTo>
                  <a:pt x="184211" y="104001"/>
                  <a:pt x="185401" y="105163"/>
                  <a:pt x="187108" y="106092"/>
                </a:cubicBezTo>
                <a:cubicBezTo>
                  <a:pt x="188815" y="107020"/>
                  <a:pt x="191273" y="107484"/>
                  <a:pt x="194481" y="107484"/>
                </a:cubicBezTo>
                <a:lnTo>
                  <a:pt x="194481" y="110356"/>
                </a:lnTo>
                <a:lnTo>
                  <a:pt x="158083" y="110356"/>
                </a:lnTo>
                <a:lnTo>
                  <a:pt x="158083" y="107484"/>
                </a:lnTo>
                <a:cubicBezTo>
                  <a:pt x="161705" y="107484"/>
                  <a:pt x="164395" y="106917"/>
                  <a:pt x="166154" y="105782"/>
                </a:cubicBezTo>
                <a:cubicBezTo>
                  <a:pt x="167448" y="104956"/>
                  <a:pt x="168353" y="103639"/>
                  <a:pt x="168871" y="101831"/>
                </a:cubicBezTo>
                <a:cubicBezTo>
                  <a:pt x="169129" y="100953"/>
                  <a:pt x="169259" y="98450"/>
                  <a:pt x="169259" y="94320"/>
                </a:cubicBezTo>
                <a:lnTo>
                  <a:pt x="169259" y="66831"/>
                </a:lnTo>
                <a:cubicBezTo>
                  <a:pt x="169259" y="58571"/>
                  <a:pt x="169090" y="53654"/>
                  <a:pt x="168754" y="52081"/>
                </a:cubicBezTo>
                <a:cubicBezTo>
                  <a:pt x="168418" y="50506"/>
                  <a:pt x="167797" y="49357"/>
                  <a:pt x="166892" y="48635"/>
                </a:cubicBezTo>
                <a:cubicBezTo>
                  <a:pt x="165986" y="47912"/>
                  <a:pt x="164861" y="47551"/>
                  <a:pt x="163516" y="47551"/>
                </a:cubicBezTo>
                <a:cubicBezTo>
                  <a:pt x="161912" y="47551"/>
                  <a:pt x="160101" y="47938"/>
                  <a:pt x="158083" y="48712"/>
                </a:cubicBezTo>
                <a:lnTo>
                  <a:pt x="157307" y="45923"/>
                </a:lnTo>
                <a:lnTo>
                  <a:pt x="178804" y="37251"/>
                </a:lnTo>
                <a:lnTo>
                  <a:pt x="182064" y="37251"/>
                </a:lnTo>
                <a:close/>
                <a:moveTo>
                  <a:pt x="260135" y="37251"/>
                </a:moveTo>
                <a:lnTo>
                  <a:pt x="260135" y="61309"/>
                </a:lnTo>
                <a:lnTo>
                  <a:pt x="257574" y="61309"/>
                </a:lnTo>
                <a:cubicBezTo>
                  <a:pt x="255608" y="53763"/>
                  <a:pt x="253086" y="48631"/>
                  <a:pt x="250007" y="45911"/>
                </a:cubicBezTo>
                <a:cubicBezTo>
                  <a:pt x="246929" y="43190"/>
                  <a:pt x="243010" y="41830"/>
                  <a:pt x="238250" y="41830"/>
                </a:cubicBezTo>
                <a:cubicBezTo>
                  <a:pt x="234628" y="41830"/>
                  <a:pt x="231705" y="42786"/>
                  <a:pt x="229480" y="44699"/>
                </a:cubicBezTo>
                <a:cubicBezTo>
                  <a:pt x="227256" y="46610"/>
                  <a:pt x="226143" y="48729"/>
                  <a:pt x="226143" y="51055"/>
                </a:cubicBezTo>
                <a:cubicBezTo>
                  <a:pt x="226143" y="53949"/>
                  <a:pt x="226971" y="56429"/>
                  <a:pt x="228627" y="58496"/>
                </a:cubicBezTo>
                <a:cubicBezTo>
                  <a:pt x="230231" y="60615"/>
                  <a:pt x="233490" y="62863"/>
                  <a:pt x="238405" y="65240"/>
                </a:cubicBezTo>
                <a:lnTo>
                  <a:pt x="249736" y="70745"/>
                </a:lnTo>
                <a:cubicBezTo>
                  <a:pt x="260238" y="75861"/>
                  <a:pt x="265490" y="82605"/>
                  <a:pt x="265490" y="90979"/>
                </a:cubicBezTo>
                <a:cubicBezTo>
                  <a:pt x="265490" y="97438"/>
                  <a:pt x="263045" y="102644"/>
                  <a:pt x="258156" y="106599"/>
                </a:cubicBezTo>
                <a:cubicBezTo>
                  <a:pt x="253267" y="110552"/>
                  <a:pt x="247796" y="112529"/>
                  <a:pt x="241742" y="112529"/>
                </a:cubicBezTo>
                <a:cubicBezTo>
                  <a:pt x="237396" y="112529"/>
                  <a:pt x="232430" y="111753"/>
                  <a:pt x="226842" y="110201"/>
                </a:cubicBezTo>
                <a:cubicBezTo>
                  <a:pt x="225135" y="109683"/>
                  <a:pt x="223738" y="109425"/>
                  <a:pt x="222651" y="109425"/>
                </a:cubicBezTo>
                <a:cubicBezTo>
                  <a:pt x="221461" y="109425"/>
                  <a:pt x="220530" y="110097"/>
                  <a:pt x="219857" y="111442"/>
                </a:cubicBezTo>
                <a:lnTo>
                  <a:pt x="217296" y="111442"/>
                </a:lnTo>
                <a:lnTo>
                  <a:pt x="217296" y="85987"/>
                </a:lnTo>
                <a:lnTo>
                  <a:pt x="219857" y="85987"/>
                </a:lnTo>
                <a:cubicBezTo>
                  <a:pt x="221306" y="93257"/>
                  <a:pt x="224074" y="98734"/>
                  <a:pt x="228161" y="102421"/>
                </a:cubicBezTo>
                <a:cubicBezTo>
                  <a:pt x="232248" y="106107"/>
                  <a:pt x="236827" y="107950"/>
                  <a:pt x="241897" y="107950"/>
                </a:cubicBezTo>
                <a:cubicBezTo>
                  <a:pt x="245467" y="107950"/>
                  <a:pt x="248378" y="106904"/>
                  <a:pt x="250628" y="104812"/>
                </a:cubicBezTo>
                <a:cubicBezTo>
                  <a:pt x="252879" y="102718"/>
                  <a:pt x="254004" y="100198"/>
                  <a:pt x="254004" y="97252"/>
                </a:cubicBezTo>
                <a:cubicBezTo>
                  <a:pt x="254004" y="93686"/>
                  <a:pt x="252749" y="90688"/>
                  <a:pt x="250240" y="88260"/>
                </a:cubicBezTo>
                <a:cubicBezTo>
                  <a:pt x="247731" y="85831"/>
                  <a:pt x="242725" y="82757"/>
                  <a:pt x="235223" y="79037"/>
                </a:cubicBezTo>
                <a:cubicBezTo>
                  <a:pt x="227721" y="75315"/>
                  <a:pt x="222806" y="71955"/>
                  <a:pt x="220478" y="68958"/>
                </a:cubicBezTo>
                <a:cubicBezTo>
                  <a:pt x="218150" y="66012"/>
                  <a:pt x="216986" y="62291"/>
                  <a:pt x="216986" y="57795"/>
                </a:cubicBezTo>
                <a:cubicBezTo>
                  <a:pt x="216986" y="51955"/>
                  <a:pt x="218991" y="47071"/>
                  <a:pt x="223000" y="43144"/>
                </a:cubicBezTo>
                <a:cubicBezTo>
                  <a:pt x="227010" y="39215"/>
                  <a:pt x="232197" y="37251"/>
                  <a:pt x="238560" y="37251"/>
                </a:cubicBezTo>
                <a:cubicBezTo>
                  <a:pt x="241354" y="37251"/>
                  <a:pt x="244743" y="37846"/>
                  <a:pt x="248727" y="39036"/>
                </a:cubicBezTo>
                <a:cubicBezTo>
                  <a:pt x="251365" y="39812"/>
                  <a:pt x="253124" y="40200"/>
                  <a:pt x="254004" y="40200"/>
                </a:cubicBezTo>
                <a:cubicBezTo>
                  <a:pt x="254832" y="40200"/>
                  <a:pt x="255478" y="40019"/>
                  <a:pt x="255944" y="39657"/>
                </a:cubicBezTo>
                <a:cubicBezTo>
                  <a:pt x="256410" y="39295"/>
                  <a:pt x="256953" y="38493"/>
                  <a:pt x="257574" y="37251"/>
                </a:cubicBezTo>
                <a:lnTo>
                  <a:pt x="260135" y="37251"/>
                </a:lnTo>
                <a:close/>
                <a:moveTo>
                  <a:pt x="294101" y="0"/>
                </a:moveTo>
                <a:cubicBezTo>
                  <a:pt x="296274" y="0"/>
                  <a:pt x="298123" y="767"/>
                  <a:pt x="299650" y="2302"/>
                </a:cubicBezTo>
                <a:cubicBezTo>
                  <a:pt x="301176" y="3834"/>
                  <a:pt x="301939" y="5693"/>
                  <a:pt x="301939" y="7877"/>
                </a:cubicBezTo>
                <a:cubicBezTo>
                  <a:pt x="301939" y="10061"/>
                  <a:pt x="301176" y="11934"/>
                  <a:pt x="299650" y="13494"/>
                </a:cubicBezTo>
                <a:cubicBezTo>
                  <a:pt x="298123" y="15052"/>
                  <a:pt x="296274" y="15832"/>
                  <a:pt x="294101" y="15832"/>
                </a:cubicBezTo>
                <a:cubicBezTo>
                  <a:pt x="291928" y="15832"/>
                  <a:pt x="290065" y="15052"/>
                  <a:pt x="288513" y="13494"/>
                </a:cubicBezTo>
                <a:cubicBezTo>
                  <a:pt x="286961" y="11934"/>
                  <a:pt x="286185" y="10061"/>
                  <a:pt x="286185" y="7877"/>
                </a:cubicBezTo>
                <a:cubicBezTo>
                  <a:pt x="286185" y="5693"/>
                  <a:pt x="286948" y="3834"/>
                  <a:pt x="288474" y="2302"/>
                </a:cubicBezTo>
                <a:cubicBezTo>
                  <a:pt x="290001" y="767"/>
                  <a:pt x="291876" y="0"/>
                  <a:pt x="294101" y="0"/>
                </a:cubicBezTo>
                <a:moveTo>
                  <a:pt x="300542" y="37251"/>
                </a:moveTo>
                <a:lnTo>
                  <a:pt x="300542" y="94243"/>
                </a:lnTo>
                <a:cubicBezTo>
                  <a:pt x="300542" y="98683"/>
                  <a:pt x="300866" y="101638"/>
                  <a:pt x="301512" y="103109"/>
                </a:cubicBezTo>
                <a:cubicBezTo>
                  <a:pt x="302159" y="104581"/>
                  <a:pt x="303116" y="105678"/>
                  <a:pt x="304384" y="106400"/>
                </a:cubicBezTo>
                <a:cubicBezTo>
                  <a:pt x="305651" y="107123"/>
                  <a:pt x="307966" y="107484"/>
                  <a:pt x="311329" y="107484"/>
                </a:cubicBezTo>
                <a:lnTo>
                  <a:pt x="311329" y="110356"/>
                </a:lnTo>
                <a:lnTo>
                  <a:pt x="276795" y="110356"/>
                </a:lnTo>
                <a:lnTo>
                  <a:pt x="276795" y="107484"/>
                </a:lnTo>
                <a:cubicBezTo>
                  <a:pt x="280261" y="107484"/>
                  <a:pt x="282589" y="107149"/>
                  <a:pt x="283779" y="106478"/>
                </a:cubicBezTo>
                <a:cubicBezTo>
                  <a:pt x="284969" y="105807"/>
                  <a:pt x="285913" y="104697"/>
                  <a:pt x="286612" y="103148"/>
                </a:cubicBezTo>
                <a:cubicBezTo>
                  <a:pt x="287310" y="101599"/>
                  <a:pt x="287660" y="98631"/>
                  <a:pt x="287660" y="94243"/>
                </a:cubicBezTo>
                <a:lnTo>
                  <a:pt x="287660" y="66909"/>
                </a:lnTo>
                <a:cubicBezTo>
                  <a:pt x="287660" y="59216"/>
                  <a:pt x="287427" y="54234"/>
                  <a:pt x="286961" y="51965"/>
                </a:cubicBezTo>
                <a:cubicBezTo>
                  <a:pt x="286599" y="50312"/>
                  <a:pt x="286030" y="49163"/>
                  <a:pt x="285254" y="48518"/>
                </a:cubicBezTo>
                <a:cubicBezTo>
                  <a:pt x="284478" y="47873"/>
                  <a:pt x="283417" y="47551"/>
                  <a:pt x="282072" y="47551"/>
                </a:cubicBezTo>
                <a:cubicBezTo>
                  <a:pt x="280623" y="47551"/>
                  <a:pt x="278864" y="47938"/>
                  <a:pt x="276795" y="48712"/>
                </a:cubicBezTo>
                <a:lnTo>
                  <a:pt x="275708" y="45923"/>
                </a:lnTo>
                <a:lnTo>
                  <a:pt x="297128" y="37251"/>
                </a:lnTo>
                <a:lnTo>
                  <a:pt x="300542" y="37251"/>
                </a:lnTo>
                <a:close/>
                <a:moveTo>
                  <a:pt x="340924" y="52306"/>
                </a:moveTo>
                <a:cubicBezTo>
                  <a:pt x="349254" y="42269"/>
                  <a:pt x="357196" y="37251"/>
                  <a:pt x="364749" y="37251"/>
                </a:cubicBezTo>
                <a:cubicBezTo>
                  <a:pt x="368630" y="37251"/>
                  <a:pt x="371967" y="38219"/>
                  <a:pt x="374760" y="40156"/>
                </a:cubicBezTo>
                <a:cubicBezTo>
                  <a:pt x="377554" y="42092"/>
                  <a:pt x="379779" y="45279"/>
                  <a:pt x="381434" y="49719"/>
                </a:cubicBezTo>
                <a:cubicBezTo>
                  <a:pt x="382573" y="52815"/>
                  <a:pt x="383142" y="57564"/>
                  <a:pt x="383142" y="63967"/>
                </a:cubicBezTo>
                <a:lnTo>
                  <a:pt x="383142" y="94243"/>
                </a:lnTo>
                <a:cubicBezTo>
                  <a:pt x="383142" y="98734"/>
                  <a:pt x="383504" y="101780"/>
                  <a:pt x="384228" y="103381"/>
                </a:cubicBezTo>
                <a:cubicBezTo>
                  <a:pt x="384797" y="104671"/>
                  <a:pt x="385716" y="105678"/>
                  <a:pt x="386983" y="106400"/>
                </a:cubicBezTo>
                <a:cubicBezTo>
                  <a:pt x="388251" y="107123"/>
                  <a:pt x="390592" y="107484"/>
                  <a:pt x="394007" y="107484"/>
                </a:cubicBezTo>
                <a:lnTo>
                  <a:pt x="394007" y="110356"/>
                </a:lnTo>
                <a:lnTo>
                  <a:pt x="358851" y="110356"/>
                </a:lnTo>
                <a:lnTo>
                  <a:pt x="358851" y="107484"/>
                </a:lnTo>
                <a:lnTo>
                  <a:pt x="360326" y="107484"/>
                </a:lnTo>
                <a:cubicBezTo>
                  <a:pt x="363637" y="107484"/>
                  <a:pt x="365952" y="106982"/>
                  <a:pt x="367271" y="105978"/>
                </a:cubicBezTo>
                <a:cubicBezTo>
                  <a:pt x="368591" y="104974"/>
                  <a:pt x="369509" y="103495"/>
                  <a:pt x="370026" y="101540"/>
                </a:cubicBezTo>
                <a:cubicBezTo>
                  <a:pt x="370233" y="100767"/>
                  <a:pt x="370337" y="98348"/>
                  <a:pt x="370337" y="94282"/>
                </a:cubicBezTo>
                <a:lnTo>
                  <a:pt x="370337" y="65327"/>
                </a:lnTo>
                <a:cubicBezTo>
                  <a:pt x="370337" y="58894"/>
                  <a:pt x="369496" y="54223"/>
                  <a:pt x="367815" y="51315"/>
                </a:cubicBezTo>
                <a:cubicBezTo>
                  <a:pt x="366133" y="48406"/>
                  <a:pt x="363301" y="46952"/>
                  <a:pt x="359317" y="46952"/>
                </a:cubicBezTo>
                <a:cubicBezTo>
                  <a:pt x="353160" y="46952"/>
                  <a:pt x="347029" y="50298"/>
                  <a:pt x="340924" y="56990"/>
                </a:cubicBezTo>
                <a:lnTo>
                  <a:pt x="340924" y="94282"/>
                </a:lnTo>
                <a:cubicBezTo>
                  <a:pt x="340924" y="99069"/>
                  <a:pt x="341209" y="102028"/>
                  <a:pt x="341778" y="103160"/>
                </a:cubicBezTo>
                <a:cubicBezTo>
                  <a:pt x="342502" y="104653"/>
                  <a:pt x="343498" y="105746"/>
                  <a:pt x="344766" y="106442"/>
                </a:cubicBezTo>
                <a:cubicBezTo>
                  <a:pt x="346033" y="107137"/>
                  <a:pt x="348607" y="107484"/>
                  <a:pt x="352487" y="107484"/>
                </a:cubicBezTo>
                <a:lnTo>
                  <a:pt x="352487" y="110356"/>
                </a:lnTo>
                <a:lnTo>
                  <a:pt x="317332" y="110356"/>
                </a:lnTo>
                <a:lnTo>
                  <a:pt x="317332" y="107484"/>
                </a:lnTo>
                <a:lnTo>
                  <a:pt x="318884" y="107484"/>
                </a:lnTo>
                <a:cubicBezTo>
                  <a:pt x="322506" y="107484"/>
                  <a:pt x="324950" y="106568"/>
                  <a:pt x="326218" y="104737"/>
                </a:cubicBezTo>
                <a:cubicBezTo>
                  <a:pt x="327485" y="102903"/>
                  <a:pt x="328119" y="99405"/>
                  <a:pt x="328119" y="94243"/>
                </a:cubicBezTo>
                <a:lnTo>
                  <a:pt x="328119" y="67915"/>
                </a:lnTo>
                <a:cubicBezTo>
                  <a:pt x="328119" y="59398"/>
                  <a:pt x="327925" y="54210"/>
                  <a:pt x="327537" y="52353"/>
                </a:cubicBezTo>
                <a:cubicBezTo>
                  <a:pt x="327149" y="50493"/>
                  <a:pt x="326554" y="49228"/>
                  <a:pt x="325752" y="48557"/>
                </a:cubicBezTo>
                <a:cubicBezTo>
                  <a:pt x="324950" y="47886"/>
                  <a:pt x="323877" y="47551"/>
                  <a:pt x="322532" y="47551"/>
                </a:cubicBezTo>
                <a:cubicBezTo>
                  <a:pt x="321083" y="47551"/>
                  <a:pt x="319350" y="47938"/>
                  <a:pt x="317332" y="48712"/>
                </a:cubicBezTo>
                <a:lnTo>
                  <a:pt x="316168" y="45923"/>
                </a:lnTo>
                <a:lnTo>
                  <a:pt x="337587" y="37251"/>
                </a:lnTo>
                <a:lnTo>
                  <a:pt x="340924" y="37251"/>
                </a:lnTo>
                <a:lnTo>
                  <a:pt x="340924" y="52306"/>
                </a:lnTo>
                <a:close/>
                <a:moveTo>
                  <a:pt x="418686" y="84452"/>
                </a:moveTo>
                <a:cubicBezTo>
                  <a:pt x="414340" y="82334"/>
                  <a:pt x="411003" y="79376"/>
                  <a:pt x="408675" y="75579"/>
                </a:cubicBezTo>
                <a:cubicBezTo>
                  <a:pt x="406346" y="71781"/>
                  <a:pt x="405182" y="67582"/>
                  <a:pt x="405182" y="62982"/>
                </a:cubicBezTo>
                <a:cubicBezTo>
                  <a:pt x="405182" y="55956"/>
                  <a:pt x="407834" y="49910"/>
                  <a:pt x="413137" y="44847"/>
                </a:cubicBezTo>
                <a:cubicBezTo>
                  <a:pt x="418440" y="39783"/>
                  <a:pt x="425231" y="37251"/>
                  <a:pt x="433509" y="37251"/>
                </a:cubicBezTo>
                <a:cubicBezTo>
                  <a:pt x="440286" y="37251"/>
                  <a:pt x="446158" y="38906"/>
                  <a:pt x="451125" y="42218"/>
                </a:cubicBezTo>
                <a:lnTo>
                  <a:pt x="466181" y="42218"/>
                </a:lnTo>
                <a:cubicBezTo>
                  <a:pt x="468405" y="42218"/>
                  <a:pt x="469699" y="42282"/>
                  <a:pt x="470061" y="42409"/>
                </a:cubicBezTo>
                <a:cubicBezTo>
                  <a:pt x="470423" y="42537"/>
                  <a:pt x="470682" y="42754"/>
                  <a:pt x="470837" y="43062"/>
                </a:cubicBezTo>
                <a:cubicBezTo>
                  <a:pt x="471148" y="43522"/>
                  <a:pt x="471303" y="44341"/>
                  <a:pt x="471303" y="45518"/>
                </a:cubicBezTo>
                <a:cubicBezTo>
                  <a:pt x="471303" y="46847"/>
                  <a:pt x="471173" y="47768"/>
                  <a:pt x="470915" y="48281"/>
                </a:cubicBezTo>
                <a:cubicBezTo>
                  <a:pt x="470759" y="48536"/>
                  <a:pt x="470488" y="48741"/>
                  <a:pt x="470100" y="48894"/>
                </a:cubicBezTo>
                <a:cubicBezTo>
                  <a:pt x="469712" y="49048"/>
                  <a:pt x="468405" y="49125"/>
                  <a:pt x="466181" y="49125"/>
                </a:cubicBezTo>
                <a:lnTo>
                  <a:pt x="456946" y="49125"/>
                </a:lnTo>
                <a:cubicBezTo>
                  <a:pt x="459843" y="52858"/>
                  <a:pt x="461292" y="57627"/>
                  <a:pt x="461292" y="63433"/>
                </a:cubicBezTo>
                <a:cubicBezTo>
                  <a:pt x="461292" y="70069"/>
                  <a:pt x="458756" y="75745"/>
                  <a:pt x="453686" y="80463"/>
                </a:cubicBezTo>
                <a:cubicBezTo>
                  <a:pt x="448616" y="85181"/>
                  <a:pt x="441812" y="87540"/>
                  <a:pt x="433276" y="87540"/>
                </a:cubicBezTo>
                <a:cubicBezTo>
                  <a:pt x="429758" y="87540"/>
                  <a:pt x="426162" y="87012"/>
                  <a:pt x="422489" y="85956"/>
                </a:cubicBezTo>
                <a:cubicBezTo>
                  <a:pt x="420212" y="87920"/>
                  <a:pt x="418673" y="89640"/>
                  <a:pt x="417871" y="91114"/>
                </a:cubicBezTo>
                <a:cubicBezTo>
                  <a:pt x="417069" y="92587"/>
                  <a:pt x="416668" y="93840"/>
                  <a:pt x="416668" y="94873"/>
                </a:cubicBezTo>
                <a:cubicBezTo>
                  <a:pt x="416668" y="95753"/>
                  <a:pt x="417095" y="96607"/>
                  <a:pt x="417949" y="97434"/>
                </a:cubicBezTo>
                <a:cubicBezTo>
                  <a:pt x="418802" y="98261"/>
                  <a:pt x="420471" y="98855"/>
                  <a:pt x="422954" y="99217"/>
                </a:cubicBezTo>
                <a:cubicBezTo>
                  <a:pt x="424403" y="99424"/>
                  <a:pt x="428024" y="99605"/>
                  <a:pt x="433819" y="99760"/>
                </a:cubicBezTo>
                <a:cubicBezTo>
                  <a:pt x="444477" y="100017"/>
                  <a:pt x="451384" y="100379"/>
                  <a:pt x="454540" y="100844"/>
                </a:cubicBezTo>
                <a:cubicBezTo>
                  <a:pt x="459351" y="101517"/>
                  <a:pt x="463193" y="103301"/>
                  <a:pt x="466064" y="106197"/>
                </a:cubicBezTo>
                <a:cubicBezTo>
                  <a:pt x="468936" y="109091"/>
                  <a:pt x="470371" y="112657"/>
                  <a:pt x="470371" y="116897"/>
                </a:cubicBezTo>
                <a:cubicBezTo>
                  <a:pt x="470371" y="122738"/>
                  <a:pt x="467629" y="128218"/>
                  <a:pt x="462145" y="133337"/>
                </a:cubicBezTo>
                <a:cubicBezTo>
                  <a:pt x="454074" y="140884"/>
                  <a:pt x="443546" y="144658"/>
                  <a:pt x="430560" y="144658"/>
                </a:cubicBezTo>
                <a:cubicBezTo>
                  <a:pt x="420574" y="144658"/>
                  <a:pt x="412141" y="142410"/>
                  <a:pt x="405260" y="137916"/>
                </a:cubicBezTo>
                <a:cubicBezTo>
                  <a:pt x="401380" y="135332"/>
                  <a:pt x="399440" y="132645"/>
                  <a:pt x="399440" y="129854"/>
                </a:cubicBezTo>
                <a:cubicBezTo>
                  <a:pt x="399440" y="128616"/>
                  <a:pt x="399724" y="127377"/>
                  <a:pt x="400293" y="126136"/>
                </a:cubicBezTo>
                <a:cubicBezTo>
                  <a:pt x="401173" y="124224"/>
                  <a:pt x="402984" y="121563"/>
                  <a:pt x="405726" y="118153"/>
                </a:cubicBezTo>
                <a:cubicBezTo>
                  <a:pt x="406088" y="117689"/>
                  <a:pt x="408726" y="114899"/>
                  <a:pt x="413641" y="109783"/>
                </a:cubicBezTo>
                <a:cubicBezTo>
                  <a:pt x="410951" y="108178"/>
                  <a:pt x="409050" y="106741"/>
                  <a:pt x="407937" y="105471"/>
                </a:cubicBezTo>
                <a:cubicBezTo>
                  <a:pt x="406825" y="104202"/>
                  <a:pt x="406269" y="102765"/>
                  <a:pt x="406269" y="101159"/>
                </a:cubicBezTo>
                <a:cubicBezTo>
                  <a:pt x="406269" y="99345"/>
                  <a:pt x="407006" y="97221"/>
                  <a:pt x="408481" y="94786"/>
                </a:cubicBezTo>
                <a:cubicBezTo>
                  <a:pt x="409955" y="92351"/>
                  <a:pt x="413357" y="88907"/>
                  <a:pt x="418686" y="84452"/>
                </a:cubicBezTo>
                <a:moveTo>
                  <a:pt x="432189" y="41131"/>
                </a:moveTo>
                <a:cubicBezTo>
                  <a:pt x="428361" y="41131"/>
                  <a:pt x="425153" y="42649"/>
                  <a:pt x="422566" y="45686"/>
                </a:cubicBezTo>
                <a:cubicBezTo>
                  <a:pt x="419979" y="48720"/>
                  <a:pt x="418686" y="53377"/>
                  <a:pt x="418686" y="59655"/>
                </a:cubicBezTo>
                <a:cubicBezTo>
                  <a:pt x="418686" y="67786"/>
                  <a:pt x="420445" y="74089"/>
                  <a:pt x="423963" y="78564"/>
                </a:cubicBezTo>
                <a:cubicBezTo>
                  <a:pt x="426653" y="81961"/>
                  <a:pt x="430068" y="83659"/>
                  <a:pt x="434207" y="83659"/>
                </a:cubicBezTo>
                <a:cubicBezTo>
                  <a:pt x="438139" y="83659"/>
                  <a:pt x="441373" y="82193"/>
                  <a:pt x="443908" y="79260"/>
                </a:cubicBezTo>
                <a:cubicBezTo>
                  <a:pt x="446443" y="76327"/>
                  <a:pt x="447710" y="71722"/>
                  <a:pt x="447710" y="65444"/>
                </a:cubicBezTo>
                <a:cubicBezTo>
                  <a:pt x="447710" y="57263"/>
                  <a:pt x="445926" y="50856"/>
                  <a:pt x="442356" y="46224"/>
                </a:cubicBezTo>
                <a:cubicBezTo>
                  <a:pt x="439717" y="42829"/>
                  <a:pt x="436328" y="41131"/>
                  <a:pt x="432189" y="41131"/>
                </a:cubicBezTo>
                <a:moveTo>
                  <a:pt x="417910" y="110402"/>
                </a:moveTo>
                <a:cubicBezTo>
                  <a:pt x="415478" y="113036"/>
                  <a:pt x="413641" y="115488"/>
                  <a:pt x="412400" y="117760"/>
                </a:cubicBezTo>
                <a:cubicBezTo>
                  <a:pt x="411158" y="120033"/>
                  <a:pt x="410537" y="122125"/>
                  <a:pt x="410537" y="124036"/>
                </a:cubicBezTo>
                <a:cubicBezTo>
                  <a:pt x="410537" y="126515"/>
                  <a:pt x="412038" y="128684"/>
                  <a:pt x="415038" y="130543"/>
                </a:cubicBezTo>
                <a:cubicBezTo>
                  <a:pt x="420212" y="133744"/>
                  <a:pt x="427688" y="135345"/>
                  <a:pt x="437466" y="135345"/>
                </a:cubicBezTo>
                <a:cubicBezTo>
                  <a:pt x="446779" y="135345"/>
                  <a:pt x="453647" y="133705"/>
                  <a:pt x="458071" y="130424"/>
                </a:cubicBezTo>
                <a:cubicBezTo>
                  <a:pt x="462494" y="127145"/>
                  <a:pt x="464706" y="123647"/>
                  <a:pt x="464706" y="119930"/>
                </a:cubicBezTo>
                <a:cubicBezTo>
                  <a:pt x="464706" y="117245"/>
                  <a:pt x="463387" y="115334"/>
                  <a:pt x="460748" y="114197"/>
                </a:cubicBezTo>
                <a:cubicBezTo>
                  <a:pt x="458058" y="113061"/>
                  <a:pt x="452729" y="112390"/>
                  <a:pt x="444761" y="112184"/>
                </a:cubicBezTo>
                <a:cubicBezTo>
                  <a:pt x="433121" y="111874"/>
                  <a:pt x="424170" y="111280"/>
                  <a:pt x="417910" y="110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9DBA8-15D4-4F8A-946D-E4F1BBEF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2" y="2516453"/>
            <a:ext cx="2388746" cy="437077"/>
          </a:xfrm>
          <a:custGeom xmlns:a="http://schemas.openxmlformats.org/drawingml/2006/main">
            <a:pathLst>
              <a:path w="2388746" h="437077">
                <a:moveTo>
                  <a:pt x="166487" y="0"/>
                </a:moveTo>
                <a:lnTo>
                  <a:pt x="214168" y="0"/>
                </a:lnTo>
                <a:lnTo>
                  <a:pt x="214168" y="15894"/>
                </a:lnTo>
                <a:lnTo>
                  <a:pt x="166487" y="15894"/>
                </a:lnTo>
                <a:lnTo>
                  <a:pt x="166487" y="0"/>
                </a:lnTo>
                <a:close/>
                <a:moveTo>
                  <a:pt x="261849" y="0"/>
                </a:moveTo>
                <a:lnTo>
                  <a:pt x="309530" y="0"/>
                </a:lnTo>
                <a:lnTo>
                  <a:pt x="309530" y="15894"/>
                </a:lnTo>
                <a:lnTo>
                  <a:pt x="261849" y="15894"/>
                </a:lnTo>
                <a:lnTo>
                  <a:pt x="261849" y="0"/>
                </a:lnTo>
                <a:close/>
                <a:moveTo>
                  <a:pt x="357211" y="0"/>
                </a:moveTo>
                <a:lnTo>
                  <a:pt x="404892" y="0"/>
                </a:lnTo>
                <a:lnTo>
                  <a:pt x="404892" y="15894"/>
                </a:lnTo>
                <a:lnTo>
                  <a:pt x="357211" y="15894"/>
                </a:lnTo>
                <a:lnTo>
                  <a:pt x="357211" y="0"/>
                </a:lnTo>
                <a:close/>
                <a:moveTo>
                  <a:pt x="452574" y="0"/>
                </a:moveTo>
                <a:lnTo>
                  <a:pt x="500255" y="0"/>
                </a:lnTo>
                <a:lnTo>
                  <a:pt x="500255" y="15894"/>
                </a:lnTo>
                <a:lnTo>
                  <a:pt x="452574" y="15894"/>
                </a:lnTo>
                <a:lnTo>
                  <a:pt x="452574" y="0"/>
                </a:lnTo>
                <a:close/>
                <a:moveTo>
                  <a:pt x="547936" y="0"/>
                </a:moveTo>
                <a:lnTo>
                  <a:pt x="595617" y="0"/>
                </a:lnTo>
                <a:lnTo>
                  <a:pt x="595617" y="15894"/>
                </a:lnTo>
                <a:lnTo>
                  <a:pt x="547936" y="15894"/>
                </a:lnTo>
                <a:lnTo>
                  <a:pt x="547936" y="0"/>
                </a:lnTo>
                <a:close/>
                <a:moveTo>
                  <a:pt x="643298" y="0"/>
                </a:moveTo>
                <a:lnTo>
                  <a:pt x="690979" y="0"/>
                </a:lnTo>
                <a:lnTo>
                  <a:pt x="690979" y="15894"/>
                </a:lnTo>
                <a:lnTo>
                  <a:pt x="643298" y="15894"/>
                </a:lnTo>
                <a:lnTo>
                  <a:pt x="643298" y="0"/>
                </a:lnTo>
                <a:close/>
                <a:moveTo>
                  <a:pt x="738660" y="0"/>
                </a:moveTo>
                <a:lnTo>
                  <a:pt x="786342" y="0"/>
                </a:lnTo>
                <a:lnTo>
                  <a:pt x="786342" y="15894"/>
                </a:lnTo>
                <a:lnTo>
                  <a:pt x="738660" y="15894"/>
                </a:lnTo>
                <a:lnTo>
                  <a:pt x="738660" y="0"/>
                </a:lnTo>
                <a:close/>
                <a:moveTo>
                  <a:pt x="834023" y="0"/>
                </a:moveTo>
                <a:lnTo>
                  <a:pt x="881704" y="0"/>
                </a:lnTo>
                <a:lnTo>
                  <a:pt x="881704" y="15894"/>
                </a:lnTo>
                <a:lnTo>
                  <a:pt x="834023" y="15894"/>
                </a:lnTo>
                <a:lnTo>
                  <a:pt x="834023" y="0"/>
                </a:lnTo>
                <a:close/>
                <a:moveTo>
                  <a:pt x="929385" y="0"/>
                </a:moveTo>
                <a:lnTo>
                  <a:pt x="977066" y="0"/>
                </a:lnTo>
                <a:lnTo>
                  <a:pt x="977066" y="15894"/>
                </a:lnTo>
                <a:lnTo>
                  <a:pt x="929385" y="15894"/>
                </a:lnTo>
                <a:lnTo>
                  <a:pt x="929385" y="0"/>
                </a:lnTo>
                <a:close/>
                <a:moveTo>
                  <a:pt x="1024747" y="0"/>
                </a:moveTo>
                <a:lnTo>
                  <a:pt x="1072428" y="0"/>
                </a:lnTo>
                <a:lnTo>
                  <a:pt x="1072428" y="15894"/>
                </a:lnTo>
                <a:lnTo>
                  <a:pt x="1024747" y="15894"/>
                </a:lnTo>
                <a:lnTo>
                  <a:pt x="1024747" y="0"/>
                </a:lnTo>
                <a:close/>
                <a:moveTo>
                  <a:pt x="1120110" y="0"/>
                </a:moveTo>
                <a:lnTo>
                  <a:pt x="1167791" y="0"/>
                </a:lnTo>
                <a:lnTo>
                  <a:pt x="1167791" y="15894"/>
                </a:lnTo>
                <a:lnTo>
                  <a:pt x="1120110" y="15894"/>
                </a:lnTo>
                <a:lnTo>
                  <a:pt x="1120110" y="0"/>
                </a:lnTo>
                <a:close/>
                <a:moveTo>
                  <a:pt x="1215472" y="0"/>
                </a:moveTo>
                <a:lnTo>
                  <a:pt x="1263153" y="0"/>
                </a:lnTo>
                <a:lnTo>
                  <a:pt x="1263153" y="15894"/>
                </a:lnTo>
                <a:lnTo>
                  <a:pt x="1215472" y="15894"/>
                </a:lnTo>
                <a:lnTo>
                  <a:pt x="1215472" y="0"/>
                </a:lnTo>
                <a:close/>
                <a:moveTo>
                  <a:pt x="1310834" y="0"/>
                </a:moveTo>
                <a:lnTo>
                  <a:pt x="1358515" y="0"/>
                </a:lnTo>
                <a:lnTo>
                  <a:pt x="1358515" y="15894"/>
                </a:lnTo>
                <a:lnTo>
                  <a:pt x="1310834" y="15894"/>
                </a:lnTo>
                <a:lnTo>
                  <a:pt x="1310834" y="0"/>
                </a:lnTo>
                <a:close/>
                <a:moveTo>
                  <a:pt x="1406197" y="0"/>
                </a:moveTo>
                <a:lnTo>
                  <a:pt x="1453878" y="0"/>
                </a:lnTo>
                <a:lnTo>
                  <a:pt x="1453878" y="15894"/>
                </a:lnTo>
                <a:lnTo>
                  <a:pt x="1406197" y="15894"/>
                </a:lnTo>
                <a:lnTo>
                  <a:pt x="1406197" y="0"/>
                </a:lnTo>
                <a:close/>
                <a:moveTo>
                  <a:pt x="1501559" y="0"/>
                </a:moveTo>
                <a:lnTo>
                  <a:pt x="1549240" y="0"/>
                </a:lnTo>
                <a:lnTo>
                  <a:pt x="1549240" y="15894"/>
                </a:lnTo>
                <a:lnTo>
                  <a:pt x="1501559" y="15894"/>
                </a:lnTo>
                <a:lnTo>
                  <a:pt x="1501559" y="0"/>
                </a:lnTo>
                <a:close/>
                <a:moveTo>
                  <a:pt x="1596921" y="0"/>
                </a:moveTo>
                <a:lnTo>
                  <a:pt x="1644602" y="0"/>
                </a:lnTo>
                <a:lnTo>
                  <a:pt x="1644602" y="15894"/>
                </a:lnTo>
                <a:lnTo>
                  <a:pt x="1596921" y="15894"/>
                </a:lnTo>
                <a:lnTo>
                  <a:pt x="1596921" y="0"/>
                </a:lnTo>
                <a:close/>
                <a:moveTo>
                  <a:pt x="1692283" y="0"/>
                </a:moveTo>
                <a:lnTo>
                  <a:pt x="1739965" y="0"/>
                </a:lnTo>
                <a:lnTo>
                  <a:pt x="1739965" y="15894"/>
                </a:lnTo>
                <a:lnTo>
                  <a:pt x="1692283" y="15894"/>
                </a:lnTo>
                <a:lnTo>
                  <a:pt x="1692283" y="0"/>
                </a:lnTo>
                <a:close/>
                <a:moveTo>
                  <a:pt x="1787646" y="0"/>
                </a:moveTo>
                <a:lnTo>
                  <a:pt x="1835327" y="0"/>
                </a:lnTo>
                <a:lnTo>
                  <a:pt x="1835327" y="15894"/>
                </a:lnTo>
                <a:lnTo>
                  <a:pt x="1787646" y="15894"/>
                </a:lnTo>
                <a:lnTo>
                  <a:pt x="1787646" y="0"/>
                </a:lnTo>
                <a:close/>
                <a:moveTo>
                  <a:pt x="1883008" y="0"/>
                </a:moveTo>
                <a:lnTo>
                  <a:pt x="1930689" y="0"/>
                </a:lnTo>
                <a:lnTo>
                  <a:pt x="1930689" y="15894"/>
                </a:lnTo>
                <a:lnTo>
                  <a:pt x="1883008" y="15894"/>
                </a:lnTo>
                <a:lnTo>
                  <a:pt x="1883008" y="0"/>
                </a:lnTo>
                <a:close/>
                <a:moveTo>
                  <a:pt x="1978370" y="0"/>
                </a:moveTo>
                <a:lnTo>
                  <a:pt x="2026051" y="0"/>
                </a:lnTo>
                <a:lnTo>
                  <a:pt x="2026051" y="15894"/>
                </a:lnTo>
                <a:lnTo>
                  <a:pt x="1978370" y="15894"/>
                </a:lnTo>
                <a:lnTo>
                  <a:pt x="1978370" y="0"/>
                </a:lnTo>
                <a:close/>
                <a:moveTo>
                  <a:pt x="2073733" y="0"/>
                </a:moveTo>
                <a:lnTo>
                  <a:pt x="2121414" y="0"/>
                </a:lnTo>
                <a:lnTo>
                  <a:pt x="2121414" y="15894"/>
                </a:lnTo>
                <a:lnTo>
                  <a:pt x="2073733" y="15894"/>
                </a:lnTo>
                <a:lnTo>
                  <a:pt x="2073733" y="0"/>
                </a:lnTo>
                <a:close/>
                <a:moveTo>
                  <a:pt x="2169095" y="0"/>
                </a:moveTo>
                <a:lnTo>
                  <a:pt x="2216776" y="0"/>
                </a:lnTo>
                <a:lnTo>
                  <a:pt x="2216776" y="15894"/>
                </a:lnTo>
                <a:lnTo>
                  <a:pt x="2169095" y="15894"/>
                </a:lnTo>
                <a:lnTo>
                  <a:pt x="2169095" y="0"/>
                </a:lnTo>
                <a:close/>
                <a:moveTo>
                  <a:pt x="2264457" y="0"/>
                </a:moveTo>
                <a:lnTo>
                  <a:pt x="2312138" y="0"/>
                </a:lnTo>
                <a:lnTo>
                  <a:pt x="2312138" y="15894"/>
                </a:lnTo>
                <a:lnTo>
                  <a:pt x="2264457" y="15894"/>
                </a:lnTo>
                <a:lnTo>
                  <a:pt x="2264457" y="0"/>
                </a:lnTo>
                <a:close/>
                <a:moveTo>
                  <a:pt x="2361829" y="15408"/>
                </a:moveTo>
                <a:cubicBezTo>
                  <a:pt x="2376804" y="27288"/>
                  <a:pt x="2385565" y="42701"/>
                  <a:pt x="2388113" y="61646"/>
                </a:cubicBezTo>
                <a:lnTo>
                  <a:pt x="2372360" y="63765"/>
                </a:lnTo>
                <a:cubicBezTo>
                  <a:pt x="2370382" y="49053"/>
                  <a:pt x="2363579" y="37084"/>
                  <a:pt x="2351952" y="27859"/>
                </a:cubicBezTo>
                <a:lnTo>
                  <a:pt x="2361829" y="15408"/>
                </a:lnTo>
                <a:close/>
                <a:moveTo>
                  <a:pt x="2388746" y="110085"/>
                </a:moveTo>
                <a:lnTo>
                  <a:pt x="2388746" y="157767"/>
                </a:lnTo>
                <a:lnTo>
                  <a:pt x="2372852" y="157767"/>
                </a:lnTo>
                <a:lnTo>
                  <a:pt x="2372852" y="110085"/>
                </a:lnTo>
                <a:lnTo>
                  <a:pt x="2388746" y="110085"/>
                </a:lnTo>
                <a:close/>
                <a:moveTo>
                  <a:pt x="2388746" y="205448"/>
                </a:moveTo>
                <a:lnTo>
                  <a:pt x="2388746" y="253129"/>
                </a:lnTo>
                <a:lnTo>
                  <a:pt x="2372852" y="253129"/>
                </a:lnTo>
                <a:lnTo>
                  <a:pt x="2372852" y="205448"/>
                </a:lnTo>
                <a:lnTo>
                  <a:pt x="2388746" y="205448"/>
                </a:lnTo>
                <a:close/>
                <a:moveTo>
                  <a:pt x="2388746" y="300810"/>
                </a:moveTo>
                <a:lnTo>
                  <a:pt x="2388746" y="348491"/>
                </a:lnTo>
                <a:lnTo>
                  <a:pt x="2372852" y="348491"/>
                </a:lnTo>
                <a:lnTo>
                  <a:pt x="2372852" y="300810"/>
                </a:lnTo>
                <a:lnTo>
                  <a:pt x="2388746" y="300810"/>
                </a:lnTo>
                <a:close/>
                <a:moveTo>
                  <a:pt x="2380729" y="398757"/>
                </a:moveTo>
                <a:cubicBezTo>
                  <a:pt x="2371943" y="415662"/>
                  <a:pt x="2358529" y="427177"/>
                  <a:pt x="2340486" y="433301"/>
                </a:cubicBezTo>
                <a:lnTo>
                  <a:pt x="2335378" y="418251"/>
                </a:lnTo>
                <a:cubicBezTo>
                  <a:pt x="2349388" y="413495"/>
                  <a:pt x="2359804" y="404554"/>
                  <a:pt x="2366626" y="391427"/>
                </a:cubicBezTo>
                <a:lnTo>
                  <a:pt x="2380729" y="398757"/>
                </a:lnTo>
                <a:close/>
                <a:moveTo>
                  <a:pt x="2290641" y="437077"/>
                </a:moveTo>
                <a:lnTo>
                  <a:pt x="2242959" y="437077"/>
                </a:lnTo>
                <a:lnTo>
                  <a:pt x="2242959" y="421183"/>
                </a:lnTo>
                <a:lnTo>
                  <a:pt x="2290641" y="421183"/>
                </a:lnTo>
                <a:lnTo>
                  <a:pt x="2290641" y="437077"/>
                </a:lnTo>
                <a:close/>
                <a:moveTo>
                  <a:pt x="2195278" y="437077"/>
                </a:moveTo>
                <a:lnTo>
                  <a:pt x="2147597" y="437077"/>
                </a:lnTo>
                <a:lnTo>
                  <a:pt x="2147597" y="421183"/>
                </a:lnTo>
                <a:lnTo>
                  <a:pt x="2195278" y="421183"/>
                </a:lnTo>
                <a:lnTo>
                  <a:pt x="2195278" y="437077"/>
                </a:lnTo>
                <a:close/>
                <a:moveTo>
                  <a:pt x="2099916" y="437077"/>
                </a:moveTo>
                <a:lnTo>
                  <a:pt x="2052235" y="437077"/>
                </a:lnTo>
                <a:lnTo>
                  <a:pt x="2052235" y="421183"/>
                </a:lnTo>
                <a:lnTo>
                  <a:pt x="2099916" y="421183"/>
                </a:lnTo>
                <a:lnTo>
                  <a:pt x="2099916" y="437077"/>
                </a:lnTo>
                <a:close/>
                <a:moveTo>
                  <a:pt x="2004554" y="437077"/>
                </a:moveTo>
                <a:lnTo>
                  <a:pt x="1956872" y="437077"/>
                </a:lnTo>
                <a:lnTo>
                  <a:pt x="1956872" y="421183"/>
                </a:lnTo>
                <a:lnTo>
                  <a:pt x="2004554" y="421183"/>
                </a:lnTo>
                <a:lnTo>
                  <a:pt x="2004554" y="437077"/>
                </a:lnTo>
                <a:close/>
                <a:moveTo>
                  <a:pt x="1909191" y="437077"/>
                </a:moveTo>
                <a:lnTo>
                  <a:pt x="1861510" y="437077"/>
                </a:lnTo>
                <a:lnTo>
                  <a:pt x="1861510" y="421183"/>
                </a:lnTo>
                <a:lnTo>
                  <a:pt x="1909191" y="421183"/>
                </a:lnTo>
                <a:lnTo>
                  <a:pt x="1909191" y="437077"/>
                </a:lnTo>
                <a:close/>
                <a:moveTo>
                  <a:pt x="1813829" y="437077"/>
                </a:moveTo>
                <a:lnTo>
                  <a:pt x="1766148" y="437077"/>
                </a:lnTo>
                <a:lnTo>
                  <a:pt x="1766148" y="421183"/>
                </a:lnTo>
                <a:lnTo>
                  <a:pt x="1813829" y="421183"/>
                </a:lnTo>
                <a:lnTo>
                  <a:pt x="1813829" y="437077"/>
                </a:lnTo>
                <a:close/>
                <a:moveTo>
                  <a:pt x="1718467" y="437077"/>
                </a:moveTo>
                <a:lnTo>
                  <a:pt x="1670786" y="437077"/>
                </a:lnTo>
                <a:lnTo>
                  <a:pt x="1670786" y="421183"/>
                </a:lnTo>
                <a:lnTo>
                  <a:pt x="1718467" y="421183"/>
                </a:lnTo>
                <a:lnTo>
                  <a:pt x="1718467" y="437077"/>
                </a:lnTo>
                <a:close/>
                <a:moveTo>
                  <a:pt x="1623104" y="437077"/>
                </a:moveTo>
                <a:lnTo>
                  <a:pt x="1575423" y="437077"/>
                </a:lnTo>
                <a:lnTo>
                  <a:pt x="1575423" y="421183"/>
                </a:lnTo>
                <a:lnTo>
                  <a:pt x="1623104" y="421183"/>
                </a:lnTo>
                <a:lnTo>
                  <a:pt x="1623104" y="437077"/>
                </a:lnTo>
                <a:close/>
                <a:moveTo>
                  <a:pt x="1527742" y="437077"/>
                </a:moveTo>
                <a:lnTo>
                  <a:pt x="1480061" y="437077"/>
                </a:lnTo>
                <a:lnTo>
                  <a:pt x="1480061" y="421183"/>
                </a:lnTo>
                <a:lnTo>
                  <a:pt x="1527742" y="421183"/>
                </a:lnTo>
                <a:lnTo>
                  <a:pt x="1527742" y="437077"/>
                </a:lnTo>
                <a:close/>
                <a:moveTo>
                  <a:pt x="1432380" y="437077"/>
                </a:moveTo>
                <a:lnTo>
                  <a:pt x="1384699" y="437077"/>
                </a:lnTo>
                <a:lnTo>
                  <a:pt x="1384699" y="421183"/>
                </a:lnTo>
                <a:lnTo>
                  <a:pt x="1432380" y="421183"/>
                </a:lnTo>
                <a:lnTo>
                  <a:pt x="1432380" y="437077"/>
                </a:lnTo>
                <a:close/>
                <a:moveTo>
                  <a:pt x="1337018" y="437077"/>
                </a:moveTo>
                <a:lnTo>
                  <a:pt x="1289336" y="437077"/>
                </a:lnTo>
                <a:lnTo>
                  <a:pt x="1289336" y="421183"/>
                </a:lnTo>
                <a:lnTo>
                  <a:pt x="1337018" y="421183"/>
                </a:lnTo>
                <a:lnTo>
                  <a:pt x="1337018" y="437077"/>
                </a:lnTo>
                <a:close/>
                <a:moveTo>
                  <a:pt x="1241655" y="437077"/>
                </a:moveTo>
                <a:lnTo>
                  <a:pt x="1193974" y="437077"/>
                </a:lnTo>
                <a:lnTo>
                  <a:pt x="1193974" y="421183"/>
                </a:lnTo>
                <a:lnTo>
                  <a:pt x="1241655" y="421183"/>
                </a:lnTo>
                <a:lnTo>
                  <a:pt x="1241655" y="437077"/>
                </a:lnTo>
                <a:close/>
                <a:moveTo>
                  <a:pt x="1146293" y="437077"/>
                </a:moveTo>
                <a:lnTo>
                  <a:pt x="1098612" y="437077"/>
                </a:lnTo>
                <a:lnTo>
                  <a:pt x="1098612" y="421183"/>
                </a:lnTo>
                <a:lnTo>
                  <a:pt x="1146293" y="421183"/>
                </a:lnTo>
                <a:lnTo>
                  <a:pt x="1146293" y="437077"/>
                </a:lnTo>
                <a:close/>
                <a:moveTo>
                  <a:pt x="1050931" y="437077"/>
                </a:moveTo>
                <a:lnTo>
                  <a:pt x="1003248" y="437077"/>
                </a:lnTo>
                <a:lnTo>
                  <a:pt x="1003248" y="421183"/>
                </a:lnTo>
                <a:lnTo>
                  <a:pt x="1050931" y="421183"/>
                </a:lnTo>
                <a:lnTo>
                  <a:pt x="1050931" y="437077"/>
                </a:lnTo>
                <a:close/>
                <a:moveTo>
                  <a:pt x="955568" y="437077"/>
                </a:moveTo>
                <a:lnTo>
                  <a:pt x="907887" y="437077"/>
                </a:lnTo>
                <a:lnTo>
                  <a:pt x="907887" y="421183"/>
                </a:lnTo>
                <a:lnTo>
                  <a:pt x="955568" y="421183"/>
                </a:lnTo>
                <a:lnTo>
                  <a:pt x="955568" y="437077"/>
                </a:lnTo>
                <a:close/>
                <a:moveTo>
                  <a:pt x="860204" y="437077"/>
                </a:moveTo>
                <a:lnTo>
                  <a:pt x="812525" y="437077"/>
                </a:lnTo>
                <a:lnTo>
                  <a:pt x="812525" y="421183"/>
                </a:lnTo>
                <a:lnTo>
                  <a:pt x="860204" y="421183"/>
                </a:lnTo>
                <a:lnTo>
                  <a:pt x="860204" y="437077"/>
                </a:lnTo>
                <a:close/>
                <a:moveTo>
                  <a:pt x="764844" y="437077"/>
                </a:moveTo>
                <a:lnTo>
                  <a:pt x="717163" y="437077"/>
                </a:lnTo>
                <a:lnTo>
                  <a:pt x="717163" y="421183"/>
                </a:lnTo>
                <a:lnTo>
                  <a:pt x="764844" y="421183"/>
                </a:lnTo>
                <a:lnTo>
                  <a:pt x="764844" y="437077"/>
                </a:lnTo>
                <a:close/>
                <a:moveTo>
                  <a:pt x="669481" y="437077"/>
                </a:moveTo>
                <a:lnTo>
                  <a:pt x="621800" y="437077"/>
                </a:lnTo>
                <a:lnTo>
                  <a:pt x="621800" y="421183"/>
                </a:lnTo>
                <a:lnTo>
                  <a:pt x="669481" y="421183"/>
                </a:lnTo>
                <a:lnTo>
                  <a:pt x="669481" y="437077"/>
                </a:lnTo>
                <a:close/>
                <a:moveTo>
                  <a:pt x="574119" y="437077"/>
                </a:moveTo>
                <a:lnTo>
                  <a:pt x="526438" y="437077"/>
                </a:lnTo>
                <a:lnTo>
                  <a:pt x="526438" y="421183"/>
                </a:lnTo>
                <a:lnTo>
                  <a:pt x="574119" y="421183"/>
                </a:lnTo>
                <a:lnTo>
                  <a:pt x="574119" y="437077"/>
                </a:lnTo>
                <a:close/>
                <a:moveTo>
                  <a:pt x="478757" y="437077"/>
                </a:moveTo>
                <a:lnTo>
                  <a:pt x="431076" y="437077"/>
                </a:lnTo>
                <a:lnTo>
                  <a:pt x="431076" y="421183"/>
                </a:lnTo>
                <a:lnTo>
                  <a:pt x="478757" y="421183"/>
                </a:lnTo>
                <a:lnTo>
                  <a:pt x="478757" y="437077"/>
                </a:lnTo>
                <a:close/>
                <a:moveTo>
                  <a:pt x="383395" y="437077"/>
                </a:moveTo>
                <a:lnTo>
                  <a:pt x="335713" y="437077"/>
                </a:lnTo>
                <a:lnTo>
                  <a:pt x="335713" y="421183"/>
                </a:lnTo>
                <a:lnTo>
                  <a:pt x="383395" y="421183"/>
                </a:lnTo>
                <a:lnTo>
                  <a:pt x="383395" y="437077"/>
                </a:lnTo>
                <a:close/>
                <a:moveTo>
                  <a:pt x="288032" y="437077"/>
                </a:moveTo>
                <a:lnTo>
                  <a:pt x="240351" y="437077"/>
                </a:lnTo>
                <a:lnTo>
                  <a:pt x="240351" y="421183"/>
                </a:lnTo>
                <a:lnTo>
                  <a:pt x="288032" y="421183"/>
                </a:lnTo>
                <a:lnTo>
                  <a:pt x="288032" y="437077"/>
                </a:lnTo>
                <a:close/>
                <a:moveTo>
                  <a:pt x="192670" y="437077"/>
                </a:moveTo>
                <a:lnTo>
                  <a:pt x="144989" y="437077"/>
                </a:lnTo>
                <a:lnTo>
                  <a:pt x="144989" y="421183"/>
                </a:lnTo>
                <a:lnTo>
                  <a:pt x="192670" y="421183"/>
                </a:lnTo>
                <a:lnTo>
                  <a:pt x="192670" y="437077"/>
                </a:lnTo>
                <a:close/>
                <a:moveTo>
                  <a:pt x="97308" y="437077"/>
                </a:moveTo>
                <a:lnTo>
                  <a:pt x="71124" y="437077"/>
                </a:lnTo>
                <a:cubicBezTo>
                  <a:pt x="62969" y="437076"/>
                  <a:pt x="55050" y="435715"/>
                  <a:pt x="47365" y="432993"/>
                </a:cubicBezTo>
                <a:lnTo>
                  <a:pt x="52673" y="418010"/>
                </a:lnTo>
                <a:cubicBezTo>
                  <a:pt x="58643" y="420125"/>
                  <a:pt x="64793" y="421183"/>
                  <a:pt x="71124" y="421183"/>
                </a:cubicBezTo>
                <a:lnTo>
                  <a:pt x="97308" y="421183"/>
                </a:lnTo>
                <a:lnTo>
                  <a:pt x="97308" y="437077"/>
                </a:lnTo>
                <a:close/>
                <a:moveTo>
                  <a:pt x="7611" y="397961"/>
                </a:moveTo>
                <a:cubicBezTo>
                  <a:pt x="2537" y="387894"/>
                  <a:pt x="0" y="377225"/>
                  <a:pt x="0" y="365953"/>
                </a:cubicBezTo>
                <a:lnTo>
                  <a:pt x="0" y="347692"/>
                </a:lnTo>
                <a:lnTo>
                  <a:pt x="15894" y="347692"/>
                </a:lnTo>
                <a:lnTo>
                  <a:pt x="15894" y="365953"/>
                </a:lnTo>
                <a:cubicBezTo>
                  <a:pt x="15894" y="374706"/>
                  <a:pt x="17863" y="382992"/>
                  <a:pt x="21802" y="390807"/>
                </a:cubicBezTo>
                <a:lnTo>
                  <a:pt x="7611" y="397961"/>
                </a:lnTo>
                <a:close/>
                <a:moveTo>
                  <a:pt x="0" y="300011"/>
                </a:moveTo>
                <a:lnTo>
                  <a:pt x="0" y="252329"/>
                </a:lnTo>
                <a:lnTo>
                  <a:pt x="15894" y="252329"/>
                </a:lnTo>
                <a:lnTo>
                  <a:pt x="15894" y="300011"/>
                </a:lnTo>
                <a:lnTo>
                  <a:pt x="0" y="300011"/>
                </a:lnTo>
                <a:close/>
                <a:moveTo>
                  <a:pt x="0" y="204648"/>
                </a:moveTo>
                <a:lnTo>
                  <a:pt x="0" y="156967"/>
                </a:lnTo>
                <a:lnTo>
                  <a:pt x="15894" y="156967"/>
                </a:lnTo>
                <a:lnTo>
                  <a:pt x="15894" y="204648"/>
                </a:lnTo>
                <a:lnTo>
                  <a:pt x="0" y="204648"/>
                </a:lnTo>
                <a:close/>
                <a:moveTo>
                  <a:pt x="0" y="109286"/>
                </a:moveTo>
                <a:lnTo>
                  <a:pt x="0" y="71124"/>
                </a:lnTo>
                <a:cubicBezTo>
                  <a:pt x="0" y="67650"/>
                  <a:pt x="254" y="64196"/>
                  <a:pt x="759" y="60762"/>
                </a:cubicBezTo>
                <a:lnTo>
                  <a:pt x="16483" y="63078"/>
                </a:lnTo>
                <a:cubicBezTo>
                  <a:pt x="16091" y="65748"/>
                  <a:pt x="15894" y="68430"/>
                  <a:pt x="15894" y="71124"/>
                </a:cubicBezTo>
                <a:lnTo>
                  <a:pt x="15894" y="109286"/>
                </a:lnTo>
                <a:lnTo>
                  <a:pt x="0" y="109286"/>
                </a:lnTo>
                <a:close/>
                <a:moveTo>
                  <a:pt x="27637" y="14844"/>
                </a:moveTo>
                <a:cubicBezTo>
                  <a:pt x="40443" y="4949"/>
                  <a:pt x="54939" y="0"/>
                  <a:pt x="71124" y="0"/>
                </a:cubicBezTo>
                <a:lnTo>
                  <a:pt x="118806" y="0"/>
                </a:lnTo>
                <a:lnTo>
                  <a:pt x="118806" y="15894"/>
                </a:lnTo>
                <a:lnTo>
                  <a:pt x="71124" y="15894"/>
                </a:lnTo>
                <a:cubicBezTo>
                  <a:pt x="58556" y="15894"/>
                  <a:pt x="47299" y="19736"/>
                  <a:pt x="37355" y="27421"/>
                </a:cubicBezTo>
                <a:lnTo>
                  <a:pt x="27637" y="14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V">
            <a:extLst xmlns:a="http://schemas.openxmlformats.org/drawingml/2006/main">
              <a:ext uri="{FF2B5EF4-FFF2-40B4-BE49-F238E27FC236}">
                <a16:creationId xmlns:a16="http://schemas.microsoft.com/office/drawing/2014/main" id="{861197F0-DCAE-416E-9315-393959A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9" y="3010027"/>
            <a:ext cx="134289" cy="129074"/>
          </a:xfrm>
          <a:custGeom xmlns:a="http://schemas.openxmlformats.org/drawingml/2006/main">
            <a:pathLst>
              <a:path w="134289" h="129074">
                <a:moveTo>
                  <a:pt x="134289" y="0"/>
                </a:moveTo>
                <a:lnTo>
                  <a:pt x="134289" y="3353"/>
                </a:lnTo>
                <a:cubicBezTo>
                  <a:pt x="129695" y="4098"/>
                  <a:pt x="125598" y="6552"/>
                  <a:pt x="121997" y="10715"/>
                </a:cubicBezTo>
                <a:cubicBezTo>
                  <a:pt x="119389" y="13820"/>
                  <a:pt x="115509" y="21119"/>
                  <a:pt x="110356" y="32612"/>
                </a:cubicBezTo>
                <a:lnTo>
                  <a:pt x="66865" y="129074"/>
                </a:lnTo>
                <a:lnTo>
                  <a:pt x="63792" y="129074"/>
                </a:lnTo>
                <a:lnTo>
                  <a:pt x="20488" y="28721"/>
                </a:lnTo>
                <a:cubicBezTo>
                  <a:pt x="15273" y="16597"/>
                  <a:pt x="11781" y="9478"/>
                  <a:pt x="10011" y="7363"/>
                </a:cubicBezTo>
                <a:cubicBezTo>
                  <a:pt x="8242" y="5248"/>
                  <a:pt x="4905" y="3911"/>
                  <a:pt x="0" y="3353"/>
                </a:cubicBezTo>
                <a:lnTo>
                  <a:pt x="0" y="0"/>
                </a:lnTo>
                <a:lnTo>
                  <a:pt x="60533" y="0"/>
                </a:lnTo>
                <a:lnTo>
                  <a:pt x="60533" y="3353"/>
                </a:lnTo>
                <a:lnTo>
                  <a:pt x="58484" y="3353"/>
                </a:lnTo>
                <a:cubicBezTo>
                  <a:pt x="53020" y="3353"/>
                  <a:pt x="49295" y="4040"/>
                  <a:pt x="47309" y="5416"/>
                </a:cubicBezTo>
                <a:cubicBezTo>
                  <a:pt x="45881" y="6353"/>
                  <a:pt x="45167" y="7728"/>
                  <a:pt x="45167" y="9540"/>
                </a:cubicBezTo>
                <a:cubicBezTo>
                  <a:pt x="45167" y="10665"/>
                  <a:pt x="45415" y="11993"/>
                  <a:pt x="45912" y="13524"/>
                </a:cubicBezTo>
                <a:cubicBezTo>
                  <a:pt x="46408" y="15055"/>
                  <a:pt x="48085" y="19146"/>
                  <a:pt x="50941" y="25799"/>
                </a:cubicBezTo>
                <a:lnTo>
                  <a:pt x="77854" y="88593"/>
                </a:lnTo>
                <a:lnTo>
                  <a:pt x="102812" y="32664"/>
                </a:lnTo>
                <a:cubicBezTo>
                  <a:pt x="105793" y="25901"/>
                  <a:pt x="107624" y="21367"/>
                  <a:pt x="108307" y="19062"/>
                </a:cubicBezTo>
                <a:cubicBezTo>
                  <a:pt x="108990" y="16755"/>
                  <a:pt x="109331" y="14791"/>
                  <a:pt x="109331" y="13169"/>
                </a:cubicBezTo>
                <a:cubicBezTo>
                  <a:pt x="109331" y="11300"/>
                  <a:pt x="108835" y="9649"/>
                  <a:pt x="107841" y="8216"/>
                </a:cubicBezTo>
                <a:cubicBezTo>
                  <a:pt x="106848" y="6782"/>
                  <a:pt x="105389" y="5690"/>
                  <a:pt x="103464" y="4942"/>
                </a:cubicBezTo>
                <a:cubicBezTo>
                  <a:pt x="100795" y="3882"/>
                  <a:pt x="97256" y="3353"/>
                  <a:pt x="92848" y="3353"/>
                </a:cubicBezTo>
                <a:lnTo>
                  <a:pt x="92848" y="0"/>
                </a:lnTo>
                <a:lnTo>
                  <a:pt x="1342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ulnerabilityRespositories">
            <a:extLst xmlns:a="http://schemas.openxmlformats.org/drawingml/2006/main">
              <a:ext uri="{FF2B5EF4-FFF2-40B4-BE49-F238E27FC236}">
                <a16:creationId xmlns:a16="http://schemas.microsoft.com/office/drawing/2014/main" id="{9DFD4081-62F9-45A1-B9E7-3F9A354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43" y="3007233"/>
            <a:ext cx="2069506" cy="170237"/>
          </a:xfrm>
          <a:custGeom xmlns:a="http://schemas.openxmlformats.org/drawingml/2006/main">
            <a:pathLst>
              <a:path w="2069506" h="170237">
                <a:moveTo>
                  <a:pt x="84653" y="41907"/>
                </a:moveTo>
                <a:lnTo>
                  <a:pt x="84653" y="110076"/>
                </a:lnTo>
                <a:cubicBezTo>
                  <a:pt x="84653" y="116760"/>
                  <a:pt x="85274" y="120930"/>
                  <a:pt x="86515" y="122585"/>
                </a:cubicBezTo>
                <a:cubicBezTo>
                  <a:pt x="87757" y="124239"/>
                  <a:pt x="90271" y="125285"/>
                  <a:pt x="94059" y="125722"/>
                </a:cubicBezTo>
                <a:lnTo>
                  <a:pt x="94059" y="129074"/>
                </a:lnTo>
                <a:lnTo>
                  <a:pt x="58577" y="129074"/>
                </a:lnTo>
                <a:lnTo>
                  <a:pt x="58577" y="117433"/>
                </a:lnTo>
                <a:cubicBezTo>
                  <a:pt x="54417" y="122400"/>
                  <a:pt x="50258" y="126017"/>
                  <a:pt x="46098" y="128283"/>
                </a:cubicBezTo>
                <a:cubicBezTo>
                  <a:pt x="41938" y="130549"/>
                  <a:pt x="37282" y="131682"/>
                  <a:pt x="32129" y="131682"/>
                </a:cubicBezTo>
                <a:cubicBezTo>
                  <a:pt x="27224" y="131682"/>
                  <a:pt x="22863" y="130176"/>
                  <a:pt x="19045" y="127165"/>
                </a:cubicBezTo>
                <a:cubicBezTo>
                  <a:pt x="15226" y="124154"/>
                  <a:pt x="12665" y="120631"/>
                  <a:pt x="11362" y="116595"/>
                </a:cubicBezTo>
                <a:cubicBezTo>
                  <a:pt x="10058" y="112560"/>
                  <a:pt x="9406" y="105513"/>
                  <a:pt x="9406" y="95455"/>
                </a:cubicBezTo>
                <a:lnTo>
                  <a:pt x="9406" y="60905"/>
                </a:lnTo>
                <a:cubicBezTo>
                  <a:pt x="9406" y="54245"/>
                  <a:pt x="8801" y="50098"/>
                  <a:pt x="7590" y="48464"/>
                </a:cubicBezTo>
                <a:cubicBezTo>
                  <a:pt x="6379" y="46830"/>
                  <a:pt x="3849" y="45762"/>
                  <a:pt x="0" y="45260"/>
                </a:cubicBezTo>
                <a:lnTo>
                  <a:pt x="0" y="41907"/>
                </a:lnTo>
                <a:lnTo>
                  <a:pt x="35481" y="41907"/>
                </a:lnTo>
                <a:lnTo>
                  <a:pt x="35481" y="101488"/>
                </a:lnTo>
                <a:cubicBezTo>
                  <a:pt x="35481" y="107705"/>
                  <a:pt x="35776" y="111714"/>
                  <a:pt x="36366" y="113516"/>
                </a:cubicBezTo>
                <a:cubicBezTo>
                  <a:pt x="36956" y="115319"/>
                  <a:pt x="37887" y="116686"/>
                  <a:pt x="39160" y="117620"/>
                </a:cubicBezTo>
                <a:cubicBezTo>
                  <a:pt x="40433" y="118551"/>
                  <a:pt x="41907" y="119017"/>
                  <a:pt x="43584" y="119017"/>
                </a:cubicBezTo>
                <a:cubicBezTo>
                  <a:pt x="45819" y="119017"/>
                  <a:pt x="47836" y="118427"/>
                  <a:pt x="49637" y="117247"/>
                </a:cubicBezTo>
                <a:cubicBezTo>
                  <a:pt x="52120" y="115633"/>
                  <a:pt x="55100" y="112374"/>
                  <a:pt x="58577" y="107469"/>
                </a:cubicBezTo>
                <a:lnTo>
                  <a:pt x="58577" y="60905"/>
                </a:lnTo>
                <a:cubicBezTo>
                  <a:pt x="58577" y="54245"/>
                  <a:pt x="57972" y="50098"/>
                  <a:pt x="56761" y="48464"/>
                </a:cubicBezTo>
                <a:cubicBezTo>
                  <a:pt x="55550" y="46830"/>
                  <a:pt x="53020" y="45762"/>
                  <a:pt x="49171" y="45260"/>
                </a:cubicBezTo>
                <a:lnTo>
                  <a:pt x="49171" y="41907"/>
                </a:lnTo>
                <a:lnTo>
                  <a:pt x="84653" y="41907"/>
                </a:lnTo>
                <a:close/>
                <a:moveTo>
                  <a:pt x="140686" y="2794"/>
                </a:moveTo>
                <a:lnTo>
                  <a:pt x="140686" y="111008"/>
                </a:lnTo>
                <a:cubicBezTo>
                  <a:pt x="140686" y="117154"/>
                  <a:pt x="141400" y="121081"/>
                  <a:pt x="142828" y="122788"/>
                </a:cubicBezTo>
                <a:cubicBezTo>
                  <a:pt x="144256" y="124496"/>
                  <a:pt x="147050" y="125473"/>
                  <a:pt x="151209" y="125722"/>
                </a:cubicBezTo>
                <a:lnTo>
                  <a:pt x="151209" y="129074"/>
                </a:lnTo>
                <a:lnTo>
                  <a:pt x="104180" y="129074"/>
                </a:lnTo>
                <a:lnTo>
                  <a:pt x="104180" y="125722"/>
                </a:lnTo>
                <a:cubicBezTo>
                  <a:pt x="108029" y="125598"/>
                  <a:pt x="110885" y="124480"/>
                  <a:pt x="112748" y="122369"/>
                </a:cubicBezTo>
                <a:cubicBezTo>
                  <a:pt x="113990" y="120941"/>
                  <a:pt x="114610" y="117154"/>
                  <a:pt x="114610" y="111008"/>
                </a:cubicBezTo>
                <a:lnTo>
                  <a:pt x="114610" y="20861"/>
                </a:lnTo>
                <a:cubicBezTo>
                  <a:pt x="114610" y="14737"/>
                  <a:pt x="113896" y="10817"/>
                  <a:pt x="112468" y="9100"/>
                </a:cubicBezTo>
                <a:cubicBezTo>
                  <a:pt x="111040" y="7381"/>
                  <a:pt x="108278" y="6397"/>
                  <a:pt x="104180" y="6146"/>
                </a:cubicBezTo>
                <a:lnTo>
                  <a:pt x="104180" y="2794"/>
                </a:lnTo>
                <a:lnTo>
                  <a:pt x="140686" y="2794"/>
                </a:lnTo>
                <a:close/>
                <a:moveTo>
                  <a:pt x="195198" y="41907"/>
                </a:moveTo>
                <a:lnTo>
                  <a:pt x="195198" y="53269"/>
                </a:lnTo>
                <a:cubicBezTo>
                  <a:pt x="199668" y="48393"/>
                  <a:pt x="203952" y="44847"/>
                  <a:pt x="208049" y="42629"/>
                </a:cubicBezTo>
                <a:cubicBezTo>
                  <a:pt x="212147" y="40409"/>
                  <a:pt x="216555" y="39300"/>
                  <a:pt x="221273" y="39300"/>
                </a:cubicBezTo>
                <a:cubicBezTo>
                  <a:pt x="226923" y="39300"/>
                  <a:pt x="231611" y="40869"/>
                  <a:pt x="235336" y="44008"/>
                </a:cubicBezTo>
                <a:cubicBezTo>
                  <a:pt x="239061" y="47148"/>
                  <a:pt x="241544" y="51048"/>
                  <a:pt x="242786" y="55710"/>
                </a:cubicBezTo>
                <a:cubicBezTo>
                  <a:pt x="243779" y="59255"/>
                  <a:pt x="244276" y="66063"/>
                  <a:pt x="244276" y="76134"/>
                </a:cubicBezTo>
                <a:lnTo>
                  <a:pt x="244276" y="110076"/>
                </a:lnTo>
                <a:cubicBezTo>
                  <a:pt x="244276" y="116782"/>
                  <a:pt x="244881" y="120957"/>
                  <a:pt x="246092" y="122602"/>
                </a:cubicBezTo>
                <a:cubicBezTo>
                  <a:pt x="247302" y="124247"/>
                  <a:pt x="249832" y="125287"/>
                  <a:pt x="253682" y="125722"/>
                </a:cubicBezTo>
                <a:lnTo>
                  <a:pt x="253682" y="129074"/>
                </a:lnTo>
                <a:lnTo>
                  <a:pt x="209633" y="129074"/>
                </a:lnTo>
                <a:lnTo>
                  <a:pt x="209633" y="125722"/>
                </a:lnTo>
                <a:cubicBezTo>
                  <a:pt x="212923" y="125287"/>
                  <a:pt x="215282" y="123921"/>
                  <a:pt x="216710" y="121624"/>
                </a:cubicBezTo>
                <a:cubicBezTo>
                  <a:pt x="217704" y="120072"/>
                  <a:pt x="218200" y="116223"/>
                  <a:pt x="218200" y="110076"/>
                </a:cubicBezTo>
                <a:lnTo>
                  <a:pt x="218200" y="71335"/>
                </a:lnTo>
                <a:cubicBezTo>
                  <a:pt x="218200" y="64196"/>
                  <a:pt x="217921" y="59695"/>
                  <a:pt x="217362" y="57832"/>
                </a:cubicBezTo>
                <a:cubicBezTo>
                  <a:pt x="216803" y="55969"/>
                  <a:pt x="215857" y="54526"/>
                  <a:pt x="214522" y="53502"/>
                </a:cubicBezTo>
                <a:cubicBezTo>
                  <a:pt x="213187" y="52477"/>
                  <a:pt x="211712" y="51965"/>
                  <a:pt x="210098" y="51965"/>
                </a:cubicBezTo>
                <a:cubicBezTo>
                  <a:pt x="204759" y="51965"/>
                  <a:pt x="199792" y="55814"/>
                  <a:pt x="195198" y="63513"/>
                </a:cubicBezTo>
                <a:lnTo>
                  <a:pt x="195198" y="110076"/>
                </a:lnTo>
                <a:cubicBezTo>
                  <a:pt x="195198" y="116595"/>
                  <a:pt x="195803" y="120724"/>
                  <a:pt x="197014" y="122462"/>
                </a:cubicBezTo>
                <a:cubicBezTo>
                  <a:pt x="198224" y="124201"/>
                  <a:pt x="200475" y="125287"/>
                  <a:pt x="203765" y="125722"/>
                </a:cubicBezTo>
                <a:lnTo>
                  <a:pt x="203765" y="129074"/>
                </a:lnTo>
                <a:lnTo>
                  <a:pt x="159716" y="129074"/>
                </a:lnTo>
                <a:lnTo>
                  <a:pt x="159716" y="125722"/>
                </a:lnTo>
                <a:cubicBezTo>
                  <a:pt x="163379" y="125349"/>
                  <a:pt x="165987" y="124170"/>
                  <a:pt x="167539" y="122183"/>
                </a:cubicBezTo>
                <a:cubicBezTo>
                  <a:pt x="168594" y="120817"/>
                  <a:pt x="169122" y="116782"/>
                  <a:pt x="169122" y="110076"/>
                </a:cubicBezTo>
                <a:lnTo>
                  <a:pt x="169122" y="60905"/>
                </a:lnTo>
                <a:cubicBezTo>
                  <a:pt x="169122" y="54245"/>
                  <a:pt x="168517" y="50098"/>
                  <a:pt x="167306" y="48464"/>
                </a:cubicBezTo>
                <a:cubicBezTo>
                  <a:pt x="166096" y="46830"/>
                  <a:pt x="163566" y="45762"/>
                  <a:pt x="159716" y="45260"/>
                </a:cubicBezTo>
                <a:lnTo>
                  <a:pt x="159716" y="41907"/>
                </a:lnTo>
                <a:lnTo>
                  <a:pt x="195198" y="41907"/>
                </a:lnTo>
                <a:close/>
                <a:moveTo>
                  <a:pt x="339423" y="82324"/>
                </a:moveTo>
                <a:lnTo>
                  <a:pt x="291648" y="82324"/>
                </a:lnTo>
                <a:cubicBezTo>
                  <a:pt x="292207" y="93903"/>
                  <a:pt x="295280" y="103054"/>
                  <a:pt x="300868" y="109777"/>
                </a:cubicBezTo>
                <a:cubicBezTo>
                  <a:pt x="305152" y="114943"/>
                  <a:pt x="310305" y="117527"/>
                  <a:pt x="316327" y="117527"/>
                </a:cubicBezTo>
                <a:cubicBezTo>
                  <a:pt x="320052" y="117527"/>
                  <a:pt x="323436" y="116487"/>
                  <a:pt x="326478" y="114407"/>
                </a:cubicBezTo>
                <a:cubicBezTo>
                  <a:pt x="329520" y="112327"/>
                  <a:pt x="332780" y="108586"/>
                  <a:pt x="336256" y="103185"/>
                </a:cubicBezTo>
                <a:lnTo>
                  <a:pt x="339423" y="105234"/>
                </a:lnTo>
                <a:cubicBezTo>
                  <a:pt x="334704" y="114857"/>
                  <a:pt x="329489" y="121671"/>
                  <a:pt x="323777" y="125675"/>
                </a:cubicBezTo>
                <a:cubicBezTo>
                  <a:pt x="318065" y="129680"/>
                  <a:pt x="311453" y="131682"/>
                  <a:pt x="303941" y="131682"/>
                </a:cubicBezTo>
                <a:cubicBezTo>
                  <a:pt x="291027" y="131682"/>
                  <a:pt x="281249" y="126710"/>
                  <a:pt x="274606" y="116767"/>
                </a:cubicBezTo>
                <a:cubicBezTo>
                  <a:pt x="269267" y="108750"/>
                  <a:pt x="266597" y="98807"/>
                  <a:pt x="266597" y="86937"/>
                </a:cubicBezTo>
                <a:cubicBezTo>
                  <a:pt x="266597" y="72394"/>
                  <a:pt x="270524" y="60819"/>
                  <a:pt x="278378" y="52212"/>
                </a:cubicBezTo>
                <a:cubicBezTo>
                  <a:pt x="286231" y="43604"/>
                  <a:pt x="295436" y="39300"/>
                  <a:pt x="305990" y="39300"/>
                </a:cubicBezTo>
                <a:cubicBezTo>
                  <a:pt x="314806" y="39300"/>
                  <a:pt x="322458" y="42916"/>
                  <a:pt x="328946" y="50149"/>
                </a:cubicBezTo>
                <a:cubicBezTo>
                  <a:pt x="335434" y="57382"/>
                  <a:pt x="338926" y="68107"/>
                  <a:pt x="339423" y="82324"/>
                </a:cubicBezTo>
                <a:moveTo>
                  <a:pt x="316513" y="76178"/>
                </a:moveTo>
                <a:cubicBezTo>
                  <a:pt x="316513" y="66182"/>
                  <a:pt x="315970" y="59322"/>
                  <a:pt x="314884" y="55597"/>
                </a:cubicBezTo>
                <a:cubicBezTo>
                  <a:pt x="313797" y="51872"/>
                  <a:pt x="312105" y="49047"/>
                  <a:pt x="309808" y="47122"/>
                </a:cubicBezTo>
                <a:cubicBezTo>
                  <a:pt x="308504" y="46005"/>
                  <a:pt x="306766" y="45446"/>
                  <a:pt x="304593" y="45446"/>
                </a:cubicBezTo>
                <a:cubicBezTo>
                  <a:pt x="301365" y="45446"/>
                  <a:pt x="298726" y="47029"/>
                  <a:pt x="296677" y="50196"/>
                </a:cubicBezTo>
                <a:cubicBezTo>
                  <a:pt x="293014" y="55721"/>
                  <a:pt x="291183" y="63295"/>
                  <a:pt x="291183" y="72919"/>
                </a:cubicBezTo>
                <a:lnTo>
                  <a:pt x="291183" y="76178"/>
                </a:lnTo>
                <a:lnTo>
                  <a:pt x="316513" y="76178"/>
                </a:lnTo>
                <a:close/>
                <a:moveTo>
                  <a:pt x="386481" y="41907"/>
                </a:moveTo>
                <a:lnTo>
                  <a:pt x="386481" y="61650"/>
                </a:lnTo>
                <a:cubicBezTo>
                  <a:pt x="392255" y="52648"/>
                  <a:pt x="397315" y="46672"/>
                  <a:pt x="401661" y="43723"/>
                </a:cubicBezTo>
                <a:cubicBezTo>
                  <a:pt x="406007" y="40774"/>
                  <a:pt x="410198" y="39300"/>
                  <a:pt x="414233" y="39300"/>
                </a:cubicBezTo>
                <a:cubicBezTo>
                  <a:pt x="417710" y="39300"/>
                  <a:pt x="420488" y="40375"/>
                  <a:pt x="422568" y="42524"/>
                </a:cubicBezTo>
                <a:cubicBezTo>
                  <a:pt x="424648" y="44674"/>
                  <a:pt x="425688" y="47711"/>
                  <a:pt x="425688" y="51636"/>
                </a:cubicBezTo>
                <a:cubicBezTo>
                  <a:pt x="425688" y="55811"/>
                  <a:pt x="424679" y="59052"/>
                  <a:pt x="422661" y="61359"/>
                </a:cubicBezTo>
                <a:cubicBezTo>
                  <a:pt x="420643" y="63664"/>
                  <a:pt x="418207" y="64817"/>
                  <a:pt x="415351" y="64817"/>
                </a:cubicBezTo>
                <a:cubicBezTo>
                  <a:pt x="412060" y="64817"/>
                  <a:pt x="409204" y="63761"/>
                  <a:pt x="406783" y="61650"/>
                </a:cubicBezTo>
                <a:cubicBezTo>
                  <a:pt x="404362" y="59539"/>
                  <a:pt x="402934" y="58360"/>
                  <a:pt x="402499" y="58111"/>
                </a:cubicBezTo>
                <a:cubicBezTo>
                  <a:pt x="401878" y="57739"/>
                  <a:pt x="401164" y="57553"/>
                  <a:pt x="400357" y="57553"/>
                </a:cubicBezTo>
                <a:cubicBezTo>
                  <a:pt x="398557" y="57553"/>
                  <a:pt x="396849" y="58236"/>
                  <a:pt x="395235" y="59601"/>
                </a:cubicBezTo>
                <a:cubicBezTo>
                  <a:pt x="392690" y="61712"/>
                  <a:pt x="390765" y="64723"/>
                  <a:pt x="389461" y="68635"/>
                </a:cubicBezTo>
                <a:cubicBezTo>
                  <a:pt x="387475" y="74657"/>
                  <a:pt x="386481" y="81300"/>
                  <a:pt x="386481" y="88564"/>
                </a:cubicBezTo>
                <a:lnTo>
                  <a:pt x="386481" y="108586"/>
                </a:lnTo>
                <a:lnTo>
                  <a:pt x="386574" y="113801"/>
                </a:lnTo>
                <a:cubicBezTo>
                  <a:pt x="386574" y="117340"/>
                  <a:pt x="386792" y="119606"/>
                  <a:pt x="387226" y="120600"/>
                </a:cubicBezTo>
                <a:cubicBezTo>
                  <a:pt x="387971" y="122276"/>
                  <a:pt x="389073" y="123502"/>
                  <a:pt x="390532" y="124278"/>
                </a:cubicBezTo>
                <a:cubicBezTo>
                  <a:pt x="391991" y="125054"/>
                  <a:pt x="394459" y="125536"/>
                  <a:pt x="397936" y="125722"/>
                </a:cubicBezTo>
                <a:lnTo>
                  <a:pt x="397936" y="129074"/>
                </a:lnTo>
                <a:lnTo>
                  <a:pt x="350907" y="129074"/>
                </a:lnTo>
                <a:lnTo>
                  <a:pt x="350907" y="125722"/>
                </a:lnTo>
                <a:cubicBezTo>
                  <a:pt x="354694" y="125411"/>
                  <a:pt x="357255" y="124371"/>
                  <a:pt x="358590" y="122602"/>
                </a:cubicBezTo>
                <a:cubicBezTo>
                  <a:pt x="359924" y="120833"/>
                  <a:pt x="360592" y="116161"/>
                  <a:pt x="360592" y="108586"/>
                </a:cubicBezTo>
                <a:lnTo>
                  <a:pt x="360592" y="60346"/>
                </a:lnTo>
                <a:cubicBezTo>
                  <a:pt x="360592" y="55349"/>
                  <a:pt x="360344" y="52163"/>
                  <a:pt x="359847" y="50789"/>
                </a:cubicBezTo>
                <a:cubicBezTo>
                  <a:pt x="359226" y="49039"/>
                  <a:pt x="358326" y="47759"/>
                  <a:pt x="357146" y="46948"/>
                </a:cubicBezTo>
                <a:cubicBezTo>
                  <a:pt x="355967" y="46135"/>
                  <a:pt x="353887" y="45572"/>
                  <a:pt x="350907" y="45260"/>
                </a:cubicBezTo>
                <a:lnTo>
                  <a:pt x="350907" y="41907"/>
                </a:lnTo>
                <a:lnTo>
                  <a:pt x="386481" y="41907"/>
                </a:lnTo>
                <a:close/>
                <a:moveTo>
                  <a:pt x="483083" y="116223"/>
                </a:moveTo>
                <a:cubicBezTo>
                  <a:pt x="472466" y="125660"/>
                  <a:pt x="462936" y="130378"/>
                  <a:pt x="454493" y="130378"/>
                </a:cubicBezTo>
                <a:cubicBezTo>
                  <a:pt x="449526" y="130378"/>
                  <a:pt x="445397" y="128744"/>
                  <a:pt x="442107" y="125474"/>
                </a:cubicBezTo>
                <a:cubicBezTo>
                  <a:pt x="438816" y="122203"/>
                  <a:pt x="437171" y="118108"/>
                  <a:pt x="437171" y="113187"/>
                </a:cubicBezTo>
                <a:cubicBezTo>
                  <a:pt x="437171" y="106521"/>
                  <a:pt x="440027" y="100525"/>
                  <a:pt x="445739" y="95199"/>
                </a:cubicBezTo>
                <a:cubicBezTo>
                  <a:pt x="451450" y="89874"/>
                  <a:pt x="463898" y="82788"/>
                  <a:pt x="483083" y="73943"/>
                </a:cubicBezTo>
                <a:lnTo>
                  <a:pt x="483083" y="65189"/>
                </a:lnTo>
                <a:cubicBezTo>
                  <a:pt x="483083" y="58608"/>
                  <a:pt x="482726" y="54464"/>
                  <a:pt x="482012" y="52757"/>
                </a:cubicBezTo>
                <a:cubicBezTo>
                  <a:pt x="481298" y="51049"/>
                  <a:pt x="479947" y="49559"/>
                  <a:pt x="477961" y="48286"/>
                </a:cubicBezTo>
                <a:cubicBezTo>
                  <a:pt x="475974" y="47014"/>
                  <a:pt x="473739" y="46377"/>
                  <a:pt x="471256" y="46377"/>
                </a:cubicBezTo>
                <a:cubicBezTo>
                  <a:pt x="467220" y="46377"/>
                  <a:pt x="463898" y="47278"/>
                  <a:pt x="461291" y="49078"/>
                </a:cubicBezTo>
                <a:cubicBezTo>
                  <a:pt x="459677" y="50196"/>
                  <a:pt x="458870" y="51499"/>
                  <a:pt x="458870" y="52989"/>
                </a:cubicBezTo>
                <a:cubicBezTo>
                  <a:pt x="458870" y="54293"/>
                  <a:pt x="459739" y="55907"/>
                  <a:pt x="461477" y="57832"/>
                </a:cubicBezTo>
                <a:cubicBezTo>
                  <a:pt x="463836" y="60502"/>
                  <a:pt x="465016" y="63078"/>
                  <a:pt x="465016" y="65562"/>
                </a:cubicBezTo>
                <a:cubicBezTo>
                  <a:pt x="465016" y="68604"/>
                  <a:pt x="463883" y="71196"/>
                  <a:pt x="461617" y="73338"/>
                </a:cubicBezTo>
                <a:cubicBezTo>
                  <a:pt x="459351" y="75480"/>
                  <a:pt x="456386" y="76551"/>
                  <a:pt x="452723" y="76551"/>
                </a:cubicBezTo>
                <a:cubicBezTo>
                  <a:pt x="448812" y="76551"/>
                  <a:pt x="445537" y="75371"/>
                  <a:pt x="442898" y="73012"/>
                </a:cubicBezTo>
                <a:cubicBezTo>
                  <a:pt x="440260" y="70653"/>
                  <a:pt x="438940" y="67890"/>
                  <a:pt x="438940" y="64723"/>
                </a:cubicBezTo>
                <a:cubicBezTo>
                  <a:pt x="438940" y="60253"/>
                  <a:pt x="440710" y="55985"/>
                  <a:pt x="444249" y="51918"/>
                </a:cubicBezTo>
                <a:cubicBezTo>
                  <a:pt x="447787" y="47852"/>
                  <a:pt x="452723" y="44732"/>
                  <a:pt x="459056" y="42559"/>
                </a:cubicBezTo>
                <a:cubicBezTo>
                  <a:pt x="465389" y="40386"/>
                  <a:pt x="471970" y="39300"/>
                  <a:pt x="478799" y="39300"/>
                </a:cubicBezTo>
                <a:cubicBezTo>
                  <a:pt x="487056" y="39300"/>
                  <a:pt x="493591" y="41058"/>
                  <a:pt x="498402" y="44576"/>
                </a:cubicBezTo>
                <a:cubicBezTo>
                  <a:pt x="503214" y="48091"/>
                  <a:pt x="506333" y="51903"/>
                  <a:pt x="507761" y="56010"/>
                </a:cubicBezTo>
                <a:cubicBezTo>
                  <a:pt x="508631" y="58624"/>
                  <a:pt x="509065" y="64628"/>
                  <a:pt x="509065" y="74025"/>
                </a:cubicBezTo>
                <a:lnTo>
                  <a:pt x="509065" y="107908"/>
                </a:lnTo>
                <a:cubicBezTo>
                  <a:pt x="509065" y="111891"/>
                  <a:pt x="509220" y="114397"/>
                  <a:pt x="509531" y="115425"/>
                </a:cubicBezTo>
                <a:cubicBezTo>
                  <a:pt x="509841" y="116452"/>
                  <a:pt x="510307" y="117214"/>
                  <a:pt x="510928" y="117713"/>
                </a:cubicBezTo>
                <a:cubicBezTo>
                  <a:pt x="511549" y="118210"/>
                  <a:pt x="512263" y="118458"/>
                  <a:pt x="513070" y="118458"/>
                </a:cubicBezTo>
                <a:cubicBezTo>
                  <a:pt x="514684" y="118458"/>
                  <a:pt x="516329" y="117309"/>
                  <a:pt x="518005" y="115012"/>
                </a:cubicBezTo>
                <a:lnTo>
                  <a:pt x="520799" y="117247"/>
                </a:lnTo>
                <a:cubicBezTo>
                  <a:pt x="517695" y="121841"/>
                  <a:pt x="514482" y="125179"/>
                  <a:pt x="511161" y="127258"/>
                </a:cubicBezTo>
                <a:cubicBezTo>
                  <a:pt x="507839" y="129338"/>
                  <a:pt x="504067" y="130378"/>
                  <a:pt x="499846" y="130378"/>
                </a:cubicBezTo>
                <a:cubicBezTo>
                  <a:pt x="494879" y="130378"/>
                  <a:pt x="490999" y="129206"/>
                  <a:pt x="488205" y="126863"/>
                </a:cubicBezTo>
                <a:cubicBezTo>
                  <a:pt x="485411" y="124519"/>
                  <a:pt x="483704" y="120972"/>
                  <a:pt x="483083" y="116223"/>
                </a:cubicBezTo>
                <a:moveTo>
                  <a:pt x="483083" y="109331"/>
                </a:moveTo>
                <a:lnTo>
                  <a:pt x="483083" y="80200"/>
                </a:lnTo>
                <a:cubicBezTo>
                  <a:pt x="475570" y="84629"/>
                  <a:pt x="469983" y="89371"/>
                  <a:pt x="466320" y="94425"/>
                </a:cubicBezTo>
                <a:cubicBezTo>
                  <a:pt x="463898" y="97793"/>
                  <a:pt x="462688" y="101193"/>
                  <a:pt x="462688" y="104626"/>
                </a:cubicBezTo>
                <a:cubicBezTo>
                  <a:pt x="462688" y="107495"/>
                  <a:pt x="463712" y="110022"/>
                  <a:pt x="465761" y="112207"/>
                </a:cubicBezTo>
                <a:cubicBezTo>
                  <a:pt x="467313" y="113891"/>
                  <a:pt x="469486" y="114733"/>
                  <a:pt x="472280" y="114733"/>
                </a:cubicBezTo>
                <a:cubicBezTo>
                  <a:pt x="475384" y="114733"/>
                  <a:pt x="478985" y="112932"/>
                  <a:pt x="483083" y="109331"/>
                </a:cubicBezTo>
                <a:close/>
                <a:moveTo>
                  <a:pt x="564104" y="2794"/>
                </a:moveTo>
                <a:lnTo>
                  <a:pt x="564104" y="50661"/>
                </a:lnTo>
                <a:cubicBezTo>
                  <a:pt x="571430" y="43087"/>
                  <a:pt x="579439" y="39300"/>
                  <a:pt x="588131" y="39300"/>
                </a:cubicBezTo>
                <a:cubicBezTo>
                  <a:pt x="594091" y="39300"/>
                  <a:pt x="599710" y="41056"/>
                  <a:pt x="604987" y="44567"/>
                </a:cubicBezTo>
                <a:cubicBezTo>
                  <a:pt x="610264" y="48079"/>
                  <a:pt x="614393" y="53066"/>
                  <a:pt x="617373" y="59529"/>
                </a:cubicBezTo>
                <a:cubicBezTo>
                  <a:pt x="620353" y="65991"/>
                  <a:pt x="621843" y="73449"/>
                  <a:pt x="621843" y="81902"/>
                </a:cubicBezTo>
                <a:cubicBezTo>
                  <a:pt x="621843" y="91411"/>
                  <a:pt x="619949" y="100050"/>
                  <a:pt x="616162" y="107818"/>
                </a:cubicBezTo>
                <a:cubicBezTo>
                  <a:pt x="612375" y="115586"/>
                  <a:pt x="607315" y="121506"/>
                  <a:pt x="600982" y="125576"/>
                </a:cubicBezTo>
                <a:cubicBezTo>
                  <a:pt x="594650" y="129647"/>
                  <a:pt x="587417" y="131682"/>
                  <a:pt x="579284" y="131682"/>
                </a:cubicBezTo>
                <a:cubicBezTo>
                  <a:pt x="574565" y="131682"/>
                  <a:pt x="570374" y="130937"/>
                  <a:pt x="566711" y="129447"/>
                </a:cubicBezTo>
                <a:cubicBezTo>
                  <a:pt x="563048" y="127957"/>
                  <a:pt x="559448" y="125536"/>
                  <a:pt x="555909" y="122183"/>
                </a:cubicBezTo>
                <a:lnTo>
                  <a:pt x="541474" y="131682"/>
                </a:lnTo>
                <a:lnTo>
                  <a:pt x="538308" y="131682"/>
                </a:lnTo>
                <a:lnTo>
                  <a:pt x="538308" y="20861"/>
                </a:lnTo>
                <a:cubicBezTo>
                  <a:pt x="538308" y="15799"/>
                  <a:pt x="538090" y="12675"/>
                  <a:pt x="537656" y="11490"/>
                </a:cubicBezTo>
                <a:cubicBezTo>
                  <a:pt x="537035" y="9740"/>
                  <a:pt x="536057" y="8443"/>
                  <a:pt x="534722" y="7599"/>
                </a:cubicBezTo>
                <a:cubicBezTo>
                  <a:pt x="533387" y="6755"/>
                  <a:pt x="531137" y="6271"/>
                  <a:pt x="527971" y="6146"/>
                </a:cubicBezTo>
                <a:lnTo>
                  <a:pt x="527971" y="2794"/>
                </a:lnTo>
                <a:lnTo>
                  <a:pt x="564104" y="2794"/>
                </a:lnTo>
                <a:moveTo>
                  <a:pt x="564104" y="58961"/>
                </a:moveTo>
                <a:lnTo>
                  <a:pt x="564104" y="97749"/>
                </a:lnTo>
                <a:cubicBezTo>
                  <a:pt x="564104" y="105643"/>
                  <a:pt x="564290" y="110679"/>
                  <a:pt x="564663" y="112856"/>
                </a:cubicBezTo>
                <a:cubicBezTo>
                  <a:pt x="565284" y="116523"/>
                  <a:pt x="566774" y="119491"/>
                  <a:pt x="569133" y="121761"/>
                </a:cubicBezTo>
                <a:cubicBezTo>
                  <a:pt x="571492" y="124029"/>
                  <a:pt x="574503" y="125163"/>
                  <a:pt x="578166" y="125163"/>
                </a:cubicBezTo>
                <a:cubicBezTo>
                  <a:pt x="581332" y="125163"/>
                  <a:pt x="584049" y="124262"/>
                  <a:pt x="586315" y="122459"/>
                </a:cubicBezTo>
                <a:cubicBezTo>
                  <a:pt x="588581" y="120657"/>
                  <a:pt x="590474" y="117083"/>
                  <a:pt x="591996" y="111738"/>
                </a:cubicBezTo>
                <a:cubicBezTo>
                  <a:pt x="593517" y="106391"/>
                  <a:pt x="594277" y="96755"/>
                  <a:pt x="594277" y="82831"/>
                </a:cubicBezTo>
                <a:cubicBezTo>
                  <a:pt x="594277" y="69465"/>
                  <a:pt x="592601" y="60296"/>
                  <a:pt x="589248" y="55323"/>
                </a:cubicBezTo>
                <a:cubicBezTo>
                  <a:pt x="586827" y="51719"/>
                  <a:pt x="583567" y="49916"/>
                  <a:pt x="579470" y="49916"/>
                </a:cubicBezTo>
                <a:cubicBezTo>
                  <a:pt x="574131" y="49916"/>
                  <a:pt x="569009" y="52931"/>
                  <a:pt x="564104" y="58961"/>
                </a:cubicBezTo>
                <a:close/>
                <a:moveTo>
                  <a:pt x="657388" y="0"/>
                </a:moveTo>
                <a:cubicBezTo>
                  <a:pt x="661424" y="0"/>
                  <a:pt x="664838" y="1417"/>
                  <a:pt x="667632" y="4252"/>
                </a:cubicBezTo>
                <a:cubicBezTo>
                  <a:pt x="670426" y="7084"/>
                  <a:pt x="671823" y="10494"/>
                  <a:pt x="671823" y="14481"/>
                </a:cubicBezTo>
                <a:cubicBezTo>
                  <a:pt x="671823" y="18468"/>
                  <a:pt x="670410" y="21864"/>
                  <a:pt x="667586" y="24667"/>
                </a:cubicBezTo>
                <a:cubicBezTo>
                  <a:pt x="664761" y="27469"/>
                  <a:pt x="661362" y="28869"/>
                  <a:pt x="657388" y="28869"/>
                </a:cubicBezTo>
                <a:cubicBezTo>
                  <a:pt x="653415" y="28869"/>
                  <a:pt x="650031" y="27469"/>
                  <a:pt x="647237" y="24667"/>
                </a:cubicBezTo>
                <a:cubicBezTo>
                  <a:pt x="644443" y="21864"/>
                  <a:pt x="643047" y="18468"/>
                  <a:pt x="643047" y="14481"/>
                </a:cubicBezTo>
                <a:cubicBezTo>
                  <a:pt x="643047" y="10494"/>
                  <a:pt x="644443" y="7084"/>
                  <a:pt x="647237" y="4252"/>
                </a:cubicBezTo>
                <a:cubicBezTo>
                  <a:pt x="650031" y="1417"/>
                  <a:pt x="653415" y="0"/>
                  <a:pt x="657388" y="0"/>
                </a:cubicBezTo>
                <a:moveTo>
                  <a:pt x="670426" y="41907"/>
                </a:moveTo>
                <a:lnTo>
                  <a:pt x="670426" y="111008"/>
                </a:lnTo>
                <a:cubicBezTo>
                  <a:pt x="670426" y="117154"/>
                  <a:pt x="671140" y="121081"/>
                  <a:pt x="672568" y="122788"/>
                </a:cubicBezTo>
                <a:cubicBezTo>
                  <a:pt x="673996" y="124496"/>
                  <a:pt x="676790" y="125473"/>
                  <a:pt x="680949" y="125722"/>
                </a:cubicBezTo>
                <a:lnTo>
                  <a:pt x="680949" y="129074"/>
                </a:lnTo>
                <a:lnTo>
                  <a:pt x="633920" y="129074"/>
                </a:lnTo>
                <a:lnTo>
                  <a:pt x="633920" y="125722"/>
                </a:lnTo>
                <a:cubicBezTo>
                  <a:pt x="637769" y="125598"/>
                  <a:pt x="640625" y="124480"/>
                  <a:pt x="642488" y="122369"/>
                </a:cubicBezTo>
                <a:cubicBezTo>
                  <a:pt x="643729" y="120941"/>
                  <a:pt x="644350" y="117154"/>
                  <a:pt x="644350" y="111008"/>
                </a:cubicBezTo>
                <a:lnTo>
                  <a:pt x="644350" y="60160"/>
                </a:lnTo>
                <a:cubicBezTo>
                  <a:pt x="644350" y="53936"/>
                  <a:pt x="643636" y="49960"/>
                  <a:pt x="642208" y="48231"/>
                </a:cubicBezTo>
                <a:cubicBezTo>
                  <a:pt x="640780" y="46502"/>
                  <a:pt x="638018" y="45512"/>
                  <a:pt x="633920" y="45260"/>
                </a:cubicBezTo>
                <a:lnTo>
                  <a:pt x="633920" y="41907"/>
                </a:lnTo>
                <a:lnTo>
                  <a:pt x="670426" y="41907"/>
                </a:lnTo>
                <a:close/>
                <a:moveTo>
                  <a:pt x="723541" y="2794"/>
                </a:moveTo>
                <a:lnTo>
                  <a:pt x="723541" y="111008"/>
                </a:lnTo>
                <a:cubicBezTo>
                  <a:pt x="723541" y="117154"/>
                  <a:pt x="724255" y="121081"/>
                  <a:pt x="725683" y="122788"/>
                </a:cubicBezTo>
                <a:cubicBezTo>
                  <a:pt x="727111" y="124496"/>
                  <a:pt x="729905" y="125473"/>
                  <a:pt x="734064" y="125722"/>
                </a:cubicBezTo>
                <a:lnTo>
                  <a:pt x="734064" y="129074"/>
                </a:lnTo>
                <a:lnTo>
                  <a:pt x="687035" y="129074"/>
                </a:lnTo>
                <a:lnTo>
                  <a:pt x="687035" y="125722"/>
                </a:lnTo>
                <a:cubicBezTo>
                  <a:pt x="690884" y="125598"/>
                  <a:pt x="693740" y="124480"/>
                  <a:pt x="695603" y="122369"/>
                </a:cubicBezTo>
                <a:cubicBezTo>
                  <a:pt x="696844" y="120941"/>
                  <a:pt x="697465" y="117154"/>
                  <a:pt x="697465" y="111008"/>
                </a:cubicBezTo>
                <a:lnTo>
                  <a:pt x="697465" y="20861"/>
                </a:lnTo>
                <a:cubicBezTo>
                  <a:pt x="697465" y="14737"/>
                  <a:pt x="696751" y="10817"/>
                  <a:pt x="695323" y="9100"/>
                </a:cubicBezTo>
                <a:cubicBezTo>
                  <a:pt x="693895" y="7381"/>
                  <a:pt x="691133" y="6397"/>
                  <a:pt x="687035" y="6146"/>
                </a:cubicBezTo>
                <a:lnTo>
                  <a:pt x="687035" y="2794"/>
                </a:lnTo>
                <a:lnTo>
                  <a:pt x="723541" y="2794"/>
                </a:lnTo>
                <a:close/>
                <a:moveTo>
                  <a:pt x="763431" y="0"/>
                </a:moveTo>
                <a:cubicBezTo>
                  <a:pt x="767466" y="0"/>
                  <a:pt x="770881" y="1417"/>
                  <a:pt x="773675" y="4252"/>
                </a:cubicBezTo>
                <a:cubicBezTo>
                  <a:pt x="776469" y="7084"/>
                  <a:pt x="777866" y="10494"/>
                  <a:pt x="777866" y="14481"/>
                </a:cubicBezTo>
                <a:cubicBezTo>
                  <a:pt x="777866" y="18468"/>
                  <a:pt x="776453" y="21864"/>
                  <a:pt x="773628" y="24667"/>
                </a:cubicBezTo>
                <a:cubicBezTo>
                  <a:pt x="770803" y="27469"/>
                  <a:pt x="767404" y="28869"/>
                  <a:pt x="763431" y="28869"/>
                </a:cubicBezTo>
                <a:cubicBezTo>
                  <a:pt x="759457" y="28869"/>
                  <a:pt x="756074" y="27469"/>
                  <a:pt x="753280" y="24667"/>
                </a:cubicBezTo>
                <a:cubicBezTo>
                  <a:pt x="750486" y="21864"/>
                  <a:pt x="749089" y="18468"/>
                  <a:pt x="749089" y="14481"/>
                </a:cubicBezTo>
                <a:cubicBezTo>
                  <a:pt x="749089" y="10494"/>
                  <a:pt x="750486" y="7084"/>
                  <a:pt x="753280" y="4252"/>
                </a:cubicBezTo>
                <a:cubicBezTo>
                  <a:pt x="756074" y="1417"/>
                  <a:pt x="759457" y="0"/>
                  <a:pt x="763431" y="0"/>
                </a:cubicBezTo>
                <a:moveTo>
                  <a:pt x="776469" y="41907"/>
                </a:moveTo>
                <a:lnTo>
                  <a:pt x="776469" y="111008"/>
                </a:lnTo>
                <a:cubicBezTo>
                  <a:pt x="776469" y="117154"/>
                  <a:pt x="777183" y="121081"/>
                  <a:pt x="778611" y="122788"/>
                </a:cubicBezTo>
                <a:cubicBezTo>
                  <a:pt x="780038" y="124496"/>
                  <a:pt x="782832" y="125473"/>
                  <a:pt x="786992" y="125722"/>
                </a:cubicBezTo>
                <a:lnTo>
                  <a:pt x="786992" y="129074"/>
                </a:lnTo>
                <a:lnTo>
                  <a:pt x="739963" y="129074"/>
                </a:lnTo>
                <a:lnTo>
                  <a:pt x="739963" y="125722"/>
                </a:lnTo>
                <a:cubicBezTo>
                  <a:pt x="743812" y="125598"/>
                  <a:pt x="746668" y="124480"/>
                  <a:pt x="748530" y="122369"/>
                </a:cubicBezTo>
                <a:cubicBezTo>
                  <a:pt x="749772" y="120941"/>
                  <a:pt x="750393" y="117154"/>
                  <a:pt x="750393" y="111008"/>
                </a:cubicBezTo>
                <a:lnTo>
                  <a:pt x="750393" y="60160"/>
                </a:lnTo>
                <a:cubicBezTo>
                  <a:pt x="750393" y="53936"/>
                  <a:pt x="749679" y="49960"/>
                  <a:pt x="748251" y="48231"/>
                </a:cubicBezTo>
                <a:cubicBezTo>
                  <a:pt x="746823" y="46502"/>
                  <a:pt x="744060" y="45512"/>
                  <a:pt x="739963" y="45260"/>
                </a:cubicBezTo>
                <a:lnTo>
                  <a:pt x="739963" y="41907"/>
                </a:lnTo>
                <a:lnTo>
                  <a:pt x="776469" y="41907"/>
                </a:lnTo>
                <a:close/>
                <a:moveTo>
                  <a:pt x="830049" y="9871"/>
                </a:moveTo>
                <a:lnTo>
                  <a:pt x="830049" y="41907"/>
                </a:lnTo>
                <a:lnTo>
                  <a:pt x="850723" y="41907"/>
                </a:lnTo>
                <a:lnTo>
                  <a:pt x="850723" y="51034"/>
                </a:lnTo>
                <a:lnTo>
                  <a:pt x="830049" y="51034"/>
                </a:lnTo>
                <a:lnTo>
                  <a:pt x="830049" y="104914"/>
                </a:lnTo>
                <a:cubicBezTo>
                  <a:pt x="830049" y="109956"/>
                  <a:pt x="830282" y="113209"/>
                  <a:pt x="830748" y="114672"/>
                </a:cubicBezTo>
                <a:cubicBezTo>
                  <a:pt x="831213" y="116135"/>
                  <a:pt x="832036" y="117318"/>
                  <a:pt x="833215" y="118222"/>
                </a:cubicBezTo>
                <a:cubicBezTo>
                  <a:pt x="834395" y="119124"/>
                  <a:pt x="835482" y="119575"/>
                  <a:pt x="836475" y="119575"/>
                </a:cubicBezTo>
                <a:cubicBezTo>
                  <a:pt x="840510" y="119575"/>
                  <a:pt x="844329" y="116471"/>
                  <a:pt x="847930" y="110263"/>
                </a:cubicBezTo>
                <a:lnTo>
                  <a:pt x="850723" y="112332"/>
                </a:lnTo>
                <a:cubicBezTo>
                  <a:pt x="845695" y="124363"/>
                  <a:pt x="837530" y="130378"/>
                  <a:pt x="826231" y="130378"/>
                </a:cubicBezTo>
                <a:cubicBezTo>
                  <a:pt x="820705" y="130378"/>
                  <a:pt x="816034" y="128837"/>
                  <a:pt x="812215" y="125754"/>
                </a:cubicBezTo>
                <a:cubicBezTo>
                  <a:pt x="808397" y="122669"/>
                  <a:pt x="805960" y="119226"/>
                  <a:pt x="804905" y="115425"/>
                </a:cubicBezTo>
                <a:cubicBezTo>
                  <a:pt x="804284" y="113307"/>
                  <a:pt x="803974" y="107575"/>
                  <a:pt x="803974" y="98229"/>
                </a:cubicBezTo>
                <a:lnTo>
                  <a:pt x="803974" y="51034"/>
                </a:lnTo>
                <a:lnTo>
                  <a:pt x="792612" y="51034"/>
                </a:lnTo>
                <a:lnTo>
                  <a:pt x="792612" y="47766"/>
                </a:lnTo>
                <a:cubicBezTo>
                  <a:pt x="800435" y="42228"/>
                  <a:pt x="807093" y="36411"/>
                  <a:pt x="812588" y="30313"/>
                </a:cubicBezTo>
                <a:cubicBezTo>
                  <a:pt x="818082" y="24215"/>
                  <a:pt x="822878" y="17401"/>
                  <a:pt x="826976" y="9871"/>
                </a:cubicBezTo>
                <a:lnTo>
                  <a:pt x="830049" y="9871"/>
                </a:lnTo>
                <a:close/>
                <a:moveTo>
                  <a:pt x="898961" y="132698"/>
                </a:moveTo>
                <a:lnTo>
                  <a:pt x="870837" y="68009"/>
                </a:lnTo>
                <a:cubicBezTo>
                  <a:pt x="866615" y="58211"/>
                  <a:pt x="863495" y="52189"/>
                  <a:pt x="861477" y="49942"/>
                </a:cubicBezTo>
                <a:cubicBezTo>
                  <a:pt x="859460" y="47694"/>
                  <a:pt x="857023" y="46133"/>
                  <a:pt x="854167" y="45260"/>
                </a:cubicBezTo>
                <a:lnTo>
                  <a:pt x="854167" y="41907"/>
                </a:lnTo>
                <a:lnTo>
                  <a:pt x="900451" y="41907"/>
                </a:lnTo>
                <a:lnTo>
                  <a:pt x="900451" y="45260"/>
                </a:lnTo>
                <a:cubicBezTo>
                  <a:pt x="897409" y="45384"/>
                  <a:pt x="895267" y="45977"/>
                  <a:pt x="894025" y="47038"/>
                </a:cubicBezTo>
                <a:cubicBezTo>
                  <a:pt x="892784" y="48097"/>
                  <a:pt x="892163" y="49376"/>
                  <a:pt x="892163" y="50874"/>
                </a:cubicBezTo>
                <a:cubicBezTo>
                  <a:pt x="892163" y="53243"/>
                  <a:pt x="893715" y="57920"/>
                  <a:pt x="896819" y="64907"/>
                </a:cubicBezTo>
                <a:lnTo>
                  <a:pt x="911720" y="99151"/>
                </a:lnTo>
                <a:lnTo>
                  <a:pt x="921870" y="72689"/>
                </a:lnTo>
                <a:cubicBezTo>
                  <a:pt x="925533" y="63265"/>
                  <a:pt x="927365" y="56713"/>
                  <a:pt x="927365" y="53030"/>
                </a:cubicBezTo>
                <a:cubicBezTo>
                  <a:pt x="927365" y="50721"/>
                  <a:pt x="926604" y="48880"/>
                  <a:pt x="925083" y="47507"/>
                </a:cubicBezTo>
                <a:cubicBezTo>
                  <a:pt x="923562" y="46133"/>
                  <a:pt x="920877" y="45384"/>
                  <a:pt x="917028" y="45260"/>
                </a:cubicBezTo>
                <a:lnTo>
                  <a:pt x="917028" y="41907"/>
                </a:lnTo>
                <a:lnTo>
                  <a:pt x="946177" y="41907"/>
                </a:lnTo>
                <a:lnTo>
                  <a:pt x="946177" y="45260"/>
                </a:lnTo>
                <a:cubicBezTo>
                  <a:pt x="943321" y="45572"/>
                  <a:pt x="940993" y="46680"/>
                  <a:pt x="939192" y="48583"/>
                </a:cubicBezTo>
                <a:cubicBezTo>
                  <a:pt x="937392" y="50487"/>
                  <a:pt x="934381" y="56962"/>
                  <a:pt x="930159" y="68009"/>
                </a:cubicBezTo>
                <a:lnTo>
                  <a:pt x="905294" y="132613"/>
                </a:lnTo>
                <a:cubicBezTo>
                  <a:pt x="899023" y="148755"/>
                  <a:pt x="894367" y="158689"/>
                  <a:pt x="891325" y="162414"/>
                </a:cubicBezTo>
                <a:cubicBezTo>
                  <a:pt x="887041" y="167629"/>
                  <a:pt x="881671" y="170237"/>
                  <a:pt x="875214" y="170237"/>
                </a:cubicBezTo>
                <a:cubicBezTo>
                  <a:pt x="870061" y="170237"/>
                  <a:pt x="865885" y="168762"/>
                  <a:pt x="862688" y="165813"/>
                </a:cubicBezTo>
                <a:cubicBezTo>
                  <a:pt x="859491" y="162864"/>
                  <a:pt x="857892" y="159310"/>
                  <a:pt x="857892" y="155150"/>
                </a:cubicBezTo>
                <a:cubicBezTo>
                  <a:pt x="857892" y="151549"/>
                  <a:pt x="858994" y="148569"/>
                  <a:pt x="861198" y="146210"/>
                </a:cubicBezTo>
                <a:cubicBezTo>
                  <a:pt x="863402" y="143851"/>
                  <a:pt x="866118" y="142671"/>
                  <a:pt x="869347" y="142671"/>
                </a:cubicBezTo>
                <a:cubicBezTo>
                  <a:pt x="872451" y="142671"/>
                  <a:pt x="874950" y="143658"/>
                  <a:pt x="876843" y="145634"/>
                </a:cubicBezTo>
                <a:cubicBezTo>
                  <a:pt x="878737" y="147611"/>
                  <a:pt x="879715" y="150668"/>
                  <a:pt x="879777" y="154807"/>
                </a:cubicBezTo>
                <a:cubicBezTo>
                  <a:pt x="879839" y="157154"/>
                  <a:pt x="880118" y="158667"/>
                  <a:pt x="880615" y="159347"/>
                </a:cubicBezTo>
                <a:cubicBezTo>
                  <a:pt x="881112" y="160026"/>
                  <a:pt x="881826" y="160365"/>
                  <a:pt x="882757" y="160365"/>
                </a:cubicBezTo>
                <a:cubicBezTo>
                  <a:pt x="884247" y="160365"/>
                  <a:pt x="885830" y="159469"/>
                  <a:pt x="887507" y="157676"/>
                </a:cubicBezTo>
                <a:cubicBezTo>
                  <a:pt x="889990" y="155080"/>
                  <a:pt x="892908" y="149147"/>
                  <a:pt x="896260" y="139877"/>
                </a:cubicBezTo>
                <a:lnTo>
                  <a:pt x="898961" y="132698"/>
                </a:lnTo>
                <a:close/>
                <a:moveTo>
                  <a:pt x="1046288" y="71522"/>
                </a:moveTo>
                <a:lnTo>
                  <a:pt x="1046288" y="107096"/>
                </a:lnTo>
                <a:cubicBezTo>
                  <a:pt x="1046288" y="113891"/>
                  <a:pt x="1046707" y="118169"/>
                  <a:pt x="1047546" y="119930"/>
                </a:cubicBezTo>
                <a:cubicBezTo>
                  <a:pt x="1048384" y="121690"/>
                  <a:pt x="1049858" y="123096"/>
                  <a:pt x="1051969" y="124147"/>
                </a:cubicBezTo>
                <a:cubicBezTo>
                  <a:pt x="1054080" y="125197"/>
                  <a:pt x="1058022" y="125722"/>
                  <a:pt x="1063796" y="125722"/>
                </a:cubicBezTo>
                <a:lnTo>
                  <a:pt x="1063796" y="129074"/>
                </a:lnTo>
                <a:lnTo>
                  <a:pt x="999166" y="129074"/>
                </a:lnTo>
                <a:lnTo>
                  <a:pt x="999166" y="125722"/>
                </a:lnTo>
                <a:cubicBezTo>
                  <a:pt x="1005002" y="125722"/>
                  <a:pt x="1008960" y="125181"/>
                  <a:pt x="1011040" y="124101"/>
                </a:cubicBezTo>
                <a:cubicBezTo>
                  <a:pt x="1013120" y="123020"/>
                  <a:pt x="1014579" y="121614"/>
                  <a:pt x="1015417" y="119884"/>
                </a:cubicBezTo>
                <a:cubicBezTo>
                  <a:pt x="1016255" y="118153"/>
                  <a:pt x="1016674" y="113891"/>
                  <a:pt x="1016674" y="107096"/>
                </a:cubicBezTo>
                <a:lnTo>
                  <a:pt x="1016674" y="24772"/>
                </a:lnTo>
                <a:cubicBezTo>
                  <a:pt x="1016674" y="17977"/>
                  <a:pt x="1016255" y="13700"/>
                  <a:pt x="1015417" y="11941"/>
                </a:cubicBezTo>
                <a:cubicBezTo>
                  <a:pt x="1014579" y="10179"/>
                  <a:pt x="1013104" y="8773"/>
                  <a:pt x="1010993" y="7724"/>
                </a:cubicBezTo>
                <a:cubicBezTo>
                  <a:pt x="1008882" y="6672"/>
                  <a:pt x="1004940" y="6146"/>
                  <a:pt x="999166" y="6146"/>
                </a:cubicBezTo>
                <a:lnTo>
                  <a:pt x="999166" y="2794"/>
                </a:lnTo>
                <a:lnTo>
                  <a:pt x="1057836" y="2794"/>
                </a:lnTo>
                <a:cubicBezTo>
                  <a:pt x="1073109" y="2794"/>
                  <a:pt x="1084284" y="3848"/>
                  <a:pt x="1091362" y="5957"/>
                </a:cubicBezTo>
                <a:cubicBezTo>
                  <a:pt x="1098440" y="8066"/>
                  <a:pt x="1104213" y="11958"/>
                  <a:pt x="1108684" y="17633"/>
                </a:cubicBezTo>
                <a:cubicBezTo>
                  <a:pt x="1113154" y="23308"/>
                  <a:pt x="1115389" y="29960"/>
                  <a:pt x="1115389" y="37588"/>
                </a:cubicBezTo>
                <a:cubicBezTo>
                  <a:pt x="1115389" y="46893"/>
                  <a:pt x="1112036" y="54585"/>
                  <a:pt x="1105331" y="60664"/>
                </a:cubicBezTo>
                <a:cubicBezTo>
                  <a:pt x="1101047" y="64509"/>
                  <a:pt x="1095056" y="67393"/>
                  <a:pt x="1087357" y="69316"/>
                </a:cubicBezTo>
                <a:lnTo>
                  <a:pt x="1117717" y="112166"/>
                </a:lnTo>
                <a:cubicBezTo>
                  <a:pt x="1121690" y="117637"/>
                  <a:pt x="1124515" y="121049"/>
                  <a:pt x="1126192" y="122401"/>
                </a:cubicBezTo>
                <a:cubicBezTo>
                  <a:pt x="1128737" y="124306"/>
                  <a:pt x="1131686" y="125351"/>
                  <a:pt x="1135039" y="125536"/>
                </a:cubicBezTo>
                <a:lnTo>
                  <a:pt x="1135039" y="129074"/>
                </a:lnTo>
                <a:lnTo>
                  <a:pt x="1095273" y="129074"/>
                </a:lnTo>
                <a:lnTo>
                  <a:pt x="1054577" y="71522"/>
                </a:lnTo>
                <a:lnTo>
                  <a:pt x="1046288" y="71522"/>
                </a:lnTo>
                <a:moveTo>
                  <a:pt x="1046288" y="9871"/>
                </a:moveTo>
                <a:lnTo>
                  <a:pt x="1046288" y="64817"/>
                </a:lnTo>
                <a:lnTo>
                  <a:pt x="1051597" y="64817"/>
                </a:lnTo>
                <a:cubicBezTo>
                  <a:pt x="1060226" y="64817"/>
                  <a:pt x="1066683" y="64031"/>
                  <a:pt x="1070967" y="62459"/>
                </a:cubicBezTo>
                <a:cubicBezTo>
                  <a:pt x="1075251" y="60886"/>
                  <a:pt x="1078619" y="58049"/>
                  <a:pt x="1081071" y="53950"/>
                </a:cubicBezTo>
                <a:cubicBezTo>
                  <a:pt x="1083524" y="49848"/>
                  <a:pt x="1084750" y="44498"/>
                  <a:pt x="1084750" y="37900"/>
                </a:cubicBezTo>
                <a:cubicBezTo>
                  <a:pt x="1084750" y="28341"/>
                  <a:pt x="1082499" y="21280"/>
                  <a:pt x="1077998" y="16716"/>
                </a:cubicBezTo>
                <a:cubicBezTo>
                  <a:pt x="1073497" y="12153"/>
                  <a:pt x="1066249" y="9871"/>
                  <a:pt x="1056253" y="9871"/>
                </a:cubicBezTo>
                <a:lnTo>
                  <a:pt x="1046288" y="9871"/>
                </a:lnTo>
                <a:close/>
                <a:moveTo>
                  <a:pt x="1213513" y="82324"/>
                </a:moveTo>
                <a:lnTo>
                  <a:pt x="1165738" y="82324"/>
                </a:lnTo>
                <a:cubicBezTo>
                  <a:pt x="1166297" y="93903"/>
                  <a:pt x="1169370" y="103054"/>
                  <a:pt x="1174958" y="109777"/>
                </a:cubicBezTo>
                <a:cubicBezTo>
                  <a:pt x="1179242" y="114943"/>
                  <a:pt x="1184395" y="117527"/>
                  <a:pt x="1190417" y="117527"/>
                </a:cubicBezTo>
                <a:cubicBezTo>
                  <a:pt x="1194142" y="117527"/>
                  <a:pt x="1197526" y="116487"/>
                  <a:pt x="1200568" y="114407"/>
                </a:cubicBezTo>
                <a:cubicBezTo>
                  <a:pt x="1203610" y="112327"/>
                  <a:pt x="1206870" y="108586"/>
                  <a:pt x="1210346" y="103185"/>
                </a:cubicBezTo>
                <a:lnTo>
                  <a:pt x="1213513" y="105234"/>
                </a:lnTo>
                <a:cubicBezTo>
                  <a:pt x="1208794" y="114857"/>
                  <a:pt x="1203579" y="121671"/>
                  <a:pt x="1197867" y="125675"/>
                </a:cubicBezTo>
                <a:cubicBezTo>
                  <a:pt x="1192155" y="129680"/>
                  <a:pt x="1185543" y="131682"/>
                  <a:pt x="1178031" y="131682"/>
                </a:cubicBezTo>
                <a:cubicBezTo>
                  <a:pt x="1165117" y="131682"/>
                  <a:pt x="1155339" y="126710"/>
                  <a:pt x="1148696" y="116767"/>
                </a:cubicBezTo>
                <a:cubicBezTo>
                  <a:pt x="1143357" y="108750"/>
                  <a:pt x="1140687" y="98807"/>
                  <a:pt x="1140687" y="86937"/>
                </a:cubicBezTo>
                <a:cubicBezTo>
                  <a:pt x="1140687" y="72394"/>
                  <a:pt x="1144614" y="60819"/>
                  <a:pt x="1152468" y="52212"/>
                </a:cubicBezTo>
                <a:cubicBezTo>
                  <a:pt x="1160321" y="43604"/>
                  <a:pt x="1169526" y="39300"/>
                  <a:pt x="1180080" y="39300"/>
                </a:cubicBezTo>
                <a:cubicBezTo>
                  <a:pt x="1188896" y="39300"/>
                  <a:pt x="1196548" y="42916"/>
                  <a:pt x="1203036" y="50149"/>
                </a:cubicBezTo>
                <a:cubicBezTo>
                  <a:pt x="1209524" y="57382"/>
                  <a:pt x="1213016" y="68107"/>
                  <a:pt x="1213513" y="82324"/>
                </a:cubicBezTo>
                <a:moveTo>
                  <a:pt x="1190603" y="76178"/>
                </a:moveTo>
                <a:cubicBezTo>
                  <a:pt x="1190603" y="66182"/>
                  <a:pt x="1190060" y="59322"/>
                  <a:pt x="1188974" y="55597"/>
                </a:cubicBezTo>
                <a:cubicBezTo>
                  <a:pt x="1187887" y="51872"/>
                  <a:pt x="1186195" y="49047"/>
                  <a:pt x="1183898" y="47122"/>
                </a:cubicBezTo>
                <a:cubicBezTo>
                  <a:pt x="1182594" y="46005"/>
                  <a:pt x="1180856" y="45446"/>
                  <a:pt x="1178683" y="45446"/>
                </a:cubicBezTo>
                <a:cubicBezTo>
                  <a:pt x="1175455" y="45446"/>
                  <a:pt x="1172816" y="47029"/>
                  <a:pt x="1170767" y="50196"/>
                </a:cubicBezTo>
                <a:cubicBezTo>
                  <a:pt x="1167104" y="55721"/>
                  <a:pt x="1165273" y="63295"/>
                  <a:pt x="1165273" y="72919"/>
                </a:cubicBezTo>
                <a:lnTo>
                  <a:pt x="1165273" y="76178"/>
                </a:lnTo>
                <a:lnTo>
                  <a:pt x="1190603" y="76178"/>
                </a:lnTo>
                <a:close/>
                <a:moveTo>
                  <a:pt x="1279476" y="39672"/>
                </a:moveTo>
                <a:lnTo>
                  <a:pt x="1280873" y="69473"/>
                </a:lnTo>
                <a:lnTo>
                  <a:pt x="1277707" y="69473"/>
                </a:lnTo>
                <a:cubicBezTo>
                  <a:pt x="1273919" y="60585"/>
                  <a:pt x="1269993" y="54514"/>
                  <a:pt x="1265926" y="51261"/>
                </a:cubicBezTo>
                <a:cubicBezTo>
                  <a:pt x="1261859" y="48005"/>
                  <a:pt x="1257808" y="46377"/>
                  <a:pt x="1253773" y="46377"/>
                </a:cubicBezTo>
                <a:cubicBezTo>
                  <a:pt x="1251227" y="46377"/>
                  <a:pt x="1249054" y="47231"/>
                  <a:pt x="1247254" y="48938"/>
                </a:cubicBezTo>
                <a:cubicBezTo>
                  <a:pt x="1245454" y="50646"/>
                  <a:pt x="1244553" y="52617"/>
                  <a:pt x="1244553" y="54852"/>
                </a:cubicBezTo>
                <a:cubicBezTo>
                  <a:pt x="1244553" y="56528"/>
                  <a:pt x="1245174" y="58142"/>
                  <a:pt x="1246416" y="59695"/>
                </a:cubicBezTo>
                <a:cubicBezTo>
                  <a:pt x="1248403" y="62240"/>
                  <a:pt x="1253959" y="66601"/>
                  <a:pt x="1263086" y="72779"/>
                </a:cubicBezTo>
                <a:cubicBezTo>
                  <a:pt x="1272212" y="78956"/>
                  <a:pt x="1278219" y="84203"/>
                  <a:pt x="1281106" y="88517"/>
                </a:cubicBezTo>
                <a:cubicBezTo>
                  <a:pt x="1283993" y="92832"/>
                  <a:pt x="1285436" y="97659"/>
                  <a:pt x="1285436" y="102999"/>
                </a:cubicBezTo>
                <a:cubicBezTo>
                  <a:pt x="1285436" y="107841"/>
                  <a:pt x="1284226" y="112591"/>
                  <a:pt x="1281804" y="117247"/>
                </a:cubicBezTo>
                <a:cubicBezTo>
                  <a:pt x="1279383" y="121904"/>
                  <a:pt x="1275968" y="125473"/>
                  <a:pt x="1271560" y="127957"/>
                </a:cubicBezTo>
                <a:cubicBezTo>
                  <a:pt x="1267152" y="130440"/>
                  <a:pt x="1262279" y="131682"/>
                  <a:pt x="1256939" y="131682"/>
                </a:cubicBezTo>
                <a:cubicBezTo>
                  <a:pt x="1252780" y="131682"/>
                  <a:pt x="1247223" y="130354"/>
                  <a:pt x="1240269" y="127698"/>
                </a:cubicBezTo>
                <a:cubicBezTo>
                  <a:pt x="1238407" y="127001"/>
                  <a:pt x="1237134" y="126653"/>
                  <a:pt x="1236451" y="126653"/>
                </a:cubicBezTo>
                <a:cubicBezTo>
                  <a:pt x="1234402" y="126653"/>
                  <a:pt x="1232695" y="128205"/>
                  <a:pt x="1231329" y="131309"/>
                </a:cubicBezTo>
                <a:lnTo>
                  <a:pt x="1228256" y="131309"/>
                </a:lnTo>
                <a:lnTo>
                  <a:pt x="1226766" y="100019"/>
                </a:lnTo>
                <a:lnTo>
                  <a:pt x="1229932" y="100019"/>
                </a:lnTo>
                <a:cubicBezTo>
                  <a:pt x="1232726" y="108214"/>
                  <a:pt x="1236560" y="114360"/>
                  <a:pt x="1241434" y="118458"/>
                </a:cubicBezTo>
                <a:cubicBezTo>
                  <a:pt x="1246307" y="122555"/>
                  <a:pt x="1250917" y="124604"/>
                  <a:pt x="1255263" y="124604"/>
                </a:cubicBezTo>
                <a:cubicBezTo>
                  <a:pt x="1258243" y="124604"/>
                  <a:pt x="1260680" y="123688"/>
                  <a:pt x="1262573" y="121857"/>
                </a:cubicBezTo>
                <a:cubicBezTo>
                  <a:pt x="1264467" y="120025"/>
                  <a:pt x="1265414" y="117806"/>
                  <a:pt x="1265414" y="115198"/>
                </a:cubicBezTo>
                <a:cubicBezTo>
                  <a:pt x="1265414" y="112218"/>
                  <a:pt x="1264483" y="109642"/>
                  <a:pt x="1262620" y="107469"/>
                </a:cubicBezTo>
                <a:cubicBezTo>
                  <a:pt x="1260757" y="105296"/>
                  <a:pt x="1256598" y="102005"/>
                  <a:pt x="1250141" y="97597"/>
                </a:cubicBezTo>
                <a:cubicBezTo>
                  <a:pt x="1240642" y="91016"/>
                  <a:pt x="1234496" y="85987"/>
                  <a:pt x="1231702" y="82511"/>
                </a:cubicBezTo>
                <a:cubicBezTo>
                  <a:pt x="1227604" y="77420"/>
                  <a:pt x="1225555" y="71801"/>
                  <a:pt x="1225555" y="65655"/>
                </a:cubicBezTo>
                <a:cubicBezTo>
                  <a:pt x="1225555" y="58950"/>
                  <a:pt x="1227868" y="52881"/>
                  <a:pt x="1232493" y="47448"/>
                </a:cubicBezTo>
                <a:cubicBezTo>
                  <a:pt x="1237119" y="42016"/>
                  <a:pt x="1243808" y="39300"/>
                  <a:pt x="1252562" y="39300"/>
                </a:cubicBezTo>
                <a:cubicBezTo>
                  <a:pt x="1257281" y="39300"/>
                  <a:pt x="1261844" y="40493"/>
                  <a:pt x="1266252" y="42879"/>
                </a:cubicBezTo>
                <a:cubicBezTo>
                  <a:pt x="1267928" y="43845"/>
                  <a:pt x="1269294" y="44329"/>
                  <a:pt x="1270350" y="44329"/>
                </a:cubicBezTo>
                <a:cubicBezTo>
                  <a:pt x="1271467" y="44329"/>
                  <a:pt x="1272367" y="44096"/>
                  <a:pt x="1273050" y="43630"/>
                </a:cubicBezTo>
                <a:cubicBezTo>
                  <a:pt x="1273733" y="43164"/>
                  <a:pt x="1274820" y="41845"/>
                  <a:pt x="1276310" y="39672"/>
                </a:cubicBezTo>
                <a:lnTo>
                  <a:pt x="1279476" y="39672"/>
                </a:lnTo>
                <a:close/>
                <a:moveTo>
                  <a:pt x="1332342" y="120227"/>
                </a:moveTo>
                <a:lnTo>
                  <a:pt x="1332342" y="152542"/>
                </a:lnTo>
                <a:cubicBezTo>
                  <a:pt x="1332342" y="157073"/>
                  <a:pt x="1332699" y="160156"/>
                  <a:pt x="1333413" y="161791"/>
                </a:cubicBezTo>
                <a:cubicBezTo>
                  <a:pt x="1334127" y="163429"/>
                  <a:pt x="1335229" y="164625"/>
                  <a:pt x="1336719" y="165379"/>
                </a:cubicBezTo>
                <a:cubicBezTo>
                  <a:pt x="1338209" y="166134"/>
                  <a:pt x="1341127" y="166511"/>
                  <a:pt x="1345473" y="166511"/>
                </a:cubicBezTo>
                <a:lnTo>
                  <a:pt x="1345473" y="169864"/>
                </a:lnTo>
                <a:lnTo>
                  <a:pt x="1295836" y="169864"/>
                </a:lnTo>
                <a:lnTo>
                  <a:pt x="1295836" y="166511"/>
                </a:lnTo>
                <a:cubicBezTo>
                  <a:pt x="1299686" y="166385"/>
                  <a:pt x="1302541" y="165284"/>
                  <a:pt x="1304404" y="163208"/>
                </a:cubicBezTo>
                <a:cubicBezTo>
                  <a:pt x="1305646" y="161763"/>
                  <a:pt x="1306267" y="158021"/>
                  <a:pt x="1306267" y="151984"/>
                </a:cubicBezTo>
                <a:lnTo>
                  <a:pt x="1306267" y="60160"/>
                </a:lnTo>
                <a:cubicBezTo>
                  <a:pt x="1306267" y="53936"/>
                  <a:pt x="1305553" y="49960"/>
                  <a:pt x="1304125" y="48231"/>
                </a:cubicBezTo>
                <a:cubicBezTo>
                  <a:pt x="1302697" y="46502"/>
                  <a:pt x="1299934" y="45512"/>
                  <a:pt x="1295836" y="45260"/>
                </a:cubicBezTo>
                <a:lnTo>
                  <a:pt x="1295836" y="41907"/>
                </a:lnTo>
                <a:lnTo>
                  <a:pt x="1332342" y="41907"/>
                </a:lnTo>
                <a:lnTo>
                  <a:pt x="1332342" y="53362"/>
                </a:lnTo>
                <a:cubicBezTo>
                  <a:pt x="1335384" y="48892"/>
                  <a:pt x="1338489" y="45663"/>
                  <a:pt x="1341655" y="43677"/>
                </a:cubicBezTo>
                <a:cubicBezTo>
                  <a:pt x="1346187" y="40759"/>
                  <a:pt x="1351123" y="39300"/>
                  <a:pt x="1356462" y="39300"/>
                </a:cubicBezTo>
                <a:cubicBezTo>
                  <a:pt x="1362857" y="39300"/>
                  <a:pt x="1368677" y="41319"/>
                  <a:pt x="1373924" y="45359"/>
                </a:cubicBezTo>
                <a:cubicBezTo>
                  <a:pt x="1379170" y="49398"/>
                  <a:pt x="1383159" y="54976"/>
                  <a:pt x="1385890" y="62093"/>
                </a:cubicBezTo>
                <a:cubicBezTo>
                  <a:pt x="1388622" y="69209"/>
                  <a:pt x="1389988" y="76869"/>
                  <a:pt x="1389988" y="85072"/>
                </a:cubicBezTo>
                <a:cubicBezTo>
                  <a:pt x="1389988" y="93896"/>
                  <a:pt x="1388576" y="101959"/>
                  <a:pt x="1385751" y="109262"/>
                </a:cubicBezTo>
                <a:cubicBezTo>
                  <a:pt x="1382926" y="116564"/>
                  <a:pt x="1378828" y="122127"/>
                  <a:pt x="1373458" y="125949"/>
                </a:cubicBezTo>
                <a:cubicBezTo>
                  <a:pt x="1368088" y="129771"/>
                  <a:pt x="1362112" y="131682"/>
                  <a:pt x="1355531" y="131682"/>
                </a:cubicBezTo>
                <a:cubicBezTo>
                  <a:pt x="1350750" y="131682"/>
                  <a:pt x="1346280" y="130626"/>
                  <a:pt x="1342121" y="128516"/>
                </a:cubicBezTo>
                <a:cubicBezTo>
                  <a:pt x="1339016" y="126901"/>
                  <a:pt x="1335757" y="124139"/>
                  <a:pt x="1332342" y="120227"/>
                </a:cubicBezTo>
                <a:moveTo>
                  <a:pt x="1332342" y="110807"/>
                </a:moveTo>
                <a:cubicBezTo>
                  <a:pt x="1337682" y="118391"/>
                  <a:pt x="1343393" y="122183"/>
                  <a:pt x="1349478" y="122183"/>
                </a:cubicBezTo>
                <a:cubicBezTo>
                  <a:pt x="1352830" y="122183"/>
                  <a:pt x="1355593" y="120412"/>
                  <a:pt x="1357766" y="116869"/>
                </a:cubicBezTo>
                <a:cubicBezTo>
                  <a:pt x="1360994" y="111646"/>
                  <a:pt x="1362609" y="101699"/>
                  <a:pt x="1362609" y="87027"/>
                </a:cubicBezTo>
                <a:cubicBezTo>
                  <a:pt x="1362609" y="71983"/>
                  <a:pt x="1360839" y="61695"/>
                  <a:pt x="1357300" y="56162"/>
                </a:cubicBezTo>
                <a:cubicBezTo>
                  <a:pt x="1354941" y="52495"/>
                  <a:pt x="1351775" y="50661"/>
                  <a:pt x="1347801" y="50661"/>
                </a:cubicBezTo>
                <a:cubicBezTo>
                  <a:pt x="1341531" y="50661"/>
                  <a:pt x="1336378" y="55199"/>
                  <a:pt x="1332342" y="64275"/>
                </a:cubicBezTo>
                <a:lnTo>
                  <a:pt x="1332342" y="110807"/>
                </a:lnTo>
                <a:close/>
                <a:moveTo>
                  <a:pt x="1445742" y="39300"/>
                </a:moveTo>
                <a:cubicBezTo>
                  <a:pt x="1453316" y="39300"/>
                  <a:pt x="1460363" y="41257"/>
                  <a:pt x="1466882" y="45173"/>
                </a:cubicBezTo>
                <a:cubicBezTo>
                  <a:pt x="1473401" y="49088"/>
                  <a:pt x="1478352" y="54650"/>
                  <a:pt x="1481736" y="61860"/>
                </a:cubicBezTo>
                <a:cubicBezTo>
                  <a:pt x="1485119" y="69069"/>
                  <a:pt x="1486811" y="76962"/>
                  <a:pt x="1486811" y="85537"/>
                </a:cubicBezTo>
                <a:cubicBezTo>
                  <a:pt x="1486811" y="97904"/>
                  <a:pt x="1483676" y="108252"/>
                  <a:pt x="1477405" y="116581"/>
                </a:cubicBezTo>
                <a:cubicBezTo>
                  <a:pt x="1469831" y="126648"/>
                  <a:pt x="1459370" y="131682"/>
                  <a:pt x="1446021" y="131682"/>
                </a:cubicBezTo>
                <a:cubicBezTo>
                  <a:pt x="1432921" y="131682"/>
                  <a:pt x="1422833" y="127083"/>
                  <a:pt x="1415755" y="117885"/>
                </a:cubicBezTo>
                <a:cubicBezTo>
                  <a:pt x="1408677" y="108686"/>
                  <a:pt x="1405138" y="98028"/>
                  <a:pt x="1405138" y="85910"/>
                </a:cubicBezTo>
                <a:cubicBezTo>
                  <a:pt x="1405138" y="73419"/>
                  <a:pt x="1408755" y="62528"/>
                  <a:pt x="1415988" y="53237"/>
                </a:cubicBezTo>
                <a:cubicBezTo>
                  <a:pt x="1423221" y="43945"/>
                  <a:pt x="1433139" y="39300"/>
                  <a:pt x="1445742" y="39300"/>
                </a:cubicBezTo>
                <a:moveTo>
                  <a:pt x="1446114" y="45819"/>
                </a:moveTo>
                <a:cubicBezTo>
                  <a:pt x="1442948" y="45819"/>
                  <a:pt x="1440232" y="47016"/>
                  <a:pt x="1437966" y="49410"/>
                </a:cubicBezTo>
                <a:cubicBezTo>
                  <a:pt x="1435700" y="51802"/>
                  <a:pt x="1434210" y="56525"/>
                  <a:pt x="1433496" y="63580"/>
                </a:cubicBezTo>
                <a:cubicBezTo>
                  <a:pt x="1432782" y="70634"/>
                  <a:pt x="1432425" y="80440"/>
                  <a:pt x="1432425" y="92996"/>
                </a:cubicBezTo>
                <a:cubicBezTo>
                  <a:pt x="1432425" y="99647"/>
                  <a:pt x="1432859" y="105863"/>
                  <a:pt x="1433728" y="111645"/>
                </a:cubicBezTo>
                <a:cubicBezTo>
                  <a:pt x="1434411" y="116057"/>
                  <a:pt x="1435870" y="119413"/>
                  <a:pt x="1438105" y="121714"/>
                </a:cubicBezTo>
                <a:cubicBezTo>
                  <a:pt x="1440341" y="124013"/>
                  <a:pt x="1442886" y="125163"/>
                  <a:pt x="1445742" y="125163"/>
                </a:cubicBezTo>
                <a:cubicBezTo>
                  <a:pt x="1448536" y="125163"/>
                  <a:pt x="1450864" y="124386"/>
                  <a:pt x="1452726" y="122832"/>
                </a:cubicBezTo>
                <a:cubicBezTo>
                  <a:pt x="1455148" y="120719"/>
                  <a:pt x="1456762" y="117766"/>
                  <a:pt x="1457569" y="113973"/>
                </a:cubicBezTo>
                <a:cubicBezTo>
                  <a:pt x="1458811" y="108069"/>
                  <a:pt x="1459432" y="96135"/>
                  <a:pt x="1459432" y="78172"/>
                </a:cubicBezTo>
                <a:cubicBezTo>
                  <a:pt x="1459432" y="67606"/>
                  <a:pt x="1458842" y="60349"/>
                  <a:pt x="1457662" y="56403"/>
                </a:cubicBezTo>
                <a:cubicBezTo>
                  <a:pt x="1456483" y="52455"/>
                  <a:pt x="1454744" y="49580"/>
                  <a:pt x="1452447" y="47777"/>
                </a:cubicBezTo>
                <a:cubicBezTo>
                  <a:pt x="1450833" y="46471"/>
                  <a:pt x="1448722" y="45819"/>
                  <a:pt x="1446114" y="45819"/>
                </a:cubicBezTo>
                <a:close/>
                <a:moveTo>
                  <a:pt x="1555074" y="39672"/>
                </a:moveTo>
                <a:lnTo>
                  <a:pt x="1556471" y="69473"/>
                </a:lnTo>
                <a:lnTo>
                  <a:pt x="1553304" y="69473"/>
                </a:lnTo>
                <a:cubicBezTo>
                  <a:pt x="1549517" y="60585"/>
                  <a:pt x="1545590" y="54514"/>
                  <a:pt x="1541524" y="51261"/>
                </a:cubicBezTo>
                <a:cubicBezTo>
                  <a:pt x="1537457" y="48005"/>
                  <a:pt x="1533406" y="46377"/>
                  <a:pt x="1529371" y="46377"/>
                </a:cubicBezTo>
                <a:cubicBezTo>
                  <a:pt x="1526825" y="46377"/>
                  <a:pt x="1524652" y="47231"/>
                  <a:pt x="1522852" y="48938"/>
                </a:cubicBezTo>
                <a:cubicBezTo>
                  <a:pt x="1521051" y="50646"/>
                  <a:pt x="1520151" y="52617"/>
                  <a:pt x="1520151" y="54852"/>
                </a:cubicBezTo>
                <a:cubicBezTo>
                  <a:pt x="1520151" y="56528"/>
                  <a:pt x="1520772" y="58142"/>
                  <a:pt x="1522014" y="59695"/>
                </a:cubicBezTo>
                <a:cubicBezTo>
                  <a:pt x="1524000" y="62240"/>
                  <a:pt x="1529557" y="66601"/>
                  <a:pt x="1538683" y="72779"/>
                </a:cubicBezTo>
                <a:cubicBezTo>
                  <a:pt x="1547810" y="78956"/>
                  <a:pt x="1553817" y="84203"/>
                  <a:pt x="1556704" y="88517"/>
                </a:cubicBezTo>
                <a:cubicBezTo>
                  <a:pt x="1559591" y="92832"/>
                  <a:pt x="1561034" y="97659"/>
                  <a:pt x="1561034" y="102999"/>
                </a:cubicBezTo>
                <a:cubicBezTo>
                  <a:pt x="1561034" y="107841"/>
                  <a:pt x="1559823" y="112591"/>
                  <a:pt x="1557402" y="117247"/>
                </a:cubicBezTo>
                <a:cubicBezTo>
                  <a:pt x="1554981" y="121904"/>
                  <a:pt x="1551566" y="125473"/>
                  <a:pt x="1547158" y="127957"/>
                </a:cubicBezTo>
                <a:cubicBezTo>
                  <a:pt x="1542750" y="130440"/>
                  <a:pt x="1537876" y="131682"/>
                  <a:pt x="1532537" y="131682"/>
                </a:cubicBezTo>
                <a:cubicBezTo>
                  <a:pt x="1528377" y="131682"/>
                  <a:pt x="1522821" y="130354"/>
                  <a:pt x="1515867" y="127698"/>
                </a:cubicBezTo>
                <a:cubicBezTo>
                  <a:pt x="1514005" y="127001"/>
                  <a:pt x="1512732" y="126653"/>
                  <a:pt x="1512049" y="126653"/>
                </a:cubicBezTo>
                <a:cubicBezTo>
                  <a:pt x="1510000" y="126653"/>
                  <a:pt x="1508293" y="128205"/>
                  <a:pt x="1506927" y="131309"/>
                </a:cubicBezTo>
                <a:lnTo>
                  <a:pt x="1503854" y="131309"/>
                </a:lnTo>
                <a:lnTo>
                  <a:pt x="1502364" y="100019"/>
                </a:lnTo>
                <a:lnTo>
                  <a:pt x="1505530" y="100019"/>
                </a:lnTo>
                <a:cubicBezTo>
                  <a:pt x="1508324" y="108214"/>
                  <a:pt x="1512158" y="114360"/>
                  <a:pt x="1517031" y="118458"/>
                </a:cubicBezTo>
                <a:cubicBezTo>
                  <a:pt x="1521905" y="122555"/>
                  <a:pt x="1526515" y="124604"/>
                  <a:pt x="1530861" y="124604"/>
                </a:cubicBezTo>
                <a:cubicBezTo>
                  <a:pt x="1533841" y="124604"/>
                  <a:pt x="1536278" y="123688"/>
                  <a:pt x="1538171" y="121857"/>
                </a:cubicBezTo>
                <a:cubicBezTo>
                  <a:pt x="1540065" y="120025"/>
                  <a:pt x="1541012" y="117806"/>
                  <a:pt x="1541012" y="115198"/>
                </a:cubicBezTo>
                <a:cubicBezTo>
                  <a:pt x="1541012" y="112218"/>
                  <a:pt x="1540080" y="109642"/>
                  <a:pt x="1538218" y="107469"/>
                </a:cubicBezTo>
                <a:cubicBezTo>
                  <a:pt x="1536355" y="105296"/>
                  <a:pt x="1532196" y="102005"/>
                  <a:pt x="1525739" y="97597"/>
                </a:cubicBezTo>
                <a:cubicBezTo>
                  <a:pt x="1516240" y="91016"/>
                  <a:pt x="1510093" y="85987"/>
                  <a:pt x="1507300" y="82511"/>
                </a:cubicBezTo>
                <a:cubicBezTo>
                  <a:pt x="1503202" y="77420"/>
                  <a:pt x="1501153" y="71801"/>
                  <a:pt x="1501153" y="65655"/>
                </a:cubicBezTo>
                <a:cubicBezTo>
                  <a:pt x="1501153" y="58950"/>
                  <a:pt x="1503466" y="52881"/>
                  <a:pt x="1508091" y="47448"/>
                </a:cubicBezTo>
                <a:cubicBezTo>
                  <a:pt x="1512716" y="42016"/>
                  <a:pt x="1519406" y="39300"/>
                  <a:pt x="1528160" y="39300"/>
                </a:cubicBezTo>
                <a:cubicBezTo>
                  <a:pt x="1532879" y="39300"/>
                  <a:pt x="1537442" y="40493"/>
                  <a:pt x="1541850" y="42879"/>
                </a:cubicBezTo>
                <a:cubicBezTo>
                  <a:pt x="1543526" y="43845"/>
                  <a:pt x="1544892" y="44329"/>
                  <a:pt x="1545947" y="44329"/>
                </a:cubicBezTo>
                <a:cubicBezTo>
                  <a:pt x="1547065" y="44329"/>
                  <a:pt x="1547965" y="44096"/>
                  <a:pt x="1548648" y="43630"/>
                </a:cubicBezTo>
                <a:cubicBezTo>
                  <a:pt x="1549331" y="43164"/>
                  <a:pt x="1550417" y="41845"/>
                  <a:pt x="1551908" y="39672"/>
                </a:cubicBezTo>
                <a:lnTo>
                  <a:pt x="1555074" y="39672"/>
                </a:lnTo>
                <a:close/>
                <a:moveTo>
                  <a:pt x="1595181" y="0"/>
                </a:moveTo>
                <a:cubicBezTo>
                  <a:pt x="1599217" y="0"/>
                  <a:pt x="1602632" y="1417"/>
                  <a:pt x="1605425" y="4252"/>
                </a:cubicBezTo>
                <a:cubicBezTo>
                  <a:pt x="1608219" y="7084"/>
                  <a:pt x="1609616" y="10494"/>
                  <a:pt x="1609616" y="14481"/>
                </a:cubicBezTo>
                <a:cubicBezTo>
                  <a:pt x="1609616" y="18468"/>
                  <a:pt x="1608204" y="21864"/>
                  <a:pt x="1605379" y="24667"/>
                </a:cubicBezTo>
                <a:cubicBezTo>
                  <a:pt x="1602554" y="27469"/>
                  <a:pt x="1599155" y="28869"/>
                  <a:pt x="1595181" y="28869"/>
                </a:cubicBezTo>
                <a:cubicBezTo>
                  <a:pt x="1591208" y="28869"/>
                  <a:pt x="1587824" y="27469"/>
                  <a:pt x="1585031" y="24667"/>
                </a:cubicBezTo>
                <a:cubicBezTo>
                  <a:pt x="1582237" y="21864"/>
                  <a:pt x="1580840" y="18468"/>
                  <a:pt x="1580840" y="14481"/>
                </a:cubicBezTo>
                <a:cubicBezTo>
                  <a:pt x="1580840" y="10494"/>
                  <a:pt x="1582237" y="7084"/>
                  <a:pt x="1585031" y="4252"/>
                </a:cubicBezTo>
                <a:cubicBezTo>
                  <a:pt x="1587824" y="1417"/>
                  <a:pt x="1591208" y="0"/>
                  <a:pt x="1595181" y="0"/>
                </a:cubicBezTo>
                <a:moveTo>
                  <a:pt x="1608219" y="41907"/>
                </a:moveTo>
                <a:lnTo>
                  <a:pt x="1608219" y="111008"/>
                </a:lnTo>
                <a:cubicBezTo>
                  <a:pt x="1608219" y="117154"/>
                  <a:pt x="1608933" y="121081"/>
                  <a:pt x="1610361" y="122788"/>
                </a:cubicBezTo>
                <a:cubicBezTo>
                  <a:pt x="1611789" y="124496"/>
                  <a:pt x="1614583" y="125473"/>
                  <a:pt x="1618743" y="125722"/>
                </a:cubicBezTo>
                <a:lnTo>
                  <a:pt x="1618743" y="129074"/>
                </a:lnTo>
                <a:lnTo>
                  <a:pt x="1571713" y="129074"/>
                </a:lnTo>
                <a:lnTo>
                  <a:pt x="1571713" y="125722"/>
                </a:lnTo>
                <a:cubicBezTo>
                  <a:pt x="1575563" y="125598"/>
                  <a:pt x="1578419" y="124480"/>
                  <a:pt x="1580281" y="122369"/>
                </a:cubicBezTo>
                <a:cubicBezTo>
                  <a:pt x="1581523" y="120941"/>
                  <a:pt x="1582144" y="117154"/>
                  <a:pt x="1582144" y="111008"/>
                </a:cubicBezTo>
                <a:lnTo>
                  <a:pt x="1582144" y="60160"/>
                </a:lnTo>
                <a:cubicBezTo>
                  <a:pt x="1582144" y="53936"/>
                  <a:pt x="1581430" y="49960"/>
                  <a:pt x="1580002" y="48231"/>
                </a:cubicBezTo>
                <a:cubicBezTo>
                  <a:pt x="1578574" y="46502"/>
                  <a:pt x="1575811" y="45512"/>
                  <a:pt x="1571713" y="45260"/>
                </a:cubicBezTo>
                <a:lnTo>
                  <a:pt x="1571713" y="41907"/>
                </a:lnTo>
                <a:lnTo>
                  <a:pt x="1608219" y="41907"/>
                </a:lnTo>
                <a:close/>
                <a:moveTo>
                  <a:pt x="1661799" y="9871"/>
                </a:moveTo>
                <a:lnTo>
                  <a:pt x="1661799" y="41907"/>
                </a:lnTo>
                <a:lnTo>
                  <a:pt x="1682473" y="41907"/>
                </a:lnTo>
                <a:lnTo>
                  <a:pt x="1682473" y="51034"/>
                </a:lnTo>
                <a:lnTo>
                  <a:pt x="1661799" y="51034"/>
                </a:lnTo>
                <a:lnTo>
                  <a:pt x="1661799" y="104914"/>
                </a:lnTo>
                <a:cubicBezTo>
                  <a:pt x="1661799" y="109956"/>
                  <a:pt x="1662032" y="113209"/>
                  <a:pt x="1662497" y="114672"/>
                </a:cubicBezTo>
                <a:cubicBezTo>
                  <a:pt x="1662963" y="116135"/>
                  <a:pt x="1663786" y="117318"/>
                  <a:pt x="1664965" y="118222"/>
                </a:cubicBezTo>
                <a:cubicBezTo>
                  <a:pt x="1666145" y="119124"/>
                  <a:pt x="1667231" y="119575"/>
                  <a:pt x="1668225" y="119575"/>
                </a:cubicBezTo>
                <a:cubicBezTo>
                  <a:pt x="1672260" y="119575"/>
                  <a:pt x="1676078" y="116471"/>
                  <a:pt x="1679679" y="110263"/>
                </a:cubicBezTo>
                <a:lnTo>
                  <a:pt x="1682473" y="112332"/>
                </a:lnTo>
                <a:cubicBezTo>
                  <a:pt x="1677444" y="124363"/>
                  <a:pt x="1669280" y="130378"/>
                  <a:pt x="1657981" y="130378"/>
                </a:cubicBezTo>
                <a:cubicBezTo>
                  <a:pt x="1652455" y="130378"/>
                  <a:pt x="1647783" y="128837"/>
                  <a:pt x="1643965" y="125754"/>
                </a:cubicBezTo>
                <a:cubicBezTo>
                  <a:pt x="1640147" y="122669"/>
                  <a:pt x="1637710" y="119226"/>
                  <a:pt x="1636655" y="115425"/>
                </a:cubicBezTo>
                <a:cubicBezTo>
                  <a:pt x="1636034" y="113307"/>
                  <a:pt x="1635723" y="107575"/>
                  <a:pt x="1635723" y="98229"/>
                </a:cubicBezTo>
                <a:lnTo>
                  <a:pt x="1635723" y="51034"/>
                </a:lnTo>
                <a:lnTo>
                  <a:pt x="1624362" y="51034"/>
                </a:lnTo>
                <a:lnTo>
                  <a:pt x="1624362" y="47766"/>
                </a:lnTo>
                <a:cubicBezTo>
                  <a:pt x="1632185" y="42228"/>
                  <a:pt x="1638843" y="36411"/>
                  <a:pt x="1644338" y="30313"/>
                </a:cubicBezTo>
                <a:cubicBezTo>
                  <a:pt x="1649832" y="24215"/>
                  <a:pt x="1654628" y="17401"/>
                  <a:pt x="1658726" y="9871"/>
                </a:cubicBezTo>
                <a:lnTo>
                  <a:pt x="1661799" y="9871"/>
                </a:lnTo>
                <a:close/>
                <a:moveTo>
                  <a:pt x="1731829" y="39300"/>
                </a:moveTo>
                <a:cubicBezTo>
                  <a:pt x="1739404" y="39300"/>
                  <a:pt x="1746450" y="41257"/>
                  <a:pt x="1752969" y="45173"/>
                </a:cubicBezTo>
                <a:cubicBezTo>
                  <a:pt x="1759488" y="49088"/>
                  <a:pt x="1764439" y="54650"/>
                  <a:pt x="1767823" y="61860"/>
                </a:cubicBezTo>
                <a:cubicBezTo>
                  <a:pt x="1771207" y="69069"/>
                  <a:pt x="1772899" y="76962"/>
                  <a:pt x="1772899" y="85537"/>
                </a:cubicBezTo>
                <a:cubicBezTo>
                  <a:pt x="1772899" y="97904"/>
                  <a:pt x="1769763" y="108252"/>
                  <a:pt x="1763493" y="116581"/>
                </a:cubicBezTo>
                <a:cubicBezTo>
                  <a:pt x="1755918" y="126648"/>
                  <a:pt x="1745457" y="131682"/>
                  <a:pt x="1732109" y="131682"/>
                </a:cubicBezTo>
                <a:cubicBezTo>
                  <a:pt x="1719009" y="131682"/>
                  <a:pt x="1708920" y="127083"/>
                  <a:pt x="1701842" y="117885"/>
                </a:cubicBezTo>
                <a:cubicBezTo>
                  <a:pt x="1694765" y="108686"/>
                  <a:pt x="1691226" y="98028"/>
                  <a:pt x="1691226" y="85910"/>
                </a:cubicBezTo>
                <a:cubicBezTo>
                  <a:pt x="1691226" y="73419"/>
                  <a:pt x="1694842" y="62528"/>
                  <a:pt x="1702075" y="53237"/>
                </a:cubicBezTo>
                <a:cubicBezTo>
                  <a:pt x="1709308" y="43945"/>
                  <a:pt x="1719226" y="39300"/>
                  <a:pt x="1731829" y="39300"/>
                </a:cubicBezTo>
                <a:moveTo>
                  <a:pt x="1732202" y="45819"/>
                </a:moveTo>
                <a:cubicBezTo>
                  <a:pt x="1729036" y="45819"/>
                  <a:pt x="1726319" y="47016"/>
                  <a:pt x="1724053" y="49410"/>
                </a:cubicBezTo>
                <a:cubicBezTo>
                  <a:pt x="1721787" y="51802"/>
                  <a:pt x="1720297" y="56525"/>
                  <a:pt x="1719583" y="63580"/>
                </a:cubicBezTo>
                <a:cubicBezTo>
                  <a:pt x="1718869" y="70634"/>
                  <a:pt x="1718512" y="80440"/>
                  <a:pt x="1718512" y="92996"/>
                </a:cubicBezTo>
                <a:cubicBezTo>
                  <a:pt x="1718512" y="99647"/>
                  <a:pt x="1718947" y="105863"/>
                  <a:pt x="1719816" y="111645"/>
                </a:cubicBezTo>
                <a:cubicBezTo>
                  <a:pt x="1720499" y="116057"/>
                  <a:pt x="1721958" y="119413"/>
                  <a:pt x="1724193" y="121714"/>
                </a:cubicBezTo>
                <a:cubicBezTo>
                  <a:pt x="1726428" y="124013"/>
                  <a:pt x="1728974" y="125163"/>
                  <a:pt x="1731829" y="125163"/>
                </a:cubicBezTo>
                <a:cubicBezTo>
                  <a:pt x="1734623" y="125163"/>
                  <a:pt x="1736951" y="124386"/>
                  <a:pt x="1738814" y="122832"/>
                </a:cubicBezTo>
                <a:cubicBezTo>
                  <a:pt x="1741235" y="120719"/>
                  <a:pt x="1742849" y="117766"/>
                  <a:pt x="1743657" y="113973"/>
                </a:cubicBezTo>
                <a:cubicBezTo>
                  <a:pt x="1744898" y="108069"/>
                  <a:pt x="1745519" y="96135"/>
                  <a:pt x="1745519" y="78172"/>
                </a:cubicBezTo>
                <a:cubicBezTo>
                  <a:pt x="1745519" y="67606"/>
                  <a:pt x="1744929" y="60349"/>
                  <a:pt x="1743750" y="56403"/>
                </a:cubicBezTo>
                <a:cubicBezTo>
                  <a:pt x="1742570" y="52455"/>
                  <a:pt x="1740832" y="49580"/>
                  <a:pt x="1738535" y="47777"/>
                </a:cubicBezTo>
                <a:cubicBezTo>
                  <a:pt x="1736920" y="46471"/>
                  <a:pt x="1734810" y="45819"/>
                  <a:pt x="1732202" y="45819"/>
                </a:cubicBezTo>
                <a:close/>
                <a:moveTo>
                  <a:pt x="1822255" y="41907"/>
                </a:moveTo>
                <a:lnTo>
                  <a:pt x="1822255" y="61650"/>
                </a:lnTo>
                <a:cubicBezTo>
                  <a:pt x="1828029" y="52648"/>
                  <a:pt x="1833089" y="46672"/>
                  <a:pt x="1837435" y="43723"/>
                </a:cubicBezTo>
                <a:cubicBezTo>
                  <a:pt x="1841781" y="40774"/>
                  <a:pt x="1845972" y="39300"/>
                  <a:pt x="1850007" y="39300"/>
                </a:cubicBezTo>
                <a:cubicBezTo>
                  <a:pt x="1853484" y="39300"/>
                  <a:pt x="1856262" y="40375"/>
                  <a:pt x="1858342" y="42524"/>
                </a:cubicBezTo>
                <a:cubicBezTo>
                  <a:pt x="1860422" y="44674"/>
                  <a:pt x="1861462" y="47711"/>
                  <a:pt x="1861462" y="51636"/>
                </a:cubicBezTo>
                <a:cubicBezTo>
                  <a:pt x="1861462" y="55811"/>
                  <a:pt x="1860453" y="59052"/>
                  <a:pt x="1858435" y="61359"/>
                </a:cubicBezTo>
                <a:cubicBezTo>
                  <a:pt x="1856418" y="63664"/>
                  <a:pt x="1853981" y="64817"/>
                  <a:pt x="1851125" y="64817"/>
                </a:cubicBezTo>
                <a:cubicBezTo>
                  <a:pt x="1847834" y="64817"/>
                  <a:pt x="1844978" y="63761"/>
                  <a:pt x="1842557" y="61650"/>
                </a:cubicBezTo>
                <a:cubicBezTo>
                  <a:pt x="1840136" y="59539"/>
                  <a:pt x="1838708" y="58360"/>
                  <a:pt x="1838273" y="58111"/>
                </a:cubicBezTo>
                <a:cubicBezTo>
                  <a:pt x="1837652" y="57739"/>
                  <a:pt x="1836938" y="57553"/>
                  <a:pt x="1836131" y="57553"/>
                </a:cubicBezTo>
                <a:cubicBezTo>
                  <a:pt x="1834331" y="57553"/>
                  <a:pt x="1832624" y="58236"/>
                  <a:pt x="1831009" y="59601"/>
                </a:cubicBezTo>
                <a:cubicBezTo>
                  <a:pt x="1828464" y="61712"/>
                  <a:pt x="1826539" y="64723"/>
                  <a:pt x="1825235" y="68635"/>
                </a:cubicBezTo>
                <a:cubicBezTo>
                  <a:pt x="1823249" y="74657"/>
                  <a:pt x="1822255" y="81300"/>
                  <a:pt x="1822255" y="88564"/>
                </a:cubicBezTo>
                <a:lnTo>
                  <a:pt x="1822255" y="108586"/>
                </a:lnTo>
                <a:lnTo>
                  <a:pt x="1822349" y="113801"/>
                </a:lnTo>
                <a:cubicBezTo>
                  <a:pt x="1822349" y="117340"/>
                  <a:pt x="1822566" y="119606"/>
                  <a:pt x="1823000" y="120600"/>
                </a:cubicBezTo>
                <a:cubicBezTo>
                  <a:pt x="1823745" y="122276"/>
                  <a:pt x="1824847" y="123502"/>
                  <a:pt x="1826306" y="124278"/>
                </a:cubicBezTo>
                <a:cubicBezTo>
                  <a:pt x="1827765" y="125054"/>
                  <a:pt x="1830233" y="125536"/>
                  <a:pt x="1833710" y="125722"/>
                </a:cubicBezTo>
                <a:lnTo>
                  <a:pt x="1833710" y="129074"/>
                </a:lnTo>
                <a:lnTo>
                  <a:pt x="1786681" y="129074"/>
                </a:lnTo>
                <a:lnTo>
                  <a:pt x="1786681" y="125722"/>
                </a:lnTo>
                <a:cubicBezTo>
                  <a:pt x="1790468" y="125411"/>
                  <a:pt x="1793029" y="124371"/>
                  <a:pt x="1794364" y="122602"/>
                </a:cubicBezTo>
                <a:cubicBezTo>
                  <a:pt x="1795699" y="120833"/>
                  <a:pt x="1796366" y="116161"/>
                  <a:pt x="1796366" y="108586"/>
                </a:cubicBezTo>
                <a:lnTo>
                  <a:pt x="1796366" y="60346"/>
                </a:lnTo>
                <a:cubicBezTo>
                  <a:pt x="1796366" y="55349"/>
                  <a:pt x="1796118" y="52163"/>
                  <a:pt x="1795621" y="50789"/>
                </a:cubicBezTo>
                <a:cubicBezTo>
                  <a:pt x="1795000" y="49039"/>
                  <a:pt x="1794100" y="47759"/>
                  <a:pt x="1792920" y="46948"/>
                </a:cubicBezTo>
                <a:cubicBezTo>
                  <a:pt x="1791741" y="46135"/>
                  <a:pt x="1789661" y="45572"/>
                  <a:pt x="1786681" y="45260"/>
                </a:cubicBezTo>
                <a:lnTo>
                  <a:pt x="1786681" y="41907"/>
                </a:lnTo>
                <a:lnTo>
                  <a:pt x="1822255" y="41907"/>
                </a:lnTo>
                <a:close/>
                <a:moveTo>
                  <a:pt x="1891758" y="0"/>
                </a:moveTo>
                <a:cubicBezTo>
                  <a:pt x="1895793" y="0"/>
                  <a:pt x="1899208" y="1417"/>
                  <a:pt x="1902002" y="4252"/>
                </a:cubicBezTo>
                <a:cubicBezTo>
                  <a:pt x="1904796" y="7084"/>
                  <a:pt x="1906193" y="10494"/>
                  <a:pt x="1906193" y="14481"/>
                </a:cubicBezTo>
                <a:cubicBezTo>
                  <a:pt x="1906193" y="18468"/>
                  <a:pt x="1904780" y="21864"/>
                  <a:pt x="1901955" y="24667"/>
                </a:cubicBezTo>
                <a:cubicBezTo>
                  <a:pt x="1899130" y="27469"/>
                  <a:pt x="1895731" y="28869"/>
                  <a:pt x="1891758" y="28869"/>
                </a:cubicBezTo>
                <a:cubicBezTo>
                  <a:pt x="1887784" y="28869"/>
                  <a:pt x="1884401" y="27469"/>
                  <a:pt x="1881607" y="24667"/>
                </a:cubicBezTo>
                <a:cubicBezTo>
                  <a:pt x="1878813" y="21864"/>
                  <a:pt x="1877416" y="18468"/>
                  <a:pt x="1877416" y="14481"/>
                </a:cubicBezTo>
                <a:cubicBezTo>
                  <a:pt x="1877416" y="10494"/>
                  <a:pt x="1878813" y="7084"/>
                  <a:pt x="1881607" y="4252"/>
                </a:cubicBezTo>
                <a:cubicBezTo>
                  <a:pt x="1884401" y="1417"/>
                  <a:pt x="1887784" y="0"/>
                  <a:pt x="1891758" y="0"/>
                </a:cubicBezTo>
                <a:moveTo>
                  <a:pt x="1904796" y="41907"/>
                </a:moveTo>
                <a:lnTo>
                  <a:pt x="1904796" y="111008"/>
                </a:lnTo>
                <a:cubicBezTo>
                  <a:pt x="1904796" y="117154"/>
                  <a:pt x="1905510" y="121081"/>
                  <a:pt x="1906938" y="122788"/>
                </a:cubicBezTo>
                <a:cubicBezTo>
                  <a:pt x="1908366" y="124496"/>
                  <a:pt x="1911159" y="125473"/>
                  <a:pt x="1915319" y="125722"/>
                </a:cubicBezTo>
                <a:lnTo>
                  <a:pt x="1915319" y="129074"/>
                </a:lnTo>
                <a:lnTo>
                  <a:pt x="1868290" y="129074"/>
                </a:lnTo>
                <a:lnTo>
                  <a:pt x="1868290" y="125722"/>
                </a:lnTo>
                <a:cubicBezTo>
                  <a:pt x="1872139" y="125598"/>
                  <a:pt x="1874995" y="124480"/>
                  <a:pt x="1876858" y="122369"/>
                </a:cubicBezTo>
                <a:cubicBezTo>
                  <a:pt x="1878099" y="120941"/>
                  <a:pt x="1878720" y="117154"/>
                  <a:pt x="1878720" y="111008"/>
                </a:cubicBezTo>
                <a:lnTo>
                  <a:pt x="1878720" y="60160"/>
                </a:lnTo>
                <a:cubicBezTo>
                  <a:pt x="1878720" y="53936"/>
                  <a:pt x="1878006" y="49960"/>
                  <a:pt x="1876578" y="48231"/>
                </a:cubicBezTo>
                <a:cubicBezTo>
                  <a:pt x="1875150" y="46502"/>
                  <a:pt x="1872387" y="45512"/>
                  <a:pt x="1868290" y="45260"/>
                </a:cubicBezTo>
                <a:lnTo>
                  <a:pt x="1868290" y="41907"/>
                </a:lnTo>
                <a:lnTo>
                  <a:pt x="1904796" y="41907"/>
                </a:lnTo>
                <a:close/>
                <a:moveTo>
                  <a:pt x="1997582" y="82324"/>
                </a:moveTo>
                <a:lnTo>
                  <a:pt x="1949808" y="82324"/>
                </a:lnTo>
                <a:cubicBezTo>
                  <a:pt x="1950366" y="93903"/>
                  <a:pt x="1953440" y="103054"/>
                  <a:pt x="1959027" y="109777"/>
                </a:cubicBezTo>
                <a:cubicBezTo>
                  <a:pt x="1963311" y="114943"/>
                  <a:pt x="1968464" y="117527"/>
                  <a:pt x="1974486" y="117527"/>
                </a:cubicBezTo>
                <a:cubicBezTo>
                  <a:pt x="1978211" y="117527"/>
                  <a:pt x="1981595" y="116487"/>
                  <a:pt x="1984637" y="114407"/>
                </a:cubicBezTo>
                <a:cubicBezTo>
                  <a:pt x="1987679" y="112327"/>
                  <a:pt x="1990939" y="108586"/>
                  <a:pt x="1994416" y="103185"/>
                </a:cubicBezTo>
                <a:lnTo>
                  <a:pt x="1997582" y="105234"/>
                </a:lnTo>
                <a:cubicBezTo>
                  <a:pt x="1992863" y="114857"/>
                  <a:pt x="1987648" y="121671"/>
                  <a:pt x="1981937" y="125675"/>
                </a:cubicBezTo>
                <a:cubicBezTo>
                  <a:pt x="1976225" y="129680"/>
                  <a:pt x="1969613" y="131682"/>
                  <a:pt x="1962100" y="131682"/>
                </a:cubicBezTo>
                <a:cubicBezTo>
                  <a:pt x="1949187" y="131682"/>
                  <a:pt x="1939408" y="126710"/>
                  <a:pt x="1932765" y="116767"/>
                </a:cubicBezTo>
                <a:cubicBezTo>
                  <a:pt x="1927426" y="108750"/>
                  <a:pt x="1924756" y="98807"/>
                  <a:pt x="1924756" y="86937"/>
                </a:cubicBezTo>
                <a:cubicBezTo>
                  <a:pt x="1924756" y="72394"/>
                  <a:pt x="1928683" y="60819"/>
                  <a:pt x="1936537" y="52212"/>
                </a:cubicBezTo>
                <a:cubicBezTo>
                  <a:pt x="1944391" y="43604"/>
                  <a:pt x="1953595" y="39300"/>
                  <a:pt x="1964149" y="39300"/>
                </a:cubicBezTo>
                <a:cubicBezTo>
                  <a:pt x="1972965" y="39300"/>
                  <a:pt x="1980617" y="42916"/>
                  <a:pt x="1987105" y="50149"/>
                </a:cubicBezTo>
                <a:cubicBezTo>
                  <a:pt x="1993593" y="57382"/>
                  <a:pt x="1997085" y="68107"/>
                  <a:pt x="1997582" y="82324"/>
                </a:cubicBezTo>
                <a:moveTo>
                  <a:pt x="1974673" y="76178"/>
                </a:moveTo>
                <a:cubicBezTo>
                  <a:pt x="1974673" y="66182"/>
                  <a:pt x="1974129" y="59322"/>
                  <a:pt x="1973043" y="55597"/>
                </a:cubicBezTo>
                <a:cubicBezTo>
                  <a:pt x="1971956" y="51872"/>
                  <a:pt x="1970265" y="49047"/>
                  <a:pt x="1967967" y="47122"/>
                </a:cubicBezTo>
                <a:cubicBezTo>
                  <a:pt x="1966664" y="46005"/>
                  <a:pt x="1964925" y="45446"/>
                  <a:pt x="1962752" y="45446"/>
                </a:cubicBezTo>
                <a:cubicBezTo>
                  <a:pt x="1959524" y="45446"/>
                  <a:pt x="1956885" y="47029"/>
                  <a:pt x="1954837" y="50196"/>
                </a:cubicBezTo>
                <a:cubicBezTo>
                  <a:pt x="1951174" y="55721"/>
                  <a:pt x="1949342" y="63295"/>
                  <a:pt x="1949342" y="72919"/>
                </a:cubicBezTo>
                <a:lnTo>
                  <a:pt x="1949342" y="76178"/>
                </a:lnTo>
                <a:lnTo>
                  <a:pt x="1974673" y="76178"/>
                </a:lnTo>
                <a:close/>
                <a:moveTo>
                  <a:pt x="2063545" y="39672"/>
                </a:moveTo>
                <a:lnTo>
                  <a:pt x="2064942" y="69473"/>
                </a:lnTo>
                <a:lnTo>
                  <a:pt x="2061776" y="69473"/>
                </a:lnTo>
                <a:cubicBezTo>
                  <a:pt x="2057989" y="60585"/>
                  <a:pt x="2054062" y="54514"/>
                  <a:pt x="2049995" y="51261"/>
                </a:cubicBezTo>
                <a:cubicBezTo>
                  <a:pt x="2045929" y="48005"/>
                  <a:pt x="2041878" y="46377"/>
                  <a:pt x="2037842" y="46377"/>
                </a:cubicBezTo>
                <a:cubicBezTo>
                  <a:pt x="2035297" y="46377"/>
                  <a:pt x="2033124" y="47231"/>
                  <a:pt x="2031323" y="48938"/>
                </a:cubicBezTo>
                <a:cubicBezTo>
                  <a:pt x="2029523" y="50646"/>
                  <a:pt x="2028623" y="52617"/>
                  <a:pt x="2028623" y="54852"/>
                </a:cubicBezTo>
                <a:cubicBezTo>
                  <a:pt x="2028623" y="56528"/>
                  <a:pt x="2029244" y="58142"/>
                  <a:pt x="2030485" y="59695"/>
                </a:cubicBezTo>
                <a:cubicBezTo>
                  <a:pt x="2032472" y="62240"/>
                  <a:pt x="2038029" y="66601"/>
                  <a:pt x="2047155" y="72779"/>
                </a:cubicBezTo>
                <a:cubicBezTo>
                  <a:pt x="2056281" y="78956"/>
                  <a:pt x="2062288" y="84203"/>
                  <a:pt x="2065175" y="88517"/>
                </a:cubicBezTo>
                <a:cubicBezTo>
                  <a:pt x="2068062" y="92832"/>
                  <a:pt x="2069506" y="97659"/>
                  <a:pt x="2069506" y="102999"/>
                </a:cubicBezTo>
                <a:cubicBezTo>
                  <a:pt x="2069506" y="107841"/>
                  <a:pt x="2068295" y="112591"/>
                  <a:pt x="2065874" y="117247"/>
                </a:cubicBezTo>
                <a:cubicBezTo>
                  <a:pt x="2063452" y="121904"/>
                  <a:pt x="2060038" y="125473"/>
                  <a:pt x="2055630" y="127957"/>
                </a:cubicBezTo>
                <a:cubicBezTo>
                  <a:pt x="2051222" y="130440"/>
                  <a:pt x="2046348" y="131682"/>
                  <a:pt x="2041009" y="131682"/>
                </a:cubicBezTo>
                <a:cubicBezTo>
                  <a:pt x="2036849" y="131682"/>
                  <a:pt x="2031292" y="130354"/>
                  <a:pt x="2024339" y="127698"/>
                </a:cubicBezTo>
                <a:cubicBezTo>
                  <a:pt x="2022476" y="127001"/>
                  <a:pt x="2021204" y="126653"/>
                  <a:pt x="2020521" y="126653"/>
                </a:cubicBezTo>
                <a:cubicBezTo>
                  <a:pt x="2018472" y="126653"/>
                  <a:pt x="2016764" y="128205"/>
                  <a:pt x="2015399" y="131309"/>
                </a:cubicBezTo>
                <a:lnTo>
                  <a:pt x="2012325" y="131309"/>
                </a:lnTo>
                <a:lnTo>
                  <a:pt x="2010835" y="100019"/>
                </a:lnTo>
                <a:lnTo>
                  <a:pt x="2014002" y="100019"/>
                </a:lnTo>
                <a:cubicBezTo>
                  <a:pt x="2016796" y="108214"/>
                  <a:pt x="2020629" y="114360"/>
                  <a:pt x="2025503" y="118458"/>
                </a:cubicBezTo>
                <a:cubicBezTo>
                  <a:pt x="2030377" y="122555"/>
                  <a:pt x="2034986" y="124604"/>
                  <a:pt x="2039332" y="124604"/>
                </a:cubicBezTo>
                <a:cubicBezTo>
                  <a:pt x="2042312" y="124604"/>
                  <a:pt x="2044749" y="123688"/>
                  <a:pt x="2046643" y="121857"/>
                </a:cubicBezTo>
                <a:cubicBezTo>
                  <a:pt x="2048536" y="120025"/>
                  <a:pt x="2049483" y="117806"/>
                  <a:pt x="2049483" y="115198"/>
                </a:cubicBezTo>
                <a:cubicBezTo>
                  <a:pt x="2049483" y="112218"/>
                  <a:pt x="2048552" y="109642"/>
                  <a:pt x="2046689" y="107469"/>
                </a:cubicBezTo>
                <a:cubicBezTo>
                  <a:pt x="2044827" y="105296"/>
                  <a:pt x="2040667" y="102005"/>
                  <a:pt x="2034210" y="97597"/>
                </a:cubicBezTo>
                <a:cubicBezTo>
                  <a:pt x="2024711" y="91016"/>
                  <a:pt x="2018565" y="85987"/>
                  <a:pt x="2015771" y="82511"/>
                </a:cubicBezTo>
                <a:cubicBezTo>
                  <a:pt x="2011674" y="77420"/>
                  <a:pt x="2009625" y="71801"/>
                  <a:pt x="2009625" y="65655"/>
                </a:cubicBezTo>
                <a:cubicBezTo>
                  <a:pt x="2009625" y="58950"/>
                  <a:pt x="2011937" y="52881"/>
                  <a:pt x="2016563" y="47448"/>
                </a:cubicBezTo>
                <a:cubicBezTo>
                  <a:pt x="2021188" y="42016"/>
                  <a:pt x="2027878" y="39300"/>
                  <a:pt x="2036632" y="39300"/>
                </a:cubicBezTo>
                <a:cubicBezTo>
                  <a:pt x="2041350" y="39300"/>
                  <a:pt x="2045913" y="40493"/>
                  <a:pt x="2050321" y="42879"/>
                </a:cubicBezTo>
                <a:cubicBezTo>
                  <a:pt x="2051998" y="43845"/>
                  <a:pt x="2053364" y="44329"/>
                  <a:pt x="2054419" y="44329"/>
                </a:cubicBezTo>
                <a:cubicBezTo>
                  <a:pt x="2055536" y="44329"/>
                  <a:pt x="2056437" y="44096"/>
                  <a:pt x="2057120" y="43630"/>
                </a:cubicBezTo>
                <a:cubicBezTo>
                  <a:pt x="2057803" y="43164"/>
                  <a:pt x="2058889" y="41845"/>
                  <a:pt x="2060379" y="39672"/>
                </a:cubicBezTo>
                <a:lnTo>
                  <a:pt x="2063545" y="39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1F6AE-CC45-49BB-AF86-58C4BA79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7" y="2549830"/>
            <a:ext cx="1554326" cy="123971"/>
          </a:xfrm>
          <a:custGeom xmlns:a="http://schemas.openxmlformats.org/drawingml/2006/main">
            <a:pathLst>
              <a:path w="1554326" h="123971" fill="none">
                <a:moveTo>
                  <a:pt x="0" y="123812"/>
                </a:moveTo>
                <a:lnTo>
                  <a:pt x="1236452" y="123971"/>
                </a:lnTo>
                <a:lnTo>
                  <a:pt x="1236452" y="0"/>
                </a:lnTo>
                <a:lnTo>
                  <a:pt x="1554326" y="159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5D801-93DC-4671-A974-EB83215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90" y="2518201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867"/>
                </a:moveTo>
                <a:lnTo>
                  <a:pt x="0" y="63575"/>
                </a:lnTo>
                <a:lnTo>
                  <a:pt x="15894" y="31787"/>
                </a:lnTo>
                <a:lnTo>
                  <a:pt x="79" y="0"/>
                </a:lnTo>
                <a:lnTo>
                  <a:pt x="63575" y="31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56BAA-5296-4A62-BAB0-45B313C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90" y="2518201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867"/>
                </a:moveTo>
                <a:lnTo>
                  <a:pt x="0" y="63575"/>
                </a:lnTo>
                <a:lnTo>
                  <a:pt x="15894" y="31787"/>
                </a:lnTo>
                <a:lnTo>
                  <a:pt x="79" y="0"/>
                </a:lnTo>
                <a:lnTo>
                  <a:pt x="63575" y="318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09147-B74F-4432-947F-65912953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427" y="2691284"/>
            <a:ext cx="643696" cy="190725"/>
          </a:xfrm>
          <a:custGeom xmlns:a="http://schemas.openxmlformats.org/drawingml/2006/main">
            <a:pathLst>
              <a:path w="643696" h="190725">
                <a:moveTo>
                  <a:pt x="0" y="0"/>
                </a:moveTo>
                <a:lnTo>
                  <a:pt x="643696" y="0"/>
                </a:lnTo>
                <a:lnTo>
                  <a:pt x="64369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Ref">
            <a:extLst xmlns:a="http://schemas.openxmlformats.org/drawingml/2006/main">
              <a:ext uri="{FF2B5EF4-FFF2-40B4-BE49-F238E27FC236}">
                <a16:creationId xmlns:a16="http://schemas.microsoft.com/office/drawing/2014/main" id="{ECD027F8-FF5C-44C9-92E4-C2EEA7AB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019" y="2731918"/>
            <a:ext cx="242932" cy="112529"/>
          </a:xfrm>
          <a:custGeom xmlns:a="http://schemas.openxmlformats.org/drawingml/2006/main">
            <a:pathLst>
              <a:path w="242932" h="112529">
                <a:moveTo>
                  <a:pt x="104691" y="110356"/>
                </a:moveTo>
                <a:lnTo>
                  <a:pt x="76597" y="110356"/>
                </a:lnTo>
                <a:lnTo>
                  <a:pt x="40976" y="60998"/>
                </a:lnTo>
                <a:cubicBezTo>
                  <a:pt x="38337" y="61102"/>
                  <a:pt x="36190" y="61154"/>
                  <a:pt x="34535" y="61154"/>
                </a:cubicBezTo>
                <a:cubicBezTo>
                  <a:pt x="33862" y="61154"/>
                  <a:pt x="33138" y="61141"/>
                  <a:pt x="32362" y="61115"/>
                </a:cubicBezTo>
                <a:cubicBezTo>
                  <a:pt x="31586" y="61089"/>
                  <a:pt x="30784" y="61050"/>
                  <a:pt x="29956" y="60998"/>
                </a:cubicBezTo>
                <a:lnTo>
                  <a:pt x="29956" y="91677"/>
                </a:lnTo>
                <a:cubicBezTo>
                  <a:pt x="29956" y="98322"/>
                  <a:pt x="30680" y="102449"/>
                  <a:pt x="32129" y="104058"/>
                </a:cubicBezTo>
                <a:cubicBezTo>
                  <a:pt x="34095" y="106342"/>
                  <a:pt x="37044" y="107484"/>
                  <a:pt x="40976" y="107484"/>
                </a:cubicBezTo>
                <a:lnTo>
                  <a:pt x="45089" y="107484"/>
                </a:lnTo>
                <a:lnTo>
                  <a:pt x="45089" y="110356"/>
                </a:lnTo>
                <a:lnTo>
                  <a:pt x="0" y="110356"/>
                </a:lnTo>
                <a:lnTo>
                  <a:pt x="0" y="107484"/>
                </a:lnTo>
                <a:lnTo>
                  <a:pt x="3958" y="107484"/>
                </a:lnTo>
                <a:cubicBezTo>
                  <a:pt x="8407" y="107484"/>
                  <a:pt x="11589" y="106036"/>
                  <a:pt x="13503" y="103138"/>
                </a:cubicBezTo>
                <a:cubicBezTo>
                  <a:pt x="14590" y="101535"/>
                  <a:pt x="15133" y="97732"/>
                  <a:pt x="15133" y="91730"/>
                </a:cubicBezTo>
                <a:lnTo>
                  <a:pt x="15133" y="23747"/>
                </a:lnTo>
                <a:cubicBezTo>
                  <a:pt x="15133" y="17125"/>
                  <a:pt x="14409" y="13012"/>
                  <a:pt x="12960" y="11408"/>
                </a:cubicBezTo>
                <a:cubicBezTo>
                  <a:pt x="10942" y="9132"/>
                  <a:pt x="7942" y="7993"/>
                  <a:pt x="3958" y="7993"/>
                </a:cubicBezTo>
                <a:lnTo>
                  <a:pt x="0" y="7993"/>
                </a:lnTo>
                <a:lnTo>
                  <a:pt x="0" y="5122"/>
                </a:lnTo>
                <a:lnTo>
                  <a:pt x="38337" y="5122"/>
                </a:lnTo>
                <a:cubicBezTo>
                  <a:pt x="49513" y="5122"/>
                  <a:pt x="57752" y="5934"/>
                  <a:pt x="63055" y="7559"/>
                </a:cubicBezTo>
                <a:cubicBezTo>
                  <a:pt x="68358" y="9184"/>
                  <a:pt x="72859" y="12177"/>
                  <a:pt x="76558" y="16537"/>
                </a:cubicBezTo>
                <a:cubicBezTo>
                  <a:pt x="80258" y="20896"/>
                  <a:pt x="82107" y="26093"/>
                  <a:pt x="82107" y="32129"/>
                </a:cubicBezTo>
                <a:cubicBezTo>
                  <a:pt x="82107" y="38577"/>
                  <a:pt x="79999" y="44174"/>
                  <a:pt x="75782" y="48921"/>
                </a:cubicBezTo>
                <a:cubicBezTo>
                  <a:pt x="71566" y="53666"/>
                  <a:pt x="65034" y="57019"/>
                  <a:pt x="56187" y="58981"/>
                </a:cubicBezTo>
                <a:lnTo>
                  <a:pt x="77916" y="89266"/>
                </a:lnTo>
                <a:cubicBezTo>
                  <a:pt x="82883" y="96222"/>
                  <a:pt x="87152" y="100842"/>
                  <a:pt x="90721" y="103126"/>
                </a:cubicBezTo>
                <a:cubicBezTo>
                  <a:pt x="94291" y="105409"/>
                  <a:pt x="98948" y="106862"/>
                  <a:pt x="104691" y="107484"/>
                </a:cubicBezTo>
                <a:lnTo>
                  <a:pt x="104691" y="110356"/>
                </a:lnTo>
                <a:moveTo>
                  <a:pt x="29956" y="56264"/>
                </a:moveTo>
                <a:cubicBezTo>
                  <a:pt x="30939" y="56264"/>
                  <a:pt x="31793" y="56277"/>
                  <a:pt x="32517" y="56303"/>
                </a:cubicBezTo>
                <a:cubicBezTo>
                  <a:pt x="33241" y="56329"/>
                  <a:pt x="33836" y="56342"/>
                  <a:pt x="34302" y="56342"/>
                </a:cubicBezTo>
                <a:cubicBezTo>
                  <a:pt x="44339" y="56342"/>
                  <a:pt x="51905" y="54169"/>
                  <a:pt x="57002" y="49823"/>
                </a:cubicBezTo>
                <a:cubicBezTo>
                  <a:pt x="62098" y="45477"/>
                  <a:pt x="64646" y="39941"/>
                  <a:pt x="64646" y="33215"/>
                </a:cubicBezTo>
                <a:cubicBezTo>
                  <a:pt x="64646" y="26645"/>
                  <a:pt x="62589" y="21303"/>
                  <a:pt x="58476" y="17190"/>
                </a:cubicBezTo>
                <a:cubicBezTo>
                  <a:pt x="54363" y="13077"/>
                  <a:pt x="48918" y="11020"/>
                  <a:pt x="42140" y="11020"/>
                </a:cubicBezTo>
                <a:cubicBezTo>
                  <a:pt x="39139" y="11020"/>
                  <a:pt x="35078" y="11512"/>
                  <a:pt x="29956" y="12495"/>
                </a:cubicBezTo>
                <a:lnTo>
                  <a:pt x="29956" y="56264"/>
                </a:lnTo>
                <a:close/>
                <a:moveTo>
                  <a:pt x="120212" y="66120"/>
                </a:moveTo>
                <a:cubicBezTo>
                  <a:pt x="120161" y="76651"/>
                  <a:pt x="122722" y="84910"/>
                  <a:pt x="127895" y="90898"/>
                </a:cubicBezTo>
                <a:cubicBezTo>
                  <a:pt x="133069" y="96885"/>
                  <a:pt x="139148" y="99879"/>
                  <a:pt x="146133" y="99879"/>
                </a:cubicBezTo>
                <a:cubicBezTo>
                  <a:pt x="150789" y="99879"/>
                  <a:pt x="154838" y="98598"/>
                  <a:pt x="158278" y="96037"/>
                </a:cubicBezTo>
                <a:cubicBezTo>
                  <a:pt x="161719" y="93476"/>
                  <a:pt x="164603" y="89092"/>
                  <a:pt x="166931" y="82883"/>
                </a:cubicBezTo>
                <a:lnTo>
                  <a:pt x="169337" y="84435"/>
                </a:lnTo>
                <a:cubicBezTo>
                  <a:pt x="168250" y="91523"/>
                  <a:pt x="165094" y="97978"/>
                  <a:pt x="159869" y="103798"/>
                </a:cubicBezTo>
                <a:cubicBezTo>
                  <a:pt x="154644" y="109619"/>
                  <a:pt x="148099" y="112529"/>
                  <a:pt x="140235" y="112529"/>
                </a:cubicBezTo>
                <a:cubicBezTo>
                  <a:pt x="131698" y="112529"/>
                  <a:pt x="124390" y="109212"/>
                  <a:pt x="118311" y="102578"/>
                </a:cubicBezTo>
                <a:cubicBezTo>
                  <a:pt x="112232" y="95943"/>
                  <a:pt x="109192" y="87023"/>
                  <a:pt x="109192" y="75819"/>
                </a:cubicBezTo>
                <a:cubicBezTo>
                  <a:pt x="109192" y="63686"/>
                  <a:pt x="112309" y="54226"/>
                  <a:pt x="118544" y="47437"/>
                </a:cubicBezTo>
                <a:cubicBezTo>
                  <a:pt x="124778" y="40646"/>
                  <a:pt x="132603" y="37251"/>
                  <a:pt x="142020" y="37251"/>
                </a:cubicBezTo>
                <a:cubicBezTo>
                  <a:pt x="149987" y="37251"/>
                  <a:pt x="156532" y="39870"/>
                  <a:pt x="161654" y="45109"/>
                </a:cubicBezTo>
                <a:cubicBezTo>
                  <a:pt x="166776" y="50345"/>
                  <a:pt x="169337" y="57349"/>
                  <a:pt x="169337" y="66120"/>
                </a:cubicBezTo>
                <a:lnTo>
                  <a:pt x="120212" y="66120"/>
                </a:lnTo>
                <a:moveTo>
                  <a:pt x="120212" y="61619"/>
                </a:moveTo>
                <a:lnTo>
                  <a:pt x="153117" y="61619"/>
                </a:lnTo>
                <a:cubicBezTo>
                  <a:pt x="152859" y="57066"/>
                  <a:pt x="152315" y="53859"/>
                  <a:pt x="151488" y="51996"/>
                </a:cubicBezTo>
                <a:cubicBezTo>
                  <a:pt x="150194" y="49099"/>
                  <a:pt x="148267" y="46822"/>
                  <a:pt x="145706" y="45167"/>
                </a:cubicBezTo>
                <a:cubicBezTo>
                  <a:pt x="143145" y="43511"/>
                  <a:pt x="140467" y="42683"/>
                  <a:pt x="137674" y="42683"/>
                </a:cubicBezTo>
                <a:cubicBezTo>
                  <a:pt x="133379" y="42683"/>
                  <a:pt x="129538" y="44352"/>
                  <a:pt x="126149" y="47689"/>
                </a:cubicBezTo>
                <a:cubicBezTo>
                  <a:pt x="122760" y="51026"/>
                  <a:pt x="120781" y="55669"/>
                  <a:pt x="120212" y="61619"/>
                </a:cubicBezTo>
                <a:close/>
                <a:moveTo>
                  <a:pt x="206612" y="44701"/>
                </a:moveTo>
                <a:lnTo>
                  <a:pt x="206612" y="91478"/>
                </a:lnTo>
                <a:cubicBezTo>
                  <a:pt x="206612" y="98109"/>
                  <a:pt x="207336" y="102304"/>
                  <a:pt x="208785" y="104065"/>
                </a:cubicBezTo>
                <a:cubicBezTo>
                  <a:pt x="210699" y="106345"/>
                  <a:pt x="213260" y="107484"/>
                  <a:pt x="216468" y="107484"/>
                </a:cubicBezTo>
                <a:lnTo>
                  <a:pt x="222909" y="107484"/>
                </a:lnTo>
                <a:lnTo>
                  <a:pt x="222909" y="110356"/>
                </a:lnTo>
                <a:lnTo>
                  <a:pt x="180459" y="110356"/>
                </a:lnTo>
                <a:lnTo>
                  <a:pt x="180459" y="107484"/>
                </a:lnTo>
                <a:lnTo>
                  <a:pt x="183641" y="107484"/>
                </a:lnTo>
                <a:cubicBezTo>
                  <a:pt x="185710" y="107484"/>
                  <a:pt x="187599" y="106966"/>
                  <a:pt x="189306" y="105930"/>
                </a:cubicBezTo>
                <a:cubicBezTo>
                  <a:pt x="191013" y="104893"/>
                  <a:pt x="192190" y="103495"/>
                  <a:pt x="192837" y="101734"/>
                </a:cubicBezTo>
                <a:cubicBezTo>
                  <a:pt x="193484" y="99974"/>
                  <a:pt x="193807" y="96555"/>
                  <a:pt x="193807" y="91478"/>
                </a:cubicBezTo>
                <a:lnTo>
                  <a:pt x="193807" y="44701"/>
                </a:lnTo>
                <a:lnTo>
                  <a:pt x="179993" y="44701"/>
                </a:lnTo>
                <a:lnTo>
                  <a:pt x="179993" y="39269"/>
                </a:lnTo>
                <a:lnTo>
                  <a:pt x="193807" y="39269"/>
                </a:lnTo>
                <a:lnTo>
                  <a:pt x="193807" y="34593"/>
                </a:lnTo>
                <a:cubicBezTo>
                  <a:pt x="193807" y="27477"/>
                  <a:pt x="194945" y="21452"/>
                  <a:pt x="197222" y="16518"/>
                </a:cubicBezTo>
                <a:cubicBezTo>
                  <a:pt x="199498" y="11584"/>
                  <a:pt x="202978" y="7597"/>
                  <a:pt x="207660" y="4559"/>
                </a:cubicBezTo>
                <a:cubicBezTo>
                  <a:pt x="212342" y="1520"/>
                  <a:pt x="217606" y="0"/>
                  <a:pt x="223453" y="0"/>
                </a:cubicBezTo>
                <a:cubicBezTo>
                  <a:pt x="228885" y="0"/>
                  <a:pt x="233878" y="1759"/>
                  <a:pt x="238431" y="5277"/>
                </a:cubicBezTo>
                <a:cubicBezTo>
                  <a:pt x="241431" y="7605"/>
                  <a:pt x="242932" y="10218"/>
                  <a:pt x="242932" y="13115"/>
                </a:cubicBezTo>
                <a:cubicBezTo>
                  <a:pt x="242932" y="14668"/>
                  <a:pt x="242259" y="16129"/>
                  <a:pt x="240914" y="17500"/>
                </a:cubicBezTo>
                <a:cubicBezTo>
                  <a:pt x="239569" y="18871"/>
                  <a:pt x="238120" y="19557"/>
                  <a:pt x="236568" y="19557"/>
                </a:cubicBezTo>
                <a:cubicBezTo>
                  <a:pt x="235378" y="19557"/>
                  <a:pt x="234124" y="19125"/>
                  <a:pt x="232804" y="18262"/>
                </a:cubicBezTo>
                <a:cubicBezTo>
                  <a:pt x="231485" y="17398"/>
                  <a:pt x="229868" y="15541"/>
                  <a:pt x="227954" y="12691"/>
                </a:cubicBezTo>
                <a:cubicBezTo>
                  <a:pt x="226040" y="9841"/>
                  <a:pt x="224280" y="7918"/>
                  <a:pt x="222677" y="6924"/>
                </a:cubicBezTo>
                <a:cubicBezTo>
                  <a:pt x="221073" y="5930"/>
                  <a:pt x="219288" y="5432"/>
                  <a:pt x="217322" y="5432"/>
                </a:cubicBezTo>
                <a:cubicBezTo>
                  <a:pt x="214942" y="5432"/>
                  <a:pt x="212924" y="6073"/>
                  <a:pt x="211269" y="7353"/>
                </a:cubicBezTo>
                <a:cubicBezTo>
                  <a:pt x="209613" y="8632"/>
                  <a:pt x="208423" y="10616"/>
                  <a:pt x="207699" y="13305"/>
                </a:cubicBezTo>
                <a:cubicBezTo>
                  <a:pt x="206974" y="15993"/>
                  <a:pt x="206612" y="22925"/>
                  <a:pt x="206612" y="34098"/>
                </a:cubicBezTo>
                <a:lnTo>
                  <a:pt x="206612" y="39269"/>
                </a:lnTo>
                <a:lnTo>
                  <a:pt x="224927" y="39269"/>
                </a:lnTo>
                <a:lnTo>
                  <a:pt x="224927" y="44701"/>
                </a:lnTo>
                <a:lnTo>
                  <a:pt x="206612" y="4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erence">
            <a:extLst xmlns:a="http://schemas.openxmlformats.org/drawingml/2006/main">
              <a:ext uri="{FF2B5EF4-FFF2-40B4-BE49-F238E27FC236}">
                <a16:creationId xmlns:a16="http://schemas.microsoft.com/office/drawing/2014/main" id="{FB74577B-20F3-46C7-A4A3-8B327B42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706" y="2769169"/>
            <a:ext cx="404245" cy="75278"/>
          </a:xfrm>
          <a:custGeom xmlns:a="http://schemas.openxmlformats.org/drawingml/2006/main">
            <a:pathLst>
              <a:path w="404245" h="75278">
                <a:moveTo>
                  <a:pt x="11020" y="28869"/>
                </a:moveTo>
                <a:cubicBezTo>
                  <a:pt x="10968" y="39400"/>
                  <a:pt x="13529" y="47659"/>
                  <a:pt x="18703" y="53648"/>
                </a:cubicBezTo>
                <a:cubicBezTo>
                  <a:pt x="23877" y="59635"/>
                  <a:pt x="29956" y="62628"/>
                  <a:pt x="36940" y="62628"/>
                </a:cubicBezTo>
                <a:cubicBezTo>
                  <a:pt x="41597" y="62628"/>
                  <a:pt x="45645" y="61348"/>
                  <a:pt x="49086" y="58787"/>
                </a:cubicBezTo>
                <a:cubicBezTo>
                  <a:pt x="52526" y="56226"/>
                  <a:pt x="55411" y="51841"/>
                  <a:pt x="57739" y="45632"/>
                </a:cubicBezTo>
                <a:lnTo>
                  <a:pt x="60145" y="47184"/>
                </a:lnTo>
                <a:cubicBezTo>
                  <a:pt x="59058" y="54272"/>
                  <a:pt x="55902" y="60727"/>
                  <a:pt x="50677" y="66547"/>
                </a:cubicBezTo>
                <a:cubicBezTo>
                  <a:pt x="45451" y="72368"/>
                  <a:pt x="38906" y="75278"/>
                  <a:pt x="31042" y="75278"/>
                </a:cubicBezTo>
                <a:cubicBezTo>
                  <a:pt x="22506" y="75278"/>
                  <a:pt x="15198" y="71961"/>
                  <a:pt x="9119" y="65327"/>
                </a:cubicBezTo>
                <a:cubicBezTo>
                  <a:pt x="3040" y="58692"/>
                  <a:pt x="0" y="49772"/>
                  <a:pt x="0" y="38568"/>
                </a:cubicBezTo>
                <a:cubicBezTo>
                  <a:pt x="0" y="26435"/>
                  <a:pt x="3117" y="16975"/>
                  <a:pt x="9352" y="10186"/>
                </a:cubicBezTo>
                <a:cubicBezTo>
                  <a:pt x="15586" y="3395"/>
                  <a:pt x="23411" y="0"/>
                  <a:pt x="32827" y="0"/>
                </a:cubicBezTo>
                <a:cubicBezTo>
                  <a:pt x="40795" y="0"/>
                  <a:pt x="47340" y="2619"/>
                  <a:pt x="52462" y="7858"/>
                </a:cubicBezTo>
                <a:cubicBezTo>
                  <a:pt x="57584" y="13094"/>
                  <a:pt x="60145" y="20098"/>
                  <a:pt x="60145" y="28869"/>
                </a:cubicBezTo>
                <a:lnTo>
                  <a:pt x="11020" y="28869"/>
                </a:lnTo>
                <a:moveTo>
                  <a:pt x="11020" y="24368"/>
                </a:moveTo>
                <a:lnTo>
                  <a:pt x="43925" y="24368"/>
                </a:lnTo>
                <a:cubicBezTo>
                  <a:pt x="43666" y="19815"/>
                  <a:pt x="43123" y="16608"/>
                  <a:pt x="42295" y="14745"/>
                </a:cubicBezTo>
                <a:cubicBezTo>
                  <a:pt x="41002" y="11848"/>
                  <a:pt x="39075" y="9571"/>
                  <a:pt x="36514" y="7916"/>
                </a:cubicBezTo>
                <a:cubicBezTo>
                  <a:pt x="33953" y="6260"/>
                  <a:pt x="31275" y="5432"/>
                  <a:pt x="28481" y="5432"/>
                </a:cubicBezTo>
                <a:cubicBezTo>
                  <a:pt x="24187" y="5432"/>
                  <a:pt x="20346" y="7101"/>
                  <a:pt x="16957" y="10438"/>
                </a:cubicBezTo>
                <a:cubicBezTo>
                  <a:pt x="13568" y="13775"/>
                  <a:pt x="11589" y="18418"/>
                  <a:pt x="11020" y="24368"/>
                </a:cubicBezTo>
                <a:close/>
                <a:moveTo>
                  <a:pt x="90435" y="0"/>
                </a:moveTo>
                <a:lnTo>
                  <a:pt x="90435" y="15987"/>
                </a:lnTo>
                <a:cubicBezTo>
                  <a:pt x="96385" y="5329"/>
                  <a:pt x="102490" y="0"/>
                  <a:pt x="108750" y="0"/>
                </a:cubicBezTo>
                <a:cubicBezTo>
                  <a:pt x="111596" y="0"/>
                  <a:pt x="113950" y="867"/>
                  <a:pt x="115813" y="2600"/>
                </a:cubicBezTo>
                <a:cubicBezTo>
                  <a:pt x="117675" y="4333"/>
                  <a:pt x="118606" y="6338"/>
                  <a:pt x="118606" y="8614"/>
                </a:cubicBezTo>
                <a:cubicBezTo>
                  <a:pt x="118606" y="10632"/>
                  <a:pt x="117934" y="12339"/>
                  <a:pt x="116589" y="13736"/>
                </a:cubicBezTo>
                <a:cubicBezTo>
                  <a:pt x="115243" y="15133"/>
                  <a:pt x="113640" y="15832"/>
                  <a:pt x="111777" y="15832"/>
                </a:cubicBezTo>
                <a:cubicBezTo>
                  <a:pt x="109966" y="15832"/>
                  <a:pt x="107936" y="14939"/>
                  <a:pt x="105685" y="13154"/>
                </a:cubicBezTo>
                <a:cubicBezTo>
                  <a:pt x="103434" y="11369"/>
                  <a:pt x="101766" y="10477"/>
                  <a:pt x="100679" y="10477"/>
                </a:cubicBezTo>
                <a:cubicBezTo>
                  <a:pt x="99748" y="10477"/>
                  <a:pt x="98739" y="10993"/>
                  <a:pt x="97653" y="12024"/>
                </a:cubicBezTo>
                <a:cubicBezTo>
                  <a:pt x="95325" y="14140"/>
                  <a:pt x="92919" y="17624"/>
                  <a:pt x="90435" y="22474"/>
                </a:cubicBezTo>
                <a:lnTo>
                  <a:pt x="90435" y="56456"/>
                </a:lnTo>
                <a:cubicBezTo>
                  <a:pt x="90435" y="60377"/>
                  <a:pt x="90927" y="63343"/>
                  <a:pt x="91910" y="65356"/>
                </a:cubicBezTo>
                <a:cubicBezTo>
                  <a:pt x="92582" y="66750"/>
                  <a:pt x="93772" y="67912"/>
                  <a:pt x="95480" y="68841"/>
                </a:cubicBezTo>
                <a:cubicBezTo>
                  <a:pt x="97187" y="69769"/>
                  <a:pt x="99645" y="70233"/>
                  <a:pt x="102852" y="70233"/>
                </a:cubicBezTo>
                <a:lnTo>
                  <a:pt x="102852" y="73105"/>
                </a:lnTo>
                <a:lnTo>
                  <a:pt x="66455" y="73105"/>
                </a:lnTo>
                <a:lnTo>
                  <a:pt x="66455" y="70233"/>
                </a:lnTo>
                <a:cubicBezTo>
                  <a:pt x="70077" y="70233"/>
                  <a:pt x="72767" y="69666"/>
                  <a:pt x="74526" y="68531"/>
                </a:cubicBezTo>
                <a:cubicBezTo>
                  <a:pt x="75820" y="67705"/>
                  <a:pt x="76725" y="66388"/>
                  <a:pt x="77242" y="64580"/>
                </a:cubicBezTo>
                <a:cubicBezTo>
                  <a:pt x="77501" y="63702"/>
                  <a:pt x="77630" y="61199"/>
                  <a:pt x="77630" y="57070"/>
                </a:cubicBezTo>
                <a:lnTo>
                  <a:pt x="77630" y="29580"/>
                </a:lnTo>
                <a:cubicBezTo>
                  <a:pt x="77630" y="21320"/>
                  <a:pt x="77462" y="16403"/>
                  <a:pt x="77126" y="14830"/>
                </a:cubicBezTo>
                <a:cubicBezTo>
                  <a:pt x="76790" y="13255"/>
                  <a:pt x="76169" y="12107"/>
                  <a:pt x="75263" y="11384"/>
                </a:cubicBezTo>
                <a:cubicBezTo>
                  <a:pt x="74358" y="10661"/>
                  <a:pt x="73233" y="10300"/>
                  <a:pt x="71888" y="10300"/>
                </a:cubicBezTo>
                <a:cubicBezTo>
                  <a:pt x="70284" y="10300"/>
                  <a:pt x="68473" y="10687"/>
                  <a:pt x="66455" y="11461"/>
                </a:cubicBezTo>
                <a:lnTo>
                  <a:pt x="65679" y="8672"/>
                </a:lnTo>
                <a:lnTo>
                  <a:pt x="87176" y="0"/>
                </a:lnTo>
                <a:lnTo>
                  <a:pt x="90435" y="0"/>
                </a:lnTo>
                <a:close/>
                <a:moveTo>
                  <a:pt x="134514" y="28869"/>
                </a:moveTo>
                <a:cubicBezTo>
                  <a:pt x="134462" y="39400"/>
                  <a:pt x="137023" y="47659"/>
                  <a:pt x="142197" y="53648"/>
                </a:cubicBezTo>
                <a:cubicBezTo>
                  <a:pt x="147371" y="59635"/>
                  <a:pt x="153450" y="62628"/>
                  <a:pt x="160434" y="62628"/>
                </a:cubicBezTo>
                <a:cubicBezTo>
                  <a:pt x="165091" y="62628"/>
                  <a:pt x="169139" y="61348"/>
                  <a:pt x="172580" y="58787"/>
                </a:cubicBezTo>
                <a:cubicBezTo>
                  <a:pt x="176020" y="56226"/>
                  <a:pt x="178905" y="51841"/>
                  <a:pt x="181233" y="45632"/>
                </a:cubicBezTo>
                <a:lnTo>
                  <a:pt x="183639" y="47184"/>
                </a:lnTo>
                <a:cubicBezTo>
                  <a:pt x="182552" y="54272"/>
                  <a:pt x="179396" y="60727"/>
                  <a:pt x="174171" y="66547"/>
                </a:cubicBezTo>
                <a:cubicBezTo>
                  <a:pt x="168945" y="72368"/>
                  <a:pt x="162400" y="75278"/>
                  <a:pt x="154536" y="75278"/>
                </a:cubicBezTo>
                <a:cubicBezTo>
                  <a:pt x="146000" y="75278"/>
                  <a:pt x="138692" y="71961"/>
                  <a:pt x="132613" y="65327"/>
                </a:cubicBezTo>
                <a:cubicBezTo>
                  <a:pt x="126534" y="58692"/>
                  <a:pt x="123494" y="49772"/>
                  <a:pt x="123494" y="38568"/>
                </a:cubicBezTo>
                <a:cubicBezTo>
                  <a:pt x="123494" y="26435"/>
                  <a:pt x="126611" y="16975"/>
                  <a:pt x="132846" y="10186"/>
                </a:cubicBezTo>
                <a:cubicBezTo>
                  <a:pt x="139080" y="3395"/>
                  <a:pt x="146905" y="0"/>
                  <a:pt x="156321" y="0"/>
                </a:cubicBezTo>
                <a:cubicBezTo>
                  <a:pt x="164289" y="0"/>
                  <a:pt x="170834" y="2619"/>
                  <a:pt x="175956" y="7858"/>
                </a:cubicBezTo>
                <a:cubicBezTo>
                  <a:pt x="181078" y="13094"/>
                  <a:pt x="183639" y="20098"/>
                  <a:pt x="183639" y="28869"/>
                </a:cubicBezTo>
                <a:lnTo>
                  <a:pt x="134514" y="28869"/>
                </a:lnTo>
                <a:moveTo>
                  <a:pt x="134514" y="24368"/>
                </a:moveTo>
                <a:lnTo>
                  <a:pt x="167419" y="24368"/>
                </a:lnTo>
                <a:cubicBezTo>
                  <a:pt x="167160" y="19815"/>
                  <a:pt x="166617" y="16608"/>
                  <a:pt x="165789" y="14745"/>
                </a:cubicBezTo>
                <a:cubicBezTo>
                  <a:pt x="164496" y="11848"/>
                  <a:pt x="162569" y="9571"/>
                  <a:pt x="160008" y="7916"/>
                </a:cubicBezTo>
                <a:cubicBezTo>
                  <a:pt x="157447" y="6260"/>
                  <a:pt x="154769" y="5432"/>
                  <a:pt x="151975" y="5432"/>
                </a:cubicBezTo>
                <a:cubicBezTo>
                  <a:pt x="147681" y="5432"/>
                  <a:pt x="143840" y="7101"/>
                  <a:pt x="140451" y="10438"/>
                </a:cubicBezTo>
                <a:cubicBezTo>
                  <a:pt x="137062" y="13775"/>
                  <a:pt x="135083" y="18418"/>
                  <a:pt x="134514" y="24368"/>
                </a:cubicBezTo>
                <a:close/>
                <a:moveTo>
                  <a:pt x="213852" y="15056"/>
                </a:moveTo>
                <a:cubicBezTo>
                  <a:pt x="222181" y="5019"/>
                  <a:pt x="230123" y="0"/>
                  <a:pt x="237677" y="0"/>
                </a:cubicBezTo>
                <a:cubicBezTo>
                  <a:pt x="241557" y="0"/>
                  <a:pt x="244894" y="968"/>
                  <a:pt x="247688" y="2905"/>
                </a:cubicBezTo>
                <a:cubicBezTo>
                  <a:pt x="250482" y="4841"/>
                  <a:pt x="252706" y="8028"/>
                  <a:pt x="254362" y="12468"/>
                </a:cubicBezTo>
                <a:cubicBezTo>
                  <a:pt x="255500" y="15564"/>
                  <a:pt x="256069" y="20313"/>
                  <a:pt x="256069" y="26716"/>
                </a:cubicBezTo>
                <a:lnTo>
                  <a:pt x="256069" y="56992"/>
                </a:lnTo>
                <a:cubicBezTo>
                  <a:pt x="256069" y="61483"/>
                  <a:pt x="256431" y="64529"/>
                  <a:pt x="257156" y="66130"/>
                </a:cubicBezTo>
                <a:cubicBezTo>
                  <a:pt x="257725" y="67420"/>
                  <a:pt x="258643" y="68427"/>
                  <a:pt x="259911" y="69149"/>
                </a:cubicBezTo>
                <a:cubicBezTo>
                  <a:pt x="261178" y="69872"/>
                  <a:pt x="263519" y="70233"/>
                  <a:pt x="266934" y="70233"/>
                </a:cubicBezTo>
                <a:lnTo>
                  <a:pt x="266934" y="73105"/>
                </a:lnTo>
                <a:lnTo>
                  <a:pt x="231779" y="73105"/>
                </a:lnTo>
                <a:lnTo>
                  <a:pt x="231779" y="70233"/>
                </a:lnTo>
                <a:lnTo>
                  <a:pt x="233253" y="70233"/>
                </a:lnTo>
                <a:cubicBezTo>
                  <a:pt x="236564" y="70233"/>
                  <a:pt x="238879" y="69731"/>
                  <a:pt x="240199" y="68727"/>
                </a:cubicBezTo>
                <a:cubicBezTo>
                  <a:pt x="241518" y="67723"/>
                  <a:pt x="242436" y="66244"/>
                  <a:pt x="242954" y="64289"/>
                </a:cubicBezTo>
                <a:cubicBezTo>
                  <a:pt x="243161" y="63516"/>
                  <a:pt x="243264" y="61097"/>
                  <a:pt x="243264" y="57031"/>
                </a:cubicBezTo>
                <a:lnTo>
                  <a:pt x="243264" y="28076"/>
                </a:lnTo>
                <a:cubicBezTo>
                  <a:pt x="243264" y="21643"/>
                  <a:pt x="242423" y="16972"/>
                  <a:pt x="240742" y="14064"/>
                </a:cubicBezTo>
                <a:cubicBezTo>
                  <a:pt x="239061" y="11155"/>
                  <a:pt x="236228" y="9701"/>
                  <a:pt x="232244" y="9701"/>
                </a:cubicBezTo>
                <a:cubicBezTo>
                  <a:pt x="226087" y="9701"/>
                  <a:pt x="219957" y="13047"/>
                  <a:pt x="213852" y="19739"/>
                </a:cubicBezTo>
                <a:lnTo>
                  <a:pt x="213852" y="57031"/>
                </a:lnTo>
                <a:cubicBezTo>
                  <a:pt x="213852" y="61818"/>
                  <a:pt x="214136" y="64778"/>
                  <a:pt x="214705" y="65909"/>
                </a:cubicBezTo>
                <a:cubicBezTo>
                  <a:pt x="215429" y="67402"/>
                  <a:pt x="216425" y="68495"/>
                  <a:pt x="217693" y="69191"/>
                </a:cubicBezTo>
                <a:cubicBezTo>
                  <a:pt x="218961" y="69886"/>
                  <a:pt x="221535" y="70233"/>
                  <a:pt x="225415" y="70233"/>
                </a:cubicBezTo>
                <a:lnTo>
                  <a:pt x="225415" y="73105"/>
                </a:lnTo>
                <a:lnTo>
                  <a:pt x="190259" y="73105"/>
                </a:lnTo>
                <a:lnTo>
                  <a:pt x="190259" y="70233"/>
                </a:lnTo>
                <a:lnTo>
                  <a:pt x="191811" y="70233"/>
                </a:lnTo>
                <a:cubicBezTo>
                  <a:pt x="195433" y="70233"/>
                  <a:pt x="197878" y="69318"/>
                  <a:pt x="199145" y="67486"/>
                </a:cubicBezTo>
                <a:cubicBezTo>
                  <a:pt x="200413" y="65652"/>
                  <a:pt x="201047" y="62154"/>
                  <a:pt x="201047" y="56992"/>
                </a:cubicBezTo>
                <a:lnTo>
                  <a:pt x="201047" y="30664"/>
                </a:lnTo>
                <a:cubicBezTo>
                  <a:pt x="201047" y="22147"/>
                  <a:pt x="200852" y="16959"/>
                  <a:pt x="200464" y="15102"/>
                </a:cubicBezTo>
                <a:cubicBezTo>
                  <a:pt x="200076" y="13242"/>
                  <a:pt x="199481" y="11977"/>
                  <a:pt x="198680" y="11306"/>
                </a:cubicBezTo>
                <a:cubicBezTo>
                  <a:pt x="197878" y="10635"/>
                  <a:pt x="196804" y="10300"/>
                  <a:pt x="195459" y="10300"/>
                </a:cubicBezTo>
                <a:cubicBezTo>
                  <a:pt x="194010" y="10300"/>
                  <a:pt x="192277" y="10687"/>
                  <a:pt x="190259" y="11461"/>
                </a:cubicBezTo>
                <a:lnTo>
                  <a:pt x="189095" y="8672"/>
                </a:lnTo>
                <a:lnTo>
                  <a:pt x="210514" y="0"/>
                </a:lnTo>
                <a:lnTo>
                  <a:pt x="213852" y="0"/>
                </a:lnTo>
                <a:lnTo>
                  <a:pt x="213852" y="15056"/>
                </a:lnTo>
                <a:close/>
                <a:moveTo>
                  <a:pt x="332977" y="46098"/>
                </a:moveTo>
                <a:cubicBezTo>
                  <a:pt x="331063" y="55462"/>
                  <a:pt x="327312" y="62667"/>
                  <a:pt x="321724" y="67711"/>
                </a:cubicBezTo>
                <a:cubicBezTo>
                  <a:pt x="316136" y="72756"/>
                  <a:pt x="309954" y="75278"/>
                  <a:pt x="303176" y="75278"/>
                </a:cubicBezTo>
                <a:cubicBezTo>
                  <a:pt x="295105" y="75278"/>
                  <a:pt x="288069" y="71893"/>
                  <a:pt x="282067" y="65124"/>
                </a:cubicBezTo>
                <a:cubicBezTo>
                  <a:pt x="276066" y="58352"/>
                  <a:pt x="273065" y="49204"/>
                  <a:pt x="273065" y="37678"/>
                </a:cubicBezTo>
                <a:cubicBezTo>
                  <a:pt x="273065" y="26514"/>
                  <a:pt x="276389" y="17444"/>
                  <a:pt x="283037" y="10467"/>
                </a:cubicBezTo>
                <a:cubicBezTo>
                  <a:pt x="289686" y="3489"/>
                  <a:pt x="297666" y="0"/>
                  <a:pt x="306979" y="0"/>
                </a:cubicBezTo>
                <a:cubicBezTo>
                  <a:pt x="313963" y="0"/>
                  <a:pt x="319706" y="1844"/>
                  <a:pt x="324207" y="5532"/>
                </a:cubicBezTo>
                <a:cubicBezTo>
                  <a:pt x="328709" y="9218"/>
                  <a:pt x="330959" y="13047"/>
                  <a:pt x="330959" y="17018"/>
                </a:cubicBezTo>
                <a:cubicBezTo>
                  <a:pt x="330959" y="18977"/>
                  <a:pt x="330325" y="20563"/>
                  <a:pt x="329058" y="21776"/>
                </a:cubicBezTo>
                <a:cubicBezTo>
                  <a:pt x="327790" y="22987"/>
                  <a:pt x="326018" y="23592"/>
                  <a:pt x="323742" y="23592"/>
                </a:cubicBezTo>
                <a:cubicBezTo>
                  <a:pt x="320689" y="23592"/>
                  <a:pt x="318387" y="22609"/>
                  <a:pt x="316835" y="20643"/>
                </a:cubicBezTo>
                <a:cubicBezTo>
                  <a:pt x="315955" y="19557"/>
                  <a:pt x="315373" y="17487"/>
                  <a:pt x="315089" y="14435"/>
                </a:cubicBezTo>
                <a:cubicBezTo>
                  <a:pt x="314804" y="11382"/>
                  <a:pt x="313757" y="9054"/>
                  <a:pt x="311946" y="7450"/>
                </a:cubicBezTo>
                <a:cubicBezTo>
                  <a:pt x="310135" y="5898"/>
                  <a:pt x="307626" y="5122"/>
                  <a:pt x="304418" y="5122"/>
                </a:cubicBezTo>
                <a:cubicBezTo>
                  <a:pt x="299244" y="5122"/>
                  <a:pt x="295079" y="7036"/>
                  <a:pt x="291923" y="10865"/>
                </a:cubicBezTo>
                <a:cubicBezTo>
                  <a:pt x="287733" y="15935"/>
                  <a:pt x="285637" y="22635"/>
                  <a:pt x="285637" y="30965"/>
                </a:cubicBezTo>
                <a:cubicBezTo>
                  <a:pt x="285637" y="39450"/>
                  <a:pt x="287720" y="46939"/>
                  <a:pt x="291885" y="53432"/>
                </a:cubicBezTo>
                <a:cubicBezTo>
                  <a:pt x="296049" y="59925"/>
                  <a:pt x="301676" y="63171"/>
                  <a:pt x="308764" y="63171"/>
                </a:cubicBezTo>
                <a:cubicBezTo>
                  <a:pt x="313834" y="63171"/>
                  <a:pt x="318387" y="61438"/>
                  <a:pt x="322423" y="57972"/>
                </a:cubicBezTo>
                <a:cubicBezTo>
                  <a:pt x="325268" y="55592"/>
                  <a:pt x="328036" y="51272"/>
                  <a:pt x="330726" y="45012"/>
                </a:cubicBezTo>
                <a:lnTo>
                  <a:pt x="332977" y="46098"/>
                </a:lnTo>
                <a:close/>
                <a:moveTo>
                  <a:pt x="355120" y="28869"/>
                </a:moveTo>
                <a:cubicBezTo>
                  <a:pt x="355068" y="39400"/>
                  <a:pt x="357629" y="47659"/>
                  <a:pt x="362803" y="53648"/>
                </a:cubicBezTo>
                <a:cubicBezTo>
                  <a:pt x="367977" y="59635"/>
                  <a:pt x="374056" y="62628"/>
                  <a:pt x="381040" y="62628"/>
                </a:cubicBezTo>
                <a:cubicBezTo>
                  <a:pt x="385697" y="62628"/>
                  <a:pt x="389745" y="61348"/>
                  <a:pt x="393186" y="58787"/>
                </a:cubicBezTo>
                <a:cubicBezTo>
                  <a:pt x="396626" y="56226"/>
                  <a:pt x="399511" y="51841"/>
                  <a:pt x="401839" y="45632"/>
                </a:cubicBezTo>
                <a:lnTo>
                  <a:pt x="404245" y="47184"/>
                </a:lnTo>
                <a:cubicBezTo>
                  <a:pt x="403158" y="54272"/>
                  <a:pt x="400002" y="60727"/>
                  <a:pt x="394777" y="66547"/>
                </a:cubicBezTo>
                <a:cubicBezTo>
                  <a:pt x="389551" y="72368"/>
                  <a:pt x="383006" y="75278"/>
                  <a:pt x="375142" y="75278"/>
                </a:cubicBezTo>
                <a:cubicBezTo>
                  <a:pt x="366606" y="75278"/>
                  <a:pt x="359298" y="71961"/>
                  <a:pt x="353219" y="65327"/>
                </a:cubicBezTo>
                <a:cubicBezTo>
                  <a:pt x="347139" y="58692"/>
                  <a:pt x="344100" y="49772"/>
                  <a:pt x="344100" y="38568"/>
                </a:cubicBezTo>
                <a:cubicBezTo>
                  <a:pt x="344100" y="26435"/>
                  <a:pt x="347217" y="16975"/>
                  <a:pt x="353451" y="10186"/>
                </a:cubicBezTo>
                <a:cubicBezTo>
                  <a:pt x="359686" y="3395"/>
                  <a:pt x="367511" y="0"/>
                  <a:pt x="376927" y="0"/>
                </a:cubicBezTo>
                <a:cubicBezTo>
                  <a:pt x="384895" y="0"/>
                  <a:pt x="391440" y="2619"/>
                  <a:pt x="396562" y="7858"/>
                </a:cubicBezTo>
                <a:cubicBezTo>
                  <a:pt x="401684" y="13094"/>
                  <a:pt x="404245" y="20098"/>
                  <a:pt x="404245" y="28869"/>
                </a:cubicBezTo>
                <a:lnTo>
                  <a:pt x="355120" y="28869"/>
                </a:lnTo>
                <a:moveTo>
                  <a:pt x="355120" y="24368"/>
                </a:moveTo>
                <a:lnTo>
                  <a:pt x="388025" y="24368"/>
                </a:lnTo>
                <a:cubicBezTo>
                  <a:pt x="387766" y="19815"/>
                  <a:pt x="387223" y="16608"/>
                  <a:pt x="386395" y="14745"/>
                </a:cubicBezTo>
                <a:cubicBezTo>
                  <a:pt x="385102" y="11848"/>
                  <a:pt x="383175" y="9571"/>
                  <a:pt x="380614" y="7916"/>
                </a:cubicBezTo>
                <a:cubicBezTo>
                  <a:pt x="378053" y="6260"/>
                  <a:pt x="375375" y="5432"/>
                  <a:pt x="372581" y="5432"/>
                </a:cubicBezTo>
                <a:cubicBezTo>
                  <a:pt x="368287" y="5432"/>
                  <a:pt x="364446" y="7101"/>
                  <a:pt x="361057" y="10438"/>
                </a:cubicBezTo>
                <a:cubicBezTo>
                  <a:pt x="357668" y="13775"/>
                  <a:pt x="355689" y="18418"/>
                  <a:pt x="355120" y="24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CDB57-086A-42E7-9C73-652B8DA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803" y="2413144"/>
            <a:ext cx="1243683" cy="548333"/>
          </a:xfrm>
          <a:custGeom xmlns:a="http://schemas.openxmlformats.org/drawingml/2006/main">
            <a:pathLst>
              <a:path w="1243683" h="548333">
                <a:moveTo>
                  <a:pt x="0" y="0"/>
                </a:moveTo>
                <a:lnTo>
                  <a:pt x="1243683" y="0"/>
                </a:lnTo>
                <a:lnTo>
                  <a:pt x="1243683" y="548333"/>
                </a:lnTo>
                <a:lnTo>
                  <a:pt x="0" y="5483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76B93-64E8-4627-8675-EDFC916D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803" y="2413144"/>
            <a:ext cx="1243683" cy="548333"/>
          </a:xfrm>
          <a:custGeom xmlns:a="http://schemas.openxmlformats.org/drawingml/2006/main">
            <a:pathLst>
              <a:path w="1243683" h="548333" fill="none">
                <a:moveTo>
                  <a:pt x="0" y="0"/>
                </a:moveTo>
                <a:lnTo>
                  <a:pt x="1243683" y="0"/>
                </a:lnTo>
                <a:lnTo>
                  <a:pt x="1243683" y="548333"/>
                </a:lnTo>
                <a:lnTo>
                  <a:pt x="0" y="5483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623F7-31DB-48C7-8246-36B56508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630" y="2436985"/>
            <a:ext cx="1199976" cy="516546"/>
          </a:xfrm>
          <a:custGeom xmlns:a="http://schemas.openxmlformats.org/drawingml/2006/main">
            <a:pathLst>
              <a:path w="1199976" h="516546">
                <a:moveTo>
                  <a:pt x="0" y="0"/>
                </a:moveTo>
                <a:lnTo>
                  <a:pt x="1199976" y="0"/>
                </a:lnTo>
                <a:lnTo>
                  <a:pt x="1199976" y="516546"/>
                </a:lnTo>
                <a:lnTo>
                  <a:pt x="0" y="516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Af">
            <a:extLst xmlns:a="http://schemas.openxmlformats.org/drawingml/2006/main">
              <a:ext uri="{FF2B5EF4-FFF2-40B4-BE49-F238E27FC236}">
                <a16:creationId xmlns:a16="http://schemas.microsoft.com/office/drawing/2014/main" id="{E73AC5D7-D610-4C2A-B912-1C21B03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908" y="2464814"/>
            <a:ext cx="164322" cy="99320"/>
          </a:xfrm>
          <a:custGeom xmlns:a="http://schemas.openxmlformats.org/drawingml/2006/main">
            <a:pathLst>
              <a:path w="164322" h="99320">
                <a:moveTo>
                  <a:pt x="64328" y="67610"/>
                </a:moveTo>
                <a:lnTo>
                  <a:pt x="27659" y="67610"/>
                </a:lnTo>
                <a:lnTo>
                  <a:pt x="21233" y="82557"/>
                </a:lnTo>
                <a:cubicBezTo>
                  <a:pt x="19650" y="86236"/>
                  <a:pt x="18858" y="88983"/>
                  <a:pt x="18858" y="90799"/>
                </a:cubicBezTo>
                <a:cubicBezTo>
                  <a:pt x="18858" y="92243"/>
                  <a:pt x="19545" y="93511"/>
                  <a:pt x="20919" y="94606"/>
                </a:cubicBezTo>
                <a:cubicBezTo>
                  <a:pt x="22292" y="95700"/>
                  <a:pt x="25261" y="96410"/>
                  <a:pt x="29824" y="96736"/>
                </a:cubicBezTo>
                <a:lnTo>
                  <a:pt x="29824" y="99320"/>
                </a:lnTo>
                <a:lnTo>
                  <a:pt x="0" y="99320"/>
                </a:lnTo>
                <a:lnTo>
                  <a:pt x="0" y="96736"/>
                </a:lnTo>
                <a:cubicBezTo>
                  <a:pt x="3958" y="96037"/>
                  <a:pt x="6519" y="95130"/>
                  <a:pt x="7683" y="94014"/>
                </a:cubicBezTo>
                <a:cubicBezTo>
                  <a:pt x="10058" y="91781"/>
                  <a:pt x="12689" y="87244"/>
                  <a:pt x="15576" y="80405"/>
                </a:cubicBezTo>
                <a:lnTo>
                  <a:pt x="48892" y="2514"/>
                </a:lnTo>
                <a:lnTo>
                  <a:pt x="51336" y="2514"/>
                </a:lnTo>
                <a:lnTo>
                  <a:pt x="84303" y="81241"/>
                </a:lnTo>
                <a:cubicBezTo>
                  <a:pt x="86958" y="87569"/>
                  <a:pt x="89367" y="91676"/>
                  <a:pt x="91532" y="93560"/>
                </a:cubicBezTo>
                <a:cubicBezTo>
                  <a:pt x="93698" y="95445"/>
                  <a:pt x="96713" y="96503"/>
                  <a:pt x="100577" y="96736"/>
                </a:cubicBezTo>
                <a:lnTo>
                  <a:pt x="100577" y="99320"/>
                </a:lnTo>
                <a:lnTo>
                  <a:pt x="63210" y="99320"/>
                </a:lnTo>
                <a:lnTo>
                  <a:pt x="63210" y="96736"/>
                </a:lnTo>
                <a:cubicBezTo>
                  <a:pt x="66982" y="96550"/>
                  <a:pt x="69531" y="95921"/>
                  <a:pt x="70858" y="94850"/>
                </a:cubicBezTo>
                <a:cubicBezTo>
                  <a:pt x="72185" y="93779"/>
                  <a:pt x="72849" y="92475"/>
                  <a:pt x="72849" y="90939"/>
                </a:cubicBezTo>
                <a:cubicBezTo>
                  <a:pt x="72849" y="88890"/>
                  <a:pt x="71918" y="85654"/>
                  <a:pt x="70055" y="81230"/>
                </a:cubicBezTo>
                <a:lnTo>
                  <a:pt x="64328" y="67610"/>
                </a:lnTo>
                <a:moveTo>
                  <a:pt x="62372" y="62442"/>
                </a:moveTo>
                <a:lnTo>
                  <a:pt x="46308" y="24221"/>
                </a:lnTo>
                <a:lnTo>
                  <a:pt x="29824" y="62442"/>
                </a:lnTo>
                <a:lnTo>
                  <a:pt x="62372" y="62442"/>
                </a:lnTo>
                <a:close/>
                <a:moveTo>
                  <a:pt x="131635" y="40231"/>
                </a:moveTo>
                <a:lnTo>
                  <a:pt x="131635" y="82330"/>
                </a:lnTo>
                <a:cubicBezTo>
                  <a:pt x="131635" y="88298"/>
                  <a:pt x="132287" y="92074"/>
                  <a:pt x="133590" y="93658"/>
                </a:cubicBezTo>
                <a:cubicBezTo>
                  <a:pt x="135313" y="95710"/>
                  <a:pt x="137618" y="96736"/>
                  <a:pt x="140505" y="96736"/>
                </a:cubicBezTo>
                <a:lnTo>
                  <a:pt x="146302" y="96736"/>
                </a:lnTo>
                <a:lnTo>
                  <a:pt x="146302" y="99320"/>
                </a:lnTo>
                <a:lnTo>
                  <a:pt x="108097" y="99320"/>
                </a:lnTo>
                <a:lnTo>
                  <a:pt x="108097" y="96736"/>
                </a:lnTo>
                <a:lnTo>
                  <a:pt x="110960" y="96736"/>
                </a:lnTo>
                <a:cubicBezTo>
                  <a:pt x="112823" y="96736"/>
                  <a:pt x="114523" y="96270"/>
                  <a:pt x="116059" y="95337"/>
                </a:cubicBezTo>
                <a:cubicBezTo>
                  <a:pt x="117596" y="94404"/>
                  <a:pt x="118655" y="93145"/>
                  <a:pt x="119237" y="91561"/>
                </a:cubicBezTo>
                <a:cubicBezTo>
                  <a:pt x="119819" y="89976"/>
                  <a:pt x="120110" y="86899"/>
                  <a:pt x="120110" y="82330"/>
                </a:cubicBezTo>
                <a:lnTo>
                  <a:pt x="120110" y="40231"/>
                </a:lnTo>
                <a:lnTo>
                  <a:pt x="107678" y="40231"/>
                </a:lnTo>
                <a:lnTo>
                  <a:pt x="107678" y="35342"/>
                </a:lnTo>
                <a:lnTo>
                  <a:pt x="120110" y="35342"/>
                </a:lnTo>
                <a:lnTo>
                  <a:pt x="120110" y="31134"/>
                </a:lnTo>
                <a:cubicBezTo>
                  <a:pt x="120110" y="24730"/>
                  <a:pt x="121135" y="19307"/>
                  <a:pt x="123183" y="14866"/>
                </a:cubicBezTo>
                <a:cubicBezTo>
                  <a:pt x="125232" y="10425"/>
                  <a:pt x="128364" y="6838"/>
                  <a:pt x="132578" y="4103"/>
                </a:cubicBezTo>
                <a:cubicBezTo>
                  <a:pt x="136792" y="1368"/>
                  <a:pt x="141529" y="0"/>
                  <a:pt x="146791" y="0"/>
                </a:cubicBezTo>
                <a:cubicBezTo>
                  <a:pt x="151680" y="0"/>
                  <a:pt x="156174" y="1583"/>
                  <a:pt x="160271" y="4749"/>
                </a:cubicBezTo>
                <a:cubicBezTo>
                  <a:pt x="162972" y="6845"/>
                  <a:pt x="164322" y="9196"/>
                  <a:pt x="164322" y="11804"/>
                </a:cubicBezTo>
                <a:cubicBezTo>
                  <a:pt x="164322" y="13201"/>
                  <a:pt x="163717" y="14516"/>
                  <a:pt x="162506" y="15750"/>
                </a:cubicBezTo>
                <a:cubicBezTo>
                  <a:pt x="161296" y="16984"/>
                  <a:pt x="159992" y="17601"/>
                  <a:pt x="158595" y="17601"/>
                </a:cubicBezTo>
                <a:cubicBezTo>
                  <a:pt x="157524" y="17601"/>
                  <a:pt x="156395" y="17213"/>
                  <a:pt x="155208" y="16436"/>
                </a:cubicBezTo>
                <a:cubicBezTo>
                  <a:pt x="154020" y="15658"/>
                  <a:pt x="152565" y="13987"/>
                  <a:pt x="150842" y="11422"/>
                </a:cubicBezTo>
                <a:cubicBezTo>
                  <a:pt x="149119" y="8857"/>
                  <a:pt x="147536" y="7126"/>
                  <a:pt x="146093" y="6232"/>
                </a:cubicBezTo>
                <a:cubicBezTo>
                  <a:pt x="144649" y="5337"/>
                  <a:pt x="143043" y="4889"/>
                  <a:pt x="141273" y="4889"/>
                </a:cubicBezTo>
                <a:cubicBezTo>
                  <a:pt x="139131" y="4889"/>
                  <a:pt x="137315" y="5465"/>
                  <a:pt x="135825" y="6618"/>
                </a:cubicBezTo>
                <a:cubicBezTo>
                  <a:pt x="134335" y="7769"/>
                  <a:pt x="133264" y="9554"/>
                  <a:pt x="132613" y="11974"/>
                </a:cubicBezTo>
                <a:cubicBezTo>
                  <a:pt x="131961" y="14394"/>
                  <a:pt x="131635" y="20632"/>
                  <a:pt x="131635" y="30688"/>
                </a:cubicBezTo>
                <a:lnTo>
                  <a:pt x="131635" y="35342"/>
                </a:lnTo>
                <a:lnTo>
                  <a:pt x="148118" y="35342"/>
                </a:lnTo>
                <a:lnTo>
                  <a:pt x="148118" y="40231"/>
                </a:lnTo>
                <a:lnTo>
                  <a:pt x="131635" y="40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f">
            <a:extLst xmlns:a="http://schemas.openxmlformats.org/drawingml/2006/main">
              <a:ext uri="{FF2B5EF4-FFF2-40B4-BE49-F238E27FC236}">
                <a16:creationId xmlns:a16="http://schemas.microsoft.com/office/drawing/2014/main" id="{A85CC81A-30EE-46CF-9B95-1CC1868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659" y="2464814"/>
            <a:ext cx="56645" cy="99320"/>
          </a:xfrm>
          <a:custGeom xmlns:a="http://schemas.openxmlformats.org/drawingml/2006/main">
            <a:pathLst>
              <a:path w="56645" h="99320">
                <a:moveTo>
                  <a:pt x="23957" y="40231"/>
                </a:moveTo>
                <a:lnTo>
                  <a:pt x="23957" y="82330"/>
                </a:lnTo>
                <a:cubicBezTo>
                  <a:pt x="23957" y="88298"/>
                  <a:pt x="24609" y="92074"/>
                  <a:pt x="25913" y="93658"/>
                </a:cubicBezTo>
                <a:cubicBezTo>
                  <a:pt x="27636" y="95710"/>
                  <a:pt x="29940" y="96736"/>
                  <a:pt x="32827" y="96736"/>
                </a:cubicBezTo>
                <a:lnTo>
                  <a:pt x="38625" y="96736"/>
                </a:lnTo>
                <a:lnTo>
                  <a:pt x="38625" y="99320"/>
                </a:lnTo>
                <a:lnTo>
                  <a:pt x="419" y="99320"/>
                </a:lnTo>
                <a:lnTo>
                  <a:pt x="419" y="96736"/>
                </a:lnTo>
                <a:lnTo>
                  <a:pt x="3283" y="96736"/>
                </a:lnTo>
                <a:cubicBezTo>
                  <a:pt x="5145" y="96736"/>
                  <a:pt x="6845" y="96270"/>
                  <a:pt x="8381" y="95337"/>
                </a:cubicBezTo>
                <a:cubicBezTo>
                  <a:pt x="9918" y="94404"/>
                  <a:pt x="10977" y="93145"/>
                  <a:pt x="11559" y="91561"/>
                </a:cubicBezTo>
                <a:cubicBezTo>
                  <a:pt x="12141" y="89976"/>
                  <a:pt x="12432" y="86899"/>
                  <a:pt x="12432" y="82330"/>
                </a:cubicBezTo>
                <a:lnTo>
                  <a:pt x="12432" y="40231"/>
                </a:lnTo>
                <a:lnTo>
                  <a:pt x="0" y="40231"/>
                </a:lnTo>
                <a:lnTo>
                  <a:pt x="0" y="35342"/>
                </a:lnTo>
                <a:lnTo>
                  <a:pt x="12432" y="35342"/>
                </a:lnTo>
                <a:lnTo>
                  <a:pt x="12432" y="31134"/>
                </a:lnTo>
                <a:cubicBezTo>
                  <a:pt x="12432" y="24730"/>
                  <a:pt x="13457" y="19307"/>
                  <a:pt x="15506" y="14866"/>
                </a:cubicBezTo>
                <a:cubicBezTo>
                  <a:pt x="17554" y="10425"/>
                  <a:pt x="20686" y="6838"/>
                  <a:pt x="24900" y="4103"/>
                </a:cubicBezTo>
                <a:cubicBezTo>
                  <a:pt x="29114" y="1368"/>
                  <a:pt x="33852" y="0"/>
                  <a:pt x="39113" y="0"/>
                </a:cubicBezTo>
                <a:cubicBezTo>
                  <a:pt x="44003" y="0"/>
                  <a:pt x="48496" y="1583"/>
                  <a:pt x="52594" y="4749"/>
                </a:cubicBezTo>
                <a:cubicBezTo>
                  <a:pt x="55294" y="6845"/>
                  <a:pt x="56645" y="9196"/>
                  <a:pt x="56645" y="11804"/>
                </a:cubicBezTo>
                <a:cubicBezTo>
                  <a:pt x="56645" y="13201"/>
                  <a:pt x="56039" y="14516"/>
                  <a:pt x="54829" y="15750"/>
                </a:cubicBezTo>
                <a:cubicBezTo>
                  <a:pt x="53618" y="16984"/>
                  <a:pt x="52314" y="17601"/>
                  <a:pt x="50917" y="17601"/>
                </a:cubicBezTo>
                <a:cubicBezTo>
                  <a:pt x="49846" y="17601"/>
                  <a:pt x="48717" y="17213"/>
                  <a:pt x="47530" y="16436"/>
                </a:cubicBezTo>
                <a:cubicBezTo>
                  <a:pt x="46342" y="15658"/>
                  <a:pt x="44887" y="13987"/>
                  <a:pt x="43164" y="11422"/>
                </a:cubicBezTo>
                <a:cubicBezTo>
                  <a:pt x="41442" y="8857"/>
                  <a:pt x="39858" y="7126"/>
                  <a:pt x="38415" y="6232"/>
                </a:cubicBezTo>
                <a:cubicBezTo>
                  <a:pt x="36972" y="5337"/>
                  <a:pt x="35365" y="4889"/>
                  <a:pt x="33596" y="4889"/>
                </a:cubicBezTo>
                <a:cubicBezTo>
                  <a:pt x="31454" y="4889"/>
                  <a:pt x="29638" y="5465"/>
                  <a:pt x="28148" y="6618"/>
                </a:cubicBezTo>
                <a:cubicBezTo>
                  <a:pt x="26658" y="7769"/>
                  <a:pt x="25587" y="9554"/>
                  <a:pt x="24935" y="11974"/>
                </a:cubicBezTo>
                <a:cubicBezTo>
                  <a:pt x="24283" y="14394"/>
                  <a:pt x="23957" y="20632"/>
                  <a:pt x="23957" y="30688"/>
                </a:cubicBezTo>
                <a:lnTo>
                  <a:pt x="23957" y="35342"/>
                </a:lnTo>
                <a:lnTo>
                  <a:pt x="40441" y="35342"/>
                </a:lnTo>
                <a:lnTo>
                  <a:pt x="40441" y="40231"/>
                </a:lnTo>
                <a:lnTo>
                  <a:pt x="23957" y="40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ctedV">
            <a:extLst xmlns:a="http://schemas.openxmlformats.org/drawingml/2006/main">
              <a:ext uri="{FF2B5EF4-FFF2-40B4-BE49-F238E27FC236}">
                <a16:creationId xmlns:a16="http://schemas.microsoft.com/office/drawing/2014/main" id="{F20CA693-69DA-41F8-BFB6-EA238F25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083" y="2464814"/>
            <a:ext cx="431157" cy="101416"/>
          </a:xfrm>
          <a:custGeom xmlns:a="http://schemas.openxmlformats.org/drawingml/2006/main">
            <a:pathLst>
              <a:path w="431157" h="101416">
                <a:moveTo>
                  <a:pt x="9918" y="59508"/>
                </a:moveTo>
                <a:cubicBezTo>
                  <a:pt x="9871" y="68985"/>
                  <a:pt x="12176" y="76419"/>
                  <a:pt x="16833" y="81809"/>
                </a:cubicBezTo>
                <a:cubicBezTo>
                  <a:pt x="21489" y="87197"/>
                  <a:pt x="26960" y="89891"/>
                  <a:pt x="33246" y="89891"/>
                </a:cubicBezTo>
                <a:cubicBezTo>
                  <a:pt x="37437" y="89891"/>
                  <a:pt x="41081" y="88739"/>
                  <a:pt x="44177" y="86434"/>
                </a:cubicBezTo>
                <a:cubicBezTo>
                  <a:pt x="47274" y="84129"/>
                  <a:pt x="49870" y="80183"/>
                  <a:pt x="51965" y="74595"/>
                </a:cubicBezTo>
                <a:lnTo>
                  <a:pt x="54130" y="75992"/>
                </a:lnTo>
                <a:cubicBezTo>
                  <a:pt x="53152" y="82371"/>
                  <a:pt x="50312" y="88180"/>
                  <a:pt x="45609" y="93418"/>
                </a:cubicBezTo>
                <a:cubicBezTo>
                  <a:pt x="40906" y="98657"/>
                  <a:pt x="35016" y="101276"/>
                  <a:pt x="27938" y="101276"/>
                </a:cubicBezTo>
                <a:cubicBezTo>
                  <a:pt x="20255" y="101276"/>
                  <a:pt x="13678" y="98291"/>
                  <a:pt x="8207" y="92320"/>
                </a:cubicBezTo>
                <a:cubicBezTo>
                  <a:pt x="2736" y="86349"/>
                  <a:pt x="0" y="78321"/>
                  <a:pt x="0" y="68237"/>
                </a:cubicBezTo>
                <a:cubicBezTo>
                  <a:pt x="0" y="57318"/>
                  <a:pt x="2805" y="48803"/>
                  <a:pt x="8416" y="42693"/>
                </a:cubicBezTo>
                <a:cubicBezTo>
                  <a:pt x="14027" y="36582"/>
                  <a:pt x="21070" y="33526"/>
                  <a:pt x="29545" y="33526"/>
                </a:cubicBezTo>
                <a:cubicBezTo>
                  <a:pt x="36715" y="33526"/>
                  <a:pt x="42606" y="35883"/>
                  <a:pt x="47216" y="40598"/>
                </a:cubicBezTo>
                <a:cubicBezTo>
                  <a:pt x="51825" y="45311"/>
                  <a:pt x="54130" y="51614"/>
                  <a:pt x="54130" y="59508"/>
                </a:cubicBezTo>
                <a:lnTo>
                  <a:pt x="9918" y="59508"/>
                </a:lnTo>
                <a:moveTo>
                  <a:pt x="9918" y="55457"/>
                </a:moveTo>
                <a:lnTo>
                  <a:pt x="39533" y="55457"/>
                </a:lnTo>
                <a:cubicBezTo>
                  <a:pt x="39300" y="51360"/>
                  <a:pt x="38811" y="48473"/>
                  <a:pt x="38066" y="46796"/>
                </a:cubicBezTo>
                <a:cubicBezTo>
                  <a:pt x="36902" y="44189"/>
                  <a:pt x="35167" y="42140"/>
                  <a:pt x="32862" y="40650"/>
                </a:cubicBezTo>
                <a:cubicBezTo>
                  <a:pt x="30557" y="39160"/>
                  <a:pt x="28148" y="38415"/>
                  <a:pt x="25633" y="38415"/>
                </a:cubicBezTo>
                <a:cubicBezTo>
                  <a:pt x="21768" y="38415"/>
                  <a:pt x="18311" y="39917"/>
                  <a:pt x="15261" y="42920"/>
                </a:cubicBezTo>
                <a:cubicBezTo>
                  <a:pt x="12211" y="45923"/>
                  <a:pt x="10430" y="50102"/>
                  <a:pt x="9918" y="55457"/>
                </a:cubicBezTo>
                <a:close/>
                <a:moveTo>
                  <a:pt x="117013" y="75014"/>
                </a:moveTo>
                <a:cubicBezTo>
                  <a:pt x="115290" y="83442"/>
                  <a:pt x="111915" y="89926"/>
                  <a:pt x="106886" y="94466"/>
                </a:cubicBezTo>
                <a:cubicBezTo>
                  <a:pt x="101857" y="99006"/>
                  <a:pt x="96292" y="101276"/>
                  <a:pt x="90193" y="101276"/>
                </a:cubicBezTo>
                <a:cubicBezTo>
                  <a:pt x="82929" y="101276"/>
                  <a:pt x="76596" y="98230"/>
                  <a:pt x="71195" y="92137"/>
                </a:cubicBezTo>
                <a:cubicBezTo>
                  <a:pt x="65793" y="86043"/>
                  <a:pt x="63093" y="77809"/>
                  <a:pt x="63093" y="67436"/>
                </a:cubicBezTo>
                <a:cubicBezTo>
                  <a:pt x="63093" y="57388"/>
                  <a:pt x="66084" y="49225"/>
                  <a:pt x="72068" y="42946"/>
                </a:cubicBezTo>
                <a:cubicBezTo>
                  <a:pt x="78051" y="36666"/>
                  <a:pt x="85234" y="33526"/>
                  <a:pt x="93615" y="33526"/>
                </a:cubicBezTo>
                <a:cubicBezTo>
                  <a:pt x="99901" y="33526"/>
                  <a:pt x="105070" y="35185"/>
                  <a:pt x="109121" y="38504"/>
                </a:cubicBezTo>
                <a:cubicBezTo>
                  <a:pt x="113172" y="41822"/>
                  <a:pt x="115197" y="45268"/>
                  <a:pt x="115197" y="48842"/>
                </a:cubicBezTo>
                <a:cubicBezTo>
                  <a:pt x="115197" y="50605"/>
                  <a:pt x="114627" y="52033"/>
                  <a:pt x="113486" y="53124"/>
                </a:cubicBezTo>
                <a:cubicBezTo>
                  <a:pt x="112345" y="54214"/>
                  <a:pt x="110750" y="54759"/>
                  <a:pt x="108702" y="54759"/>
                </a:cubicBezTo>
                <a:cubicBezTo>
                  <a:pt x="105954" y="54759"/>
                  <a:pt x="103882" y="53874"/>
                  <a:pt x="102485" y="52105"/>
                </a:cubicBezTo>
                <a:cubicBezTo>
                  <a:pt x="101694" y="51127"/>
                  <a:pt x="101170" y="49264"/>
                  <a:pt x="100914" y="46517"/>
                </a:cubicBezTo>
                <a:cubicBezTo>
                  <a:pt x="100658" y="43770"/>
                  <a:pt x="99715" y="41674"/>
                  <a:pt x="98085" y="40231"/>
                </a:cubicBezTo>
                <a:cubicBezTo>
                  <a:pt x="96455" y="38834"/>
                  <a:pt x="94197" y="38136"/>
                  <a:pt x="91310" y="38136"/>
                </a:cubicBezTo>
                <a:cubicBezTo>
                  <a:pt x="86654" y="38136"/>
                  <a:pt x="82905" y="39858"/>
                  <a:pt x="80065" y="43304"/>
                </a:cubicBezTo>
                <a:cubicBezTo>
                  <a:pt x="76293" y="47867"/>
                  <a:pt x="74408" y="53897"/>
                  <a:pt x="74408" y="61394"/>
                </a:cubicBezTo>
                <a:cubicBezTo>
                  <a:pt x="74408" y="69031"/>
                  <a:pt x="76282" y="75771"/>
                  <a:pt x="80030" y="81614"/>
                </a:cubicBezTo>
                <a:cubicBezTo>
                  <a:pt x="83778" y="87458"/>
                  <a:pt x="88842" y="90380"/>
                  <a:pt x="95221" y="90380"/>
                </a:cubicBezTo>
                <a:cubicBezTo>
                  <a:pt x="99785" y="90380"/>
                  <a:pt x="103882" y="88820"/>
                  <a:pt x="107514" y="85700"/>
                </a:cubicBezTo>
                <a:cubicBezTo>
                  <a:pt x="110075" y="83558"/>
                  <a:pt x="112566" y="79670"/>
                  <a:pt x="114988" y="74036"/>
                </a:cubicBezTo>
                <a:lnTo>
                  <a:pt x="117013" y="75014"/>
                </a:lnTo>
                <a:close/>
                <a:moveTo>
                  <a:pt x="144763" y="14248"/>
                </a:moveTo>
                <a:lnTo>
                  <a:pt x="144763" y="35342"/>
                </a:lnTo>
                <a:lnTo>
                  <a:pt x="159710" y="35342"/>
                </a:lnTo>
                <a:lnTo>
                  <a:pt x="159710" y="40231"/>
                </a:lnTo>
                <a:lnTo>
                  <a:pt x="144763" y="40231"/>
                </a:lnTo>
                <a:lnTo>
                  <a:pt x="144763" y="81662"/>
                </a:lnTo>
                <a:cubicBezTo>
                  <a:pt x="144763" y="85802"/>
                  <a:pt x="145357" y="88593"/>
                  <a:pt x="146544" y="90035"/>
                </a:cubicBezTo>
                <a:cubicBezTo>
                  <a:pt x="147731" y="91476"/>
                  <a:pt x="149256" y="92196"/>
                  <a:pt x="151119" y="92196"/>
                </a:cubicBezTo>
                <a:cubicBezTo>
                  <a:pt x="152655" y="92196"/>
                  <a:pt x="154145" y="91719"/>
                  <a:pt x="155589" y="90764"/>
                </a:cubicBezTo>
                <a:cubicBezTo>
                  <a:pt x="157032" y="89810"/>
                  <a:pt x="158150" y="88401"/>
                  <a:pt x="158942" y="86538"/>
                </a:cubicBezTo>
                <a:lnTo>
                  <a:pt x="161665" y="86538"/>
                </a:lnTo>
                <a:cubicBezTo>
                  <a:pt x="160036" y="91115"/>
                  <a:pt x="157731" y="94576"/>
                  <a:pt x="154751" y="96921"/>
                </a:cubicBezTo>
                <a:cubicBezTo>
                  <a:pt x="151771" y="99266"/>
                  <a:pt x="148698" y="100438"/>
                  <a:pt x="145531" y="100438"/>
                </a:cubicBezTo>
                <a:cubicBezTo>
                  <a:pt x="143389" y="100438"/>
                  <a:pt x="141294" y="99843"/>
                  <a:pt x="139245" y="98654"/>
                </a:cubicBezTo>
                <a:cubicBezTo>
                  <a:pt x="137196" y="97466"/>
                  <a:pt x="135683" y="95765"/>
                  <a:pt x="134705" y="93551"/>
                </a:cubicBezTo>
                <a:cubicBezTo>
                  <a:pt x="133727" y="91337"/>
                  <a:pt x="133238" y="87922"/>
                  <a:pt x="133238" y="83306"/>
                </a:cubicBezTo>
                <a:lnTo>
                  <a:pt x="133238" y="40231"/>
                </a:lnTo>
                <a:lnTo>
                  <a:pt x="123111" y="40231"/>
                </a:lnTo>
                <a:lnTo>
                  <a:pt x="123111" y="37926"/>
                </a:lnTo>
                <a:cubicBezTo>
                  <a:pt x="125672" y="36899"/>
                  <a:pt x="128291" y="35159"/>
                  <a:pt x="130968" y="32707"/>
                </a:cubicBezTo>
                <a:cubicBezTo>
                  <a:pt x="133646" y="30255"/>
                  <a:pt x="136032" y="27348"/>
                  <a:pt x="138128" y="23985"/>
                </a:cubicBezTo>
                <a:cubicBezTo>
                  <a:pt x="139199" y="22212"/>
                  <a:pt x="140689" y="18966"/>
                  <a:pt x="142598" y="14248"/>
                </a:cubicBezTo>
                <a:lnTo>
                  <a:pt x="144763" y="14248"/>
                </a:lnTo>
                <a:close/>
                <a:moveTo>
                  <a:pt x="176706" y="59508"/>
                </a:moveTo>
                <a:cubicBezTo>
                  <a:pt x="176660" y="68985"/>
                  <a:pt x="178965" y="76419"/>
                  <a:pt x="183621" y="81809"/>
                </a:cubicBezTo>
                <a:cubicBezTo>
                  <a:pt x="188277" y="87197"/>
                  <a:pt x="193749" y="89891"/>
                  <a:pt x="200035" y="89891"/>
                </a:cubicBezTo>
                <a:cubicBezTo>
                  <a:pt x="204225" y="89891"/>
                  <a:pt x="207869" y="88739"/>
                  <a:pt x="210965" y="86434"/>
                </a:cubicBezTo>
                <a:cubicBezTo>
                  <a:pt x="214062" y="84129"/>
                  <a:pt x="216658" y="80183"/>
                  <a:pt x="218753" y="74595"/>
                </a:cubicBezTo>
                <a:lnTo>
                  <a:pt x="220918" y="75992"/>
                </a:lnTo>
                <a:cubicBezTo>
                  <a:pt x="219941" y="82371"/>
                  <a:pt x="217100" y="88180"/>
                  <a:pt x="212397" y="93418"/>
                </a:cubicBezTo>
                <a:cubicBezTo>
                  <a:pt x="207694" y="98657"/>
                  <a:pt x="201804" y="101276"/>
                  <a:pt x="194726" y="101276"/>
                </a:cubicBezTo>
                <a:cubicBezTo>
                  <a:pt x="187043" y="101276"/>
                  <a:pt x="180466" y="98291"/>
                  <a:pt x="174995" y="92320"/>
                </a:cubicBezTo>
                <a:cubicBezTo>
                  <a:pt x="169524" y="86349"/>
                  <a:pt x="166788" y="78321"/>
                  <a:pt x="166788" y="68237"/>
                </a:cubicBezTo>
                <a:cubicBezTo>
                  <a:pt x="166788" y="57318"/>
                  <a:pt x="169594" y="48803"/>
                  <a:pt x="175205" y="42693"/>
                </a:cubicBezTo>
                <a:cubicBezTo>
                  <a:pt x="180816" y="36582"/>
                  <a:pt x="187858" y="33526"/>
                  <a:pt x="196333" y="33526"/>
                </a:cubicBezTo>
                <a:cubicBezTo>
                  <a:pt x="203504" y="33526"/>
                  <a:pt x="209394" y="35883"/>
                  <a:pt x="214004" y="40598"/>
                </a:cubicBezTo>
                <a:cubicBezTo>
                  <a:pt x="218614" y="45311"/>
                  <a:pt x="220918" y="51614"/>
                  <a:pt x="220918" y="59508"/>
                </a:cubicBezTo>
                <a:lnTo>
                  <a:pt x="176706" y="59508"/>
                </a:lnTo>
                <a:moveTo>
                  <a:pt x="176706" y="55457"/>
                </a:moveTo>
                <a:lnTo>
                  <a:pt x="206321" y="55457"/>
                </a:lnTo>
                <a:cubicBezTo>
                  <a:pt x="206088" y="51360"/>
                  <a:pt x="205599" y="48473"/>
                  <a:pt x="204854" y="46796"/>
                </a:cubicBezTo>
                <a:cubicBezTo>
                  <a:pt x="203690" y="44189"/>
                  <a:pt x="201955" y="42140"/>
                  <a:pt x="199651" y="40650"/>
                </a:cubicBezTo>
                <a:cubicBezTo>
                  <a:pt x="197346" y="39160"/>
                  <a:pt x="194936" y="38415"/>
                  <a:pt x="192422" y="38415"/>
                </a:cubicBezTo>
                <a:cubicBezTo>
                  <a:pt x="188557" y="38415"/>
                  <a:pt x="185099" y="39917"/>
                  <a:pt x="182049" y="42920"/>
                </a:cubicBezTo>
                <a:cubicBezTo>
                  <a:pt x="179000" y="45923"/>
                  <a:pt x="177218" y="50102"/>
                  <a:pt x="176706" y="55457"/>
                </a:cubicBezTo>
                <a:close/>
                <a:moveTo>
                  <a:pt x="274651" y="92126"/>
                </a:moveTo>
                <a:cubicBezTo>
                  <a:pt x="271532" y="95386"/>
                  <a:pt x="268482" y="97725"/>
                  <a:pt x="265502" y="99146"/>
                </a:cubicBezTo>
                <a:cubicBezTo>
                  <a:pt x="262522" y="100566"/>
                  <a:pt x="259309" y="101276"/>
                  <a:pt x="255863" y="101276"/>
                </a:cubicBezTo>
                <a:cubicBezTo>
                  <a:pt x="248879" y="101276"/>
                  <a:pt x="242779" y="98361"/>
                  <a:pt x="237564" y="92530"/>
                </a:cubicBezTo>
                <a:cubicBezTo>
                  <a:pt x="232348" y="86698"/>
                  <a:pt x="229741" y="79204"/>
                  <a:pt x="229741" y="70048"/>
                </a:cubicBezTo>
                <a:cubicBezTo>
                  <a:pt x="229741" y="60894"/>
                  <a:pt x="232628" y="52519"/>
                  <a:pt x="238402" y="44922"/>
                </a:cubicBezTo>
                <a:cubicBezTo>
                  <a:pt x="244176" y="37324"/>
                  <a:pt x="251602" y="33526"/>
                  <a:pt x="260682" y="33526"/>
                </a:cubicBezTo>
                <a:cubicBezTo>
                  <a:pt x="266317" y="33526"/>
                  <a:pt x="270973" y="35319"/>
                  <a:pt x="274651" y="38904"/>
                </a:cubicBezTo>
                <a:lnTo>
                  <a:pt x="274651" y="27074"/>
                </a:lnTo>
                <a:cubicBezTo>
                  <a:pt x="274651" y="19733"/>
                  <a:pt x="274477" y="15220"/>
                  <a:pt x="274128" y="13537"/>
                </a:cubicBezTo>
                <a:cubicBezTo>
                  <a:pt x="273778" y="11853"/>
                  <a:pt x="273231" y="10708"/>
                  <a:pt x="272486" y="10101"/>
                </a:cubicBezTo>
                <a:cubicBezTo>
                  <a:pt x="271741" y="9493"/>
                  <a:pt x="270810" y="9189"/>
                  <a:pt x="269692" y="9189"/>
                </a:cubicBezTo>
                <a:cubicBezTo>
                  <a:pt x="268482" y="9189"/>
                  <a:pt x="266875" y="9563"/>
                  <a:pt x="264873" y="10311"/>
                </a:cubicBezTo>
                <a:lnTo>
                  <a:pt x="263965" y="7855"/>
                </a:lnTo>
                <a:lnTo>
                  <a:pt x="283033" y="0"/>
                </a:lnTo>
                <a:lnTo>
                  <a:pt x="286176" y="0"/>
                </a:lnTo>
                <a:lnTo>
                  <a:pt x="286176" y="73966"/>
                </a:lnTo>
                <a:cubicBezTo>
                  <a:pt x="286176" y="81463"/>
                  <a:pt x="286351" y="86038"/>
                  <a:pt x="286700" y="87691"/>
                </a:cubicBezTo>
                <a:cubicBezTo>
                  <a:pt x="287049" y="89344"/>
                  <a:pt x="287608" y="90496"/>
                  <a:pt x="288376" y="91148"/>
                </a:cubicBezTo>
                <a:cubicBezTo>
                  <a:pt x="289144" y="91800"/>
                  <a:pt x="290041" y="92126"/>
                  <a:pt x="291065" y="92126"/>
                </a:cubicBezTo>
                <a:cubicBezTo>
                  <a:pt x="292322" y="92126"/>
                  <a:pt x="293999" y="91730"/>
                  <a:pt x="296094" y="90939"/>
                </a:cubicBezTo>
                <a:lnTo>
                  <a:pt x="296862" y="93383"/>
                </a:lnTo>
                <a:lnTo>
                  <a:pt x="277864" y="101276"/>
                </a:lnTo>
                <a:lnTo>
                  <a:pt x="274651" y="101276"/>
                </a:lnTo>
                <a:lnTo>
                  <a:pt x="274651" y="92126"/>
                </a:lnTo>
                <a:moveTo>
                  <a:pt x="274651" y="87252"/>
                </a:moveTo>
                <a:lnTo>
                  <a:pt x="274651" y="54368"/>
                </a:lnTo>
                <a:cubicBezTo>
                  <a:pt x="274372" y="51209"/>
                  <a:pt x="273534" y="48329"/>
                  <a:pt x="272137" y="45729"/>
                </a:cubicBezTo>
                <a:cubicBezTo>
                  <a:pt x="270740" y="43127"/>
                  <a:pt x="268889" y="41165"/>
                  <a:pt x="266584" y="39842"/>
                </a:cubicBezTo>
                <a:cubicBezTo>
                  <a:pt x="264279" y="38518"/>
                  <a:pt x="262033" y="37856"/>
                  <a:pt x="259844" y="37856"/>
                </a:cubicBezTo>
                <a:cubicBezTo>
                  <a:pt x="255747" y="37856"/>
                  <a:pt x="252091" y="39691"/>
                  <a:pt x="248879" y="43361"/>
                </a:cubicBezTo>
                <a:cubicBezTo>
                  <a:pt x="244641" y="48190"/>
                  <a:pt x="242523" y="55250"/>
                  <a:pt x="242523" y="64539"/>
                </a:cubicBezTo>
                <a:cubicBezTo>
                  <a:pt x="242523" y="73922"/>
                  <a:pt x="244571" y="81110"/>
                  <a:pt x="248669" y="86104"/>
                </a:cubicBezTo>
                <a:cubicBezTo>
                  <a:pt x="252767" y="91097"/>
                  <a:pt x="257330" y="93593"/>
                  <a:pt x="262359" y="93593"/>
                </a:cubicBezTo>
                <a:cubicBezTo>
                  <a:pt x="266596" y="93593"/>
                  <a:pt x="270694" y="91479"/>
                  <a:pt x="274651" y="87252"/>
                </a:cubicBezTo>
                <a:close/>
                <a:moveTo>
                  <a:pt x="431157" y="4610"/>
                </a:moveTo>
                <a:lnTo>
                  <a:pt x="431157" y="7194"/>
                </a:lnTo>
                <a:cubicBezTo>
                  <a:pt x="427805" y="7799"/>
                  <a:pt x="425267" y="8870"/>
                  <a:pt x="423544" y="10405"/>
                </a:cubicBezTo>
                <a:cubicBezTo>
                  <a:pt x="421076" y="12685"/>
                  <a:pt x="418888" y="16174"/>
                  <a:pt x="416979" y="20873"/>
                </a:cubicBezTo>
                <a:lnTo>
                  <a:pt x="383942" y="101416"/>
                </a:lnTo>
                <a:lnTo>
                  <a:pt x="381358" y="101416"/>
                </a:lnTo>
                <a:lnTo>
                  <a:pt x="345876" y="19827"/>
                </a:lnTo>
                <a:cubicBezTo>
                  <a:pt x="344060" y="15640"/>
                  <a:pt x="342780" y="13080"/>
                  <a:pt x="342035" y="12149"/>
                </a:cubicBezTo>
                <a:cubicBezTo>
                  <a:pt x="340871" y="10707"/>
                  <a:pt x="339439" y="9579"/>
                  <a:pt x="337739" y="8766"/>
                </a:cubicBezTo>
                <a:cubicBezTo>
                  <a:pt x="336040" y="7951"/>
                  <a:pt x="333746" y="7427"/>
                  <a:pt x="330859" y="7194"/>
                </a:cubicBezTo>
                <a:lnTo>
                  <a:pt x="330859" y="4610"/>
                </a:lnTo>
                <a:lnTo>
                  <a:pt x="369554" y="4610"/>
                </a:lnTo>
                <a:lnTo>
                  <a:pt x="369554" y="7194"/>
                </a:lnTo>
                <a:cubicBezTo>
                  <a:pt x="365177" y="7613"/>
                  <a:pt x="362336" y="8358"/>
                  <a:pt x="361033" y="9429"/>
                </a:cubicBezTo>
                <a:cubicBezTo>
                  <a:pt x="359729" y="10499"/>
                  <a:pt x="359077" y="11871"/>
                  <a:pt x="359077" y="13546"/>
                </a:cubicBezTo>
                <a:cubicBezTo>
                  <a:pt x="359077" y="15872"/>
                  <a:pt x="360148" y="19501"/>
                  <a:pt x="362290" y="24433"/>
                </a:cubicBezTo>
                <a:lnTo>
                  <a:pt x="386387" y="79918"/>
                </a:lnTo>
                <a:lnTo>
                  <a:pt x="408737" y="25131"/>
                </a:lnTo>
                <a:cubicBezTo>
                  <a:pt x="410926" y="19734"/>
                  <a:pt x="412020" y="15989"/>
                  <a:pt x="412020" y="13895"/>
                </a:cubicBezTo>
                <a:cubicBezTo>
                  <a:pt x="412020" y="12545"/>
                  <a:pt x="411345" y="11253"/>
                  <a:pt x="409994" y="10021"/>
                </a:cubicBezTo>
                <a:cubicBezTo>
                  <a:pt x="408644" y="8788"/>
                  <a:pt x="406362" y="7916"/>
                  <a:pt x="403149" y="7404"/>
                </a:cubicBezTo>
                <a:cubicBezTo>
                  <a:pt x="402917" y="7357"/>
                  <a:pt x="402521" y="7287"/>
                  <a:pt x="401962" y="7194"/>
                </a:cubicBezTo>
                <a:lnTo>
                  <a:pt x="401962" y="4610"/>
                </a:lnTo>
                <a:lnTo>
                  <a:pt x="431157" y="46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ersions">
            <a:extLst xmlns:a="http://schemas.openxmlformats.org/drawingml/2006/main">
              <a:ext uri="{FF2B5EF4-FFF2-40B4-BE49-F238E27FC236}">
                <a16:creationId xmlns:a16="http://schemas.microsoft.com/office/drawing/2014/main" id="{84BB4722-ED20-402D-B983-4EFEBE4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440" y="2464814"/>
            <a:ext cx="394927" cy="101276"/>
          </a:xfrm>
          <a:custGeom xmlns:a="http://schemas.openxmlformats.org/drawingml/2006/main">
            <a:pathLst>
              <a:path w="394927" h="101276">
                <a:moveTo>
                  <a:pt x="9918" y="59508"/>
                </a:moveTo>
                <a:cubicBezTo>
                  <a:pt x="9871" y="68985"/>
                  <a:pt x="12176" y="76419"/>
                  <a:pt x="16833" y="81809"/>
                </a:cubicBezTo>
                <a:cubicBezTo>
                  <a:pt x="21489" y="87197"/>
                  <a:pt x="26960" y="89891"/>
                  <a:pt x="33246" y="89891"/>
                </a:cubicBezTo>
                <a:cubicBezTo>
                  <a:pt x="37437" y="89891"/>
                  <a:pt x="41081" y="88739"/>
                  <a:pt x="44177" y="86434"/>
                </a:cubicBezTo>
                <a:cubicBezTo>
                  <a:pt x="47274" y="84129"/>
                  <a:pt x="49870" y="80183"/>
                  <a:pt x="51965" y="74595"/>
                </a:cubicBezTo>
                <a:lnTo>
                  <a:pt x="54130" y="75992"/>
                </a:lnTo>
                <a:cubicBezTo>
                  <a:pt x="53152" y="82371"/>
                  <a:pt x="50312" y="88180"/>
                  <a:pt x="45609" y="93418"/>
                </a:cubicBezTo>
                <a:cubicBezTo>
                  <a:pt x="40906" y="98657"/>
                  <a:pt x="35016" y="101276"/>
                  <a:pt x="27938" y="101276"/>
                </a:cubicBezTo>
                <a:cubicBezTo>
                  <a:pt x="20255" y="101276"/>
                  <a:pt x="13678" y="98291"/>
                  <a:pt x="8207" y="92320"/>
                </a:cubicBezTo>
                <a:cubicBezTo>
                  <a:pt x="2736" y="86349"/>
                  <a:pt x="0" y="78321"/>
                  <a:pt x="0" y="68237"/>
                </a:cubicBezTo>
                <a:cubicBezTo>
                  <a:pt x="0" y="57318"/>
                  <a:pt x="2805" y="48803"/>
                  <a:pt x="8416" y="42693"/>
                </a:cubicBezTo>
                <a:cubicBezTo>
                  <a:pt x="14027" y="36582"/>
                  <a:pt x="21070" y="33526"/>
                  <a:pt x="29545" y="33526"/>
                </a:cubicBezTo>
                <a:cubicBezTo>
                  <a:pt x="36715" y="33526"/>
                  <a:pt x="42606" y="35883"/>
                  <a:pt x="47216" y="40598"/>
                </a:cubicBezTo>
                <a:cubicBezTo>
                  <a:pt x="51825" y="45311"/>
                  <a:pt x="54130" y="51614"/>
                  <a:pt x="54130" y="59508"/>
                </a:cubicBezTo>
                <a:lnTo>
                  <a:pt x="9918" y="59508"/>
                </a:lnTo>
                <a:moveTo>
                  <a:pt x="9918" y="55457"/>
                </a:moveTo>
                <a:lnTo>
                  <a:pt x="39533" y="55457"/>
                </a:lnTo>
                <a:cubicBezTo>
                  <a:pt x="39300" y="51360"/>
                  <a:pt x="38811" y="48473"/>
                  <a:pt x="38066" y="46796"/>
                </a:cubicBezTo>
                <a:cubicBezTo>
                  <a:pt x="36902" y="44189"/>
                  <a:pt x="35167" y="42140"/>
                  <a:pt x="32862" y="40650"/>
                </a:cubicBezTo>
                <a:cubicBezTo>
                  <a:pt x="30557" y="39160"/>
                  <a:pt x="28148" y="38415"/>
                  <a:pt x="25633" y="38415"/>
                </a:cubicBezTo>
                <a:cubicBezTo>
                  <a:pt x="21768" y="38415"/>
                  <a:pt x="18311" y="39917"/>
                  <a:pt x="15261" y="42920"/>
                </a:cubicBezTo>
                <a:cubicBezTo>
                  <a:pt x="12211" y="45923"/>
                  <a:pt x="10430" y="50102"/>
                  <a:pt x="9918" y="55457"/>
                </a:cubicBezTo>
                <a:close/>
                <a:moveTo>
                  <a:pt x="81391" y="33526"/>
                </a:moveTo>
                <a:lnTo>
                  <a:pt x="81391" y="47914"/>
                </a:lnTo>
                <a:cubicBezTo>
                  <a:pt x="86746" y="38322"/>
                  <a:pt x="92240" y="33526"/>
                  <a:pt x="97874" y="33526"/>
                </a:cubicBezTo>
                <a:cubicBezTo>
                  <a:pt x="100435" y="33526"/>
                  <a:pt x="102554" y="34306"/>
                  <a:pt x="104230" y="35866"/>
                </a:cubicBezTo>
                <a:cubicBezTo>
                  <a:pt x="105907" y="37426"/>
                  <a:pt x="106745" y="39230"/>
                  <a:pt x="106745" y="41279"/>
                </a:cubicBezTo>
                <a:cubicBezTo>
                  <a:pt x="106745" y="43095"/>
                  <a:pt x="106140" y="44631"/>
                  <a:pt x="104929" y="45888"/>
                </a:cubicBezTo>
                <a:cubicBezTo>
                  <a:pt x="103718" y="47146"/>
                  <a:pt x="102275" y="47774"/>
                  <a:pt x="100598" y="47774"/>
                </a:cubicBezTo>
                <a:cubicBezTo>
                  <a:pt x="98969" y="47774"/>
                  <a:pt x="97141" y="46971"/>
                  <a:pt x="95116" y="45365"/>
                </a:cubicBezTo>
                <a:cubicBezTo>
                  <a:pt x="93090" y="43758"/>
                  <a:pt x="91588" y="42955"/>
                  <a:pt x="90611" y="42955"/>
                </a:cubicBezTo>
                <a:cubicBezTo>
                  <a:pt x="89772" y="42955"/>
                  <a:pt x="88864" y="43419"/>
                  <a:pt x="87887" y="44347"/>
                </a:cubicBezTo>
                <a:cubicBezTo>
                  <a:pt x="85791" y="46252"/>
                  <a:pt x="83626" y="49387"/>
                  <a:pt x="81391" y="53753"/>
                </a:cubicBezTo>
                <a:lnTo>
                  <a:pt x="81391" y="84336"/>
                </a:lnTo>
                <a:cubicBezTo>
                  <a:pt x="81391" y="87865"/>
                  <a:pt x="81833" y="90535"/>
                  <a:pt x="82718" y="92347"/>
                </a:cubicBezTo>
                <a:cubicBezTo>
                  <a:pt x="83323" y="93601"/>
                  <a:pt x="84394" y="94646"/>
                  <a:pt x="85931" y="95483"/>
                </a:cubicBezTo>
                <a:cubicBezTo>
                  <a:pt x="87467" y="96318"/>
                  <a:pt x="89679" y="96736"/>
                  <a:pt x="92566" y="96736"/>
                </a:cubicBezTo>
                <a:lnTo>
                  <a:pt x="92566" y="99320"/>
                </a:lnTo>
                <a:lnTo>
                  <a:pt x="59809" y="99320"/>
                </a:lnTo>
                <a:lnTo>
                  <a:pt x="59809" y="96736"/>
                </a:lnTo>
                <a:cubicBezTo>
                  <a:pt x="63068" y="96736"/>
                  <a:pt x="65489" y="96225"/>
                  <a:pt x="67073" y="95204"/>
                </a:cubicBezTo>
                <a:cubicBezTo>
                  <a:pt x="68237" y="94460"/>
                  <a:pt x="69052" y="93275"/>
                  <a:pt x="69517" y="91648"/>
                </a:cubicBezTo>
                <a:cubicBezTo>
                  <a:pt x="69750" y="90858"/>
                  <a:pt x="69866" y="88605"/>
                  <a:pt x="69866" y="84888"/>
                </a:cubicBezTo>
                <a:lnTo>
                  <a:pt x="69866" y="60148"/>
                </a:lnTo>
                <a:cubicBezTo>
                  <a:pt x="69866" y="52714"/>
                  <a:pt x="69715" y="48289"/>
                  <a:pt x="69412" y="46873"/>
                </a:cubicBezTo>
                <a:cubicBezTo>
                  <a:pt x="69110" y="45456"/>
                  <a:pt x="68551" y="44422"/>
                  <a:pt x="67736" y="43771"/>
                </a:cubicBezTo>
                <a:cubicBezTo>
                  <a:pt x="66921" y="43121"/>
                  <a:pt x="65909" y="42796"/>
                  <a:pt x="64698" y="42796"/>
                </a:cubicBezTo>
                <a:cubicBezTo>
                  <a:pt x="63254" y="42796"/>
                  <a:pt x="61625" y="43144"/>
                  <a:pt x="59809" y="43841"/>
                </a:cubicBezTo>
                <a:lnTo>
                  <a:pt x="59110" y="41331"/>
                </a:lnTo>
                <a:lnTo>
                  <a:pt x="78457" y="33526"/>
                </a:lnTo>
                <a:lnTo>
                  <a:pt x="81391" y="33526"/>
                </a:lnTo>
                <a:close/>
                <a:moveTo>
                  <a:pt x="151654" y="33526"/>
                </a:moveTo>
                <a:lnTo>
                  <a:pt x="151654" y="55178"/>
                </a:lnTo>
                <a:lnTo>
                  <a:pt x="149349" y="55178"/>
                </a:lnTo>
                <a:cubicBezTo>
                  <a:pt x="147580" y="48387"/>
                  <a:pt x="145310" y="43768"/>
                  <a:pt x="142539" y="41320"/>
                </a:cubicBezTo>
                <a:cubicBezTo>
                  <a:pt x="139769" y="38871"/>
                  <a:pt x="136242" y="37647"/>
                  <a:pt x="131958" y="37647"/>
                </a:cubicBezTo>
                <a:cubicBezTo>
                  <a:pt x="128698" y="37647"/>
                  <a:pt x="126068" y="38507"/>
                  <a:pt x="124065" y="40229"/>
                </a:cubicBezTo>
                <a:cubicBezTo>
                  <a:pt x="122063" y="41949"/>
                  <a:pt x="121062" y="43856"/>
                  <a:pt x="121062" y="45950"/>
                </a:cubicBezTo>
                <a:cubicBezTo>
                  <a:pt x="121062" y="48554"/>
                  <a:pt x="121807" y="50786"/>
                  <a:pt x="123297" y="52646"/>
                </a:cubicBezTo>
                <a:cubicBezTo>
                  <a:pt x="124740" y="54554"/>
                  <a:pt x="127674" y="56577"/>
                  <a:pt x="132098" y="58716"/>
                </a:cubicBezTo>
                <a:lnTo>
                  <a:pt x="142295" y="63671"/>
                </a:lnTo>
                <a:cubicBezTo>
                  <a:pt x="151747" y="68275"/>
                  <a:pt x="156474" y="74345"/>
                  <a:pt x="156474" y="81881"/>
                </a:cubicBezTo>
                <a:cubicBezTo>
                  <a:pt x="156474" y="87694"/>
                  <a:pt x="154273" y="92380"/>
                  <a:pt x="149873" y="95939"/>
                </a:cubicBezTo>
                <a:cubicBezTo>
                  <a:pt x="145473" y="99497"/>
                  <a:pt x="140549" y="101276"/>
                  <a:pt x="135101" y="101276"/>
                </a:cubicBezTo>
                <a:cubicBezTo>
                  <a:pt x="131190" y="101276"/>
                  <a:pt x="126719" y="100577"/>
                  <a:pt x="121691" y="99181"/>
                </a:cubicBezTo>
                <a:cubicBezTo>
                  <a:pt x="120154" y="98715"/>
                  <a:pt x="118897" y="98482"/>
                  <a:pt x="117919" y="98482"/>
                </a:cubicBezTo>
                <a:cubicBezTo>
                  <a:pt x="116848" y="98482"/>
                  <a:pt x="116010" y="99087"/>
                  <a:pt x="115404" y="100298"/>
                </a:cubicBezTo>
                <a:lnTo>
                  <a:pt x="113100" y="100298"/>
                </a:lnTo>
                <a:lnTo>
                  <a:pt x="113100" y="77389"/>
                </a:lnTo>
                <a:lnTo>
                  <a:pt x="115404" y="77389"/>
                </a:lnTo>
                <a:cubicBezTo>
                  <a:pt x="116708" y="83931"/>
                  <a:pt x="119199" y="88861"/>
                  <a:pt x="122878" y="92179"/>
                </a:cubicBezTo>
                <a:cubicBezTo>
                  <a:pt x="126556" y="95496"/>
                  <a:pt x="130677" y="97155"/>
                  <a:pt x="135241" y="97155"/>
                </a:cubicBezTo>
                <a:cubicBezTo>
                  <a:pt x="138453" y="97155"/>
                  <a:pt x="141073" y="96214"/>
                  <a:pt x="143098" y="94331"/>
                </a:cubicBezTo>
                <a:cubicBezTo>
                  <a:pt x="145124" y="92446"/>
                  <a:pt x="146136" y="90178"/>
                  <a:pt x="146136" y="87527"/>
                </a:cubicBezTo>
                <a:cubicBezTo>
                  <a:pt x="146136" y="84317"/>
                  <a:pt x="145007" y="81619"/>
                  <a:pt x="142749" y="79434"/>
                </a:cubicBezTo>
                <a:cubicBezTo>
                  <a:pt x="140491" y="77248"/>
                  <a:pt x="135986" y="74481"/>
                  <a:pt x="129234" y="71133"/>
                </a:cubicBezTo>
                <a:cubicBezTo>
                  <a:pt x="122482" y="67784"/>
                  <a:pt x="118059" y="64760"/>
                  <a:pt x="115963" y="62062"/>
                </a:cubicBezTo>
                <a:cubicBezTo>
                  <a:pt x="113868" y="59411"/>
                  <a:pt x="112820" y="56062"/>
                  <a:pt x="112820" y="52015"/>
                </a:cubicBezTo>
                <a:cubicBezTo>
                  <a:pt x="112820" y="46759"/>
                  <a:pt x="114625" y="42364"/>
                  <a:pt x="118233" y="38830"/>
                </a:cubicBezTo>
                <a:cubicBezTo>
                  <a:pt x="121842" y="35294"/>
                  <a:pt x="126510" y="33526"/>
                  <a:pt x="132237" y="33526"/>
                </a:cubicBezTo>
                <a:cubicBezTo>
                  <a:pt x="134752" y="33526"/>
                  <a:pt x="137802" y="34061"/>
                  <a:pt x="141387" y="35132"/>
                </a:cubicBezTo>
                <a:cubicBezTo>
                  <a:pt x="143762" y="35831"/>
                  <a:pt x="145345" y="36180"/>
                  <a:pt x="146136" y="36180"/>
                </a:cubicBezTo>
                <a:cubicBezTo>
                  <a:pt x="146881" y="36180"/>
                  <a:pt x="147464" y="36017"/>
                  <a:pt x="147883" y="35691"/>
                </a:cubicBezTo>
                <a:cubicBezTo>
                  <a:pt x="148302" y="35365"/>
                  <a:pt x="148791" y="34643"/>
                  <a:pt x="149349" y="33526"/>
                </a:cubicBezTo>
                <a:lnTo>
                  <a:pt x="151654" y="33526"/>
                </a:lnTo>
                <a:close/>
                <a:moveTo>
                  <a:pt x="182224" y="0"/>
                </a:moveTo>
                <a:cubicBezTo>
                  <a:pt x="184179" y="0"/>
                  <a:pt x="185844" y="690"/>
                  <a:pt x="187217" y="2071"/>
                </a:cubicBezTo>
                <a:cubicBezTo>
                  <a:pt x="188591" y="3451"/>
                  <a:pt x="189278" y="5123"/>
                  <a:pt x="189278" y="7089"/>
                </a:cubicBezTo>
                <a:cubicBezTo>
                  <a:pt x="189278" y="9055"/>
                  <a:pt x="188591" y="10740"/>
                  <a:pt x="187217" y="12144"/>
                </a:cubicBezTo>
                <a:cubicBezTo>
                  <a:pt x="185844" y="13547"/>
                  <a:pt x="184179" y="14248"/>
                  <a:pt x="182224" y="14248"/>
                </a:cubicBezTo>
                <a:cubicBezTo>
                  <a:pt x="180268" y="14248"/>
                  <a:pt x="178592" y="13547"/>
                  <a:pt x="177195" y="12144"/>
                </a:cubicBezTo>
                <a:cubicBezTo>
                  <a:pt x="175798" y="10740"/>
                  <a:pt x="175099" y="9055"/>
                  <a:pt x="175099" y="7089"/>
                </a:cubicBezTo>
                <a:cubicBezTo>
                  <a:pt x="175099" y="5123"/>
                  <a:pt x="175786" y="3451"/>
                  <a:pt x="177160" y="2071"/>
                </a:cubicBezTo>
                <a:cubicBezTo>
                  <a:pt x="178533" y="690"/>
                  <a:pt x="180221" y="0"/>
                  <a:pt x="182224" y="0"/>
                </a:cubicBezTo>
                <a:moveTo>
                  <a:pt x="188021" y="33526"/>
                </a:moveTo>
                <a:lnTo>
                  <a:pt x="188021" y="84819"/>
                </a:lnTo>
                <a:cubicBezTo>
                  <a:pt x="188021" y="88814"/>
                  <a:pt x="188312" y="91474"/>
                  <a:pt x="188894" y="92798"/>
                </a:cubicBezTo>
                <a:cubicBezTo>
                  <a:pt x="189476" y="94123"/>
                  <a:pt x="190337" y="95110"/>
                  <a:pt x="191478" y="95760"/>
                </a:cubicBezTo>
                <a:cubicBezTo>
                  <a:pt x="192619" y="96411"/>
                  <a:pt x="194703" y="96736"/>
                  <a:pt x="197729" y="96736"/>
                </a:cubicBezTo>
                <a:lnTo>
                  <a:pt x="197729" y="99320"/>
                </a:lnTo>
                <a:lnTo>
                  <a:pt x="166648" y="99320"/>
                </a:lnTo>
                <a:lnTo>
                  <a:pt x="166648" y="96736"/>
                </a:lnTo>
                <a:cubicBezTo>
                  <a:pt x="169768" y="96736"/>
                  <a:pt x="171863" y="96434"/>
                  <a:pt x="172934" y="95830"/>
                </a:cubicBezTo>
                <a:cubicBezTo>
                  <a:pt x="174005" y="95226"/>
                  <a:pt x="174855" y="94227"/>
                  <a:pt x="175483" y="92833"/>
                </a:cubicBezTo>
                <a:cubicBezTo>
                  <a:pt x="176112" y="91439"/>
                  <a:pt x="176426" y="88768"/>
                  <a:pt x="176426" y="84819"/>
                </a:cubicBezTo>
                <a:lnTo>
                  <a:pt x="176426" y="60218"/>
                </a:lnTo>
                <a:cubicBezTo>
                  <a:pt x="176426" y="53294"/>
                  <a:pt x="176217" y="48811"/>
                  <a:pt x="175798" y="46768"/>
                </a:cubicBezTo>
                <a:cubicBezTo>
                  <a:pt x="175472" y="45281"/>
                  <a:pt x="174960" y="44247"/>
                  <a:pt x="174261" y="43666"/>
                </a:cubicBezTo>
                <a:cubicBezTo>
                  <a:pt x="173563" y="43086"/>
                  <a:pt x="172608" y="42796"/>
                  <a:pt x="171398" y="42796"/>
                </a:cubicBezTo>
                <a:cubicBezTo>
                  <a:pt x="170094" y="42796"/>
                  <a:pt x="168511" y="43144"/>
                  <a:pt x="166648" y="43841"/>
                </a:cubicBezTo>
                <a:lnTo>
                  <a:pt x="165670" y="41331"/>
                </a:lnTo>
                <a:lnTo>
                  <a:pt x="184948" y="33526"/>
                </a:lnTo>
                <a:lnTo>
                  <a:pt x="188021" y="33526"/>
                </a:lnTo>
                <a:close/>
                <a:moveTo>
                  <a:pt x="237006" y="33526"/>
                </a:moveTo>
                <a:cubicBezTo>
                  <a:pt x="246692" y="33526"/>
                  <a:pt x="254468" y="37201"/>
                  <a:pt x="260335" y="44550"/>
                </a:cubicBezTo>
                <a:cubicBezTo>
                  <a:pt x="265317" y="50829"/>
                  <a:pt x="267808" y="58039"/>
                  <a:pt x="267808" y="66181"/>
                </a:cubicBezTo>
                <a:cubicBezTo>
                  <a:pt x="267808" y="71902"/>
                  <a:pt x="266435" y="77694"/>
                  <a:pt x="263687" y="83555"/>
                </a:cubicBezTo>
                <a:cubicBezTo>
                  <a:pt x="260940" y="89415"/>
                  <a:pt x="257157" y="93833"/>
                  <a:pt x="252337" y="96810"/>
                </a:cubicBezTo>
                <a:cubicBezTo>
                  <a:pt x="247518" y="99787"/>
                  <a:pt x="242152" y="101276"/>
                  <a:pt x="236238" y="101276"/>
                </a:cubicBezTo>
                <a:cubicBezTo>
                  <a:pt x="226599" y="101276"/>
                  <a:pt x="218940" y="97438"/>
                  <a:pt x="213259" y="89762"/>
                </a:cubicBezTo>
                <a:cubicBezTo>
                  <a:pt x="208463" y="83297"/>
                  <a:pt x="206065" y="76041"/>
                  <a:pt x="206065" y="67995"/>
                </a:cubicBezTo>
                <a:cubicBezTo>
                  <a:pt x="206065" y="62133"/>
                  <a:pt x="207520" y="56307"/>
                  <a:pt x="210430" y="50516"/>
                </a:cubicBezTo>
                <a:cubicBezTo>
                  <a:pt x="213340" y="44724"/>
                  <a:pt x="217170" y="40445"/>
                  <a:pt x="221920" y="37677"/>
                </a:cubicBezTo>
                <a:cubicBezTo>
                  <a:pt x="226669" y="34910"/>
                  <a:pt x="231698" y="33526"/>
                  <a:pt x="237006" y="33526"/>
                </a:cubicBezTo>
                <a:moveTo>
                  <a:pt x="234841" y="38136"/>
                </a:moveTo>
                <a:cubicBezTo>
                  <a:pt x="232373" y="38136"/>
                  <a:pt x="229894" y="38868"/>
                  <a:pt x="227403" y="40334"/>
                </a:cubicBezTo>
                <a:cubicBezTo>
                  <a:pt x="224912" y="41799"/>
                  <a:pt x="222898" y="44369"/>
                  <a:pt x="221361" y="48043"/>
                </a:cubicBezTo>
                <a:cubicBezTo>
                  <a:pt x="219824" y="51717"/>
                  <a:pt x="219056" y="56437"/>
                  <a:pt x="219056" y="62204"/>
                </a:cubicBezTo>
                <a:cubicBezTo>
                  <a:pt x="219056" y="71505"/>
                  <a:pt x="220907" y="79528"/>
                  <a:pt x="224609" y="86272"/>
                </a:cubicBezTo>
                <a:cubicBezTo>
                  <a:pt x="228311" y="93015"/>
                  <a:pt x="233188" y="96387"/>
                  <a:pt x="239241" y="96387"/>
                </a:cubicBezTo>
                <a:cubicBezTo>
                  <a:pt x="243758" y="96387"/>
                  <a:pt x="247483" y="94526"/>
                  <a:pt x="250417" y="90806"/>
                </a:cubicBezTo>
                <a:cubicBezTo>
                  <a:pt x="253350" y="87085"/>
                  <a:pt x="254817" y="80690"/>
                  <a:pt x="254817" y="71622"/>
                </a:cubicBezTo>
                <a:cubicBezTo>
                  <a:pt x="254817" y="60274"/>
                  <a:pt x="252372" y="51344"/>
                  <a:pt x="247483" y="44832"/>
                </a:cubicBezTo>
                <a:cubicBezTo>
                  <a:pt x="244177" y="40368"/>
                  <a:pt x="239963" y="38136"/>
                  <a:pt x="234841" y="38136"/>
                </a:cubicBezTo>
                <a:close/>
                <a:moveTo>
                  <a:pt x="295886" y="47076"/>
                </a:moveTo>
                <a:cubicBezTo>
                  <a:pt x="303383" y="38042"/>
                  <a:pt x="310531" y="33526"/>
                  <a:pt x="317329" y="33526"/>
                </a:cubicBezTo>
                <a:cubicBezTo>
                  <a:pt x="320821" y="33526"/>
                  <a:pt x="323825" y="34397"/>
                  <a:pt x="326339" y="36141"/>
                </a:cubicBezTo>
                <a:cubicBezTo>
                  <a:pt x="328854" y="37882"/>
                  <a:pt x="330856" y="40751"/>
                  <a:pt x="332346" y="44747"/>
                </a:cubicBezTo>
                <a:cubicBezTo>
                  <a:pt x="333370" y="47533"/>
                  <a:pt x="333882" y="51808"/>
                  <a:pt x="333882" y="57570"/>
                </a:cubicBezTo>
                <a:lnTo>
                  <a:pt x="333882" y="84819"/>
                </a:lnTo>
                <a:cubicBezTo>
                  <a:pt x="333882" y="88861"/>
                  <a:pt x="334208" y="91602"/>
                  <a:pt x="334860" y="93043"/>
                </a:cubicBezTo>
                <a:cubicBezTo>
                  <a:pt x="335372" y="94204"/>
                  <a:pt x="336199" y="95110"/>
                  <a:pt x="337340" y="95760"/>
                </a:cubicBezTo>
                <a:cubicBezTo>
                  <a:pt x="338481" y="96411"/>
                  <a:pt x="340588" y="96736"/>
                  <a:pt x="343661" y="96736"/>
                </a:cubicBezTo>
                <a:lnTo>
                  <a:pt x="343661" y="99320"/>
                </a:lnTo>
                <a:lnTo>
                  <a:pt x="312021" y="99320"/>
                </a:lnTo>
                <a:lnTo>
                  <a:pt x="312021" y="96736"/>
                </a:lnTo>
                <a:lnTo>
                  <a:pt x="313348" y="96736"/>
                </a:lnTo>
                <a:cubicBezTo>
                  <a:pt x="316328" y="96736"/>
                  <a:pt x="318412" y="96284"/>
                  <a:pt x="319599" y="95380"/>
                </a:cubicBezTo>
                <a:cubicBezTo>
                  <a:pt x="320786" y="94477"/>
                  <a:pt x="321613" y="93145"/>
                  <a:pt x="322079" y="91386"/>
                </a:cubicBezTo>
                <a:cubicBezTo>
                  <a:pt x="322265" y="90691"/>
                  <a:pt x="322358" y="88513"/>
                  <a:pt x="322358" y="84853"/>
                </a:cubicBezTo>
                <a:lnTo>
                  <a:pt x="322358" y="58795"/>
                </a:lnTo>
                <a:cubicBezTo>
                  <a:pt x="322358" y="53005"/>
                  <a:pt x="321601" y="48801"/>
                  <a:pt x="320088" y="46183"/>
                </a:cubicBezTo>
                <a:cubicBezTo>
                  <a:pt x="318575" y="43565"/>
                  <a:pt x="316025" y="42256"/>
                  <a:pt x="312440" y="42256"/>
                </a:cubicBezTo>
                <a:cubicBezTo>
                  <a:pt x="306899" y="42256"/>
                  <a:pt x="301381" y="45268"/>
                  <a:pt x="295886" y="51291"/>
                </a:cubicBezTo>
                <a:lnTo>
                  <a:pt x="295886" y="84853"/>
                </a:lnTo>
                <a:cubicBezTo>
                  <a:pt x="295886" y="89162"/>
                  <a:pt x="296143" y="91826"/>
                  <a:pt x="296655" y="92844"/>
                </a:cubicBezTo>
                <a:cubicBezTo>
                  <a:pt x="297307" y="94187"/>
                  <a:pt x="298203" y="95172"/>
                  <a:pt x="299344" y="95797"/>
                </a:cubicBezTo>
                <a:cubicBezTo>
                  <a:pt x="300485" y="96423"/>
                  <a:pt x="302801" y="96736"/>
                  <a:pt x="306293" y="96736"/>
                </a:cubicBezTo>
                <a:lnTo>
                  <a:pt x="306293" y="99320"/>
                </a:lnTo>
                <a:lnTo>
                  <a:pt x="274653" y="99320"/>
                </a:lnTo>
                <a:lnTo>
                  <a:pt x="274653" y="96736"/>
                </a:lnTo>
                <a:lnTo>
                  <a:pt x="276050" y="96736"/>
                </a:lnTo>
                <a:cubicBezTo>
                  <a:pt x="279310" y="96736"/>
                  <a:pt x="281510" y="95912"/>
                  <a:pt x="282651" y="94263"/>
                </a:cubicBezTo>
                <a:cubicBezTo>
                  <a:pt x="283792" y="92613"/>
                  <a:pt x="284362" y="89465"/>
                  <a:pt x="284362" y="84819"/>
                </a:cubicBezTo>
                <a:lnTo>
                  <a:pt x="284362" y="61123"/>
                </a:lnTo>
                <a:cubicBezTo>
                  <a:pt x="284362" y="53458"/>
                  <a:pt x="284187" y="48789"/>
                  <a:pt x="283838" y="47117"/>
                </a:cubicBezTo>
                <a:cubicBezTo>
                  <a:pt x="283489" y="45444"/>
                  <a:pt x="282953" y="44305"/>
                  <a:pt x="282232" y="43701"/>
                </a:cubicBezTo>
                <a:cubicBezTo>
                  <a:pt x="281510" y="43098"/>
                  <a:pt x="280544" y="42796"/>
                  <a:pt x="279333" y="42796"/>
                </a:cubicBezTo>
                <a:cubicBezTo>
                  <a:pt x="278029" y="42796"/>
                  <a:pt x="276469" y="43144"/>
                  <a:pt x="274653" y="43841"/>
                </a:cubicBezTo>
                <a:lnTo>
                  <a:pt x="273606" y="41331"/>
                </a:lnTo>
                <a:lnTo>
                  <a:pt x="292883" y="33526"/>
                </a:lnTo>
                <a:lnTo>
                  <a:pt x="295886" y="33526"/>
                </a:lnTo>
                <a:lnTo>
                  <a:pt x="295886" y="47076"/>
                </a:lnTo>
                <a:close/>
                <a:moveTo>
                  <a:pt x="390107" y="33526"/>
                </a:moveTo>
                <a:lnTo>
                  <a:pt x="390107" y="55178"/>
                </a:lnTo>
                <a:lnTo>
                  <a:pt x="387803" y="55178"/>
                </a:lnTo>
                <a:cubicBezTo>
                  <a:pt x="386033" y="48387"/>
                  <a:pt x="383763" y="43768"/>
                  <a:pt x="380993" y="41320"/>
                </a:cubicBezTo>
                <a:cubicBezTo>
                  <a:pt x="378222" y="38871"/>
                  <a:pt x="374695" y="37647"/>
                  <a:pt x="370411" y="37647"/>
                </a:cubicBezTo>
                <a:cubicBezTo>
                  <a:pt x="367152" y="37647"/>
                  <a:pt x="364521" y="38507"/>
                  <a:pt x="362519" y="40229"/>
                </a:cubicBezTo>
                <a:cubicBezTo>
                  <a:pt x="360516" y="41949"/>
                  <a:pt x="359515" y="43856"/>
                  <a:pt x="359515" y="45950"/>
                </a:cubicBezTo>
                <a:cubicBezTo>
                  <a:pt x="359515" y="48554"/>
                  <a:pt x="360260" y="50786"/>
                  <a:pt x="361750" y="52646"/>
                </a:cubicBezTo>
                <a:cubicBezTo>
                  <a:pt x="363194" y="54554"/>
                  <a:pt x="366127" y="56577"/>
                  <a:pt x="370551" y="58716"/>
                </a:cubicBezTo>
                <a:lnTo>
                  <a:pt x="380748" y="63671"/>
                </a:lnTo>
                <a:cubicBezTo>
                  <a:pt x="390201" y="68275"/>
                  <a:pt x="394927" y="74345"/>
                  <a:pt x="394927" y="81881"/>
                </a:cubicBezTo>
                <a:cubicBezTo>
                  <a:pt x="394927" y="87694"/>
                  <a:pt x="392727" y="92380"/>
                  <a:pt x="388326" y="95939"/>
                </a:cubicBezTo>
                <a:cubicBezTo>
                  <a:pt x="383926" y="99497"/>
                  <a:pt x="379002" y="101276"/>
                  <a:pt x="373554" y="101276"/>
                </a:cubicBezTo>
                <a:cubicBezTo>
                  <a:pt x="369643" y="101276"/>
                  <a:pt x="365173" y="100577"/>
                  <a:pt x="360144" y="99181"/>
                </a:cubicBezTo>
                <a:cubicBezTo>
                  <a:pt x="358607" y="98715"/>
                  <a:pt x="357350" y="98482"/>
                  <a:pt x="356372" y="98482"/>
                </a:cubicBezTo>
                <a:cubicBezTo>
                  <a:pt x="355301" y="98482"/>
                  <a:pt x="354463" y="99087"/>
                  <a:pt x="353858" y="100298"/>
                </a:cubicBezTo>
                <a:lnTo>
                  <a:pt x="351553" y="100298"/>
                </a:lnTo>
                <a:lnTo>
                  <a:pt x="351553" y="77389"/>
                </a:lnTo>
                <a:lnTo>
                  <a:pt x="353858" y="77389"/>
                </a:lnTo>
                <a:cubicBezTo>
                  <a:pt x="355161" y="83931"/>
                  <a:pt x="357653" y="88861"/>
                  <a:pt x="361331" y="92179"/>
                </a:cubicBezTo>
                <a:cubicBezTo>
                  <a:pt x="365010" y="95496"/>
                  <a:pt x="369131" y="97155"/>
                  <a:pt x="373694" y="97155"/>
                </a:cubicBezTo>
                <a:cubicBezTo>
                  <a:pt x="376907" y="97155"/>
                  <a:pt x="379526" y="96214"/>
                  <a:pt x="381551" y="94331"/>
                </a:cubicBezTo>
                <a:cubicBezTo>
                  <a:pt x="383577" y="92446"/>
                  <a:pt x="384590" y="90178"/>
                  <a:pt x="384590" y="87527"/>
                </a:cubicBezTo>
                <a:cubicBezTo>
                  <a:pt x="384590" y="84317"/>
                  <a:pt x="383461" y="81619"/>
                  <a:pt x="381202" y="79434"/>
                </a:cubicBezTo>
                <a:cubicBezTo>
                  <a:pt x="378944" y="77248"/>
                  <a:pt x="374439" y="74481"/>
                  <a:pt x="367687" y="71133"/>
                </a:cubicBezTo>
                <a:cubicBezTo>
                  <a:pt x="360935" y="67784"/>
                  <a:pt x="356512" y="64760"/>
                  <a:pt x="354416" y="62062"/>
                </a:cubicBezTo>
                <a:cubicBezTo>
                  <a:pt x="352321" y="59411"/>
                  <a:pt x="351273" y="56062"/>
                  <a:pt x="351273" y="52015"/>
                </a:cubicBezTo>
                <a:cubicBezTo>
                  <a:pt x="351273" y="46759"/>
                  <a:pt x="353078" y="42364"/>
                  <a:pt x="356686" y="38830"/>
                </a:cubicBezTo>
                <a:cubicBezTo>
                  <a:pt x="360295" y="35294"/>
                  <a:pt x="364963" y="33526"/>
                  <a:pt x="370690" y="33526"/>
                </a:cubicBezTo>
                <a:cubicBezTo>
                  <a:pt x="373205" y="33526"/>
                  <a:pt x="376255" y="34061"/>
                  <a:pt x="379840" y="35132"/>
                </a:cubicBezTo>
                <a:cubicBezTo>
                  <a:pt x="382215" y="35831"/>
                  <a:pt x="383798" y="36180"/>
                  <a:pt x="384590" y="36180"/>
                </a:cubicBezTo>
                <a:cubicBezTo>
                  <a:pt x="385335" y="36180"/>
                  <a:pt x="385917" y="36017"/>
                  <a:pt x="386336" y="35691"/>
                </a:cubicBezTo>
                <a:cubicBezTo>
                  <a:pt x="386755" y="35365"/>
                  <a:pt x="387244" y="34643"/>
                  <a:pt x="387803" y="33526"/>
                </a:cubicBezTo>
                <a:lnTo>
                  <a:pt x="390107" y="33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V">
            <a:extLst xmlns:a="http://schemas.openxmlformats.org/drawingml/2006/main">
              <a:ext uri="{FF2B5EF4-FFF2-40B4-BE49-F238E27FC236}">
                <a16:creationId xmlns:a16="http://schemas.microsoft.com/office/drawing/2014/main" id="{CF8A16A5-0B5A-4ACC-BAE0-EE2D429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371" y="2644255"/>
            <a:ext cx="100298" cy="96806"/>
          </a:xfrm>
          <a:custGeom xmlns:a="http://schemas.openxmlformats.org/drawingml/2006/main">
            <a:pathLst>
              <a:path w="100298" h="96806">
                <a:moveTo>
                  <a:pt x="100298" y="0"/>
                </a:moveTo>
                <a:lnTo>
                  <a:pt x="100298" y="2584"/>
                </a:lnTo>
                <a:cubicBezTo>
                  <a:pt x="96945" y="3190"/>
                  <a:pt x="94408" y="4260"/>
                  <a:pt x="92685" y="5795"/>
                </a:cubicBezTo>
                <a:cubicBezTo>
                  <a:pt x="90217" y="8075"/>
                  <a:pt x="88029" y="11565"/>
                  <a:pt x="86119" y="16263"/>
                </a:cubicBezTo>
                <a:lnTo>
                  <a:pt x="53083" y="96806"/>
                </a:lnTo>
                <a:lnTo>
                  <a:pt x="50498" y="96806"/>
                </a:lnTo>
                <a:lnTo>
                  <a:pt x="15017" y="15218"/>
                </a:lnTo>
                <a:cubicBezTo>
                  <a:pt x="13201" y="11030"/>
                  <a:pt x="11920" y="8470"/>
                  <a:pt x="11175" y="7539"/>
                </a:cubicBezTo>
                <a:cubicBezTo>
                  <a:pt x="10011" y="6097"/>
                  <a:pt x="8579" y="4969"/>
                  <a:pt x="6880" y="4156"/>
                </a:cubicBezTo>
                <a:cubicBezTo>
                  <a:pt x="5180" y="3341"/>
                  <a:pt x="2887" y="2817"/>
                  <a:pt x="0" y="2584"/>
                </a:cubicBezTo>
                <a:lnTo>
                  <a:pt x="0" y="0"/>
                </a:lnTo>
                <a:lnTo>
                  <a:pt x="38694" y="0"/>
                </a:lnTo>
                <a:lnTo>
                  <a:pt x="38694" y="2584"/>
                </a:lnTo>
                <a:cubicBezTo>
                  <a:pt x="34317" y="3003"/>
                  <a:pt x="31477" y="3748"/>
                  <a:pt x="30173" y="4819"/>
                </a:cubicBezTo>
                <a:cubicBezTo>
                  <a:pt x="28869" y="5889"/>
                  <a:pt x="28218" y="7261"/>
                  <a:pt x="28218" y="8936"/>
                </a:cubicBezTo>
                <a:cubicBezTo>
                  <a:pt x="28218" y="11263"/>
                  <a:pt x="29289" y="14892"/>
                  <a:pt x="31430" y="19823"/>
                </a:cubicBezTo>
                <a:lnTo>
                  <a:pt x="55527" y="75309"/>
                </a:lnTo>
                <a:lnTo>
                  <a:pt x="77878" y="20521"/>
                </a:lnTo>
                <a:cubicBezTo>
                  <a:pt x="80066" y="15124"/>
                  <a:pt x="81160" y="11379"/>
                  <a:pt x="81160" y="9285"/>
                </a:cubicBezTo>
                <a:cubicBezTo>
                  <a:pt x="81160" y="7935"/>
                  <a:pt x="80485" y="6643"/>
                  <a:pt x="79135" y="5411"/>
                </a:cubicBezTo>
                <a:cubicBezTo>
                  <a:pt x="77785" y="4178"/>
                  <a:pt x="75503" y="3306"/>
                  <a:pt x="72290" y="2794"/>
                </a:cubicBezTo>
                <a:cubicBezTo>
                  <a:pt x="72057" y="2747"/>
                  <a:pt x="71661" y="2677"/>
                  <a:pt x="71103" y="2584"/>
                </a:cubicBezTo>
                <a:lnTo>
                  <a:pt x="71103" y="0"/>
                </a:lnTo>
                <a:lnTo>
                  <a:pt x="1002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ulnerablef">
            <a:extLst xmlns:a="http://schemas.openxmlformats.org/drawingml/2006/main">
              <a:ext uri="{FF2B5EF4-FFF2-40B4-BE49-F238E27FC236}">
                <a16:creationId xmlns:a16="http://schemas.microsoft.com/office/drawing/2014/main" id="{995A5C77-9D75-45D9-8DC1-398C101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963" y="2639645"/>
            <a:ext cx="630048" cy="101276"/>
          </a:xfrm>
          <a:custGeom xmlns:a="http://schemas.openxmlformats.org/drawingml/2006/main">
            <a:pathLst>
              <a:path w="630048" h="101276">
                <a:moveTo>
                  <a:pt x="60416" y="35342"/>
                </a:moveTo>
                <a:lnTo>
                  <a:pt x="60416" y="74106"/>
                </a:lnTo>
                <a:cubicBezTo>
                  <a:pt x="60416" y="81510"/>
                  <a:pt x="60591" y="86038"/>
                  <a:pt x="60940" y="87691"/>
                </a:cubicBezTo>
                <a:cubicBezTo>
                  <a:pt x="61289" y="89344"/>
                  <a:pt x="61848" y="90496"/>
                  <a:pt x="62616" y="91148"/>
                </a:cubicBezTo>
                <a:cubicBezTo>
                  <a:pt x="63385" y="91800"/>
                  <a:pt x="64281" y="92126"/>
                  <a:pt x="65305" y="92126"/>
                </a:cubicBezTo>
                <a:cubicBezTo>
                  <a:pt x="66749" y="92126"/>
                  <a:pt x="68379" y="91730"/>
                  <a:pt x="70195" y="90939"/>
                </a:cubicBezTo>
                <a:lnTo>
                  <a:pt x="71172" y="93383"/>
                </a:lnTo>
                <a:lnTo>
                  <a:pt x="52035" y="101276"/>
                </a:lnTo>
                <a:lnTo>
                  <a:pt x="48892" y="101276"/>
                </a:lnTo>
                <a:lnTo>
                  <a:pt x="48892" y="87726"/>
                </a:lnTo>
                <a:cubicBezTo>
                  <a:pt x="43397" y="93686"/>
                  <a:pt x="39207" y="97434"/>
                  <a:pt x="36320" y="98971"/>
                </a:cubicBezTo>
                <a:cubicBezTo>
                  <a:pt x="33433" y="100508"/>
                  <a:pt x="30383" y="101276"/>
                  <a:pt x="27170" y="101276"/>
                </a:cubicBezTo>
                <a:cubicBezTo>
                  <a:pt x="23584" y="101276"/>
                  <a:pt x="20476" y="100240"/>
                  <a:pt x="17846" y="98168"/>
                </a:cubicBezTo>
                <a:cubicBezTo>
                  <a:pt x="15215" y="96096"/>
                  <a:pt x="13387" y="93430"/>
                  <a:pt x="12363" y="90170"/>
                </a:cubicBezTo>
                <a:cubicBezTo>
                  <a:pt x="11338" y="86911"/>
                  <a:pt x="10826" y="82301"/>
                  <a:pt x="10826" y="76341"/>
                </a:cubicBezTo>
                <a:lnTo>
                  <a:pt x="10826" y="47774"/>
                </a:lnTo>
                <a:cubicBezTo>
                  <a:pt x="10826" y="44748"/>
                  <a:pt x="10500" y="42652"/>
                  <a:pt x="9848" y="41488"/>
                </a:cubicBezTo>
                <a:cubicBezTo>
                  <a:pt x="9196" y="40324"/>
                  <a:pt x="8230" y="39428"/>
                  <a:pt x="6950" y="38799"/>
                </a:cubicBezTo>
                <a:cubicBezTo>
                  <a:pt x="5669" y="38171"/>
                  <a:pt x="3353" y="37880"/>
                  <a:pt x="0" y="37926"/>
                </a:cubicBezTo>
                <a:lnTo>
                  <a:pt x="0" y="35342"/>
                </a:lnTo>
                <a:lnTo>
                  <a:pt x="22420" y="35342"/>
                </a:lnTo>
                <a:lnTo>
                  <a:pt x="22420" y="78052"/>
                </a:lnTo>
                <a:cubicBezTo>
                  <a:pt x="22420" y="83998"/>
                  <a:pt x="23456" y="87900"/>
                  <a:pt x="25529" y="89758"/>
                </a:cubicBezTo>
                <a:cubicBezTo>
                  <a:pt x="27601" y="91616"/>
                  <a:pt x="30103" y="92545"/>
                  <a:pt x="33037" y="92545"/>
                </a:cubicBezTo>
                <a:cubicBezTo>
                  <a:pt x="35039" y="92545"/>
                  <a:pt x="37309" y="91918"/>
                  <a:pt x="39847" y="90664"/>
                </a:cubicBezTo>
                <a:cubicBezTo>
                  <a:pt x="42385" y="89409"/>
                  <a:pt x="45400" y="87018"/>
                  <a:pt x="48892" y="83489"/>
                </a:cubicBezTo>
                <a:lnTo>
                  <a:pt x="48892" y="47331"/>
                </a:lnTo>
                <a:cubicBezTo>
                  <a:pt x="48892" y="43708"/>
                  <a:pt x="48228" y="41258"/>
                  <a:pt x="46901" y="39982"/>
                </a:cubicBezTo>
                <a:cubicBezTo>
                  <a:pt x="45574" y="38705"/>
                  <a:pt x="42815" y="38019"/>
                  <a:pt x="38625" y="37926"/>
                </a:cubicBezTo>
                <a:lnTo>
                  <a:pt x="38625" y="35342"/>
                </a:lnTo>
                <a:lnTo>
                  <a:pt x="60416" y="35342"/>
                </a:lnTo>
                <a:close/>
                <a:moveTo>
                  <a:pt x="97853" y="0"/>
                </a:moveTo>
                <a:lnTo>
                  <a:pt x="97853" y="84801"/>
                </a:lnTo>
                <a:cubicBezTo>
                  <a:pt x="97853" y="88803"/>
                  <a:pt x="98144" y="91455"/>
                  <a:pt x="98726" y="92759"/>
                </a:cubicBezTo>
                <a:cubicBezTo>
                  <a:pt x="99308" y="94061"/>
                  <a:pt x="100204" y="95050"/>
                  <a:pt x="101415" y="95725"/>
                </a:cubicBezTo>
                <a:cubicBezTo>
                  <a:pt x="102626" y="96399"/>
                  <a:pt x="104884" y="96736"/>
                  <a:pt x="108190" y="96736"/>
                </a:cubicBezTo>
                <a:lnTo>
                  <a:pt x="108190" y="99320"/>
                </a:lnTo>
                <a:lnTo>
                  <a:pt x="76829" y="99320"/>
                </a:lnTo>
                <a:lnTo>
                  <a:pt x="76829" y="96736"/>
                </a:lnTo>
                <a:cubicBezTo>
                  <a:pt x="79763" y="96736"/>
                  <a:pt x="81765" y="96434"/>
                  <a:pt x="82836" y="95830"/>
                </a:cubicBezTo>
                <a:cubicBezTo>
                  <a:pt x="83907" y="95225"/>
                  <a:pt x="84745" y="94224"/>
                  <a:pt x="85351" y="92829"/>
                </a:cubicBezTo>
                <a:cubicBezTo>
                  <a:pt x="85956" y="91432"/>
                  <a:pt x="86259" y="88756"/>
                  <a:pt x="86259" y="84801"/>
                </a:cubicBezTo>
                <a:lnTo>
                  <a:pt x="86259" y="26731"/>
                </a:lnTo>
                <a:cubicBezTo>
                  <a:pt x="86259" y="19520"/>
                  <a:pt x="86096" y="15088"/>
                  <a:pt x="85770" y="13437"/>
                </a:cubicBezTo>
                <a:cubicBezTo>
                  <a:pt x="85444" y="11784"/>
                  <a:pt x="84920" y="10655"/>
                  <a:pt x="84198" y="10051"/>
                </a:cubicBezTo>
                <a:cubicBezTo>
                  <a:pt x="83476" y="9446"/>
                  <a:pt x="82557" y="9143"/>
                  <a:pt x="81439" y="9143"/>
                </a:cubicBezTo>
                <a:cubicBezTo>
                  <a:pt x="80229" y="9143"/>
                  <a:pt x="78692" y="9516"/>
                  <a:pt x="76829" y="10261"/>
                </a:cubicBezTo>
                <a:lnTo>
                  <a:pt x="75642" y="7816"/>
                </a:lnTo>
                <a:lnTo>
                  <a:pt x="94710" y="0"/>
                </a:lnTo>
                <a:lnTo>
                  <a:pt x="97853" y="0"/>
                </a:lnTo>
                <a:close/>
                <a:moveTo>
                  <a:pt x="134267" y="47076"/>
                </a:moveTo>
                <a:cubicBezTo>
                  <a:pt x="141764" y="38042"/>
                  <a:pt x="148912" y="33526"/>
                  <a:pt x="155710" y="33526"/>
                </a:cubicBezTo>
                <a:cubicBezTo>
                  <a:pt x="159202" y="33526"/>
                  <a:pt x="162205" y="34397"/>
                  <a:pt x="164720" y="36141"/>
                </a:cubicBezTo>
                <a:cubicBezTo>
                  <a:pt x="167234" y="37882"/>
                  <a:pt x="169237" y="40751"/>
                  <a:pt x="170727" y="44747"/>
                </a:cubicBezTo>
                <a:cubicBezTo>
                  <a:pt x="171751" y="47533"/>
                  <a:pt x="172263" y="51808"/>
                  <a:pt x="172263" y="57570"/>
                </a:cubicBezTo>
                <a:lnTo>
                  <a:pt x="172263" y="84819"/>
                </a:lnTo>
                <a:cubicBezTo>
                  <a:pt x="172263" y="88861"/>
                  <a:pt x="172589" y="91602"/>
                  <a:pt x="173241" y="93043"/>
                </a:cubicBezTo>
                <a:cubicBezTo>
                  <a:pt x="173753" y="94204"/>
                  <a:pt x="174580" y="95110"/>
                  <a:pt x="175721" y="95760"/>
                </a:cubicBezTo>
                <a:cubicBezTo>
                  <a:pt x="176861" y="96411"/>
                  <a:pt x="178968" y="96736"/>
                  <a:pt x="182042" y="96736"/>
                </a:cubicBezTo>
                <a:lnTo>
                  <a:pt x="182042" y="99320"/>
                </a:lnTo>
                <a:lnTo>
                  <a:pt x="150402" y="99320"/>
                </a:lnTo>
                <a:lnTo>
                  <a:pt x="150402" y="96736"/>
                </a:lnTo>
                <a:lnTo>
                  <a:pt x="151729" y="96736"/>
                </a:lnTo>
                <a:cubicBezTo>
                  <a:pt x="154709" y="96736"/>
                  <a:pt x="156792" y="96284"/>
                  <a:pt x="157980" y="95380"/>
                </a:cubicBezTo>
                <a:cubicBezTo>
                  <a:pt x="159167" y="94477"/>
                  <a:pt x="159994" y="93145"/>
                  <a:pt x="160459" y="91386"/>
                </a:cubicBezTo>
                <a:cubicBezTo>
                  <a:pt x="160646" y="90691"/>
                  <a:pt x="160739" y="88513"/>
                  <a:pt x="160739" y="84853"/>
                </a:cubicBezTo>
                <a:lnTo>
                  <a:pt x="160739" y="58795"/>
                </a:lnTo>
                <a:cubicBezTo>
                  <a:pt x="160739" y="53005"/>
                  <a:pt x="159982" y="48801"/>
                  <a:pt x="158469" y="46183"/>
                </a:cubicBezTo>
                <a:cubicBezTo>
                  <a:pt x="156955" y="43565"/>
                  <a:pt x="154406" y="42256"/>
                  <a:pt x="150821" y="42256"/>
                </a:cubicBezTo>
                <a:cubicBezTo>
                  <a:pt x="145280" y="42256"/>
                  <a:pt x="139762" y="45268"/>
                  <a:pt x="134267" y="51291"/>
                </a:cubicBezTo>
                <a:lnTo>
                  <a:pt x="134267" y="84853"/>
                </a:lnTo>
                <a:cubicBezTo>
                  <a:pt x="134267" y="89162"/>
                  <a:pt x="134523" y="91826"/>
                  <a:pt x="135036" y="92844"/>
                </a:cubicBezTo>
                <a:cubicBezTo>
                  <a:pt x="135687" y="94187"/>
                  <a:pt x="136584" y="95172"/>
                  <a:pt x="137725" y="95797"/>
                </a:cubicBezTo>
                <a:cubicBezTo>
                  <a:pt x="138865" y="96423"/>
                  <a:pt x="141182" y="96736"/>
                  <a:pt x="144674" y="96736"/>
                </a:cubicBezTo>
                <a:lnTo>
                  <a:pt x="144674" y="99320"/>
                </a:lnTo>
                <a:lnTo>
                  <a:pt x="113034" y="99320"/>
                </a:lnTo>
                <a:lnTo>
                  <a:pt x="113034" y="96736"/>
                </a:lnTo>
                <a:lnTo>
                  <a:pt x="114431" y="96736"/>
                </a:lnTo>
                <a:cubicBezTo>
                  <a:pt x="117691" y="96736"/>
                  <a:pt x="119891" y="95912"/>
                  <a:pt x="121032" y="94263"/>
                </a:cubicBezTo>
                <a:cubicBezTo>
                  <a:pt x="122172" y="92613"/>
                  <a:pt x="122743" y="89465"/>
                  <a:pt x="122743" y="84819"/>
                </a:cubicBezTo>
                <a:lnTo>
                  <a:pt x="122743" y="61123"/>
                </a:lnTo>
                <a:cubicBezTo>
                  <a:pt x="122743" y="53458"/>
                  <a:pt x="122568" y="48789"/>
                  <a:pt x="122219" y="47117"/>
                </a:cubicBezTo>
                <a:cubicBezTo>
                  <a:pt x="121870" y="45444"/>
                  <a:pt x="121334" y="44305"/>
                  <a:pt x="120613" y="43701"/>
                </a:cubicBezTo>
                <a:cubicBezTo>
                  <a:pt x="119891" y="43098"/>
                  <a:pt x="118925" y="42796"/>
                  <a:pt x="117714" y="42796"/>
                </a:cubicBezTo>
                <a:cubicBezTo>
                  <a:pt x="116410" y="42796"/>
                  <a:pt x="114850" y="43144"/>
                  <a:pt x="113034" y="43841"/>
                </a:cubicBezTo>
                <a:lnTo>
                  <a:pt x="111987" y="41331"/>
                </a:lnTo>
                <a:lnTo>
                  <a:pt x="131264" y="33526"/>
                </a:lnTo>
                <a:lnTo>
                  <a:pt x="134267" y="33526"/>
                </a:lnTo>
                <a:lnTo>
                  <a:pt x="134267" y="47076"/>
                </a:lnTo>
                <a:close/>
                <a:moveTo>
                  <a:pt x="197896" y="59508"/>
                </a:moveTo>
                <a:cubicBezTo>
                  <a:pt x="197849" y="68985"/>
                  <a:pt x="200154" y="76419"/>
                  <a:pt x="204811" y="81809"/>
                </a:cubicBezTo>
                <a:cubicBezTo>
                  <a:pt x="209467" y="87197"/>
                  <a:pt x="214938" y="89891"/>
                  <a:pt x="221224" y="89891"/>
                </a:cubicBezTo>
                <a:cubicBezTo>
                  <a:pt x="225415" y="89891"/>
                  <a:pt x="229059" y="88739"/>
                  <a:pt x="232155" y="86434"/>
                </a:cubicBezTo>
                <a:cubicBezTo>
                  <a:pt x="235252" y="84129"/>
                  <a:pt x="237848" y="80183"/>
                  <a:pt x="239943" y="74595"/>
                </a:cubicBezTo>
                <a:lnTo>
                  <a:pt x="242108" y="75992"/>
                </a:lnTo>
                <a:cubicBezTo>
                  <a:pt x="241130" y="82371"/>
                  <a:pt x="238290" y="88180"/>
                  <a:pt x="233587" y="93418"/>
                </a:cubicBezTo>
                <a:cubicBezTo>
                  <a:pt x="228884" y="98657"/>
                  <a:pt x="222994" y="101276"/>
                  <a:pt x="215916" y="101276"/>
                </a:cubicBezTo>
                <a:cubicBezTo>
                  <a:pt x="208233" y="101276"/>
                  <a:pt x="201656" y="98291"/>
                  <a:pt x="196185" y="92320"/>
                </a:cubicBezTo>
                <a:cubicBezTo>
                  <a:pt x="190714" y="86349"/>
                  <a:pt x="187978" y="78321"/>
                  <a:pt x="187978" y="68237"/>
                </a:cubicBezTo>
                <a:cubicBezTo>
                  <a:pt x="187978" y="57318"/>
                  <a:pt x="190783" y="48803"/>
                  <a:pt x="196394" y="42693"/>
                </a:cubicBezTo>
                <a:cubicBezTo>
                  <a:pt x="202005" y="36582"/>
                  <a:pt x="209048" y="33526"/>
                  <a:pt x="217523" y="33526"/>
                </a:cubicBezTo>
                <a:cubicBezTo>
                  <a:pt x="224693" y="33526"/>
                  <a:pt x="230584" y="35883"/>
                  <a:pt x="235193" y="40598"/>
                </a:cubicBezTo>
                <a:cubicBezTo>
                  <a:pt x="239803" y="45311"/>
                  <a:pt x="242108" y="51614"/>
                  <a:pt x="242108" y="59508"/>
                </a:cubicBezTo>
                <a:lnTo>
                  <a:pt x="197896" y="59508"/>
                </a:lnTo>
                <a:moveTo>
                  <a:pt x="197896" y="55457"/>
                </a:moveTo>
                <a:lnTo>
                  <a:pt x="227510" y="55457"/>
                </a:lnTo>
                <a:cubicBezTo>
                  <a:pt x="227278" y="51360"/>
                  <a:pt x="226789" y="48473"/>
                  <a:pt x="226044" y="46796"/>
                </a:cubicBezTo>
                <a:cubicBezTo>
                  <a:pt x="224880" y="44189"/>
                  <a:pt x="223145" y="42140"/>
                  <a:pt x="220840" y="40650"/>
                </a:cubicBezTo>
                <a:cubicBezTo>
                  <a:pt x="218535" y="39160"/>
                  <a:pt x="216126" y="38415"/>
                  <a:pt x="213611" y="38415"/>
                </a:cubicBezTo>
                <a:cubicBezTo>
                  <a:pt x="209746" y="38415"/>
                  <a:pt x="206289" y="39917"/>
                  <a:pt x="203239" y="42920"/>
                </a:cubicBezTo>
                <a:cubicBezTo>
                  <a:pt x="200189" y="45923"/>
                  <a:pt x="198408" y="50102"/>
                  <a:pt x="197896" y="55457"/>
                </a:cubicBezTo>
                <a:close/>
                <a:moveTo>
                  <a:pt x="269370" y="33526"/>
                </a:moveTo>
                <a:lnTo>
                  <a:pt x="269370" y="47914"/>
                </a:lnTo>
                <a:cubicBezTo>
                  <a:pt x="274725" y="38322"/>
                  <a:pt x="280219" y="33526"/>
                  <a:pt x="285853" y="33526"/>
                </a:cubicBezTo>
                <a:cubicBezTo>
                  <a:pt x="288414" y="33526"/>
                  <a:pt x="290533" y="34306"/>
                  <a:pt x="292209" y="35866"/>
                </a:cubicBezTo>
                <a:cubicBezTo>
                  <a:pt x="293886" y="37426"/>
                  <a:pt x="294724" y="39230"/>
                  <a:pt x="294724" y="41279"/>
                </a:cubicBezTo>
                <a:cubicBezTo>
                  <a:pt x="294724" y="43095"/>
                  <a:pt x="294118" y="44631"/>
                  <a:pt x="292908" y="45888"/>
                </a:cubicBezTo>
                <a:cubicBezTo>
                  <a:pt x="291697" y="47146"/>
                  <a:pt x="290254" y="47774"/>
                  <a:pt x="288577" y="47774"/>
                </a:cubicBezTo>
                <a:cubicBezTo>
                  <a:pt x="286948" y="47774"/>
                  <a:pt x="285120" y="46971"/>
                  <a:pt x="283094" y="45365"/>
                </a:cubicBezTo>
                <a:cubicBezTo>
                  <a:pt x="281069" y="43758"/>
                  <a:pt x="279567" y="42955"/>
                  <a:pt x="278589" y="42955"/>
                </a:cubicBezTo>
                <a:cubicBezTo>
                  <a:pt x="277751" y="42955"/>
                  <a:pt x="276843" y="43419"/>
                  <a:pt x="275865" y="44347"/>
                </a:cubicBezTo>
                <a:cubicBezTo>
                  <a:pt x="273770" y="46252"/>
                  <a:pt x="271605" y="49387"/>
                  <a:pt x="269370" y="53753"/>
                </a:cubicBezTo>
                <a:lnTo>
                  <a:pt x="269370" y="84336"/>
                </a:lnTo>
                <a:cubicBezTo>
                  <a:pt x="269370" y="87865"/>
                  <a:pt x="269812" y="90535"/>
                  <a:pt x="270697" y="92347"/>
                </a:cubicBezTo>
                <a:cubicBezTo>
                  <a:pt x="271302" y="93601"/>
                  <a:pt x="272373" y="94646"/>
                  <a:pt x="273910" y="95483"/>
                </a:cubicBezTo>
                <a:cubicBezTo>
                  <a:pt x="275446" y="96318"/>
                  <a:pt x="277658" y="96736"/>
                  <a:pt x="280545" y="96736"/>
                </a:cubicBezTo>
                <a:lnTo>
                  <a:pt x="280545" y="99320"/>
                </a:lnTo>
                <a:lnTo>
                  <a:pt x="247788" y="99320"/>
                </a:lnTo>
                <a:lnTo>
                  <a:pt x="247788" y="96736"/>
                </a:lnTo>
                <a:cubicBezTo>
                  <a:pt x="251047" y="96736"/>
                  <a:pt x="253468" y="96225"/>
                  <a:pt x="255051" y="95204"/>
                </a:cubicBezTo>
                <a:cubicBezTo>
                  <a:pt x="256216" y="94460"/>
                  <a:pt x="257030" y="93275"/>
                  <a:pt x="257496" y="91648"/>
                </a:cubicBezTo>
                <a:cubicBezTo>
                  <a:pt x="257729" y="90858"/>
                  <a:pt x="257845" y="88605"/>
                  <a:pt x="257845" y="84888"/>
                </a:cubicBezTo>
                <a:lnTo>
                  <a:pt x="257845" y="60148"/>
                </a:lnTo>
                <a:cubicBezTo>
                  <a:pt x="257845" y="52714"/>
                  <a:pt x="257694" y="48289"/>
                  <a:pt x="257391" y="46873"/>
                </a:cubicBezTo>
                <a:cubicBezTo>
                  <a:pt x="257089" y="45456"/>
                  <a:pt x="256530" y="44422"/>
                  <a:pt x="255715" y="43771"/>
                </a:cubicBezTo>
                <a:cubicBezTo>
                  <a:pt x="254900" y="43121"/>
                  <a:pt x="253887" y="42796"/>
                  <a:pt x="252677" y="42796"/>
                </a:cubicBezTo>
                <a:cubicBezTo>
                  <a:pt x="251233" y="42796"/>
                  <a:pt x="249604" y="43144"/>
                  <a:pt x="247788" y="43841"/>
                </a:cubicBezTo>
                <a:lnTo>
                  <a:pt x="247089" y="41331"/>
                </a:lnTo>
                <a:lnTo>
                  <a:pt x="266436" y="33526"/>
                </a:lnTo>
                <a:lnTo>
                  <a:pt x="269370" y="33526"/>
                </a:lnTo>
                <a:close/>
                <a:moveTo>
                  <a:pt x="334534" y="90101"/>
                </a:moveTo>
                <a:cubicBezTo>
                  <a:pt x="327969" y="95176"/>
                  <a:pt x="323848" y="98110"/>
                  <a:pt x="322172" y="98901"/>
                </a:cubicBezTo>
                <a:cubicBezTo>
                  <a:pt x="319657" y="100112"/>
                  <a:pt x="316980" y="100717"/>
                  <a:pt x="314139" y="100717"/>
                </a:cubicBezTo>
                <a:cubicBezTo>
                  <a:pt x="309716" y="100717"/>
                  <a:pt x="306072" y="99204"/>
                  <a:pt x="303209" y="96177"/>
                </a:cubicBezTo>
                <a:cubicBezTo>
                  <a:pt x="300345" y="93151"/>
                  <a:pt x="298913" y="89169"/>
                  <a:pt x="298913" y="84234"/>
                </a:cubicBezTo>
                <a:cubicBezTo>
                  <a:pt x="298913" y="81114"/>
                  <a:pt x="299612" y="78413"/>
                  <a:pt x="301009" y="76132"/>
                </a:cubicBezTo>
                <a:cubicBezTo>
                  <a:pt x="302918" y="72965"/>
                  <a:pt x="306235" y="69985"/>
                  <a:pt x="310962" y="67191"/>
                </a:cubicBezTo>
                <a:cubicBezTo>
                  <a:pt x="315688" y="64397"/>
                  <a:pt x="323545" y="60998"/>
                  <a:pt x="334534" y="56994"/>
                </a:cubicBezTo>
                <a:lnTo>
                  <a:pt x="334534" y="54479"/>
                </a:lnTo>
                <a:cubicBezTo>
                  <a:pt x="334534" y="48100"/>
                  <a:pt x="333522" y="43723"/>
                  <a:pt x="331496" y="41348"/>
                </a:cubicBezTo>
                <a:cubicBezTo>
                  <a:pt x="329471" y="38974"/>
                  <a:pt x="326525" y="37786"/>
                  <a:pt x="322661" y="37786"/>
                </a:cubicBezTo>
                <a:cubicBezTo>
                  <a:pt x="319727" y="37786"/>
                  <a:pt x="317399" y="38575"/>
                  <a:pt x="315676" y="40152"/>
                </a:cubicBezTo>
                <a:cubicBezTo>
                  <a:pt x="313907" y="41730"/>
                  <a:pt x="313022" y="43539"/>
                  <a:pt x="313022" y="45581"/>
                </a:cubicBezTo>
                <a:lnTo>
                  <a:pt x="313162" y="49616"/>
                </a:lnTo>
                <a:cubicBezTo>
                  <a:pt x="313162" y="51750"/>
                  <a:pt x="312615" y="53396"/>
                  <a:pt x="311520" y="54556"/>
                </a:cubicBezTo>
                <a:cubicBezTo>
                  <a:pt x="310426" y="55716"/>
                  <a:pt x="308994" y="56295"/>
                  <a:pt x="307225" y="56295"/>
                </a:cubicBezTo>
                <a:cubicBezTo>
                  <a:pt x="305502" y="56295"/>
                  <a:pt x="304093" y="55692"/>
                  <a:pt x="302999" y="54486"/>
                </a:cubicBezTo>
                <a:cubicBezTo>
                  <a:pt x="301905" y="53278"/>
                  <a:pt x="301358" y="51630"/>
                  <a:pt x="301358" y="49540"/>
                </a:cubicBezTo>
                <a:cubicBezTo>
                  <a:pt x="301358" y="45549"/>
                  <a:pt x="303407" y="41882"/>
                  <a:pt x="307504" y="38539"/>
                </a:cubicBezTo>
                <a:cubicBezTo>
                  <a:pt x="311602" y="35197"/>
                  <a:pt x="317352" y="33526"/>
                  <a:pt x="324756" y="33526"/>
                </a:cubicBezTo>
                <a:cubicBezTo>
                  <a:pt x="330437" y="33526"/>
                  <a:pt x="335093" y="34479"/>
                  <a:pt x="338725" y="36385"/>
                </a:cubicBezTo>
                <a:cubicBezTo>
                  <a:pt x="341472" y="37827"/>
                  <a:pt x="343498" y="40083"/>
                  <a:pt x="344802" y="43154"/>
                </a:cubicBezTo>
                <a:cubicBezTo>
                  <a:pt x="345640" y="45153"/>
                  <a:pt x="346059" y="49245"/>
                  <a:pt x="346059" y="55431"/>
                </a:cubicBezTo>
                <a:lnTo>
                  <a:pt x="346059" y="77127"/>
                </a:lnTo>
                <a:cubicBezTo>
                  <a:pt x="346059" y="83219"/>
                  <a:pt x="346175" y="86952"/>
                  <a:pt x="346408" y="88324"/>
                </a:cubicBezTo>
                <a:cubicBezTo>
                  <a:pt x="346641" y="89696"/>
                  <a:pt x="347025" y="90615"/>
                  <a:pt x="347561" y="91081"/>
                </a:cubicBezTo>
                <a:cubicBezTo>
                  <a:pt x="348096" y="91545"/>
                  <a:pt x="348713" y="91777"/>
                  <a:pt x="349411" y="91777"/>
                </a:cubicBezTo>
                <a:cubicBezTo>
                  <a:pt x="350156" y="91777"/>
                  <a:pt x="350808" y="91614"/>
                  <a:pt x="351367" y="91288"/>
                </a:cubicBezTo>
                <a:cubicBezTo>
                  <a:pt x="352345" y="90683"/>
                  <a:pt x="354231" y="88983"/>
                  <a:pt x="357025" y="86189"/>
                </a:cubicBezTo>
                <a:lnTo>
                  <a:pt x="357025" y="90101"/>
                </a:lnTo>
                <a:cubicBezTo>
                  <a:pt x="351809" y="97085"/>
                  <a:pt x="346827" y="100577"/>
                  <a:pt x="342078" y="100577"/>
                </a:cubicBezTo>
                <a:cubicBezTo>
                  <a:pt x="339796" y="100577"/>
                  <a:pt x="337980" y="99786"/>
                  <a:pt x="336630" y="98203"/>
                </a:cubicBezTo>
                <a:cubicBezTo>
                  <a:pt x="335279" y="96620"/>
                  <a:pt x="334581" y="93919"/>
                  <a:pt x="334534" y="90101"/>
                </a:cubicBezTo>
                <a:moveTo>
                  <a:pt x="334534" y="85521"/>
                </a:moveTo>
                <a:lnTo>
                  <a:pt x="334534" y="61254"/>
                </a:lnTo>
                <a:cubicBezTo>
                  <a:pt x="327503" y="64035"/>
                  <a:pt x="322963" y="66005"/>
                  <a:pt x="320915" y="67165"/>
                </a:cubicBezTo>
                <a:cubicBezTo>
                  <a:pt x="317236" y="69205"/>
                  <a:pt x="314605" y="71338"/>
                  <a:pt x="313022" y="73563"/>
                </a:cubicBezTo>
                <a:cubicBezTo>
                  <a:pt x="311439" y="75787"/>
                  <a:pt x="310647" y="78221"/>
                  <a:pt x="310647" y="80864"/>
                </a:cubicBezTo>
                <a:cubicBezTo>
                  <a:pt x="310647" y="84202"/>
                  <a:pt x="311648" y="86971"/>
                  <a:pt x="313651" y="89173"/>
                </a:cubicBezTo>
                <a:cubicBezTo>
                  <a:pt x="315653" y="91375"/>
                  <a:pt x="317958" y="92475"/>
                  <a:pt x="320565" y="92475"/>
                </a:cubicBezTo>
                <a:cubicBezTo>
                  <a:pt x="324104" y="92475"/>
                  <a:pt x="328760" y="90157"/>
                  <a:pt x="334534" y="85521"/>
                </a:cubicBezTo>
                <a:close/>
                <a:moveTo>
                  <a:pt x="379327" y="46447"/>
                </a:moveTo>
                <a:cubicBezTo>
                  <a:pt x="385520" y="37833"/>
                  <a:pt x="392201" y="33526"/>
                  <a:pt x="399372" y="33526"/>
                </a:cubicBezTo>
                <a:cubicBezTo>
                  <a:pt x="405938" y="33526"/>
                  <a:pt x="411665" y="36328"/>
                  <a:pt x="416554" y="41933"/>
                </a:cubicBezTo>
                <a:cubicBezTo>
                  <a:pt x="421443" y="47539"/>
                  <a:pt x="423888" y="55202"/>
                  <a:pt x="423888" y="64924"/>
                </a:cubicBezTo>
                <a:cubicBezTo>
                  <a:pt x="423888" y="76273"/>
                  <a:pt x="420116" y="85414"/>
                  <a:pt x="412573" y="92344"/>
                </a:cubicBezTo>
                <a:cubicBezTo>
                  <a:pt x="406101" y="98299"/>
                  <a:pt x="398883" y="101276"/>
                  <a:pt x="390921" y="101276"/>
                </a:cubicBezTo>
                <a:cubicBezTo>
                  <a:pt x="387196" y="101276"/>
                  <a:pt x="383413" y="100601"/>
                  <a:pt x="379571" y="99250"/>
                </a:cubicBezTo>
                <a:cubicBezTo>
                  <a:pt x="375730" y="97900"/>
                  <a:pt x="371807" y="95874"/>
                  <a:pt x="367802" y="93174"/>
                </a:cubicBezTo>
                <a:lnTo>
                  <a:pt x="367802" y="26890"/>
                </a:lnTo>
                <a:cubicBezTo>
                  <a:pt x="367802" y="19627"/>
                  <a:pt x="367627" y="15156"/>
                  <a:pt x="367278" y="13480"/>
                </a:cubicBezTo>
                <a:cubicBezTo>
                  <a:pt x="366929" y="11804"/>
                  <a:pt x="366382" y="10663"/>
                  <a:pt x="365637" y="10058"/>
                </a:cubicBezTo>
                <a:cubicBezTo>
                  <a:pt x="364892" y="9452"/>
                  <a:pt x="363961" y="9150"/>
                  <a:pt x="362843" y="9150"/>
                </a:cubicBezTo>
                <a:cubicBezTo>
                  <a:pt x="361539" y="9150"/>
                  <a:pt x="359910" y="9522"/>
                  <a:pt x="357954" y="10267"/>
                </a:cubicBezTo>
                <a:lnTo>
                  <a:pt x="356976" y="7823"/>
                </a:lnTo>
                <a:lnTo>
                  <a:pt x="376184" y="0"/>
                </a:lnTo>
                <a:lnTo>
                  <a:pt x="379327" y="0"/>
                </a:lnTo>
                <a:lnTo>
                  <a:pt x="379327" y="46447"/>
                </a:lnTo>
                <a:moveTo>
                  <a:pt x="379327" y="50898"/>
                </a:moveTo>
                <a:lnTo>
                  <a:pt x="379327" y="89073"/>
                </a:lnTo>
                <a:cubicBezTo>
                  <a:pt x="381701" y="91393"/>
                  <a:pt x="384158" y="93146"/>
                  <a:pt x="386695" y="94331"/>
                </a:cubicBezTo>
                <a:cubicBezTo>
                  <a:pt x="389233" y="95515"/>
                  <a:pt x="391829" y="96107"/>
                  <a:pt x="394483" y="96107"/>
                </a:cubicBezTo>
                <a:cubicBezTo>
                  <a:pt x="398720" y="96107"/>
                  <a:pt x="402667" y="93786"/>
                  <a:pt x="406322" y="89142"/>
                </a:cubicBezTo>
                <a:cubicBezTo>
                  <a:pt x="409977" y="84498"/>
                  <a:pt x="411805" y="77740"/>
                  <a:pt x="411805" y="68870"/>
                </a:cubicBezTo>
                <a:cubicBezTo>
                  <a:pt x="411805" y="60696"/>
                  <a:pt x="409977" y="54415"/>
                  <a:pt x="406322" y="50027"/>
                </a:cubicBezTo>
                <a:cubicBezTo>
                  <a:pt x="402667" y="45638"/>
                  <a:pt x="398511" y="43444"/>
                  <a:pt x="393854" y="43444"/>
                </a:cubicBezTo>
                <a:cubicBezTo>
                  <a:pt x="391387" y="43444"/>
                  <a:pt x="388919" y="44071"/>
                  <a:pt x="386451" y="45325"/>
                </a:cubicBezTo>
                <a:cubicBezTo>
                  <a:pt x="384588" y="46254"/>
                  <a:pt x="382214" y="48111"/>
                  <a:pt x="379327" y="50898"/>
                </a:cubicBezTo>
                <a:close/>
                <a:moveTo>
                  <a:pt x="455319" y="0"/>
                </a:moveTo>
                <a:lnTo>
                  <a:pt x="455319" y="84801"/>
                </a:lnTo>
                <a:cubicBezTo>
                  <a:pt x="455319" y="88803"/>
                  <a:pt x="455610" y="91455"/>
                  <a:pt x="456192" y="92759"/>
                </a:cubicBezTo>
                <a:cubicBezTo>
                  <a:pt x="456774" y="94061"/>
                  <a:pt x="457670" y="95050"/>
                  <a:pt x="458881" y="95725"/>
                </a:cubicBezTo>
                <a:cubicBezTo>
                  <a:pt x="460092" y="96399"/>
                  <a:pt x="462350" y="96736"/>
                  <a:pt x="465656" y="96736"/>
                </a:cubicBezTo>
                <a:lnTo>
                  <a:pt x="465656" y="99320"/>
                </a:lnTo>
                <a:lnTo>
                  <a:pt x="434295" y="99320"/>
                </a:lnTo>
                <a:lnTo>
                  <a:pt x="434295" y="96736"/>
                </a:lnTo>
                <a:cubicBezTo>
                  <a:pt x="437229" y="96736"/>
                  <a:pt x="439231" y="96434"/>
                  <a:pt x="440302" y="95830"/>
                </a:cubicBezTo>
                <a:cubicBezTo>
                  <a:pt x="441373" y="95225"/>
                  <a:pt x="442211" y="94224"/>
                  <a:pt x="442816" y="92829"/>
                </a:cubicBezTo>
                <a:cubicBezTo>
                  <a:pt x="443422" y="91432"/>
                  <a:pt x="443724" y="88756"/>
                  <a:pt x="443724" y="84801"/>
                </a:cubicBezTo>
                <a:lnTo>
                  <a:pt x="443724" y="26731"/>
                </a:lnTo>
                <a:cubicBezTo>
                  <a:pt x="443724" y="19520"/>
                  <a:pt x="443561" y="15088"/>
                  <a:pt x="443236" y="13437"/>
                </a:cubicBezTo>
                <a:cubicBezTo>
                  <a:pt x="442910" y="11784"/>
                  <a:pt x="442386" y="10655"/>
                  <a:pt x="441664" y="10051"/>
                </a:cubicBezTo>
                <a:cubicBezTo>
                  <a:pt x="440942" y="9446"/>
                  <a:pt x="440023" y="9143"/>
                  <a:pt x="438905" y="9143"/>
                </a:cubicBezTo>
                <a:cubicBezTo>
                  <a:pt x="437694" y="9143"/>
                  <a:pt x="436158" y="9516"/>
                  <a:pt x="434295" y="10261"/>
                </a:cubicBezTo>
                <a:lnTo>
                  <a:pt x="433108" y="7816"/>
                </a:lnTo>
                <a:lnTo>
                  <a:pt x="452176" y="0"/>
                </a:lnTo>
                <a:lnTo>
                  <a:pt x="455319" y="0"/>
                </a:lnTo>
                <a:close/>
                <a:moveTo>
                  <a:pt x="483839" y="59508"/>
                </a:moveTo>
                <a:cubicBezTo>
                  <a:pt x="483793" y="68985"/>
                  <a:pt x="486098" y="76419"/>
                  <a:pt x="490754" y="81809"/>
                </a:cubicBezTo>
                <a:cubicBezTo>
                  <a:pt x="495411" y="87197"/>
                  <a:pt x="500882" y="89891"/>
                  <a:pt x="507168" y="89891"/>
                </a:cubicBezTo>
                <a:cubicBezTo>
                  <a:pt x="511359" y="89891"/>
                  <a:pt x="515002" y="88739"/>
                  <a:pt x="518099" y="86434"/>
                </a:cubicBezTo>
                <a:cubicBezTo>
                  <a:pt x="521195" y="84129"/>
                  <a:pt x="523791" y="80183"/>
                  <a:pt x="525886" y="74595"/>
                </a:cubicBezTo>
                <a:lnTo>
                  <a:pt x="528052" y="75992"/>
                </a:lnTo>
                <a:cubicBezTo>
                  <a:pt x="527074" y="82371"/>
                  <a:pt x="524233" y="88180"/>
                  <a:pt x="519531" y="93418"/>
                </a:cubicBezTo>
                <a:cubicBezTo>
                  <a:pt x="514828" y="98657"/>
                  <a:pt x="508937" y="101276"/>
                  <a:pt x="501860" y="101276"/>
                </a:cubicBezTo>
                <a:cubicBezTo>
                  <a:pt x="494177" y="101276"/>
                  <a:pt x="487599" y="98291"/>
                  <a:pt x="482128" y="92320"/>
                </a:cubicBezTo>
                <a:cubicBezTo>
                  <a:pt x="476657" y="86349"/>
                  <a:pt x="473921" y="78321"/>
                  <a:pt x="473921" y="68237"/>
                </a:cubicBezTo>
                <a:cubicBezTo>
                  <a:pt x="473921" y="57318"/>
                  <a:pt x="476727" y="48803"/>
                  <a:pt x="482338" y="42693"/>
                </a:cubicBezTo>
                <a:cubicBezTo>
                  <a:pt x="487949" y="36582"/>
                  <a:pt x="494991" y="33526"/>
                  <a:pt x="503466" y="33526"/>
                </a:cubicBezTo>
                <a:cubicBezTo>
                  <a:pt x="510637" y="33526"/>
                  <a:pt x="516527" y="35883"/>
                  <a:pt x="521137" y="40598"/>
                </a:cubicBezTo>
                <a:cubicBezTo>
                  <a:pt x="525747" y="45311"/>
                  <a:pt x="528052" y="51614"/>
                  <a:pt x="528052" y="59508"/>
                </a:cubicBezTo>
                <a:lnTo>
                  <a:pt x="483839" y="59508"/>
                </a:lnTo>
                <a:moveTo>
                  <a:pt x="483839" y="55457"/>
                </a:moveTo>
                <a:lnTo>
                  <a:pt x="513454" y="55457"/>
                </a:lnTo>
                <a:cubicBezTo>
                  <a:pt x="513221" y="51360"/>
                  <a:pt x="512732" y="48473"/>
                  <a:pt x="511987" y="46796"/>
                </a:cubicBezTo>
                <a:cubicBezTo>
                  <a:pt x="510823" y="44189"/>
                  <a:pt x="509089" y="42140"/>
                  <a:pt x="506784" y="40650"/>
                </a:cubicBezTo>
                <a:cubicBezTo>
                  <a:pt x="504479" y="39160"/>
                  <a:pt x="502069" y="38415"/>
                  <a:pt x="499555" y="38415"/>
                </a:cubicBezTo>
                <a:cubicBezTo>
                  <a:pt x="495690" y="38415"/>
                  <a:pt x="492233" y="39917"/>
                  <a:pt x="489183" y="42920"/>
                </a:cubicBezTo>
                <a:cubicBezTo>
                  <a:pt x="486133" y="45923"/>
                  <a:pt x="484352" y="50102"/>
                  <a:pt x="483839" y="55457"/>
                </a:cubicBezTo>
                <a:close/>
                <a:moveTo>
                  <a:pt x="597360" y="40231"/>
                </a:moveTo>
                <a:lnTo>
                  <a:pt x="597360" y="82330"/>
                </a:lnTo>
                <a:cubicBezTo>
                  <a:pt x="597360" y="88298"/>
                  <a:pt x="598012" y="92074"/>
                  <a:pt x="599316" y="93658"/>
                </a:cubicBezTo>
                <a:cubicBezTo>
                  <a:pt x="601039" y="95710"/>
                  <a:pt x="603344" y="96736"/>
                  <a:pt x="606230" y="96736"/>
                </a:cubicBezTo>
                <a:lnTo>
                  <a:pt x="612028" y="96736"/>
                </a:lnTo>
                <a:lnTo>
                  <a:pt x="612028" y="99320"/>
                </a:lnTo>
                <a:lnTo>
                  <a:pt x="573822" y="99320"/>
                </a:lnTo>
                <a:lnTo>
                  <a:pt x="573822" y="96736"/>
                </a:lnTo>
                <a:lnTo>
                  <a:pt x="576686" y="96736"/>
                </a:lnTo>
                <a:cubicBezTo>
                  <a:pt x="578548" y="96736"/>
                  <a:pt x="580248" y="96270"/>
                  <a:pt x="581785" y="95337"/>
                </a:cubicBezTo>
                <a:cubicBezTo>
                  <a:pt x="583321" y="94404"/>
                  <a:pt x="584380" y="93145"/>
                  <a:pt x="584963" y="91561"/>
                </a:cubicBezTo>
                <a:cubicBezTo>
                  <a:pt x="585545" y="89976"/>
                  <a:pt x="585836" y="86899"/>
                  <a:pt x="585836" y="82330"/>
                </a:cubicBezTo>
                <a:lnTo>
                  <a:pt x="585836" y="40231"/>
                </a:lnTo>
                <a:lnTo>
                  <a:pt x="573403" y="40231"/>
                </a:lnTo>
                <a:lnTo>
                  <a:pt x="573403" y="35342"/>
                </a:lnTo>
                <a:lnTo>
                  <a:pt x="585836" y="35342"/>
                </a:lnTo>
                <a:lnTo>
                  <a:pt x="585836" y="31134"/>
                </a:lnTo>
                <a:cubicBezTo>
                  <a:pt x="585836" y="24730"/>
                  <a:pt x="586860" y="19307"/>
                  <a:pt x="588909" y="14866"/>
                </a:cubicBezTo>
                <a:cubicBezTo>
                  <a:pt x="590958" y="10425"/>
                  <a:pt x="594089" y="6838"/>
                  <a:pt x="598303" y="4103"/>
                </a:cubicBezTo>
                <a:cubicBezTo>
                  <a:pt x="602517" y="1368"/>
                  <a:pt x="607255" y="0"/>
                  <a:pt x="612517" y="0"/>
                </a:cubicBezTo>
                <a:cubicBezTo>
                  <a:pt x="617406" y="0"/>
                  <a:pt x="621899" y="1583"/>
                  <a:pt x="625997" y="4749"/>
                </a:cubicBezTo>
                <a:cubicBezTo>
                  <a:pt x="628697" y="6845"/>
                  <a:pt x="630048" y="9196"/>
                  <a:pt x="630048" y="11804"/>
                </a:cubicBezTo>
                <a:cubicBezTo>
                  <a:pt x="630048" y="13201"/>
                  <a:pt x="629442" y="14516"/>
                  <a:pt x="628232" y="15750"/>
                </a:cubicBezTo>
                <a:cubicBezTo>
                  <a:pt x="627021" y="16984"/>
                  <a:pt x="625717" y="17601"/>
                  <a:pt x="624320" y="17601"/>
                </a:cubicBezTo>
                <a:cubicBezTo>
                  <a:pt x="623249" y="17601"/>
                  <a:pt x="622120" y="17213"/>
                  <a:pt x="620933" y="16436"/>
                </a:cubicBezTo>
                <a:cubicBezTo>
                  <a:pt x="619746" y="15658"/>
                  <a:pt x="618290" y="13987"/>
                  <a:pt x="616568" y="11422"/>
                </a:cubicBezTo>
                <a:cubicBezTo>
                  <a:pt x="614845" y="8857"/>
                  <a:pt x="613262" y="7126"/>
                  <a:pt x="611818" y="6232"/>
                </a:cubicBezTo>
                <a:cubicBezTo>
                  <a:pt x="610375" y="5337"/>
                  <a:pt x="608768" y="4889"/>
                  <a:pt x="606999" y="4889"/>
                </a:cubicBezTo>
                <a:cubicBezTo>
                  <a:pt x="604857" y="4889"/>
                  <a:pt x="603041" y="5465"/>
                  <a:pt x="601551" y="6618"/>
                </a:cubicBezTo>
                <a:cubicBezTo>
                  <a:pt x="600061" y="7769"/>
                  <a:pt x="598990" y="9554"/>
                  <a:pt x="598338" y="11974"/>
                </a:cubicBezTo>
                <a:cubicBezTo>
                  <a:pt x="597686" y="14394"/>
                  <a:pt x="597360" y="20632"/>
                  <a:pt x="597360" y="30688"/>
                </a:cubicBezTo>
                <a:lnTo>
                  <a:pt x="597360" y="35342"/>
                </a:lnTo>
                <a:lnTo>
                  <a:pt x="613844" y="35342"/>
                </a:lnTo>
                <a:lnTo>
                  <a:pt x="613844" y="40231"/>
                </a:lnTo>
                <a:lnTo>
                  <a:pt x="597360" y="40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unctions">
            <a:extLst xmlns:a="http://schemas.openxmlformats.org/drawingml/2006/main">
              <a:ext uri="{FF2B5EF4-FFF2-40B4-BE49-F238E27FC236}">
                <a16:creationId xmlns:a16="http://schemas.microsoft.com/office/drawing/2014/main" id="{C7E7DF92-B474-4A44-8B4E-9C2336B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622" y="2639645"/>
            <a:ext cx="479628" cy="101276"/>
          </a:xfrm>
          <a:custGeom xmlns:a="http://schemas.openxmlformats.org/drawingml/2006/main">
            <a:pathLst>
              <a:path w="479628" h="101276">
                <a:moveTo>
                  <a:pt x="60416" y="35342"/>
                </a:moveTo>
                <a:lnTo>
                  <a:pt x="60416" y="74106"/>
                </a:lnTo>
                <a:cubicBezTo>
                  <a:pt x="60416" y="81510"/>
                  <a:pt x="60591" y="86038"/>
                  <a:pt x="60940" y="87691"/>
                </a:cubicBezTo>
                <a:cubicBezTo>
                  <a:pt x="61289" y="89344"/>
                  <a:pt x="61848" y="90496"/>
                  <a:pt x="62616" y="91148"/>
                </a:cubicBezTo>
                <a:cubicBezTo>
                  <a:pt x="63385" y="91800"/>
                  <a:pt x="64281" y="92126"/>
                  <a:pt x="65305" y="92126"/>
                </a:cubicBezTo>
                <a:cubicBezTo>
                  <a:pt x="66749" y="92126"/>
                  <a:pt x="68379" y="91730"/>
                  <a:pt x="70195" y="90939"/>
                </a:cubicBezTo>
                <a:lnTo>
                  <a:pt x="71172" y="93383"/>
                </a:lnTo>
                <a:lnTo>
                  <a:pt x="52035" y="101276"/>
                </a:lnTo>
                <a:lnTo>
                  <a:pt x="48892" y="101276"/>
                </a:lnTo>
                <a:lnTo>
                  <a:pt x="48892" y="87726"/>
                </a:lnTo>
                <a:cubicBezTo>
                  <a:pt x="43397" y="93686"/>
                  <a:pt x="39207" y="97434"/>
                  <a:pt x="36320" y="98971"/>
                </a:cubicBezTo>
                <a:cubicBezTo>
                  <a:pt x="33433" y="100508"/>
                  <a:pt x="30383" y="101276"/>
                  <a:pt x="27170" y="101276"/>
                </a:cubicBezTo>
                <a:cubicBezTo>
                  <a:pt x="23584" y="101276"/>
                  <a:pt x="20476" y="100240"/>
                  <a:pt x="17846" y="98168"/>
                </a:cubicBezTo>
                <a:cubicBezTo>
                  <a:pt x="15215" y="96096"/>
                  <a:pt x="13387" y="93430"/>
                  <a:pt x="12363" y="90170"/>
                </a:cubicBezTo>
                <a:cubicBezTo>
                  <a:pt x="11338" y="86911"/>
                  <a:pt x="10826" y="82301"/>
                  <a:pt x="10826" y="76341"/>
                </a:cubicBezTo>
                <a:lnTo>
                  <a:pt x="10826" y="47774"/>
                </a:lnTo>
                <a:cubicBezTo>
                  <a:pt x="10826" y="44748"/>
                  <a:pt x="10500" y="42652"/>
                  <a:pt x="9848" y="41488"/>
                </a:cubicBezTo>
                <a:cubicBezTo>
                  <a:pt x="9196" y="40324"/>
                  <a:pt x="8230" y="39428"/>
                  <a:pt x="6950" y="38799"/>
                </a:cubicBezTo>
                <a:cubicBezTo>
                  <a:pt x="5669" y="38171"/>
                  <a:pt x="3353" y="37880"/>
                  <a:pt x="0" y="37926"/>
                </a:cubicBezTo>
                <a:lnTo>
                  <a:pt x="0" y="35342"/>
                </a:lnTo>
                <a:lnTo>
                  <a:pt x="22420" y="35342"/>
                </a:lnTo>
                <a:lnTo>
                  <a:pt x="22420" y="78052"/>
                </a:lnTo>
                <a:cubicBezTo>
                  <a:pt x="22420" y="83998"/>
                  <a:pt x="23456" y="87900"/>
                  <a:pt x="25529" y="89758"/>
                </a:cubicBezTo>
                <a:cubicBezTo>
                  <a:pt x="27601" y="91616"/>
                  <a:pt x="30103" y="92545"/>
                  <a:pt x="33037" y="92545"/>
                </a:cubicBezTo>
                <a:cubicBezTo>
                  <a:pt x="35039" y="92545"/>
                  <a:pt x="37309" y="91918"/>
                  <a:pt x="39847" y="90664"/>
                </a:cubicBezTo>
                <a:cubicBezTo>
                  <a:pt x="42385" y="89409"/>
                  <a:pt x="45400" y="87018"/>
                  <a:pt x="48892" y="83489"/>
                </a:cubicBezTo>
                <a:lnTo>
                  <a:pt x="48892" y="47331"/>
                </a:lnTo>
                <a:cubicBezTo>
                  <a:pt x="48892" y="43708"/>
                  <a:pt x="48228" y="41258"/>
                  <a:pt x="46901" y="39982"/>
                </a:cubicBezTo>
                <a:cubicBezTo>
                  <a:pt x="45574" y="38705"/>
                  <a:pt x="42815" y="38019"/>
                  <a:pt x="38625" y="37926"/>
                </a:cubicBezTo>
                <a:lnTo>
                  <a:pt x="38625" y="35342"/>
                </a:lnTo>
                <a:lnTo>
                  <a:pt x="60416" y="35342"/>
                </a:lnTo>
                <a:close/>
                <a:moveTo>
                  <a:pt x="94500" y="47076"/>
                </a:moveTo>
                <a:cubicBezTo>
                  <a:pt x="101997" y="38042"/>
                  <a:pt x="109145" y="33526"/>
                  <a:pt x="115943" y="33526"/>
                </a:cubicBezTo>
                <a:cubicBezTo>
                  <a:pt x="119435" y="33526"/>
                  <a:pt x="122439" y="34397"/>
                  <a:pt x="124953" y="36141"/>
                </a:cubicBezTo>
                <a:cubicBezTo>
                  <a:pt x="127467" y="37882"/>
                  <a:pt x="129470" y="40751"/>
                  <a:pt x="130960" y="44747"/>
                </a:cubicBezTo>
                <a:cubicBezTo>
                  <a:pt x="131984" y="47533"/>
                  <a:pt x="132496" y="51808"/>
                  <a:pt x="132496" y="57570"/>
                </a:cubicBezTo>
                <a:lnTo>
                  <a:pt x="132496" y="84819"/>
                </a:lnTo>
                <a:cubicBezTo>
                  <a:pt x="132496" y="88861"/>
                  <a:pt x="132822" y="91602"/>
                  <a:pt x="133474" y="93043"/>
                </a:cubicBezTo>
                <a:cubicBezTo>
                  <a:pt x="133986" y="94204"/>
                  <a:pt x="134813" y="95110"/>
                  <a:pt x="135954" y="95760"/>
                </a:cubicBezTo>
                <a:cubicBezTo>
                  <a:pt x="137094" y="96411"/>
                  <a:pt x="139201" y="96736"/>
                  <a:pt x="142275" y="96736"/>
                </a:cubicBezTo>
                <a:lnTo>
                  <a:pt x="142275" y="99320"/>
                </a:lnTo>
                <a:lnTo>
                  <a:pt x="110635" y="99320"/>
                </a:lnTo>
                <a:lnTo>
                  <a:pt x="110635" y="96736"/>
                </a:lnTo>
                <a:lnTo>
                  <a:pt x="111962" y="96736"/>
                </a:lnTo>
                <a:cubicBezTo>
                  <a:pt x="114942" y="96736"/>
                  <a:pt x="117026" y="96284"/>
                  <a:pt x="118213" y="95380"/>
                </a:cubicBezTo>
                <a:cubicBezTo>
                  <a:pt x="119400" y="94477"/>
                  <a:pt x="120227" y="93145"/>
                  <a:pt x="120692" y="91386"/>
                </a:cubicBezTo>
                <a:cubicBezTo>
                  <a:pt x="120879" y="90691"/>
                  <a:pt x="120972" y="88513"/>
                  <a:pt x="120972" y="84853"/>
                </a:cubicBezTo>
                <a:lnTo>
                  <a:pt x="120972" y="58795"/>
                </a:lnTo>
                <a:cubicBezTo>
                  <a:pt x="120972" y="53005"/>
                  <a:pt x="120215" y="48801"/>
                  <a:pt x="118702" y="46183"/>
                </a:cubicBezTo>
                <a:cubicBezTo>
                  <a:pt x="117188" y="43565"/>
                  <a:pt x="114639" y="42256"/>
                  <a:pt x="111054" y="42256"/>
                </a:cubicBezTo>
                <a:cubicBezTo>
                  <a:pt x="105513" y="42256"/>
                  <a:pt x="99995" y="45268"/>
                  <a:pt x="94500" y="51291"/>
                </a:cubicBezTo>
                <a:lnTo>
                  <a:pt x="94500" y="84853"/>
                </a:lnTo>
                <a:cubicBezTo>
                  <a:pt x="94500" y="89162"/>
                  <a:pt x="94756" y="91826"/>
                  <a:pt x="95269" y="92844"/>
                </a:cubicBezTo>
                <a:cubicBezTo>
                  <a:pt x="95921" y="94187"/>
                  <a:pt x="96817" y="95172"/>
                  <a:pt x="97958" y="95797"/>
                </a:cubicBezTo>
                <a:cubicBezTo>
                  <a:pt x="99099" y="96423"/>
                  <a:pt x="101415" y="96736"/>
                  <a:pt x="104907" y="96736"/>
                </a:cubicBezTo>
                <a:lnTo>
                  <a:pt x="104907" y="99320"/>
                </a:lnTo>
                <a:lnTo>
                  <a:pt x="73267" y="99320"/>
                </a:lnTo>
                <a:lnTo>
                  <a:pt x="73267" y="96736"/>
                </a:lnTo>
                <a:lnTo>
                  <a:pt x="74664" y="96736"/>
                </a:lnTo>
                <a:cubicBezTo>
                  <a:pt x="77924" y="96736"/>
                  <a:pt x="80124" y="95912"/>
                  <a:pt x="81265" y="94263"/>
                </a:cubicBezTo>
                <a:cubicBezTo>
                  <a:pt x="82405" y="92613"/>
                  <a:pt x="82976" y="89465"/>
                  <a:pt x="82976" y="84819"/>
                </a:cubicBezTo>
                <a:lnTo>
                  <a:pt x="82976" y="61123"/>
                </a:lnTo>
                <a:cubicBezTo>
                  <a:pt x="82976" y="53458"/>
                  <a:pt x="82801" y="48789"/>
                  <a:pt x="82452" y="47117"/>
                </a:cubicBezTo>
                <a:cubicBezTo>
                  <a:pt x="82103" y="45444"/>
                  <a:pt x="81567" y="44305"/>
                  <a:pt x="80846" y="43701"/>
                </a:cubicBezTo>
                <a:cubicBezTo>
                  <a:pt x="80124" y="43098"/>
                  <a:pt x="79158" y="42796"/>
                  <a:pt x="77947" y="42796"/>
                </a:cubicBezTo>
                <a:cubicBezTo>
                  <a:pt x="76643" y="42796"/>
                  <a:pt x="75083" y="43144"/>
                  <a:pt x="73267" y="43841"/>
                </a:cubicBezTo>
                <a:lnTo>
                  <a:pt x="72220" y="41331"/>
                </a:lnTo>
                <a:lnTo>
                  <a:pt x="91497" y="33526"/>
                </a:lnTo>
                <a:lnTo>
                  <a:pt x="94500" y="33526"/>
                </a:lnTo>
                <a:lnTo>
                  <a:pt x="94500" y="47076"/>
                </a:lnTo>
                <a:close/>
                <a:moveTo>
                  <a:pt x="201713" y="75014"/>
                </a:moveTo>
                <a:cubicBezTo>
                  <a:pt x="199991" y="83442"/>
                  <a:pt x="196615" y="89926"/>
                  <a:pt x="191586" y="94466"/>
                </a:cubicBezTo>
                <a:cubicBezTo>
                  <a:pt x="186557" y="99006"/>
                  <a:pt x="180993" y="101276"/>
                  <a:pt x="174893" y="101276"/>
                </a:cubicBezTo>
                <a:cubicBezTo>
                  <a:pt x="167629" y="101276"/>
                  <a:pt x="161296" y="98230"/>
                  <a:pt x="155895" y="92137"/>
                </a:cubicBezTo>
                <a:cubicBezTo>
                  <a:pt x="150493" y="86043"/>
                  <a:pt x="147793" y="77809"/>
                  <a:pt x="147793" y="67436"/>
                </a:cubicBezTo>
                <a:cubicBezTo>
                  <a:pt x="147793" y="57388"/>
                  <a:pt x="150785" y="49225"/>
                  <a:pt x="156768" y="42946"/>
                </a:cubicBezTo>
                <a:cubicBezTo>
                  <a:pt x="162751" y="36666"/>
                  <a:pt x="169934" y="33526"/>
                  <a:pt x="178315" y="33526"/>
                </a:cubicBezTo>
                <a:cubicBezTo>
                  <a:pt x="184601" y="33526"/>
                  <a:pt x="189770" y="35185"/>
                  <a:pt x="193821" y="38504"/>
                </a:cubicBezTo>
                <a:cubicBezTo>
                  <a:pt x="197872" y="41822"/>
                  <a:pt x="199897" y="45268"/>
                  <a:pt x="199897" y="48842"/>
                </a:cubicBezTo>
                <a:cubicBezTo>
                  <a:pt x="199897" y="50605"/>
                  <a:pt x="199327" y="52033"/>
                  <a:pt x="198186" y="53124"/>
                </a:cubicBezTo>
                <a:cubicBezTo>
                  <a:pt x="197045" y="54214"/>
                  <a:pt x="195451" y="54759"/>
                  <a:pt x="193402" y="54759"/>
                </a:cubicBezTo>
                <a:cubicBezTo>
                  <a:pt x="190655" y="54759"/>
                  <a:pt x="188583" y="53874"/>
                  <a:pt x="187186" y="52105"/>
                </a:cubicBezTo>
                <a:cubicBezTo>
                  <a:pt x="186394" y="51127"/>
                  <a:pt x="185870" y="49264"/>
                  <a:pt x="185614" y="46517"/>
                </a:cubicBezTo>
                <a:cubicBezTo>
                  <a:pt x="185358" y="43770"/>
                  <a:pt x="184415" y="41674"/>
                  <a:pt x="182785" y="40231"/>
                </a:cubicBezTo>
                <a:cubicBezTo>
                  <a:pt x="181156" y="38834"/>
                  <a:pt x="178897" y="38136"/>
                  <a:pt x="176010" y="38136"/>
                </a:cubicBezTo>
                <a:cubicBezTo>
                  <a:pt x="171354" y="38136"/>
                  <a:pt x="167606" y="39858"/>
                  <a:pt x="164765" y="43304"/>
                </a:cubicBezTo>
                <a:cubicBezTo>
                  <a:pt x="160994" y="47867"/>
                  <a:pt x="159108" y="53897"/>
                  <a:pt x="159108" y="61394"/>
                </a:cubicBezTo>
                <a:cubicBezTo>
                  <a:pt x="159108" y="69031"/>
                  <a:pt x="160982" y="75771"/>
                  <a:pt x="164730" y="81614"/>
                </a:cubicBezTo>
                <a:cubicBezTo>
                  <a:pt x="168479" y="87458"/>
                  <a:pt x="173542" y="90380"/>
                  <a:pt x="179922" y="90380"/>
                </a:cubicBezTo>
                <a:cubicBezTo>
                  <a:pt x="184485" y="90380"/>
                  <a:pt x="188583" y="88820"/>
                  <a:pt x="192214" y="85700"/>
                </a:cubicBezTo>
                <a:cubicBezTo>
                  <a:pt x="194775" y="83558"/>
                  <a:pt x="197267" y="79670"/>
                  <a:pt x="199688" y="74036"/>
                </a:cubicBezTo>
                <a:lnTo>
                  <a:pt x="201713" y="75014"/>
                </a:lnTo>
                <a:close/>
                <a:moveTo>
                  <a:pt x="229463" y="14248"/>
                </a:moveTo>
                <a:lnTo>
                  <a:pt x="229463" y="35342"/>
                </a:lnTo>
                <a:lnTo>
                  <a:pt x="244410" y="35342"/>
                </a:lnTo>
                <a:lnTo>
                  <a:pt x="244410" y="40231"/>
                </a:lnTo>
                <a:lnTo>
                  <a:pt x="229463" y="40231"/>
                </a:lnTo>
                <a:lnTo>
                  <a:pt x="229463" y="81662"/>
                </a:lnTo>
                <a:cubicBezTo>
                  <a:pt x="229463" y="85802"/>
                  <a:pt x="230057" y="88593"/>
                  <a:pt x="231244" y="90035"/>
                </a:cubicBezTo>
                <a:cubicBezTo>
                  <a:pt x="232432" y="91476"/>
                  <a:pt x="233957" y="92196"/>
                  <a:pt x="235819" y="92196"/>
                </a:cubicBezTo>
                <a:cubicBezTo>
                  <a:pt x="237356" y="92196"/>
                  <a:pt x="238846" y="91719"/>
                  <a:pt x="240289" y="90764"/>
                </a:cubicBezTo>
                <a:cubicBezTo>
                  <a:pt x="241733" y="89810"/>
                  <a:pt x="242850" y="88401"/>
                  <a:pt x="243642" y="86538"/>
                </a:cubicBezTo>
                <a:lnTo>
                  <a:pt x="246366" y="86538"/>
                </a:lnTo>
                <a:cubicBezTo>
                  <a:pt x="244736" y="91115"/>
                  <a:pt x="242431" y="94576"/>
                  <a:pt x="239451" y="96921"/>
                </a:cubicBezTo>
                <a:cubicBezTo>
                  <a:pt x="236471" y="99266"/>
                  <a:pt x="233398" y="100438"/>
                  <a:pt x="230232" y="100438"/>
                </a:cubicBezTo>
                <a:cubicBezTo>
                  <a:pt x="228090" y="100438"/>
                  <a:pt x="225994" y="99843"/>
                  <a:pt x="223946" y="98654"/>
                </a:cubicBezTo>
                <a:cubicBezTo>
                  <a:pt x="221897" y="97466"/>
                  <a:pt x="220383" y="95765"/>
                  <a:pt x="219406" y="93551"/>
                </a:cubicBezTo>
                <a:cubicBezTo>
                  <a:pt x="218428" y="91337"/>
                  <a:pt x="217939" y="87922"/>
                  <a:pt x="217939" y="83306"/>
                </a:cubicBezTo>
                <a:lnTo>
                  <a:pt x="217939" y="40231"/>
                </a:lnTo>
                <a:lnTo>
                  <a:pt x="207811" y="40231"/>
                </a:lnTo>
                <a:lnTo>
                  <a:pt x="207811" y="37926"/>
                </a:lnTo>
                <a:cubicBezTo>
                  <a:pt x="210372" y="36899"/>
                  <a:pt x="212992" y="35159"/>
                  <a:pt x="215669" y="32707"/>
                </a:cubicBezTo>
                <a:cubicBezTo>
                  <a:pt x="218346" y="30255"/>
                  <a:pt x="220733" y="27348"/>
                  <a:pt x="222828" y="23985"/>
                </a:cubicBezTo>
                <a:cubicBezTo>
                  <a:pt x="223899" y="22212"/>
                  <a:pt x="225389" y="18966"/>
                  <a:pt x="227298" y="14248"/>
                </a:cubicBezTo>
                <a:lnTo>
                  <a:pt x="229463" y="14248"/>
                </a:lnTo>
                <a:close/>
                <a:moveTo>
                  <a:pt x="266925" y="0"/>
                </a:moveTo>
                <a:cubicBezTo>
                  <a:pt x="268881" y="0"/>
                  <a:pt x="270546" y="690"/>
                  <a:pt x="271919" y="2071"/>
                </a:cubicBezTo>
                <a:cubicBezTo>
                  <a:pt x="273293" y="3451"/>
                  <a:pt x="273980" y="5123"/>
                  <a:pt x="273980" y="7089"/>
                </a:cubicBezTo>
                <a:cubicBezTo>
                  <a:pt x="273980" y="9055"/>
                  <a:pt x="273293" y="10740"/>
                  <a:pt x="271919" y="12144"/>
                </a:cubicBezTo>
                <a:cubicBezTo>
                  <a:pt x="270546" y="13547"/>
                  <a:pt x="268881" y="14248"/>
                  <a:pt x="266925" y="14248"/>
                </a:cubicBezTo>
                <a:cubicBezTo>
                  <a:pt x="264970" y="14248"/>
                  <a:pt x="263293" y="13547"/>
                  <a:pt x="261896" y="12144"/>
                </a:cubicBezTo>
                <a:cubicBezTo>
                  <a:pt x="260499" y="10740"/>
                  <a:pt x="259801" y="9055"/>
                  <a:pt x="259801" y="7089"/>
                </a:cubicBezTo>
                <a:cubicBezTo>
                  <a:pt x="259801" y="5123"/>
                  <a:pt x="260488" y="3451"/>
                  <a:pt x="261861" y="2071"/>
                </a:cubicBezTo>
                <a:cubicBezTo>
                  <a:pt x="263235" y="690"/>
                  <a:pt x="264923" y="0"/>
                  <a:pt x="266925" y="0"/>
                </a:cubicBezTo>
                <a:moveTo>
                  <a:pt x="272722" y="33526"/>
                </a:moveTo>
                <a:lnTo>
                  <a:pt x="272722" y="84819"/>
                </a:lnTo>
                <a:cubicBezTo>
                  <a:pt x="272722" y="88814"/>
                  <a:pt x="273013" y="91474"/>
                  <a:pt x="273595" y="92798"/>
                </a:cubicBezTo>
                <a:cubicBezTo>
                  <a:pt x="274177" y="94123"/>
                  <a:pt x="275039" y="95110"/>
                  <a:pt x="276180" y="95760"/>
                </a:cubicBezTo>
                <a:cubicBezTo>
                  <a:pt x="277321" y="96411"/>
                  <a:pt x="279404" y="96736"/>
                  <a:pt x="282431" y="96736"/>
                </a:cubicBezTo>
                <a:lnTo>
                  <a:pt x="282431" y="99320"/>
                </a:lnTo>
                <a:lnTo>
                  <a:pt x="251350" y="99320"/>
                </a:lnTo>
                <a:lnTo>
                  <a:pt x="251350" y="96736"/>
                </a:lnTo>
                <a:cubicBezTo>
                  <a:pt x="254469" y="96736"/>
                  <a:pt x="256565" y="96434"/>
                  <a:pt x="257636" y="95830"/>
                </a:cubicBezTo>
                <a:cubicBezTo>
                  <a:pt x="258707" y="95226"/>
                  <a:pt x="259556" y="94227"/>
                  <a:pt x="260185" y="92833"/>
                </a:cubicBezTo>
                <a:cubicBezTo>
                  <a:pt x="260814" y="91439"/>
                  <a:pt x="261128" y="88768"/>
                  <a:pt x="261128" y="84819"/>
                </a:cubicBezTo>
                <a:lnTo>
                  <a:pt x="261128" y="60218"/>
                </a:lnTo>
                <a:cubicBezTo>
                  <a:pt x="261128" y="53294"/>
                  <a:pt x="260918" y="48811"/>
                  <a:pt x="260499" y="46768"/>
                </a:cubicBezTo>
                <a:cubicBezTo>
                  <a:pt x="260173" y="45281"/>
                  <a:pt x="259661" y="44247"/>
                  <a:pt x="258963" y="43666"/>
                </a:cubicBezTo>
                <a:cubicBezTo>
                  <a:pt x="258264" y="43086"/>
                  <a:pt x="257310" y="42796"/>
                  <a:pt x="256099" y="42796"/>
                </a:cubicBezTo>
                <a:cubicBezTo>
                  <a:pt x="254795" y="42796"/>
                  <a:pt x="253212" y="43144"/>
                  <a:pt x="251350" y="43841"/>
                </a:cubicBezTo>
                <a:lnTo>
                  <a:pt x="250372" y="41331"/>
                </a:lnTo>
                <a:lnTo>
                  <a:pt x="269649" y="33526"/>
                </a:lnTo>
                <a:lnTo>
                  <a:pt x="272722" y="33526"/>
                </a:lnTo>
                <a:close/>
                <a:moveTo>
                  <a:pt x="321708" y="33526"/>
                </a:moveTo>
                <a:cubicBezTo>
                  <a:pt x="331393" y="33526"/>
                  <a:pt x="339169" y="37201"/>
                  <a:pt x="345036" y="44550"/>
                </a:cubicBezTo>
                <a:cubicBezTo>
                  <a:pt x="350018" y="50829"/>
                  <a:pt x="352510" y="58039"/>
                  <a:pt x="352510" y="66181"/>
                </a:cubicBezTo>
                <a:cubicBezTo>
                  <a:pt x="352510" y="71902"/>
                  <a:pt x="351136" y="77694"/>
                  <a:pt x="348389" y="83555"/>
                </a:cubicBezTo>
                <a:cubicBezTo>
                  <a:pt x="345641" y="89415"/>
                  <a:pt x="341858" y="93833"/>
                  <a:pt x="337039" y="96810"/>
                </a:cubicBezTo>
                <a:cubicBezTo>
                  <a:pt x="332220" y="99787"/>
                  <a:pt x="326853" y="101276"/>
                  <a:pt x="320939" y="101276"/>
                </a:cubicBezTo>
                <a:cubicBezTo>
                  <a:pt x="311301" y="101276"/>
                  <a:pt x="303641" y="97438"/>
                  <a:pt x="297960" y="89762"/>
                </a:cubicBezTo>
                <a:cubicBezTo>
                  <a:pt x="293164" y="83297"/>
                  <a:pt x="290766" y="76041"/>
                  <a:pt x="290766" y="67995"/>
                </a:cubicBezTo>
                <a:cubicBezTo>
                  <a:pt x="290766" y="62133"/>
                  <a:pt x="292221" y="56307"/>
                  <a:pt x="295132" y="50516"/>
                </a:cubicBezTo>
                <a:cubicBezTo>
                  <a:pt x="298042" y="44724"/>
                  <a:pt x="301872" y="40445"/>
                  <a:pt x="306621" y="37677"/>
                </a:cubicBezTo>
                <a:cubicBezTo>
                  <a:pt x="311371" y="34910"/>
                  <a:pt x="316400" y="33526"/>
                  <a:pt x="321708" y="33526"/>
                </a:cubicBezTo>
                <a:moveTo>
                  <a:pt x="319543" y="38136"/>
                </a:moveTo>
                <a:cubicBezTo>
                  <a:pt x="317075" y="38136"/>
                  <a:pt x="314595" y="38868"/>
                  <a:pt x="312104" y="40334"/>
                </a:cubicBezTo>
                <a:cubicBezTo>
                  <a:pt x="309613" y="41799"/>
                  <a:pt x="307599" y="44369"/>
                  <a:pt x="306062" y="48043"/>
                </a:cubicBezTo>
                <a:cubicBezTo>
                  <a:pt x="304526" y="51717"/>
                  <a:pt x="303758" y="56437"/>
                  <a:pt x="303758" y="62204"/>
                </a:cubicBezTo>
                <a:cubicBezTo>
                  <a:pt x="303758" y="71505"/>
                  <a:pt x="305608" y="79528"/>
                  <a:pt x="309310" y="86272"/>
                </a:cubicBezTo>
                <a:cubicBezTo>
                  <a:pt x="313012" y="93015"/>
                  <a:pt x="317890" y="96387"/>
                  <a:pt x="323943" y="96387"/>
                </a:cubicBezTo>
                <a:cubicBezTo>
                  <a:pt x="328460" y="96387"/>
                  <a:pt x="332185" y="94526"/>
                  <a:pt x="335118" y="90806"/>
                </a:cubicBezTo>
                <a:cubicBezTo>
                  <a:pt x="338052" y="87085"/>
                  <a:pt x="339518" y="80690"/>
                  <a:pt x="339518" y="71622"/>
                </a:cubicBezTo>
                <a:cubicBezTo>
                  <a:pt x="339518" y="60274"/>
                  <a:pt x="337074" y="51344"/>
                  <a:pt x="332185" y="44832"/>
                </a:cubicBezTo>
                <a:cubicBezTo>
                  <a:pt x="328879" y="40368"/>
                  <a:pt x="324665" y="38136"/>
                  <a:pt x="319543" y="38136"/>
                </a:cubicBezTo>
                <a:close/>
                <a:moveTo>
                  <a:pt x="380588" y="47076"/>
                </a:moveTo>
                <a:cubicBezTo>
                  <a:pt x="388085" y="38042"/>
                  <a:pt x="395232" y="33526"/>
                  <a:pt x="402030" y="33526"/>
                </a:cubicBezTo>
                <a:cubicBezTo>
                  <a:pt x="405523" y="33526"/>
                  <a:pt x="408526" y="34397"/>
                  <a:pt x="411040" y="36141"/>
                </a:cubicBezTo>
                <a:cubicBezTo>
                  <a:pt x="413555" y="37882"/>
                  <a:pt x="415557" y="40751"/>
                  <a:pt x="417047" y="44747"/>
                </a:cubicBezTo>
                <a:cubicBezTo>
                  <a:pt x="418072" y="47533"/>
                  <a:pt x="418584" y="51808"/>
                  <a:pt x="418584" y="57570"/>
                </a:cubicBezTo>
                <a:lnTo>
                  <a:pt x="418584" y="84819"/>
                </a:lnTo>
                <a:cubicBezTo>
                  <a:pt x="418584" y="88861"/>
                  <a:pt x="418910" y="91602"/>
                  <a:pt x="419562" y="93043"/>
                </a:cubicBezTo>
                <a:cubicBezTo>
                  <a:pt x="420074" y="94204"/>
                  <a:pt x="420900" y="95110"/>
                  <a:pt x="422041" y="95760"/>
                </a:cubicBezTo>
                <a:cubicBezTo>
                  <a:pt x="423182" y="96411"/>
                  <a:pt x="425289" y="96736"/>
                  <a:pt x="428362" y="96736"/>
                </a:cubicBezTo>
                <a:lnTo>
                  <a:pt x="428362" y="99320"/>
                </a:lnTo>
                <a:lnTo>
                  <a:pt x="396722" y="99320"/>
                </a:lnTo>
                <a:lnTo>
                  <a:pt x="396722" y="96736"/>
                </a:lnTo>
                <a:lnTo>
                  <a:pt x="398049" y="96736"/>
                </a:lnTo>
                <a:cubicBezTo>
                  <a:pt x="401029" y="96736"/>
                  <a:pt x="403113" y="96284"/>
                  <a:pt x="404300" y="95380"/>
                </a:cubicBezTo>
                <a:cubicBezTo>
                  <a:pt x="405488" y="94477"/>
                  <a:pt x="406314" y="93145"/>
                  <a:pt x="406780" y="91386"/>
                </a:cubicBezTo>
                <a:cubicBezTo>
                  <a:pt x="406966" y="90691"/>
                  <a:pt x="407059" y="88513"/>
                  <a:pt x="407059" y="84853"/>
                </a:cubicBezTo>
                <a:lnTo>
                  <a:pt x="407059" y="58795"/>
                </a:lnTo>
                <a:cubicBezTo>
                  <a:pt x="407059" y="53005"/>
                  <a:pt x="406303" y="48801"/>
                  <a:pt x="404789" y="46183"/>
                </a:cubicBezTo>
                <a:cubicBezTo>
                  <a:pt x="403276" y="43565"/>
                  <a:pt x="400727" y="42256"/>
                  <a:pt x="397141" y="42256"/>
                </a:cubicBezTo>
                <a:cubicBezTo>
                  <a:pt x="391600" y="42256"/>
                  <a:pt x="386082" y="45268"/>
                  <a:pt x="380588" y="51291"/>
                </a:cubicBezTo>
                <a:lnTo>
                  <a:pt x="380588" y="84853"/>
                </a:lnTo>
                <a:cubicBezTo>
                  <a:pt x="380588" y="89162"/>
                  <a:pt x="380844" y="91826"/>
                  <a:pt x="381356" y="92844"/>
                </a:cubicBezTo>
                <a:cubicBezTo>
                  <a:pt x="382008" y="94187"/>
                  <a:pt x="382904" y="95172"/>
                  <a:pt x="384045" y="95797"/>
                </a:cubicBezTo>
                <a:cubicBezTo>
                  <a:pt x="385186" y="96423"/>
                  <a:pt x="387503" y="96736"/>
                  <a:pt x="390995" y="96736"/>
                </a:cubicBezTo>
                <a:lnTo>
                  <a:pt x="390995" y="99320"/>
                </a:lnTo>
                <a:lnTo>
                  <a:pt x="359355" y="99320"/>
                </a:lnTo>
                <a:lnTo>
                  <a:pt x="359355" y="96736"/>
                </a:lnTo>
                <a:lnTo>
                  <a:pt x="360752" y="96736"/>
                </a:lnTo>
                <a:cubicBezTo>
                  <a:pt x="364011" y="96736"/>
                  <a:pt x="366211" y="95912"/>
                  <a:pt x="367352" y="94263"/>
                </a:cubicBezTo>
                <a:cubicBezTo>
                  <a:pt x="368493" y="92613"/>
                  <a:pt x="369063" y="89465"/>
                  <a:pt x="369063" y="84819"/>
                </a:cubicBezTo>
                <a:lnTo>
                  <a:pt x="369063" y="61123"/>
                </a:lnTo>
                <a:cubicBezTo>
                  <a:pt x="369063" y="53458"/>
                  <a:pt x="368889" y="48789"/>
                  <a:pt x="368540" y="47117"/>
                </a:cubicBezTo>
                <a:cubicBezTo>
                  <a:pt x="368190" y="45444"/>
                  <a:pt x="367655" y="44305"/>
                  <a:pt x="366933" y="43701"/>
                </a:cubicBezTo>
                <a:cubicBezTo>
                  <a:pt x="366211" y="43098"/>
                  <a:pt x="365245" y="42796"/>
                  <a:pt x="364034" y="42796"/>
                </a:cubicBezTo>
                <a:cubicBezTo>
                  <a:pt x="362731" y="42796"/>
                  <a:pt x="361171" y="43144"/>
                  <a:pt x="359355" y="43841"/>
                </a:cubicBezTo>
                <a:lnTo>
                  <a:pt x="358307" y="41331"/>
                </a:lnTo>
                <a:lnTo>
                  <a:pt x="377584" y="33526"/>
                </a:lnTo>
                <a:lnTo>
                  <a:pt x="380588" y="33526"/>
                </a:lnTo>
                <a:lnTo>
                  <a:pt x="380588" y="47076"/>
                </a:lnTo>
                <a:close/>
                <a:moveTo>
                  <a:pt x="474809" y="33526"/>
                </a:moveTo>
                <a:lnTo>
                  <a:pt x="474809" y="55178"/>
                </a:lnTo>
                <a:lnTo>
                  <a:pt x="472504" y="55178"/>
                </a:lnTo>
                <a:cubicBezTo>
                  <a:pt x="470735" y="48387"/>
                  <a:pt x="468465" y="43768"/>
                  <a:pt x="465694" y="41320"/>
                </a:cubicBezTo>
                <a:cubicBezTo>
                  <a:pt x="462923" y="38871"/>
                  <a:pt x="459396" y="37647"/>
                  <a:pt x="455112" y="37647"/>
                </a:cubicBezTo>
                <a:cubicBezTo>
                  <a:pt x="451853" y="37647"/>
                  <a:pt x="449222" y="38507"/>
                  <a:pt x="447220" y="40229"/>
                </a:cubicBezTo>
                <a:cubicBezTo>
                  <a:pt x="445218" y="41949"/>
                  <a:pt x="444217" y="43856"/>
                  <a:pt x="444217" y="45950"/>
                </a:cubicBezTo>
                <a:cubicBezTo>
                  <a:pt x="444217" y="48554"/>
                  <a:pt x="444962" y="50786"/>
                  <a:pt x="446452" y="52646"/>
                </a:cubicBezTo>
                <a:cubicBezTo>
                  <a:pt x="447895" y="54554"/>
                  <a:pt x="450829" y="56577"/>
                  <a:pt x="455252" y="58716"/>
                </a:cubicBezTo>
                <a:lnTo>
                  <a:pt x="465450" y="63671"/>
                </a:lnTo>
                <a:cubicBezTo>
                  <a:pt x="474902" y="68275"/>
                  <a:pt x="479628" y="74345"/>
                  <a:pt x="479628" y="81881"/>
                </a:cubicBezTo>
                <a:cubicBezTo>
                  <a:pt x="479628" y="87694"/>
                  <a:pt x="477428" y="92380"/>
                  <a:pt x="473028" y="95939"/>
                </a:cubicBezTo>
                <a:cubicBezTo>
                  <a:pt x="468628" y="99497"/>
                  <a:pt x="463703" y="101276"/>
                  <a:pt x="458255" y="101276"/>
                </a:cubicBezTo>
                <a:cubicBezTo>
                  <a:pt x="454344" y="101276"/>
                  <a:pt x="449874" y="100577"/>
                  <a:pt x="444845" y="99181"/>
                </a:cubicBezTo>
                <a:cubicBezTo>
                  <a:pt x="443309" y="98715"/>
                  <a:pt x="442051" y="98482"/>
                  <a:pt x="441073" y="98482"/>
                </a:cubicBezTo>
                <a:cubicBezTo>
                  <a:pt x="440003" y="98482"/>
                  <a:pt x="439164" y="99087"/>
                  <a:pt x="438559" y="100298"/>
                </a:cubicBezTo>
                <a:lnTo>
                  <a:pt x="436254" y="100298"/>
                </a:lnTo>
                <a:lnTo>
                  <a:pt x="436254" y="77389"/>
                </a:lnTo>
                <a:lnTo>
                  <a:pt x="438559" y="77389"/>
                </a:lnTo>
                <a:cubicBezTo>
                  <a:pt x="439863" y="83931"/>
                  <a:pt x="442354" y="88861"/>
                  <a:pt x="446033" y="92179"/>
                </a:cubicBezTo>
                <a:cubicBezTo>
                  <a:pt x="449711" y="95496"/>
                  <a:pt x="453832" y="97155"/>
                  <a:pt x="458395" y="97155"/>
                </a:cubicBezTo>
                <a:cubicBezTo>
                  <a:pt x="461608" y="97155"/>
                  <a:pt x="464227" y="96214"/>
                  <a:pt x="466253" y="94331"/>
                </a:cubicBezTo>
                <a:cubicBezTo>
                  <a:pt x="468278" y="92446"/>
                  <a:pt x="469291" y="90178"/>
                  <a:pt x="469291" y="87527"/>
                </a:cubicBezTo>
                <a:cubicBezTo>
                  <a:pt x="469291" y="84317"/>
                  <a:pt x="468162" y="81619"/>
                  <a:pt x="465904" y="79434"/>
                </a:cubicBezTo>
                <a:cubicBezTo>
                  <a:pt x="463645" y="77248"/>
                  <a:pt x="459140" y="74481"/>
                  <a:pt x="452388" y="71133"/>
                </a:cubicBezTo>
                <a:cubicBezTo>
                  <a:pt x="445637" y="67784"/>
                  <a:pt x="441213" y="64760"/>
                  <a:pt x="439118" y="62062"/>
                </a:cubicBezTo>
                <a:cubicBezTo>
                  <a:pt x="437022" y="59411"/>
                  <a:pt x="435975" y="56062"/>
                  <a:pt x="435975" y="52015"/>
                </a:cubicBezTo>
                <a:cubicBezTo>
                  <a:pt x="435975" y="46759"/>
                  <a:pt x="437779" y="42364"/>
                  <a:pt x="441388" y="38830"/>
                </a:cubicBezTo>
                <a:cubicBezTo>
                  <a:pt x="444996" y="35294"/>
                  <a:pt x="449664" y="33526"/>
                  <a:pt x="455392" y="33526"/>
                </a:cubicBezTo>
                <a:cubicBezTo>
                  <a:pt x="457906" y="33526"/>
                  <a:pt x="460956" y="34061"/>
                  <a:pt x="464542" y="35132"/>
                </a:cubicBezTo>
                <a:cubicBezTo>
                  <a:pt x="466916" y="35831"/>
                  <a:pt x="468499" y="36180"/>
                  <a:pt x="469291" y="36180"/>
                </a:cubicBezTo>
                <a:cubicBezTo>
                  <a:pt x="470036" y="36180"/>
                  <a:pt x="470618" y="36017"/>
                  <a:pt x="471037" y="35691"/>
                </a:cubicBezTo>
                <a:cubicBezTo>
                  <a:pt x="471456" y="35365"/>
                  <a:pt x="471945" y="34643"/>
                  <a:pt x="472504" y="33526"/>
                </a:cubicBezTo>
                <a:lnTo>
                  <a:pt x="474809" y="33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...">
            <a:extLst xmlns:a="http://schemas.openxmlformats.org/drawingml/2006/main">
              <a:ext uri="{FF2B5EF4-FFF2-40B4-BE49-F238E27FC236}">
                <a16:creationId xmlns:a16="http://schemas.microsoft.com/office/drawing/2014/main" id="{DEF37C83-797F-407B-8FE6-7E6DFC6B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104" y="2892299"/>
            <a:ext cx="87027" cy="15506"/>
          </a:xfrm>
          <a:custGeom xmlns:a="http://schemas.openxmlformats.org/drawingml/2006/main">
            <a:pathLst>
              <a:path w="87027" h="15506">
                <a:moveTo>
                  <a:pt x="7753" y="0"/>
                </a:moveTo>
                <a:cubicBezTo>
                  <a:pt x="9941" y="0"/>
                  <a:pt x="11781" y="757"/>
                  <a:pt x="13271" y="2270"/>
                </a:cubicBezTo>
                <a:cubicBezTo>
                  <a:pt x="14761" y="3783"/>
                  <a:pt x="15506" y="5611"/>
                  <a:pt x="15506" y="7753"/>
                </a:cubicBezTo>
                <a:cubicBezTo>
                  <a:pt x="15506" y="9895"/>
                  <a:pt x="14749" y="11722"/>
                  <a:pt x="13236" y="13236"/>
                </a:cubicBezTo>
                <a:cubicBezTo>
                  <a:pt x="11722" y="14749"/>
                  <a:pt x="9895" y="15506"/>
                  <a:pt x="7753" y="15506"/>
                </a:cubicBezTo>
                <a:cubicBezTo>
                  <a:pt x="5611" y="15506"/>
                  <a:pt x="3783" y="14749"/>
                  <a:pt x="2270" y="13236"/>
                </a:cubicBezTo>
                <a:cubicBezTo>
                  <a:pt x="757" y="11722"/>
                  <a:pt x="0" y="9895"/>
                  <a:pt x="0" y="7753"/>
                </a:cubicBezTo>
                <a:cubicBezTo>
                  <a:pt x="0" y="5564"/>
                  <a:pt x="757" y="3725"/>
                  <a:pt x="2270" y="2235"/>
                </a:cubicBezTo>
                <a:cubicBezTo>
                  <a:pt x="3783" y="745"/>
                  <a:pt x="5611" y="0"/>
                  <a:pt x="7753" y="0"/>
                </a:cubicBezTo>
                <a:close/>
                <a:moveTo>
                  <a:pt x="43513" y="0"/>
                </a:moveTo>
                <a:cubicBezTo>
                  <a:pt x="45702" y="0"/>
                  <a:pt x="47541" y="757"/>
                  <a:pt x="49031" y="2270"/>
                </a:cubicBezTo>
                <a:cubicBezTo>
                  <a:pt x="50521" y="3783"/>
                  <a:pt x="51266" y="5611"/>
                  <a:pt x="51266" y="7753"/>
                </a:cubicBezTo>
                <a:cubicBezTo>
                  <a:pt x="51266" y="9895"/>
                  <a:pt x="50509" y="11722"/>
                  <a:pt x="48996" y="13236"/>
                </a:cubicBezTo>
                <a:cubicBezTo>
                  <a:pt x="47483" y="14749"/>
                  <a:pt x="45655" y="15506"/>
                  <a:pt x="43513" y="15506"/>
                </a:cubicBezTo>
                <a:cubicBezTo>
                  <a:pt x="41371" y="15506"/>
                  <a:pt x="39544" y="14749"/>
                  <a:pt x="38030" y="13236"/>
                </a:cubicBezTo>
                <a:cubicBezTo>
                  <a:pt x="36517" y="11722"/>
                  <a:pt x="35760" y="9895"/>
                  <a:pt x="35760" y="7753"/>
                </a:cubicBezTo>
                <a:cubicBezTo>
                  <a:pt x="35760" y="5564"/>
                  <a:pt x="36517" y="3725"/>
                  <a:pt x="38030" y="2235"/>
                </a:cubicBezTo>
                <a:cubicBezTo>
                  <a:pt x="39544" y="745"/>
                  <a:pt x="41371" y="0"/>
                  <a:pt x="43513" y="0"/>
                </a:cubicBezTo>
                <a:close/>
                <a:moveTo>
                  <a:pt x="79274" y="0"/>
                </a:moveTo>
                <a:cubicBezTo>
                  <a:pt x="81463" y="0"/>
                  <a:pt x="83302" y="757"/>
                  <a:pt x="84792" y="2270"/>
                </a:cubicBezTo>
                <a:cubicBezTo>
                  <a:pt x="86282" y="3783"/>
                  <a:pt x="87027" y="5611"/>
                  <a:pt x="87027" y="7753"/>
                </a:cubicBezTo>
                <a:cubicBezTo>
                  <a:pt x="87027" y="9895"/>
                  <a:pt x="86270" y="11722"/>
                  <a:pt x="84757" y="13236"/>
                </a:cubicBezTo>
                <a:cubicBezTo>
                  <a:pt x="83244" y="14749"/>
                  <a:pt x="81416" y="15506"/>
                  <a:pt x="79274" y="15506"/>
                </a:cubicBezTo>
                <a:cubicBezTo>
                  <a:pt x="77132" y="15506"/>
                  <a:pt x="75305" y="14749"/>
                  <a:pt x="73791" y="13236"/>
                </a:cubicBezTo>
                <a:cubicBezTo>
                  <a:pt x="72278" y="11722"/>
                  <a:pt x="71521" y="9895"/>
                  <a:pt x="71521" y="7753"/>
                </a:cubicBezTo>
                <a:cubicBezTo>
                  <a:pt x="71521" y="5564"/>
                  <a:pt x="72278" y="3725"/>
                  <a:pt x="73791" y="2235"/>
                </a:cubicBezTo>
                <a:cubicBezTo>
                  <a:pt x="75305" y="745"/>
                  <a:pt x="77132" y="0"/>
                  <a:pt x="7927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183D0-FB0A-49C9-8E9C-AAE2F82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784" y="1920439"/>
            <a:ext cx="794686" cy="190725"/>
          </a:xfrm>
          <a:custGeom xmlns:a="http://schemas.openxmlformats.org/drawingml/2006/main">
            <a:pathLst>
              <a:path w="794686" h="190725">
                <a:moveTo>
                  <a:pt x="0" y="0"/>
                </a:moveTo>
                <a:lnTo>
                  <a:pt x="794686" y="0"/>
                </a:lnTo>
                <a:lnTo>
                  <a:pt x="79468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ompilation">
            <a:extLst xmlns:a="http://schemas.openxmlformats.org/drawingml/2006/main">
              <a:ext uri="{FF2B5EF4-FFF2-40B4-BE49-F238E27FC236}">
                <a16:creationId xmlns:a16="http://schemas.microsoft.com/office/drawing/2014/main" id="{91D61C5B-F2D5-499D-A8AB-0C6CBD7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553" y="1961074"/>
            <a:ext cx="788406" cy="144347"/>
          </a:xfrm>
          <a:custGeom xmlns:a="http://schemas.openxmlformats.org/drawingml/2006/main">
            <a:pathLst>
              <a:path w="788406" h="144347">
                <a:moveTo>
                  <a:pt x="89945" y="2794"/>
                </a:moveTo>
                <a:lnTo>
                  <a:pt x="92351" y="38493"/>
                </a:lnTo>
                <a:lnTo>
                  <a:pt x="89945" y="38493"/>
                </a:lnTo>
                <a:cubicBezTo>
                  <a:pt x="86738" y="27755"/>
                  <a:pt x="82159" y="20027"/>
                  <a:pt x="76209" y="15308"/>
                </a:cubicBezTo>
                <a:cubicBezTo>
                  <a:pt x="70259" y="10587"/>
                  <a:pt x="63120" y="8226"/>
                  <a:pt x="54790" y="8226"/>
                </a:cubicBezTo>
                <a:cubicBezTo>
                  <a:pt x="47805" y="8226"/>
                  <a:pt x="41493" y="10000"/>
                  <a:pt x="35854" y="13547"/>
                </a:cubicBezTo>
                <a:cubicBezTo>
                  <a:pt x="30215" y="17093"/>
                  <a:pt x="25778" y="22749"/>
                  <a:pt x="22545" y="30516"/>
                </a:cubicBezTo>
                <a:cubicBezTo>
                  <a:pt x="19311" y="38283"/>
                  <a:pt x="17694" y="47940"/>
                  <a:pt x="17694" y="59487"/>
                </a:cubicBezTo>
                <a:cubicBezTo>
                  <a:pt x="17694" y="69014"/>
                  <a:pt x="19220" y="77272"/>
                  <a:pt x="22273" y="84263"/>
                </a:cubicBezTo>
                <a:cubicBezTo>
                  <a:pt x="25325" y="91253"/>
                  <a:pt x="29917" y="96611"/>
                  <a:pt x="36048" y="100340"/>
                </a:cubicBezTo>
                <a:cubicBezTo>
                  <a:pt x="42179" y="104068"/>
                  <a:pt x="49176" y="105932"/>
                  <a:pt x="57040" y="105932"/>
                </a:cubicBezTo>
                <a:cubicBezTo>
                  <a:pt x="63870" y="105932"/>
                  <a:pt x="69897" y="104471"/>
                  <a:pt x="75123" y="101547"/>
                </a:cubicBezTo>
                <a:cubicBezTo>
                  <a:pt x="80348" y="98624"/>
                  <a:pt x="86091" y="92817"/>
                  <a:pt x="92351" y="84125"/>
                </a:cubicBezTo>
                <a:lnTo>
                  <a:pt x="94757" y="85672"/>
                </a:lnTo>
                <a:cubicBezTo>
                  <a:pt x="89480" y="95012"/>
                  <a:pt x="83323" y="101850"/>
                  <a:pt x="76287" y="106184"/>
                </a:cubicBezTo>
                <a:cubicBezTo>
                  <a:pt x="69250" y="110517"/>
                  <a:pt x="60895" y="112684"/>
                  <a:pt x="51220" y="112684"/>
                </a:cubicBezTo>
                <a:cubicBezTo>
                  <a:pt x="33784" y="112684"/>
                  <a:pt x="20281" y="106226"/>
                  <a:pt x="10710" y="93309"/>
                </a:cubicBezTo>
                <a:cubicBezTo>
                  <a:pt x="3570" y="83701"/>
                  <a:pt x="0" y="72386"/>
                  <a:pt x="0" y="59366"/>
                </a:cubicBezTo>
                <a:cubicBezTo>
                  <a:pt x="0" y="48878"/>
                  <a:pt x="2354" y="39243"/>
                  <a:pt x="7062" y="30460"/>
                </a:cubicBezTo>
                <a:cubicBezTo>
                  <a:pt x="11770" y="21678"/>
                  <a:pt x="18250" y="14871"/>
                  <a:pt x="26502" y="10040"/>
                </a:cubicBezTo>
                <a:cubicBezTo>
                  <a:pt x="34755" y="5209"/>
                  <a:pt x="43770" y="2794"/>
                  <a:pt x="53548" y="2794"/>
                </a:cubicBezTo>
                <a:cubicBezTo>
                  <a:pt x="61154" y="2794"/>
                  <a:pt x="68655" y="4656"/>
                  <a:pt x="76054" y="8381"/>
                </a:cubicBezTo>
                <a:cubicBezTo>
                  <a:pt x="78227" y="9520"/>
                  <a:pt x="79779" y="10089"/>
                  <a:pt x="80710" y="10089"/>
                </a:cubicBezTo>
                <a:cubicBezTo>
                  <a:pt x="82107" y="10089"/>
                  <a:pt x="83323" y="9597"/>
                  <a:pt x="84358" y="8614"/>
                </a:cubicBezTo>
                <a:cubicBezTo>
                  <a:pt x="85703" y="7217"/>
                  <a:pt x="86660" y="5277"/>
                  <a:pt x="87229" y="2794"/>
                </a:cubicBezTo>
                <a:lnTo>
                  <a:pt x="89945" y="2794"/>
                </a:lnTo>
                <a:close/>
                <a:moveTo>
                  <a:pt x="140003" y="37251"/>
                </a:moveTo>
                <a:cubicBezTo>
                  <a:pt x="150764" y="37251"/>
                  <a:pt x="159404" y="41334"/>
                  <a:pt x="165923" y="49501"/>
                </a:cubicBezTo>
                <a:cubicBezTo>
                  <a:pt x="171459" y="56477"/>
                  <a:pt x="174227" y="64488"/>
                  <a:pt x="174227" y="73534"/>
                </a:cubicBezTo>
                <a:cubicBezTo>
                  <a:pt x="174227" y="79891"/>
                  <a:pt x="172701" y="86326"/>
                  <a:pt x="169648" y="92839"/>
                </a:cubicBezTo>
                <a:cubicBezTo>
                  <a:pt x="166596" y="99349"/>
                  <a:pt x="162392" y="104259"/>
                  <a:pt x="157037" y="107567"/>
                </a:cubicBezTo>
                <a:cubicBezTo>
                  <a:pt x="151682" y="110875"/>
                  <a:pt x="145720" y="112529"/>
                  <a:pt x="139149" y="112529"/>
                </a:cubicBezTo>
                <a:cubicBezTo>
                  <a:pt x="128439" y="112529"/>
                  <a:pt x="119929" y="108264"/>
                  <a:pt x="113617" y="99736"/>
                </a:cubicBezTo>
                <a:cubicBezTo>
                  <a:pt x="108288" y="92552"/>
                  <a:pt x="105623" y="84490"/>
                  <a:pt x="105623" y="75549"/>
                </a:cubicBezTo>
                <a:cubicBezTo>
                  <a:pt x="105623" y="69037"/>
                  <a:pt x="107240" y="62563"/>
                  <a:pt x="110474" y="56129"/>
                </a:cubicBezTo>
                <a:cubicBezTo>
                  <a:pt x="113707" y="49694"/>
                  <a:pt x="117963" y="44939"/>
                  <a:pt x="123240" y="41864"/>
                </a:cubicBezTo>
                <a:cubicBezTo>
                  <a:pt x="128517" y="38788"/>
                  <a:pt x="134105" y="37251"/>
                  <a:pt x="140003" y="37251"/>
                </a:cubicBezTo>
                <a:moveTo>
                  <a:pt x="137597" y="42373"/>
                </a:moveTo>
                <a:cubicBezTo>
                  <a:pt x="134855" y="42373"/>
                  <a:pt x="132100" y="43187"/>
                  <a:pt x="129332" y="44815"/>
                </a:cubicBezTo>
                <a:cubicBezTo>
                  <a:pt x="126564" y="46443"/>
                  <a:pt x="124326" y="49298"/>
                  <a:pt x="122619" y="53381"/>
                </a:cubicBezTo>
                <a:cubicBezTo>
                  <a:pt x="120912" y="57463"/>
                  <a:pt x="120058" y="62708"/>
                  <a:pt x="120058" y="69115"/>
                </a:cubicBezTo>
                <a:cubicBezTo>
                  <a:pt x="120058" y="79450"/>
                  <a:pt x="122115" y="88364"/>
                  <a:pt x="126228" y="95858"/>
                </a:cubicBezTo>
                <a:cubicBezTo>
                  <a:pt x="130341" y="103350"/>
                  <a:pt x="135760" y="107096"/>
                  <a:pt x="142486" y="107096"/>
                </a:cubicBezTo>
                <a:cubicBezTo>
                  <a:pt x="147505" y="107096"/>
                  <a:pt x="151644" y="105029"/>
                  <a:pt x="154903" y="100895"/>
                </a:cubicBezTo>
                <a:cubicBezTo>
                  <a:pt x="158162" y="96761"/>
                  <a:pt x="159792" y="89656"/>
                  <a:pt x="159792" y="79580"/>
                </a:cubicBezTo>
                <a:cubicBezTo>
                  <a:pt x="159792" y="66971"/>
                  <a:pt x="157076" y="57049"/>
                  <a:pt x="151644" y="49813"/>
                </a:cubicBezTo>
                <a:cubicBezTo>
                  <a:pt x="147970" y="44853"/>
                  <a:pt x="143288" y="42373"/>
                  <a:pt x="137597" y="42373"/>
                </a:cubicBezTo>
                <a:close/>
                <a:moveTo>
                  <a:pt x="205812" y="52384"/>
                </a:moveTo>
                <a:cubicBezTo>
                  <a:pt x="210986" y="47210"/>
                  <a:pt x="214038" y="44235"/>
                  <a:pt x="214970" y="43459"/>
                </a:cubicBezTo>
                <a:cubicBezTo>
                  <a:pt x="217298" y="41493"/>
                  <a:pt x="219807" y="39967"/>
                  <a:pt x="222498" y="38881"/>
                </a:cubicBezTo>
                <a:cubicBezTo>
                  <a:pt x="225188" y="37794"/>
                  <a:pt x="227852" y="37251"/>
                  <a:pt x="230491" y="37251"/>
                </a:cubicBezTo>
                <a:cubicBezTo>
                  <a:pt x="234940" y="37251"/>
                  <a:pt x="238769" y="38544"/>
                  <a:pt x="241977" y="41131"/>
                </a:cubicBezTo>
                <a:cubicBezTo>
                  <a:pt x="245184" y="43718"/>
                  <a:pt x="247331" y="47469"/>
                  <a:pt x="248418" y="52384"/>
                </a:cubicBezTo>
                <a:cubicBezTo>
                  <a:pt x="253747" y="46176"/>
                  <a:pt x="258248" y="42101"/>
                  <a:pt x="261921" y="40161"/>
                </a:cubicBezTo>
                <a:cubicBezTo>
                  <a:pt x="265595" y="38221"/>
                  <a:pt x="269372" y="37251"/>
                  <a:pt x="273252" y="37251"/>
                </a:cubicBezTo>
                <a:cubicBezTo>
                  <a:pt x="277029" y="37251"/>
                  <a:pt x="280379" y="38219"/>
                  <a:pt x="283302" y="40156"/>
                </a:cubicBezTo>
                <a:cubicBezTo>
                  <a:pt x="286225" y="42092"/>
                  <a:pt x="288540" y="45253"/>
                  <a:pt x="290248" y="49641"/>
                </a:cubicBezTo>
                <a:cubicBezTo>
                  <a:pt x="291386" y="52635"/>
                  <a:pt x="291955" y="57333"/>
                  <a:pt x="291955" y="63734"/>
                </a:cubicBezTo>
                <a:lnTo>
                  <a:pt x="291955" y="94243"/>
                </a:lnTo>
                <a:cubicBezTo>
                  <a:pt x="291955" y="98683"/>
                  <a:pt x="292291" y="101729"/>
                  <a:pt x="292964" y="103381"/>
                </a:cubicBezTo>
                <a:cubicBezTo>
                  <a:pt x="293481" y="104516"/>
                  <a:pt x="294438" y="105484"/>
                  <a:pt x="295835" y="106284"/>
                </a:cubicBezTo>
                <a:cubicBezTo>
                  <a:pt x="297232" y="107084"/>
                  <a:pt x="299509" y="107484"/>
                  <a:pt x="302665" y="107484"/>
                </a:cubicBezTo>
                <a:lnTo>
                  <a:pt x="302665" y="110356"/>
                </a:lnTo>
                <a:lnTo>
                  <a:pt x="267587" y="110356"/>
                </a:lnTo>
                <a:lnTo>
                  <a:pt x="267587" y="107484"/>
                </a:lnTo>
                <a:lnTo>
                  <a:pt x="269061" y="107484"/>
                </a:lnTo>
                <a:cubicBezTo>
                  <a:pt x="272114" y="107484"/>
                  <a:pt x="274494" y="106893"/>
                  <a:pt x="276201" y="105709"/>
                </a:cubicBezTo>
                <a:cubicBezTo>
                  <a:pt x="277391" y="104885"/>
                  <a:pt x="278245" y="103572"/>
                  <a:pt x="278762" y="101771"/>
                </a:cubicBezTo>
                <a:cubicBezTo>
                  <a:pt x="278969" y="100896"/>
                  <a:pt x="279072" y="98400"/>
                  <a:pt x="279072" y="94282"/>
                </a:cubicBezTo>
                <a:lnTo>
                  <a:pt x="279072" y="63860"/>
                </a:lnTo>
                <a:cubicBezTo>
                  <a:pt x="279072" y="58095"/>
                  <a:pt x="278374" y="54028"/>
                  <a:pt x="276977" y="51661"/>
                </a:cubicBezTo>
                <a:cubicBezTo>
                  <a:pt x="274959" y="48366"/>
                  <a:pt x="271726" y="46719"/>
                  <a:pt x="267276" y="46719"/>
                </a:cubicBezTo>
                <a:cubicBezTo>
                  <a:pt x="264534" y="46719"/>
                  <a:pt x="261779" y="47401"/>
                  <a:pt x="259011" y="48766"/>
                </a:cubicBezTo>
                <a:cubicBezTo>
                  <a:pt x="256243" y="50129"/>
                  <a:pt x="252893" y="52664"/>
                  <a:pt x="248961" y="56371"/>
                </a:cubicBezTo>
                <a:lnTo>
                  <a:pt x="248806" y="57220"/>
                </a:lnTo>
                <a:lnTo>
                  <a:pt x="248961" y="60540"/>
                </a:lnTo>
                <a:lnTo>
                  <a:pt x="248961" y="94282"/>
                </a:lnTo>
                <a:cubicBezTo>
                  <a:pt x="248961" y="99121"/>
                  <a:pt x="249233" y="102132"/>
                  <a:pt x="249776" y="103315"/>
                </a:cubicBezTo>
                <a:cubicBezTo>
                  <a:pt x="250319" y="104499"/>
                  <a:pt x="251341" y="105490"/>
                  <a:pt x="252842" y="106289"/>
                </a:cubicBezTo>
                <a:cubicBezTo>
                  <a:pt x="254342" y="107086"/>
                  <a:pt x="256903" y="107484"/>
                  <a:pt x="260525" y="107484"/>
                </a:cubicBezTo>
                <a:lnTo>
                  <a:pt x="260525" y="110356"/>
                </a:lnTo>
                <a:lnTo>
                  <a:pt x="224593" y="110356"/>
                </a:lnTo>
                <a:lnTo>
                  <a:pt x="224593" y="107484"/>
                </a:lnTo>
                <a:cubicBezTo>
                  <a:pt x="228525" y="107484"/>
                  <a:pt x="231228" y="107021"/>
                  <a:pt x="232703" y="106095"/>
                </a:cubicBezTo>
                <a:cubicBezTo>
                  <a:pt x="234177" y="105168"/>
                  <a:pt x="235199" y="103779"/>
                  <a:pt x="235768" y="101926"/>
                </a:cubicBezTo>
                <a:cubicBezTo>
                  <a:pt x="236027" y="101050"/>
                  <a:pt x="236156" y="98501"/>
                  <a:pt x="236156" y="94282"/>
                </a:cubicBezTo>
                <a:lnTo>
                  <a:pt x="236156" y="63860"/>
                </a:lnTo>
                <a:cubicBezTo>
                  <a:pt x="236156" y="58095"/>
                  <a:pt x="235303" y="53951"/>
                  <a:pt x="233595" y="51429"/>
                </a:cubicBezTo>
                <a:cubicBezTo>
                  <a:pt x="231319" y="48134"/>
                  <a:pt x="228137" y="46486"/>
                  <a:pt x="224050" y="46486"/>
                </a:cubicBezTo>
                <a:cubicBezTo>
                  <a:pt x="221256" y="46486"/>
                  <a:pt x="218488" y="47232"/>
                  <a:pt x="215746" y="48724"/>
                </a:cubicBezTo>
                <a:cubicBezTo>
                  <a:pt x="211452" y="50990"/>
                  <a:pt x="208140" y="53538"/>
                  <a:pt x="205812" y="56369"/>
                </a:cubicBezTo>
                <a:lnTo>
                  <a:pt x="205812" y="94282"/>
                </a:lnTo>
                <a:cubicBezTo>
                  <a:pt x="205812" y="98914"/>
                  <a:pt x="206136" y="101925"/>
                  <a:pt x="206782" y="103315"/>
                </a:cubicBezTo>
                <a:cubicBezTo>
                  <a:pt x="207429" y="104704"/>
                  <a:pt x="208386" y="105746"/>
                  <a:pt x="209654" y="106442"/>
                </a:cubicBezTo>
                <a:cubicBezTo>
                  <a:pt x="210921" y="107137"/>
                  <a:pt x="213495" y="107484"/>
                  <a:pt x="217376" y="107484"/>
                </a:cubicBezTo>
                <a:lnTo>
                  <a:pt x="217376" y="110356"/>
                </a:lnTo>
                <a:lnTo>
                  <a:pt x="182220" y="110356"/>
                </a:lnTo>
                <a:lnTo>
                  <a:pt x="182220" y="107484"/>
                </a:lnTo>
                <a:cubicBezTo>
                  <a:pt x="185479" y="107484"/>
                  <a:pt x="187756" y="107136"/>
                  <a:pt x="189049" y="106439"/>
                </a:cubicBezTo>
                <a:cubicBezTo>
                  <a:pt x="190343" y="105742"/>
                  <a:pt x="191326" y="104632"/>
                  <a:pt x="191998" y="103109"/>
                </a:cubicBezTo>
                <a:cubicBezTo>
                  <a:pt x="192671" y="101586"/>
                  <a:pt x="193007" y="98631"/>
                  <a:pt x="193007" y="94243"/>
                </a:cubicBezTo>
                <a:lnTo>
                  <a:pt x="193007" y="67141"/>
                </a:lnTo>
                <a:cubicBezTo>
                  <a:pt x="193007" y="59345"/>
                  <a:pt x="192774" y="54312"/>
                  <a:pt x="192309" y="52042"/>
                </a:cubicBezTo>
                <a:cubicBezTo>
                  <a:pt x="191947" y="50338"/>
                  <a:pt x="191378" y="49163"/>
                  <a:pt x="190601" y="48518"/>
                </a:cubicBezTo>
                <a:cubicBezTo>
                  <a:pt x="189825" y="47873"/>
                  <a:pt x="188765" y="47551"/>
                  <a:pt x="187420" y="47551"/>
                </a:cubicBezTo>
                <a:cubicBezTo>
                  <a:pt x="185971" y="47551"/>
                  <a:pt x="184238" y="47938"/>
                  <a:pt x="182220" y="48712"/>
                </a:cubicBezTo>
                <a:lnTo>
                  <a:pt x="181056" y="45923"/>
                </a:lnTo>
                <a:lnTo>
                  <a:pt x="202475" y="37251"/>
                </a:lnTo>
                <a:lnTo>
                  <a:pt x="205812" y="37251"/>
                </a:lnTo>
                <a:lnTo>
                  <a:pt x="205812" y="52384"/>
                </a:lnTo>
                <a:close/>
                <a:moveTo>
                  <a:pt x="303236" y="46260"/>
                </a:moveTo>
                <a:lnTo>
                  <a:pt x="325121" y="37406"/>
                </a:lnTo>
                <a:lnTo>
                  <a:pt x="328070" y="37406"/>
                </a:lnTo>
                <a:lnTo>
                  <a:pt x="328070" y="54014"/>
                </a:lnTo>
                <a:cubicBezTo>
                  <a:pt x="331743" y="47754"/>
                  <a:pt x="335429" y="43395"/>
                  <a:pt x="339129" y="40937"/>
                </a:cubicBezTo>
                <a:cubicBezTo>
                  <a:pt x="342828" y="38480"/>
                  <a:pt x="346721" y="37251"/>
                  <a:pt x="350808" y="37251"/>
                </a:cubicBezTo>
                <a:cubicBezTo>
                  <a:pt x="357948" y="37251"/>
                  <a:pt x="363898" y="40041"/>
                  <a:pt x="368658" y="45623"/>
                </a:cubicBezTo>
                <a:cubicBezTo>
                  <a:pt x="374504" y="52446"/>
                  <a:pt x="377427" y="61335"/>
                  <a:pt x="377427" y="72292"/>
                </a:cubicBezTo>
                <a:cubicBezTo>
                  <a:pt x="377427" y="84541"/>
                  <a:pt x="373909" y="94671"/>
                  <a:pt x="366873" y="102682"/>
                </a:cubicBezTo>
                <a:cubicBezTo>
                  <a:pt x="361078" y="109247"/>
                  <a:pt x="353783" y="112529"/>
                  <a:pt x="344988" y="112529"/>
                </a:cubicBezTo>
                <a:cubicBezTo>
                  <a:pt x="341159" y="112529"/>
                  <a:pt x="337848" y="111986"/>
                  <a:pt x="335054" y="110899"/>
                </a:cubicBezTo>
                <a:cubicBezTo>
                  <a:pt x="332985" y="110123"/>
                  <a:pt x="330657" y="108571"/>
                  <a:pt x="328070" y="106243"/>
                </a:cubicBezTo>
                <a:lnTo>
                  <a:pt x="328070" y="127895"/>
                </a:lnTo>
                <a:cubicBezTo>
                  <a:pt x="328070" y="132758"/>
                  <a:pt x="328367" y="135849"/>
                  <a:pt x="328962" y="137169"/>
                </a:cubicBezTo>
                <a:cubicBezTo>
                  <a:pt x="329557" y="138488"/>
                  <a:pt x="330592" y="139536"/>
                  <a:pt x="332066" y="140312"/>
                </a:cubicBezTo>
                <a:cubicBezTo>
                  <a:pt x="333541" y="141088"/>
                  <a:pt x="336218" y="141476"/>
                  <a:pt x="340099" y="141476"/>
                </a:cubicBezTo>
                <a:lnTo>
                  <a:pt x="340099" y="144347"/>
                </a:lnTo>
                <a:lnTo>
                  <a:pt x="302848" y="144347"/>
                </a:lnTo>
                <a:lnTo>
                  <a:pt x="302848" y="141476"/>
                </a:lnTo>
                <a:lnTo>
                  <a:pt x="304788" y="141476"/>
                </a:lnTo>
                <a:cubicBezTo>
                  <a:pt x="307633" y="141528"/>
                  <a:pt x="310065" y="140983"/>
                  <a:pt x="312083" y="139844"/>
                </a:cubicBezTo>
                <a:cubicBezTo>
                  <a:pt x="313066" y="139275"/>
                  <a:pt x="313829" y="138355"/>
                  <a:pt x="314372" y="137086"/>
                </a:cubicBezTo>
                <a:cubicBezTo>
                  <a:pt x="314915" y="135819"/>
                  <a:pt x="315187" y="132596"/>
                  <a:pt x="315187" y="127419"/>
                </a:cubicBezTo>
                <a:lnTo>
                  <a:pt x="315187" y="60162"/>
                </a:lnTo>
                <a:cubicBezTo>
                  <a:pt x="315187" y="55554"/>
                  <a:pt x="314980" y="52629"/>
                  <a:pt x="314566" y="51387"/>
                </a:cubicBezTo>
                <a:cubicBezTo>
                  <a:pt x="314152" y="50144"/>
                  <a:pt x="313493" y="49212"/>
                  <a:pt x="312587" y="48591"/>
                </a:cubicBezTo>
                <a:cubicBezTo>
                  <a:pt x="311682" y="47969"/>
                  <a:pt x="310453" y="47657"/>
                  <a:pt x="308901" y="47657"/>
                </a:cubicBezTo>
                <a:cubicBezTo>
                  <a:pt x="307659" y="47657"/>
                  <a:pt x="306081" y="48020"/>
                  <a:pt x="304167" y="48744"/>
                </a:cubicBezTo>
                <a:lnTo>
                  <a:pt x="303236" y="46260"/>
                </a:lnTo>
                <a:moveTo>
                  <a:pt x="328070" y="58733"/>
                </a:moveTo>
                <a:lnTo>
                  <a:pt x="328070" y="85241"/>
                </a:lnTo>
                <a:cubicBezTo>
                  <a:pt x="328070" y="90977"/>
                  <a:pt x="328302" y="94749"/>
                  <a:pt x="328768" y="96556"/>
                </a:cubicBezTo>
                <a:cubicBezTo>
                  <a:pt x="329492" y="99554"/>
                  <a:pt x="331264" y="102189"/>
                  <a:pt x="334084" y="104463"/>
                </a:cubicBezTo>
                <a:cubicBezTo>
                  <a:pt x="336904" y="106736"/>
                  <a:pt x="340461" y="107872"/>
                  <a:pt x="344755" y="107872"/>
                </a:cubicBezTo>
                <a:cubicBezTo>
                  <a:pt x="349929" y="107872"/>
                  <a:pt x="354119" y="105857"/>
                  <a:pt x="357327" y="101826"/>
                </a:cubicBezTo>
                <a:cubicBezTo>
                  <a:pt x="361518" y="96557"/>
                  <a:pt x="363613" y="89143"/>
                  <a:pt x="363613" y="79583"/>
                </a:cubicBezTo>
                <a:cubicBezTo>
                  <a:pt x="363613" y="68732"/>
                  <a:pt x="361233" y="60388"/>
                  <a:pt x="356473" y="54550"/>
                </a:cubicBezTo>
                <a:cubicBezTo>
                  <a:pt x="353162" y="50519"/>
                  <a:pt x="349230" y="48504"/>
                  <a:pt x="344677" y="48504"/>
                </a:cubicBezTo>
                <a:cubicBezTo>
                  <a:pt x="342194" y="48504"/>
                  <a:pt x="339736" y="49124"/>
                  <a:pt x="337305" y="50364"/>
                </a:cubicBezTo>
                <a:cubicBezTo>
                  <a:pt x="335442" y="51294"/>
                  <a:pt x="332364" y="54083"/>
                  <a:pt x="328070" y="58733"/>
                </a:cubicBezTo>
                <a:close/>
                <a:moveTo>
                  <a:pt x="405908" y="0"/>
                </a:moveTo>
                <a:cubicBezTo>
                  <a:pt x="408081" y="0"/>
                  <a:pt x="409931" y="767"/>
                  <a:pt x="411457" y="2302"/>
                </a:cubicBezTo>
                <a:cubicBezTo>
                  <a:pt x="412983" y="3834"/>
                  <a:pt x="413746" y="5693"/>
                  <a:pt x="413746" y="7877"/>
                </a:cubicBezTo>
                <a:cubicBezTo>
                  <a:pt x="413746" y="10061"/>
                  <a:pt x="412983" y="11934"/>
                  <a:pt x="411457" y="13494"/>
                </a:cubicBezTo>
                <a:cubicBezTo>
                  <a:pt x="409931" y="15052"/>
                  <a:pt x="408081" y="15832"/>
                  <a:pt x="405908" y="15832"/>
                </a:cubicBezTo>
                <a:cubicBezTo>
                  <a:pt x="403735" y="15832"/>
                  <a:pt x="401873" y="15052"/>
                  <a:pt x="400321" y="13494"/>
                </a:cubicBezTo>
                <a:cubicBezTo>
                  <a:pt x="398768" y="11934"/>
                  <a:pt x="397992" y="10061"/>
                  <a:pt x="397992" y="7877"/>
                </a:cubicBezTo>
                <a:cubicBezTo>
                  <a:pt x="397992" y="5693"/>
                  <a:pt x="398755" y="3834"/>
                  <a:pt x="400282" y="2302"/>
                </a:cubicBezTo>
                <a:cubicBezTo>
                  <a:pt x="401808" y="767"/>
                  <a:pt x="403683" y="0"/>
                  <a:pt x="405908" y="0"/>
                </a:cubicBezTo>
                <a:moveTo>
                  <a:pt x="412349" y="37251"/>
                </a:moveTo>
                <a:lnTo>
                  <a:pt x="412349" y="94243"/>
                </a:lnTo>
                <a:cubicBezTo>
                  <a:pt x="412349" y="98683"/>
                  <a:pt x="412673" y="101638"/>
                  <a:pt x="413320" y="103109"/>
                </a:cubicBezTo>
                <a:cubicBezTo>
                  <a:pt x="413966" y="104581"/>
                  <a:pt x="414923" y="105678"/>
                  <a:pt x="416191" y="106400"/>
                </a:cubicBezTo>
                <a:cubicBezTo>
                  <a:pt x="417459" y="107123"/>
                  <a:pt x="419774" y="107484"/>
                  <a:pt x="423137" y="107484"/>
                </a:cubicBezTo>
                <a:lnTo>
                  <a:pt x="423137" y="110356"/>
                </a:lnTo>
                <a:lnTo>
                  <a:pt x="388602" y="110356"/>
                </a:lnTo>
                <a:lnTo>
                  <a:pt x="388602" y="107484"/>
                </a:lnTo>
                <a:cubicBezTo>
                  <a:pt x="392068" y="107484"/>
                  <a:pt x="394397" y="107149"/>
                  <a:pt x="395587" y="106478"/>
                </a:cubicBezTo>
                <a:cubicBezTo>
                  <a:pt x="396776" y="105807"/>
                  <a:pt x="397721" y="104697"/>
                  <a:pt x="398419" y="103148"/>
                </a:cubicBezTo>
                <a:cubicBezTo>
                  <a:pt x="399118" y="101599"/>
                  <a:pt x="399467" y="98631"/>
                  <a:pt x="399467" y="94243"/>
                </a:cubicBezTo>
                <a:lnTo>
                  <a:pt x="399467" y="66909"/>
                </a:lnTo>
                <a:cubicBezTo>
                  <a:pt x="399467" y="59216"/>
                  <a:pt x="399234" y="54234"/>
                  <a:pt x="398768" y="51965"/>
                </a:cubicBezTo>
                <a:cubicBezTo>
                  <a:pt x="398406" y="50312"/>
                  <a:pt x="397837" y="49163"/>
                  <a:pt x="397061" y="48518"/>
                </a:cubicBezTo>
                <a:cubicBezTo>
                  <a:pt x="396285" y="47873"/>
                  <a:pt x="395224" y="47551"/>
                  <a:pt x="393879" y="47551"/>
                </a:cubicBezTo>
                <a:cubicBezTo>
                  <a:pt x="392431" y="47551"/>
                  <a:pt x="390671" y="47938"/>
                  <a:pt x="388602" y="48712"/>
                </a:cubicBezTo>
                <a:lnTo>
                  <a:pt x="387516" y="45923"/>
                </a:lnTo>
                <a:lnTo>
                  <a:pt x="408935" y="37251"/>
                </a:lnTo>
                <a:lnTo>
                  <a:pt x="412349" y="37251"/>
                </a:lnTo>
                <a:close/>
                <a:moveTo>
                  <a:pt x="456457" y="0"/>
                </a:moveTo>
                <a:lnTo>
                  <a:pt x="456457" y="94223"/>
                </a:lnTo>
                <a:cubicBezTo>
                  <a:pt x="456457" y="98670"/>
                  <a:pt x="456780" y="101617"/>
                  <a:pt x="457427" y="103066"/>
                </a:cubicBezTo>
                <a:cubicBezTo>
                  <a:pt x="458074" y="104513"/>
                  <a:pt x="459070" y="105611"/>
                  <a:pt x="460415" y="106361"/>
                </a:cubicBezTo>
                <a:cubicBezTo>
                  <a:pt x="461760" y="107110"/>
                  <a:pt x="464269" y="107484"/>
                  <a:pt x="467943" y="107484"/>
                </a:cubicBezTo>
                <a:lnTo>
                  <a:pt x="467943" y="110356"/>
                </a:lnTo>
                <a:lnTo>
                  <a:pt x="433098" y="110356"/>
                </a:lnTo>
                <a:lnTo>
                  <a:pt x="433098" y="107484"/>
                </a:lnTo>
                <a:cubicBezTo>
                  <a:pt x="436357" y="107484"/>
                  <a:pt x="438582" y="107149"/>
                  <a:pt x="439772" y="106478"/>
                </a:cubicBezTo>
                <a:cubicBezTo>
                  <a:pt x="440962" y="105805"/>
                  <a:pt x="441893" y="104694"/>
                  <a:pt x="442566" y="103143"/>
                </a:cubicBezTo>
                <a:cubicBezTo>
                  <a:pt x="443238" y="101591"/>
                  <a:pt x="443574" y="98618"/>
                  <a:pt x="443574" y="94223"/>
                </a:cubicBezTo>
                <a:lnTo>
                  <a:pt x="443574" y="29701"/>
                </a:lnTo>
                <a:cubicBezTo>
                  <a:pt x="443574" y="21688"/>
                  <a:pt x="443393" y="16765"/>
                  <a:pt x="443031" y="14929"/>
                </a:cubicBezTo>
                <a:cubicBezTo>
                  <a:pt x="442669" y="13093"/>
                  <a:pt x="442087" y="11839"/>
                  <a:pt x="441285" y="11168"/>
                </a:cubicBezTo>
                <a:cubicBezTo>
                  <a:pt x="440483" y="10495"/>
                  <a:pt x="439461" y="10159"/>
                  <a:pt x="438220" y="10159"/>
                </a:cubicBezTo>
                <a:cubicBezTo>
                  <a:pt x="436874" y="10159"/>
                  <a:pt x="435167" y="10573"/>
                  <a:pt x="433098" y="11401"/>
                </a:cubicBezTo>
                <a:lnTo>
                  <a:pt x="431778" y="8685"/>
                </a:lnTo>
                <a:lnTo>
                  <a:pt x="452965" y="0"/>
                </a:lnTo>
                <a:lnTo>
                  <a:pt x="456457" y="0"/>
                </a:lnTo>
                <a:close/>
                <a:moveTo>
                  <a:pt x="516473" y="100112"/>
                </a:moveTo>
                <a:cubicBezTo>
                  <a:pt x="509178" y="105751"/>
                  <a:pt x="504599" y="109011"/>
                  <a:pt x="502737" y="109890"/>
                </a:cubicBezTo>
                <a:cubicBezTo>
                  <a:pt x="499943" y="111235"/>
                  <a:pt x="496968" y="111908"/>
                  <a:pt x="493812" y="111908"/>
                </a:cubicBezTo>
                <a:cubicBezTo>
                  <a:pt x="488897" y="111908"/>
                  <a:pt x="484849" y="110226"/>
                  <a:pt x="481667" y="106864"/>
                </a:cubicBezTo>
                <a:cubicBezTo>
                  <a:pt x="478485" y="103501"/>
                  <a:pt x="476894" y="99077"/>
                  <a:pt x="476894" y="93593"/>
                </a:cubicBezTo>
                <a:cubicBezTo>
                  <a:pt x="476894" y="90126"/>
                  <a:pt x="477670" y="87126"/>
                  <a:pt x="479222" y="84591"/>
                </a:cubicBezTo>
                <a:cubicBezTo>
                  <a:pt x="481343" y="81072"/>
                  <a:pt x="485030" y="77761"/>
                  <a:pt x="490281" y="74657"/>
                </a:cubicBezTo>
                <a:cubicBezTo>
                  <a:pt x="495532" y="71553"/>
                  <a:pt x="504263" y="67776"/>
                  <a:pt x="516473" y="63327"/>
                </a:cubicBezTo>
                <a:lnTo>
                  <a:pt x="516473" y="60533"/>
                </a:lnTo>
                <a:cubicBezTo>
                  <a:pt x="516473" y="53445"/>
                  <a:pt x="515348" y="48581"/>
                  <a:pt x="513097" y="45943"/>
                </a:cubicBezTo>
                <a:cubicBezTo>
                  <a:pt x="510847" y="43304"/>
                  <a:pt x="507574" y="41985"/>
                  <a:pt x="503280" y="41985"/>
                </a:cubicBezTo>
                <a:cubicBezTo>
                  <a:pt x="500021" y="41985"/>
                  <a:pt x="497434" y="42861"/>
                  <a:pt x="495519" y="44614"/>
                </a:cubicBezTo>
                <a:cubicBezTo>
                  <a:pt x="493553" y="46366"/>
                  <a:pt x="492570" y="48377"/>
                  <a:pt x="492570" y="50645"/>
                </a:cubicBezTo>
                <a:lnTo>
                  <a:pt x="492726" y="55129"/>
                </a:lnTo>
                <a:cubicBezTo>
                  <a:pt x="492726" y="57500"/>
                  <a:pt x="492118" y="59329"/>
                  <a:pt x="490902" y="60618"/>
                </a:cubicBezTo>
                <a:cubicBezTo>
                  <a:pt x="489686" y="61906"/>
                  <a:pt x="488095" y="62550"/>
                  <a:pt x="486129" y="62550"/>
                </a:cubicBezTo>
                <a:cubicBezTo>
                  <a:pt x="484215" y="62550"/>
                  <a:pt x="482650" y="61880"/>
                  <a:pt x="481434" y="60540"/>
                </a:cubicBezTo>
                <a:cubicBezTo>
                  <a:pt x="480218" y="59198"/>
                  <a:pt x="479610" y="57366"/>
                  <a:pt x="479610" y="55045"/>
                </a:cubicBezTo>
                <a:cubicBezTo>
                  <a:pt x="479610" y="50610"/>
                  <a:pt x="481887" y="46535"/>
                  <a:pt x="486440" y="42822"/>
                </a:cubicBezTo>
                <a:cubicBezTo>
                  <a:pt x="490992" y="39108"/>
                  <a:pt x="497382" y="37251"/>
                  <a:pt x="505608" y="37251"/>
                </a:cubicBezTo>
                <a:cubicBezTo>
                  <a:pt x="511920" y="37251"/>
                  <a:pt x="517094" y="38310"/>
                  <a:pt x="521129" y="40428"/>
                </a:cubicBezTo>
                <a:cubicBezTo>
                  <a:pt x="524182" y="42030"/>
                  <a:pt x="526433" y="44537"/>
                  <a:pt x="527881" y="47948"/>
                </a:cubicBezTo>
                <a:cubicBezTo>
                  <a:pt x="528812" y="50170"/>
                  <a:pt x="529278" y="54717"/>
                  <a:pt x="529278" y="61590"/>
                </a:cubicBezTo>
                <a:lnTo>
                  <a:pt x="529278" y="85696"/>
                </a:lnTo>
                <a:cubicBezTo>
                  <a:pt x="529278" y="92466"/>
                  <a:pt x="529407" y="96613"/>
                  <a:pt x="529666" y="98138"/>
                </a:cubicBezTo>
                <a:cubicBezTo>
                  <a:pt x="529925" y="99662"/>
                  <a:pt x="530352" y="100683"/>
                  <a:pt x="530947" y="101201"/>
                </a:cubicBezTo>
                <a:cubicBezTo>
                  <a:pt x="531542" y="101716"/>
                  <a:pt x="532227" y="101974"/>
                  <a:pt x="533003" y="101974"/>
                </a:cubicBezTo>
                <a:cubicBezTo>
                  <a:pt x="533831" y="101974"/>
                  <a:pt x="534555" y="101793"/>
                  <a:pt x="535176" y="101431"/>
                </a:cubicBezTo>
                <a:cubicBezTo>
                  <a:pt x="536263" y="100758"/>
                  <a:pt x="538358" y="98870"/>
                  <a:pt x="541462" y="95766"/>
                </a:cubicBezTo>
                <a:lnTo>
                  <a:pt x="541462" y="100112"/>
                </a:lnTo>
                <a:cubicBezTo>
                  <a:pt x="535668" y="107872"/>
                  <a:pt x="530132" y="111753"/>
                  <a:pt x="524855" y="111753"/>
                </a:cubicBezTo>
                <a:cubicBezTo>
                  <a:pt x="522319" y="111753"/>
                  <a:pt x="520302" y="110873"/>
                  <a:pt x="518801" y="109114"/>
                </a:cubicBezTo>
                <a:cubicBezTo>
                  <a:pt x="517301" y="107355"/>
                  <a:pt x="516525" y="104354"/>
                  <a:pt x="516473" y="100112"/>
                </a:cubicBezTo>
                <a:moveTo>
                  <a:pt x="516473" y="95024"/>
                </a:moveTo>
                <a:lnTo>
                  <a:pt x="516473" y="68060"/>
                </a:lnTo>
                <a:cubicBezTo>
                  <a:pt x="508661" y="71150"/>
                  <a:pt x="503616" y="73339"/>
                  <a:pt x="501340" y="74628"/>
                </a:cubicBezTo>
                <a:cubicBezTo>
                  <a:pt x="497253" y="76895"/>
                  <a:pt x="494329" y="79264"/>
                  <a:pt x="492570" y="81736"/>
                </a:cubicBezTo>
                <a:cubicBezTo>
                  <a:pt x="490811" y="84208"/>
                  <a:pt x="489932" y="86912"/>
                  <a:pt x="489932" y="89848"/>
                </a:cubicBezTo>
                <a:cubicBezTo>
                  <a:pt x="489932" y="93557"/>
                  <a:pt x="491044" y="96635"/>
                  <a:pt x="493269" y="99081"/>
                </a:cubicBezTo>
                <a:cubicBezTo>
                  <a:pt x="495494" y="101527"/>
                  <a:pt x="498055" y="102750"/>
                  <a:pt x="500952" y="102750"/>
                </a:cubicBezTo>
                <a:cubicBezTo>
                  <a:pt x="504884" y="102750"/>
                  <a:pt x="510058" y="100175"/>
                  <a:pt x="516473" y="95024"/>
                </a:cubicBezTo>
                <a:close/>
                <a:moveTo>
                  <a:pt x="567407" y="15832"/>
                </a:moveTo>
                <a:lnTo>
                  <a:pt x="567407" y="39269"/>
                </a:lnTo>
                <a:lnTo>
                  <a:pt x="584015" y="39269"/>
                </a:lnTo>
                <a:lnTo>
                  <a:pt x="584015" y="44701"/>
                </a:lnTo>
                <a:lnTo>
                  <a:pt x="567407" y="44701"/>
                </a:lnTo>
                <a:lnTo>
                  <a:pt x="567407" y="90736"/>
                </a:lnTo>
                <a:cubicBezTo>
                  <a:pt x="567407" y="95336"/>
                  <a:pt x="568067" y="98437"/>
                  <a:pt x="569386" y="100039"/>
                </a:cubicBezTo>
                <a:cubicBezTo>
                  <a:pt x="570705" y="101640"/>
                  <a:pt x="572400" y="102440"/>
                  <a:pt x="574469" y="102440"/>
                </a:cubicBezTo>
                <a:cubicBezTo>
                  <a:pt x="576176" y="102440"/>
                  <a:pt x="577832" y="101910"/>
                  <a:pt x="579436" y="100849"/>
                </a:cubicBezTo>
                <a:cubicBezTo>
                  <a:pt x="581040" y="99788"/>
                  <a:pt x="582281" y="98223"/>
                  <a:pt x="583161" y="96154"/>
                </a:cubicBezTo>
                <a:lnTo>
                  <a:pt x="586188" y="96154"/>
                </a:lnTo>
                <a:cubicBezTo>
                  <a:pt x="584377" y="101239"/>
                  <a:pt x="581816" y="105084"/>
                  <a:pt x="578505" y="107690"/>
                </a:cubicBezTo>
                <a:cubicBezTo>
                  <a:pt x="575193" y="110295"/>
                  <a:pt x="571779" y="111597"/>
                  <a:pt x="568261" y="111597"/>
                </a:cubicBezTo>
                <a:cubicBezTo>
                  <a:pt x="565881" y="111597"/>
                  <a:pt x="563553" y="110937"/>
                  <a:pt x="561276" y="109616"/>
                </a:cubicBezTo>
                <a:cubicBezTo>
                  <a:pt x="559000" y="108295"/>
                  <a:pt x="557318" y="106405"/>
                  <a:pt x="556232" y="103946"/>
                </a:cubicBezTo>
                <a:cubicBezTo>
                  <a:pt x="555145" y="101485"/>
                  <a:pt x="554602" y="97691"/>
                  <a:pt x="554602" y="92562"/>
                </a:cubicBezTo>
                <a:lnTo>
                  <a:pt x="554602" y="44701"/>
                </a:lnTo>
                <a:lnTo>
                  <a:pt x="543349" y="44701"/>
                </a:lnTo>
                <a:lnTo>
                  <a:pt x="543349" y="42140"/>
                </a:lnTo>
                <a:cubicBezTo>
                  <a:pt x="546195" y="40999"/>
                  <a:pt x="549105" y="39066"/>
                  <a:pt x="552080" y="36341"/>
                </a:cubicBezTo>
                <a:cubicBezTo>
                  <a:pt x="555055" y="33617"/>
                  <a:pt x="557706" y="30387"/>
                  <a:pt x="560034" y="26650"/>
                </a:cubicBezTo>
                <a:cubicBezTo>
                  <a:pt x="561224" y="24680"/>
                  <a:pt x="562880" y="21073"/>
                  <a:pt x="565001" y="15832"/>
                </a:cubicBezTo>
                <a:lnTo>
                  <a:pt x="567407" y="15832"/>
                </a:lnTo>
                <a:close/>
                <a:moveTo>
                  <a:pt x="609032" y="0"/>
                </a:moveTo>
                <a:cubicBezTo>
                  <a:pt x="611204" y="0"/>
                  <a:pt x="613054" y="767"/>
                  <a:pt x="614580" y="2302"/>
                </a:cubicBezTo>
                <a:cubicBezTo>
                  <a:pt x="616107" y="3834"/>
                  <a:pt x="616870" y="5693"/>
                  <a:pt x="616870" y="7877"/>
                </a:cubicBezTo>
                <a:cubicBezTo>
                  <a:pt x="616870" y="10061"/>
                  <a:pt x="616107" y="11934"/>
                  <a:pt x="614580" y="13494"/>
                </a:cubicBezTo>
                <a:cubicBezTo>
                  <a:pt x="613054" y="15052"/>
                  <a:pt x="611204" y="15832"/>
                  <a:pt x="609032" y="15832"/>
                </a:cubicBezTo>
                <a:cubicBezTo>
                  <a:pt x="606859" y="15832"/>
                  <a:pt x="604996" y="15052"/>
                  <a:pt x="603444" y="13494"/>
                </a:cubicBezTo>
                <a:cubicBezTo>
                  <a:pt x="601892" y="11934"/>
                  <a:pt x="601116" y="10061"/>
                  <a:pt x="601116" y="7877"/>
                </a:cubicBezTo>
                <a:cubicBezTo>
                  <a:pt x="601116" y="5693"/>
                  <a:pt x="601879" y="3834"/>
                  <a:pt x="603405" y="2302"/>
                </a:cubicBezTo>
                <a:cubicBezTo>
                  <a:pt x="604931" y="767"/>
                  <a:pt x="606807" y="0"/>
                  <a:pt x="609032" y="0"/>
                </a:cubicBezTo>
                <a:moveTo>
                  <a:pt x="615473" y="37251"/>
                </a:moveTo>
                <a:lnTo>
                  <a:pt x="615473" y="94243"/>
                </a:lnTo>
                <a:cubicBezTo>
                  <a:pt x="615473" y="98683"/>
                  <a:pt x="615796" y="101638"/>
                  <a:pt x="616443" y="103109"/>
                </a:cubicBezTo>
                <a:cubicBezTo>
                  <a:pt x="617090" y="104581"/>
                  <a:pt x="618047" y="105678"/>
                  <a:pt x="619314" y="106400"/>
                </a:cubicBezTo>
                <a:cubicBezTo>
                  <a:pt x="620582" y="107123"/>
                  <a:pt x="622897" y="107484"/>
                  <a:pt x="626260" y="107484"/>
                </a:cubicBezTo>
                <a:lnTo>
                  <a:pt x="626260" y="110356"/>
                </a:lnTo>
                <a:lnTo>
                  <a:pt x="591725" y="110356"/>
                </a:lnTo>
                <a:lnTo>
                  <a:pt x="591725" y="107484"/>
                </a:lnTo>
                <a:cubicBezTo>
                  <a:pt x="595192" y="107484"/>
                  <a:pt x="597520" y="107149"/>
                  <a:pt x="598710" y="106478"/>
                </a:cubicBezTo>
                <a:cubicBezTo>
                  <a:pt x="599900" y="105807"/>
                  <a:pt x="600844" y="104697"/>
                  <a:pt x="601543" y="103148"/>
                </a:cubicBezTo>
                <a:cubicBezTo>
                  <a:pt x="602241" y="101599"/>
                  <a:pt x="602590" y="98631"/>
                  <a:pt x="602590" y="94243"/>
                </a:cubicBezTo>
                <a:lnTo>
                  <a:pt x="602590" y="66909"/>
                </a:lnTo>
                <a:cubicBezTo>
                  <a:pt x="602590" y="59216"/>
                  <a:pt x="602357" y="54234"/>
                  <a:pt x="601892" y="51965"/>
                </a:cubicBezTo>
                <a:cubicBezTo>
                  <a:pt x="601530" y="50312"/>
                  <a:pt x="600961" y="49163"/>
                  <a:pt x="600184" y="48518"/>
                </a:cubicBezTo>
                <a:cubicBezTo>
                  <a:pt x="599408" y="47873"/>
                  <a:pt x="598348" y="47551"/>
                  <a:pt x="597003" y="47551"/>
                </a:cubicBezTo>
                <a:cubicBezTo>
                  <a:pt x="595554" y="47551"/>
                  <a:pt x="593795" y="47938"/>
                  <a:pt x="591725" y="48712"/>
                </a:cubicBezTo>
                <a:lnTo>
                  <a:pt x="590639" y="45923"/>
                </a:lnTo>
                <a:lnTo>
                  <a:pt x="612058" y="37251"/>
                </a:lnTo>
                <a:lnTo>
                  <a:pt x="615473" y="37251"/>
                </a:lnTo>
                <a:close/>
                <a:moveTo>
                  <a:pt x="669901" y="37251"/>
                </a:moveTo>
                <a:cubicBezTo>
                  <a:pt x="680663" y="37251"/>
                  <a:pt x="689303" y="41334"/>
                  <a:pt x="695822" y="49501"/>
                </a:cubicBezTo>
                <a:cubicBezTo>
                  <a:pt x="701358" y="56477"/>
                  <a:pt x="704125" y="64488"/>
                  <a:pt x="704125" y="73534"/>
                </a:cubicBezTo>
                <a:cubicBezTo>
                  <a:pt x="704125" y="79891"/>
                  <a:pt x="702599" y="86326"/>
                  <a:pt x="699547" y="92839"/>
                </a:cubicBezTo>
                <a:cubicBezTo>
                  <a:pt x="696494" y="99349"/>
                  <a:pt x="692291" y="104259"/>
                  <a:pt x="686936" y="107567"/>
                </a:cubicBezTo>
                <a:cubicBezTo>
                  <a:pt x="681581" y="110875"/>
                  <a:pt x="675618" y="112529"/>
                  <a:pt x="669048" y="112529"/>
                </a:cubicBezTo>
                <a:cubicBezTo>
                  <a:pt x="658338" y="112529"/>
                  <a:pt x="649827" y="108264"/>
                  <a:pt x="643515" y="99736"/>
                </a:cubicBezTo>
                <a:cubicBezTo>
                  <a:pt x="638186" y="92552"/>
                  <a:pt x="635522" y="84490"/>
                  <a:pt x="635522" y="75549"/>
                </a:cubicBezTo>
                <a:cubicBezTo>
                  <a:pt x="635522" y="69037"/>
                  <a:pt x="637139" y="62563"/>
                  <a:pt x="640372" y="56129"/>
                </a:cubicBezTo>
                <a:cubicBezTo>
                  <a:pt x="643606" y="49694"/>
                  <a:pt x="647861" y="44939"/>
                  <a:pt x="653138" y="41864"/>
                </a:cubicBezTo>
                <a:cubicBezTo>
                  <a:pt x="658416" y="38788"/>
                  <a:pt x="664003" y="37251"/>
                  <a:pt x="669901" y="37251"/>
                </a:cubicBezTo>
                <a:moveTo>
                  <a:pt x="667495" y="42373"/>
                </a:moveTo>
                <a:cubicBezTo>
                  <a:pt x="664753" y="42373"/>
                  <a:pt x="661998" y="43187"/>
                  <a:pt x="659230" y="44815"/>
                </a:cubicBezTo>
                <a:cubicBezTo>
                  <a:pt x="656462" y="46443"/>
                  <a:pt x="654225" y="49298"/>
                  <a:pt x="652517" y="53381"/>
                </a:cubicBezTo>
                <a:cubicBezTo>
                  <a:pt x="650810" y="57463"/>
                  <a:pt x="649956" y="62708"/>
                  <a:pt x="649956" y="69115"/>
                </a:cubicBezTo>
                <a:cubicBezTo>
                  <a:pt x="649956" y="79450"/>
                  <a:pt x="652013" y="88364"/>
                  <a:pt x="656126" y="95858"/>
                </a:cubicBezTo>
                <a:cubicBezTo>
                  <a:pt x="660239" y="103350"/>
                  <a:pt x="665659" y="107096"/>
                  <a:pt x="672385" y="107096"/>
                </a:cubicBezTo>
                <a:cubicBezTo>
                  <a:pt x="677403" y="107096"/>
                  <a:pt x="681542" y="105029"/>
                  <a:pt x="684802" y="100895"/>
                </a:cubicBezTo>
                <a:cubicBezTo>
                  <a:pt x="688061" y="96761"/>
                  <a:pt x="689691" y="89656"/>
                  <a:pt x="689691" y="79580"/>
                </a:cubicBezTo>
                <a:cubicBezTo>
                  <a:pt x="689691" y="66971"/>
                  <a:pt x="686975" y="57049"/>
                  <a:pt x="681542" y="49813"/>
                </a:cubicBezTo>
                <a:cubicBezTo>
                  <a:pt x="677869" y="44853"/>
                  <a:pt x="673187" y="42373"/>
                  <a:pt x="667495" y="42373"/>
                </a:cubicBezTo>
                <a:close/>
                <a:moveTo>
                  <a:pt x="735323" y="52306"/>
                </a:moveTo>
                <a:cubicBezTo>
                  <a:pt x="743653" y="42269"/>
                  <a:pt x="751595" y="37251"/>
                  <a:pt x="759148" y="37251"/>
                </a:cubicBezTo>
                <a:cubicBezTo>
                  <a:pt x="763029" y="37251"/>
                  <a:pt x="766366" y="38219"/>
                  <a:pt x="769160" y="40156"/>
                </a:cubicBezTo>
                <a:cubicBezTo>
                  <a:pt x="771953" y="42092"/>
                  <a:pt x="774178" y="45279"/>
                  <a:pt x="775834" y="49719"/>
                </a:cubicBezTo>
                <a:cubicBezTo>
                  <a:pt x="776972" y="52815"/>
                  <a:pt x="777541" y="57564"/>
                  <a:pt x="777541" y="63967"/>
                </a:cubicBezTo>
                <a:lnTo>
                  <a:pt x="777541" y="94243"/>
                </a:lnTo>
                <a:cubicBezTo>
                  <a:pt x="777541" y="98734"/>
                  <a:pt x="777903" y="101780"/>
                  <a:pt x="778627" y="103381"/>
                </a:cubicBezTo>
                <a:cubicBezTo>
                  <a:pt x="779197" y="104671"/>
                  <a:pt x="780115" y="105678"/>
                  <a:pt x="781382" y="106400"/>
                </a:cubicBezTo>
                <a:cubicBezTo>
                  <a:pt x="782650" y="107123"/>
                  <a:pt x="784991" y="107484"/>
                  <a:pt x="788406" y="107484"/>
                </a:cubicBezTo>
                <a:lnTo>
                  <a:pt x="788406" y="110356"/>
                </a:lnTo>
                <a:lnTo>
                  <a:pt x="753250" y="110356"/>
                </a:lnTo>
                <a:lnTo>
                  <a:pt x="753250" y="107484"/>
                </a:lnTo>
                <a:lnTo>
                  <a:pt x="754725" y="107484"/>
                </a:lnTo>
                <a:cubicBezTo>
                  <a:pt x="758036" y="107484"/>
                  <a:pt x="760351" y="106982"/>
                  <a:pt x="761671" y="105978"/>
                </a:cubicBezTo>
                <a:cubicBezTo>
                  <a:pt x="762990" y="104974"/>
                  <a:pt x="763908" y="103495"/>
                  <a:pt x="764426" y="101540"/>
                </a:cubicBezTo>
                <a:cubicBezTo>
                  <a:pt x="764633" y="100767"/>
                  <a:pt x="764736" y="98348"/>
                  <a:pt x="764736" y="94282"/>
                </a:cubicBezTo>
                <a:lnTo>
                  <a:pt x="764736" y="65327"/>
                </a:lnTo>
                <a:cubicBezTo>
                  <a:pt x="764736" y="58894"/>
                  <a:pt x="763895" y="54223"/>
                  <a:pt x="762214" y="51315"/>
                </a:cubicBezTo>
                <a:cubicBezTo>
                  <a:pt x="760532" y="48406"/>
                  <a:pt x="757700" y="46952"/>
                  <a:pt x="753716" y="46952"/>
                </a:cubicBezTo>
                <a:cubicBezTo>
                  <a:pt x="747559" y="46952"/>
                  <a:pt x="741428" y="50298"/>
                  <a:pt x="735323" y="56990"/>
                </a:cubicBezTo>
                <a:lnTo>
                  <a:pt x="735323" y="94282"/>
                </a:lnTo>
                <a:cubicBezTo>
                  <a:pt x="735323" y="99069"/>
                  <a:pt x="735608" y="102028"/>
                  <a:pt x="736177" y="103160"/>
                </a:cubicBezTo>
                <a:cubicBezTo>
                  <a:pt x="736901" y="104653"/>
                  <a:pt x="737897" y="105746"/>
                  <a:pt x="739165" y="106442"/>
                </a:cubicBezTo>
                <a:cubicBezTo>
                  <a:pt x="740432" y="107137"/>
                  <a:pt x="743006" y="107484"/>
                  <a:pt x="746887" y="107484"/>
                </a:cubicBezTo>
                <a:lnTo>
                  <a:pt x="746887" y="110356"/>
                </a:lnTo>
                <a:lnTo>
                  <a:pt x="711731" y="110356"/>
                </a:lnTo>
                <a:lnTo>
                  <a:pt x="711731" y="107484"/>
                </a:lnTo>
                <a:lnTo>
                  <a:pt x="713283" y="107484"/>
                </a:lnTo>
                <a:cubicBezTo>
                  <a:pt x="716905" y="107484"/>
                  <a:pt x="719349" y="106568"/>
                  <a:pt x="720617" y="104737"/>
                </a:cubicBezTo>
                <a:cubicBezTo>
                  <a:pt x="721885" y="102903"/>
                  <a:pt x="722518" y="99405"/>
                  <a:pt x="722518" y="94243"/>
                </a:cubicBezTo>
                <a:lnTo>
                  <a:pt x="722518" y="67915"/>
                </a:lnTo>
                <a:cubicBezTo>
                  <a:pt x="722518" y="59398"/>
                  <a:pt x="722324" y="54210"/>
                  <a:pt x="721936" y="52353"/>
                </a:cubicBezTo>
                <a:cubicBezTo>
                  <a:pt x="721548" y="50493"/>
                  <a:pt x="720953" y="49228"/>
                  <a:pt x="720151" y="48557"/>
                </a:cubicBezTo>
                <a:cubicBezTo>
                  <a:pt x="719349" y="47886"/>
                  <a:pt x="718276" y="47551"/>
                  <a:pt x="716931" y="47551"/>
                </a:cubicBezTo>
                <a:cubicBezTo>
                  <a:pt x="715482" y="47551"/>
                  <a:pt x="713749" y="47938"/>
                  <a:pt x="711731" y="48712"/>
                </a:cubicBezTo>
                <a:lnTo>
                  <a:pt x="710567" y="45923"/>
                </a:lnTo>
                <a:lnTo>
                  <a:pt x="731986" y="37251"/>
                </a:lnTo>
                <a:lnTo>
                  <a:pt x="735323" y="37251"/>
                </a:lnTo>
                <a:lnTo>
                  <a:pt x="735323" y="52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Compiled">
            <a:extLst xmlns:a="http://schemas.openxmlformats.org/drawingml/2006/main">
              <a:ext uri="{FF2B5EF4-FFF2-40B4-BE49-F238E27FC236}">
                <a16:creationId xmlns:a16="http://schemas.microsoft.com/office/drawing/2014/main" id="{E5F39225-DA23-4DFC-B71C-2A30A8D0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57" y="2202273"/>
            <a:ext cx="652461" cy="141553"/>
          </a:xfrm>
          <a:custGeom xmlns:a="http://schemas.openxmlformats.org/drawingml/2006/main">
            <a:pathLst>
              <a:path w="652461" h="141553">
                <a:moveTo>
                  <a:pt x="99801" y="0"/>
                </a:moveTo>
                <a:lnTo>
                  <a:pt x="99801" y="36475"/>
                </a:lnTo>
                <a:lnTo>
                  <a:pt x="96775" y="36475"/>
                </a:lnTo>
                <a:cubicBezTo>
                  <a:pt x="94498" y="26905"/>
                  <a:pt x="90256" y="19572"/>
                  <a:pt x="84047" y="14476"/>
                </a:cubicBezTo>
                <a:cubicBezTo>
                  <a:pt x="77839" y="9378"/>
                  <a:pt x="70803" y="6829"/>
                  <a:pt x="62938" y="6829"/>
                </a:cubicBezTo>
                <a:cubicBezTo>
                  <a:pt x="56368" y="6829"/>
                  <a:pt x="50340" y="8718"/>
                  <a:pt x="44856" y="12495"/>
                </a:cubicBezTo>
                <a:cubicBezTo>
                  <a:pt x="39372" y="16271"/>
                  <a:pt x="35362" y="21212"/>
                  <a:pt x="32827" y="27317"/>
                </a:cubicBezTo>
                <a:cubicBezTo>
                  <a:pt x="29568" y="35130"/>
                  <a:pt x="27938" y="43822"/>
                  <a:pt x="27938" y="53393"/>
                </a:cubicBezTo>
                <a:cubicBezTo>
                  <a:pt x="27938" y="62809"/>
                  <a:pt x="29128" y="71385"/>
                  <a:pt x="31508" y="79119"/>
                </a:cubicBezTo>
                <a:cubicBezTo>
                  <a:pt x="33888" y="86854"/>
                  <a:pt x="37613" y="92700"/>
                  <a:pt x="42683" y="96658"/>
                </a:cubicBezTo>
                <a:cubicBezTo>
                  <a:pt x="47754" y="100616"/>
                  <a:pt x="54324" y="102595"/>
                  <a:pt x="62395" y="102595"/>
                </a:cubicBezTo>
                <a:cubicBezTo>
                  <a:pt x="69018" y="102595"/>
                  <a:pt x="75084" y="101147"/>
                  <a:pt x="80594" y="98249"/>
                </a:cubicBezTo>
                <a:cubicBezTo>
                  <a:pt x="86104" y="95352"/>
                  <a:pt x="91911" y="90359"/>
                  <a:pt x="98016" y="83271"/>
                </a:cubicBezTo>
                <a:lnTo>
                  <a:pt x="98016" y="92351"/>
                </a:lnTo>
                <a:cubicBezTo>
                  <a:pt x="92118" y="98508"/>
                  <a:pt x="85975" y="102970"/>
                  <a:pt x="79585" y="105738"/>
                </a:cubicBezTo>
                <a:cubicBezTo>
                  <a:pt x="73195" y="108506"/>
                  <a:pt x="65732" y="109890"/>
                  <a:pt x="57196" y="109890"/>
                </a:cubicBezTo>
                <a:cubicBezTo>
                  <a:pt x="45969" y="109890"/>
                  <a:pt x="35996" y="107643"/>
                  <a:pt x="27279" y="103148"/>
                </a:cubicBezTo>
                <a:cubicBezTo>
                  <a:pt x="18561" y="98653"/>
                  <a:pt x="11835" y="92196"/>
                  <a:pt x="7101" y="83776"/>
                </a:cubicBezTo>
                <a:cubicBezTo>
                  <a:pt x="2367" y="75354"/>
                  <a:pt x="0" y="66390"/>
                  <a:pt x="0" y="56883"/>
                </a:cubicBezTo>
                <a:cubicBezTo>
                  <a:pt x="0" y="46860"/>
                  <a:pt x="2626" y="37354"/>
                  <a:pt x="7877" y="28365"/>
                </a:cubicBezTo>
                <a:cubicBezTo>
                  <a:pt x="13128" y="19374"/>
                  <a:pt x="20216" y="12399"/>
                  <a:pt x="29141" y="7440"/>
                </a:cubicBezTo>
                <a:cubicBezTo>
                  <a:pt x="38066" y="2480"/>
                  <a:pt x="47547" y="0"/>
                  <a:pt x="57584" y="0"/>
                </a:cubicBezTo>
                <a:cubicBezTo>
                  <a:pt x="64982" y="0"/>
                  <a:pt x="72794" y="1604"/>
                  <a:pt x="81021" y="4812"/>
                </a:cubicBezTo>
                <a:cubicBezTo>
                  <a:pt x="85781" y="6674"/>
                  <a:pt x="88807" y="7605"/>
                  <a:pt x="90101" y="7605"/>
                </a:cubicBezTo>
                <a:cubicBezTo>
                  <a:pt x="91756" y="7605"/>
                  <a:pt x="93192" y="6997"/>
                  <a:pt x="94408" y="5782"/>
                </a:cubicBezTo>
                <a:cubicBezTo>
                  <a:pt x="95624" y="4566"/>
                  <a:pt x="96413" y="2639"/>
                  <a:pt x="96775" y="0"/>
                </a:cubicBezTo>
                <a:lnTo>
                  <a:pt x="99801" y="0"/>
                </a:lnTo>
                <a:close/>
                <a:moveTo>
                  <a:pt x="148046" y="32750"/>
                </a:moveTo>
                <a:cubicBezTo>
                  <a:pt x="154358" y="32750"/>
                  <a:pt x="160230" y="34381"/>
                  <a:pt x="165662" y="37644"/>
                </a:cubicBezTo>
                <a:cubicBezTo>
                  <a:pt x="171095" y="40906"/>
                  <a:pt x="175221" y="45542"/>
                  <a:pt x="178040" y="51550"/>
                </a:cubicBezTo>
                <a:cubicBezTo>
                  <a:pt x="180860" y="57558"/>
                  <a:pt x="182270" y="64135"/>
                  <a:pt x="182270" y="71281"/>
                </a:cubicBezTo>
                <a:cubicBezTo>
                  <a:pt x="182270" y="81587"/>
                  <a:pt x="179657" y="90210"/>
                  <a:pt x="174432" y="97151"/>
                </a:cubicBezTo>
                <a:cubicBezTo>
                  <a:pt x="168120" y="105540"/>
                  <a:pt x="159402" y="109735"/>
                  <a:pt x="148278" y="109735"/>
                </a:cubicBezTo>
                <a:cubicBezTo>
                  <a:pt x="137362" y="109735"/>
                  <a:pt x="128955" y="105902"/>
                  <a:pt x="123056" y="98237"/>
                </a:cubicBezTo>
                <a:cubicBezTo>
                  <a:pt x="117158" y="90572"/>
                  <a:pt x="114209" y="81690"/>
                  <a:pt x="114209" y="71592"/>
                </a:cubicBezTo>
                <a:cubicBezTo>
                  <a:pt x="114209" y="61183"/>
                  <a:pt x="117223" y="52107"/>
                  <a:pt x="123250" y="44364"/>
                </a:cubicBezTo>
                <a:cubicBezTo>
                  <a:pt x="129278" y="36621"/>
                  <a:pt x="137543" y="32750"/>
                  <a:pt x="148046" y="32750"/>
                </a:cubicBezTo>
                <a:moveTo>
                  <a:pt x="148356" y="38182"/>
                </a:moveTo>
                <a:cubicBezTo>
                  <a:pt x="145717" y="38182"/>
                  <a:pt x="143454" y="39180"/>
                  <a:pt x="141566" y="41175"/>
                </a:cubicBezTo>
                <a:cubicBezTo>
                  <a:pt x="139677" y="43168"/>
                  <a:pt x="138435" y="47104"/>
                  <a:pt x="137840" y="52983"/>
                </a:cubicBezTo>
                <a:cubicBezTo>
                  <a:pt x="137245" y="58862"/>
                  <a:pt x="136948" y="67033"/>
                  <a:pt x="136948" y="77497"/>
                </a:cubicBezTo>
                <a:cubicBezTo>
                  <a:pt x="136948" y="83039"/>
                  <a:pt x="137310" y="88219"/>
                  <a:pt x="138034" y="93038"/>
                </a:cubicBezTo>
                <a:cubicBezTo>
                  <a:pt x="138604" y="96714"/>
                  <a:pt x="139819" y="99511"/>
                  <a:pt x="141682" y="101429"/>
                </a:cubicBezTo>
                <a:cubicBezTo>
                  <a:pt x="143544" y="103345"/>
                  <a:pt x="145666" y="104303"/>
                  <a:pt x="148046" y="104303"/>
                </a:cubicBezTo>
                <a:cubicBezTo>
                  <a:pt x="150374" y="104303"/>
                  <a:pt x="152314" y="103655"/>
                  <a:pt x="153866" y="102360"/>
                </a:cubicBezTo>
                <a:cubicBezTo>
                  <a:pt x="155884" y="100599"/>
                  <a:pt x="157229" y="98138"/>
                  <a:pt x="157902" y="94978"/>
                </a:cubicBezTo>
                <a:cubicBezTo>
                  <a:pt x="158936" y="90058"/>
                  <a:pt x="159454" y="80113"/>
                  <a:pt x="159454" y="65143"/>
                </a:cubicBezTo>
                <a:cubicBezTo>
                  <a:pt x="159454" y="56338"/>
                  <a:pt x="158962" y="50291"/>
                  <a:pt x="157979" y="47003"/>
                </a:cubicBezTo>
                <a:cubicBezTo>
                  <a:pt x="156996" y="43712"/>
                  <a:pt x="155548" y="41316"/>
                  <a:pt x="153633" y="39814"/>
                </a:cubicBezTo>
                <a:cubicBezTo>
                  <a:pt x="152288" y="38726"/>
                  <a:pt x="150529" y="38182"/>
                  <a:pt x="148356" y="38182"/>
                </a:cubicBezTo>
                <a:close/>
                <a:moveTo>
                  <a:pt x="223400" y="34923"/>
                </a:moveTo>
                <a:lnTo>
                  <a:pt x="223400" y="44546"/>
                </a:lnTo>
                <a:cubicBezTo>
                  <a:pt x="227384" y="40171"/>
                  <a:pt x="231070" y="37111"/>
                  <a:pt x="234459" y="35367"/>
                </a:cubicBezTo>
                <a:cubicBezTo>
                  <a:pt x="237848" y="33622"/>
                  <a:pt x="241560" y="32750"/>
                  <a:pt x="245596" y="32750"/>
                </a:cubicBezTo>
                <a:cubicBezTo>
                  <a:pt x="250252" y="32750"/>
                  <a:pt x="254158" y="33843"/>
                  <a:pt x="257314" y="36029"/>
                </a:cubicBezTo>
                <a:cubicBezTo>
                  <a:pt x="260470" y="38215"/>
                  <a:pt x="262902" y="41545"/>
                  <a:pt x="264609" y="46020"/>
                </a:cubicBezTo>
                <a:cubicBezTo>
                  <a:pt x="268748" y="41337"/>
                  <a:pt x="272719" y="37954"/>
                  <a:pt x="276522" y="35873"/>
                </a:cubicBezTo>
                <a:cubicBezTo>
                  <a:pt x="280324" y="33791"/>
                  <a:pt x="284295" y="32750"/>
                  <a:pt x="288434" y="32750"/>
                </a:cubicBezTo>
                <a:cubicBezTo>
                  <a:pt x="293453" y="32750"/>
                  <a:pt x="297450" y="33903"/>
                  <a:pt x="300424" y="36208"/>
                </a:cubicBezTo>
                <a:cubicBezTo>
                  <a:pt x="303399" y="38514"/>
                  <a:pt x="305469" y="41441"/>
                  <a:pt x="306633" y="44990"/>
                </a:cubicBezTo>
                <a:cubicBezTo>
                  <a:pt x="307797" y="48539"/>
                  <a:pt x="308379" y="54198"/>
                  <a:pt x="308379" y="61968"/>
                </a:cubicBezTo>
                <a:lnTo>
                  <a:pt x="308379" y="91730"/>
                </a:lnTo>
                <a:cubicBezTo>
                  <a:pt x="308379" y="97318"/>
                  <a:pt x="308883" y="100784"/>
                  <a:pt x="309892" y="102130"/>
                </a:cubicBezTo>
                <a:cubicBezTo>
                  <a:pt x="310901" y="103475"/>
                  <a:pt x="313010" y="104354"/>
                  <a:pt x="316217" y="104768"/>
                </a:cubicBezTo>
                <a:lnTo>
                  <a:pt x="316217" y="107562"/>
                </a:lnTo>
                <a:lnTo>
                  <a:pt x="278734" y="107562"/>
                </a:lnTo>
                <a:lnTo>
                  <a:pt x="278734" y="104768"/>
                </a:lnTo>
                <a:cubicBezTo>
                  <a:pt x="281683" y="104509"/>
                  <a:pt x="283856" y="103371"/>
                  <a:pt x="285252" y="101353"/>
                </a:cubicBezTo>
                <a:cubicBezTo>
                  <a:pt x="286184" y="99957"/>
                  <a:pt x="286649" y="96749"/>
                  <a:pt x="286649" y="91730"/>
                </a:cubicBezTo>
                <a:lnTo>
                  <a:pt x="286649" y="60533"/>
                </a:lnTo>
                <a:cubicBezTo>
                  <a:pt x="286649" y="54066"/>
                  <a:pt x="286391" y="49952"/>
                  <a:pt x="285873" y="48193"/>
                </a:cubicBezTo>
                <a:cubicBezTo>
                  <a:pt x="285356" y="46434"/>
                  <a:pt x="284541" y="45128"/>
                  <a:pt x="283429" y="44274"/>
                </a:cubicBezTo>
                <a:cubicBezTo>
                  <a:pt x="282316" y="43421"/>
                  <a:pt x="281010" y="42994"/>
                  <a:pt x="279510" y="42994"/>
                </a:cubicBezTo>
                <a:cubicBezTo>
                  <a:pt x="277285" y="42994"/>
                  <a:pt x="275034" y="43809"/>
                  <a:pt x="272758" y="45438"/>
                </a:cubicBezTo>
                <a:cubicBezTo>
                  <a:pt x="270481" y="47068"/>
                  <a:pt x="268179" y="49513"/>
                  <a:pt x="265851" y="52772"/>
                </a:cubicBezTo>
                <a:lnTo>
                  <a:pt x="265851" y="91730"/>
                </a:lnTo>
                <a:cubicBezTo>
                  <a:pt x="265851" y="96956"/>
                  <a:pt x="266291" y="100241"/>
                  <a:pt x="267170" y="101586"/>
                </a:cubicBezTo>
                <a:cubicBezTo>
                  <a:pt x="268360" y="103501"/>
                  <a:pt x="270637" y="104561"/>
                  <a:pt x="274000" y="104768"/>
                </a:cubicBezTo>
                <a:lnTo>
                  <a:pt x="274000" y="107562"/>
                </a:lnTo>
                <a:lnTo>
                  <a:pt x="236438" y="107562"/>
                </a:lnTo>
                <a:lnTo>
                  <a:pt x="236438" y="104768"/>
                </a:lnTo>
                <a:cubicBezTo>
                  <a:pt x="238456" y="104665"/>
                  <a:pt x="240047" y="104160"/>
                  <a:pt x="241211" y="103255"/>
                </a:cubicBezTo>
                <a:cubicBezTo>
                  <a:pt x="242375" y="102349"/>
                  <a:pt x="243151" y="101263"/>
                  <a:pt x="243539" y="99995"/>
                </a:cubicBezTo>
                <a:cubicBezTo>
                  <a:pt x="243927" y="98728"/>
                  <a:pt x="244121" y="95973"/>
                  <a:pt x="244121" y="91730"/>
                </a:cubicBezTo>
                <a:lnTo>
                  <a:pt x="244121" y="60484"/>
                </a:lnTo>
                <a:cubicBezTo>
                  <a:pt x="244121" y="53902"/>
                  <a:pt x="243863" y="49783"/>
                  <a:pt x="243345" y="48125"/>
                </a:cubicBezTo>
                <a:cubicBezTo>
                  <a:pt x="242828" y="46467"/>
                  <a:pt x="241961" y="45171"/>
                  <a:pt x="240745" y="44238"/>
                </a:cubicBezTo>
                <a:cubicBezTo>
                  <a:pt x="239530" y="43305"/>
                  <a:pt x="238223" y="42839"/>
                  <a:pt x="236826" y="42839"/>
                </a:cubicBezTo>
                <a:cubicBezTo>
                  <a:pt x="234757" y="42839"/>
                  <a:pt x="232868" y="43386"/>
                  <a:pt x="231161" y="44480"/>
                </a:cubicBezTo>
                <a:cubicBezTo>
                  <a:pt x="228729" y="46097"/>
                  <a:pt x="226143" y="48861"/>
                  <a:pt x="223400" y="52772"/>
                </a:cubicBezTo>
                <a:lnTo>
                  <a:pt x="223400" y="91730"/>
                </a:lnTo>
                <a:cubicBezTo>
                  <a:pt x="223400" y="96852"/>
                  <a:pt x="223905" y="100228"/>
                  <a:pt x="224914" y="101858"/>
                </a:cubicBezTo>
                <a:cubicBezTo>
                  <a:pt x="225923" y="103488"/>
                  <a:pt x="228031" y="104458"/>
                  <a:pt x="231239" y="104768"/>
                </a:cubicBezTo>
                <a:lnTo>
                  <a:pt x="231239" y="107562"/>
                </a:lnTo>
                <a:lnTo>
                  <a:pt x="193833" y="107562"/>
                </a:lnTo>
                <a:lnTo>
                  <a:pt x="193833" y="104768"/>
                </a:lnTo>
                <a:cubicBezTo>
                  <a:pt x="196885" y="104458"/>
                  <a:pt x="199058" y="103475"/>
                  <a:pt x="200351" y="101819"/>
                </a:cubicBezTo>
                <a:cubicBezTo>
                  <a:pt x="201231" y="100681"/>
                  <a:pt x="201671" y="97318"/>
                  <a:pt x="201671" y="91730"/>
                </a:cubicBezTo>
                <a:lnTo>
                  <a:pt x="201671" y="50754"/>
                </a:lnTo>
                <a:cubicBezTo>
                  <a:pt x="201671" y="45204"/>
                  <a:pt x="201166" y="41748"/>
                  <a:pt x="200157" y="40387"/>
                </a:cubicBezTo>
                <a:cubicBezTo>
                  <a:pt x="199149" y="39025"/>
                  <a:pt x="197040" y="38135"/>
                  <a:pt x="193833" y="37717"/>
                </a:cubicBezTo>
                <a:lnTo>
                  <a:pt x="193833" y="34923"/>
                </a:lnTo>
                <a:lnTo>
                  <a:pt x="223400" y="34923"/>
                </a:lnTo>
                <a:close/>
                <a:moveTo>
                  <a:pt x="353778" y="100189"/>
                </a:moveTo>
                <a:lnTo>
                  <a:pt x="353778" y="127119"/>
                </a:lnTo>
                <a:cubicBezTo>
                  <a:pt x="353778" y="130894"/>
                  <a:pt x="354076" y="133463"/>
                  <a:pt x="354671" y="134826"/>
                </a:cubicBezTo>
                <a:cubicBezTo>
                  <a:pt x="355266" y="136190"/>
                  <a:pt x="356184" y="137187"/>
                  <a:pt x="357426" y="137816"/>
                </a:cubicBezTo>
                <a:cubicBezTo>
                  <a:pt x="358668" y="138445"/>
                  <a:pt x="361099" y="138760"/>
                  <a:pt x="364721" y="138760"/>
                </a:cubicBezTo>
                <a:lnTo>
                  <a:pt x="364721" y="141553"/>
                </a:lnTo>
                <a:lnTo>
                  <a:pt x="323357" y="141553"/>
                </a:lnTo>
                <a:lnTo>
                  <a:pt x="323357" y="138760"/>
                </a:lnTo>
                <a:cubicBezTo>
                  <a:pt x="326565" y="138654"/>
                  <a:pt x="328944" y="137737"/>
                  <a:pt x="330497" y="136007"/>
                </a:cubicBezTo>
                <a:cubicBezTo>
                  <a:pt x="331531" y="134802"/>
                  <a:pt x="332049" y="131684"/>
                  <a:pt x="332049" y="126653"/>
                </a:cubicBezTo>
                <a:lnTo>
                  <a:pt x="332049" y="50133"/>
                </a:lnTo>
                <a:cubicBezTo>
                  <a:pt x="332049" y="44947"/>
                  <a:pt x="331454" y="41633"/>
                  <a:pt x="330264" y="40193"/>
                </a:cubicBezTo>
                <a:cubicBezTo>
                  <a:pt x="329074" y="38752"/>
                  <a:pt x="326771" y="37927"/>
                  <a:pt x="323357" y="37717"/>
                </a:cubicBezTo>
                <a:lnTo>
                  <a:pt x="323357" y="34923"/>
                </a:lnTo>
                <a:lnTo>
                  <a:pt x="353778" y="34923"/>
                </a:lnTo>
                <a:lnTo>
                  <a:pt x="353778" y="44468"/>
                </a:lnTo>
                <a:cubicBezTo>
                  <a:pt x="356313" y="40743"/>
                  <a:pt x="358900" y="38053"/>
                  <a:pt x="361539" y="36397"/>
                </a:cubicBezTo>
                <a:cubicBezTo>
                  <a:pt x="365316" y="33966"/>
                  <a:pt x="369429" y="32750"/>
                  <a:pt x="373878" y="32750"/>
                </a:cubicBezTo>
                <a:cubicBezTo>
                  <a:pt x="379207" y="32750"/>
                  <a:pt x="384058" y="34433"/>
                  <a:pt x="388429" y="37799"/>
                </a:cubicBezTo>
                <a:cubicBezTo>
                  <a:pt x="392801" y="41165"/>
                  <a:pt x="396125" y="45813"/>
                  <a:pt x="398402" y="51744"/>
                </a:cubicBezTo>
                <a:cubicBezTo>
                  <a:pt x="400678" y="57674"/>
                  <a:pt x="401816" y="64057"/>
                  <a:pt x="401816" y="70893"/>
                </a:cubicBezTo>
                <a:cubicBezTo>
                  <a:pt x="401816" y="78246"/>
                  <a:pt x="400639" y="84966"/>
                  <a:pt x="398285" y="91051"/>
                </a:cubicBezTo>
                <a:cubicBezTo>
                  <a:pt x="395931" y="97137"/>
                  <a:pt x="392517" y="101772"/>
                  <a:pt x="388041" y="104957"/>
                </a:cubicBezTo>
                <a:cubicBezTo>
                  <a:pt x="383566" y="108142"/>
                  <a:pt x="378586" y="109735"/>
                  <a:pt x="373102" y="109735"/>
                </a:cubicBezTo>
                <a:cubicBezTo>
                  <a:pt x="369118" y="109735"/>
                  <a:pt x="365393" y="108855"/>
                  <a:pt x="361927" y="107096"/>
                </a:cubicBezTo>
                <a:cubicBezTo>
                  <a:pt x="359340" y="105751"/>
                  <a:pt x="356624" y="103449"/>
                  <a:pt x="353778" y="100189"/>
                </a:cubicBezTo>
                <a:moveTo>
                  <a:pt x="353778" y="92339"/>
                </a:moveTo>
                <a:cubicBezTo>
                  <a:pt x="358228" y="98659"/>
                  <a:pt x="362988" y="101819"/>
                  <a:pt x="368058" y="101819"/>
                </a:cubicBezTo>
                <a:cubicBezTo>
                  <a:pt x="370852" y="101819"/>
                  <a:pt x="373154" y="100343"/>
                  <a:pt x="374965" y="97391"/>
                </a:cubicBezTo>
                <a:cubicBezTo>
                  <a:pt x="377655" y="93038"/>
                  <a:pt x="379000" y="84749"/>
                  <a:pt x="379000" y="72523"/>
                </a:cubicBezTo>
                <a:cubicBezTo>
                  <a:pt x="379000" y="59986"/>
                  <a:pt x="377526" y="51412"/>
                  <a:pt x="374577" y="46801"/>
                </a:cubicBezTo>
                <a:cubicBezTo>
                  <a:pt x="372611" y="43746"/>
                  <a:pt x="369972" y="42218"/>
                  <a:pt x="366661" y="42218"/>
                </a:cubicBezTo>
                <a:cubicBezTo>
                  <a:pt x="361435" y="42218"/>
                  <a:pt x="357141" y="45999"/>
                  <a:pt x="353778" y="53563"/>
                </a:cubicBezTo>
                <a:lnTo>
                  <a:pt x="353778" y="92339"/>
                </a:lnTo>
                <a:close/>
                <a:moveTo>
                  <a:pt x="431515" y="0"/>
                </a:moveTo>
                <a:cubicBezTo>
                  <a:pt x="434878" y="0"/>
                  <a:pt x="437724" y="1181"/>
                  <a:pt x="440052" y="3543"/>
                </a:cubicBezTo>
                <a:cubicBezTo>
                  <a:pt x="442380" y="5904"/>
                  <a:pt x="443544" y="8745"/>
                  <a:pt x="443544" y="12068"/>
                </a:cubicBezTo>
                <a:cubicBezTo>
                  <a:pt x="443544" y="15390"/>
                  <a:pt x="442367" y="18220"/>
                  <a:pt x="440013" y="20556"/>
                </a:cubicBezTo>
                <a:cubicBezTo>
                  <a:pt x="437659" y="22891"/>
                  <a:pt x="434827" y="24058"/>
                  <a:pt x="431515" y="24058"/>
                </a:cubicBezTo>
                <a:cubicBezTo>
                  <a:pt x="428204" y="24058"/>
                  <a:pt x="425385" y="22891"/>
                  <a:pt x="423056" y="20556"/>
                </a:cubicBezTo>
                <a:cubicBezTo>
                  <a:pt x="420728" y="18220"/>
                  <a:pt x="419564" y="15390"/>
                  <a:pt x="419564" y="12068"/>
                </a:cubicBezTo>
                <a:cubicBezTo>
                  <a:pt x="419564" y="8745"/>
                  <a:pt x="420728" y="5904"/>
                  <a:pt x="423056" y="3543"/>
                </a:cubicBezTo>
                <a:cubicBezTo>
                  <a:pt x="425385" y="1181"/>
                  <a:pt x="428204" y="0"/>
                  <a:pt x="431515" y="0"/>
                </a:cubicBezTo>
                <a:moveTo>
                  <a:pt x="442380" y="34923"/>
                </a:moveTo>
                <a:lnTo>
                  <a:pt x="442380" y="92506"/>
                </a:lnTo>
                <a:cubicBezTo>
                  <a:pt x="442380" y="97628"/>
                  <a:pt x="442975" y="100901"/>
                  <a:pt x="444165" y="102324"/>
                </a:cubicBezTo>
                <a:cubicBezTo>
                  <a:pt x="445355" y="103746"/>
                  <a:pt x="447683" y="104561"/>
                  <a:pt x="451150" y="104768"/>
                </a:cubicBezTo>
                <a:lnTo>
                  <a:pt x="451150" y="107562"/>
                </a:lnTo>
                <a:lnTo>
                  <a:pt x="411959" y="107562"/>
                </a:lnTo>
                <a:lnTo>
                  <a:pt x="411959" y="104768"/>
                </a:lnTo>
                <a:cubicBezTo>
                  <a:pt x="415166" y="104665"/>
                  <a:pt x="417546" y="103733"/>
                  <a:pt x="419098" y="101974"/>
                </a:cubicBezTo>
                <a:cubicBezTo>
                  <a:pt x="420133" y="100784"/>
                  <a:pt x="420651" y="97628"/>
                  <a:pt x="420651" y="92506"/>
                </a:cubicBezTo>
                <a:lnTo>
                  <a:pt x="420651" y="50133"/>
                </a:lnTo>
                <a:cubicBezTo>
                  <a:pt x="420651" y="44947"/>
                  <a:pt x="420056" y="41633"/>
                  <a:pt x="418866" y="40193"/>
                </a:cubicBezTo>
                <a:cubicBezTo>
                  <a:pt x="417676" y="38752"/>
                  <a:pt x="415373" y="37927"/>
                  <a:pt x="411959" y="37717"/>
                </a:cubicBezTo>
                <a:lnTo>
                  <a:pt x="411959" y="34923"/>
                </a:lnTo>
                <a:lnTo>
                  <a:pt x="442380" y="34923"/>
                </a:lnTo>
                <a:close/>
                <a:moveTo>
                  <a:pt x="486642" y="2328"/>
                </a:moveTo>
                <a:lnTo>
                  <a:pt x="486642" y="92506"/>
                </a:lnTo>
                <a:cubicBezTo>
                  <a:pt x="486642" y="97628"/>
                  <a:pt x="487237" y="100901"/>
                  <a:pt x="488427" y="102324"/>
                </a:cubicBezTo>
                <a:cubicBezTo>
                  <a:pt x="489617" y="103746"/>
                  <a:pt x="491946" y="104561"/>
                  <a:pt x="495412" y="104768"/>
                </a:cubicBezTo>
                <a:lnTo>
                  <a:pt x="495412" y="107562"/>
                </a:lnTo>
                <a:lnTo>
                  <a:pt x="456221" y="107562"/>
                </a:lnTo>
                <a:lnTo>
                  <a:pt x="456221" y="104768"/>
                </a:lnTo>
                <a:cubicBezTo>
                  <a:pt x="459429" y="104665"/>
                  <a:pt x="461809" y="103733"/>
                  <a:pt x="463361" y="101974"/>
                </a:cubicBezTo>
                <a:cubicBezTo>
                  <a:pt x="464395" y="100784"/>
                  <a:pt x="464913" y="97628"/>
                  <a:pt x="464913" y="92506"/>
                </a:cubicBezTo>
                <a:lnTo>
                  <a:pt x="464913" y="17384"/>
                </a:lnTo>
                <a:cubicBezTo>
                  <a:pt x="464913" y="12281"/>
                  <a:pt x="464318" y="9014"/>
                  <a:pt x="463128" y="7584"/>
                </a:cubicBezTo>
                <a:cubicBezTo>
                  <a:pt x="461938" y="6151"/>
                  <a:pt x="459636" y="5331"/>
                  <a:pt x="456221" y="5122"/>
                </a:cubicBezTo>
                <a:lnTo>
                  <a:pt x="456221" y="2328"/>
                </a:lnTo>
                <a:lnTo>
                  <a:pt x="486642" y="2328"/>
                </a:lnTo>
                <a:close/>
                <a:moveTo>
                  <a:pt x="563887" y="68604"/>
                </a:moveTo>
                <a:lnTo>
                  <a:pt x="524075" y="68604"/>
                </a:lnTo>
                <a:cubicBezTo>
                  <a:pt x="524541" y="78253"/>
                  <a:pt x="527102" y="85878"/>
                  <a:pt x="531758" y="91481"/>
                </a:cubicBezTo>
                <a:cubicBezTo>
                  <a:pt x="535328" y="95786"/>
                  <a:pt x="539622" y="97939"/>
                  <a:pt x="544641" y="97939"/>
                </a:cubicBezTo>
                <a:cubicBezTo>
                  <a:pt x="547745" y="97939"/>
                  <a:pt x="550565" y="97072"/>
                  <a:pt x="553100" y="95339"/>
                </a:cubicBezTo>
                <a:cubicBezTo>
                  <a:pt x="555635" y="93606"/>
                  <a:pt x="558351" y="90489"/>
                  <a:pt x="561248" y="85987"/>
                </a:cubicBezTo>
                <a:lnTo>
                  <a:pt x="563887" y="87695"/>
                </a:lnTo>
                <a:cubicBezTo>
                  <a:pt x="559955" y="95714"/>
                  <a:pt x="555609" y="101392"/>
                  <a:pt x="550849" y="104729"/>
                </a:cubicBezTo>
                <a:cubicBezTo>
                  <a:pt x="546089" y="108066"/>
                  <a:pt x="540579" y="109735"/>
                  <a:pt x="534319" y="109735"/>
                </a:cubicBezTo>
                <a:cubicBezTo>
                  <a:pt x="523558" y="109735"/>
                  <a:pt x="515409" y="105592"/>
                  <a:pt x="509873" y="97306"/>
                </a:cubicBezTo>
                <a:cubicBezTo>
                  <a:pt x="505424" y="90625"/>
                  <a:pt x="503199" y="82339"/>
                  <a:pt x="503199" y="72448"/>
                </a:cubicBezTo>
                <a:cubicBezTo>
                  <a:pt x="503199" y="60328"/>
                  <a:pt x="506472" y="50682"/>
                  <a:pt x="513016" y="43510"/>
                </a:cubicBezTo>
                <a:cubicBezTo>
                  <a:pt x="519561" y="36337"/>
                  <a:pt x="527231" y="32750"/>
                  <a:pt x="536026" y="32750"/>
                </a:cubicBezTo>
                <a:cubicBezTo>
                  <a:pt x="543373" y="32750"/>
                  <a:pt x="549750" y="35763"/>
                  <a:pt x="555156" y="41791"/>
                </a:cubicBezTo>
                <a:cubicBezTo>
                  <a:pt x="560563" y="47818"/>
                  <a:pt x="563473" y="56756"/>
                  <a:pt x="563887" y="68604"/>
                </a:cubicBezTo>
                <a:moveTo>
                  <a:pt x="544796" y="63482"/>
                </a:moveTo>
                <a:cubicBezTo>
                  <a:pt x="544796" y="55152"/>
                  <a:pt x="544343" y="49435"/>
                  <a:pt x="543438" y="46331"/>
                </a:cubicBezTo>
                <a:cubicBezTo>
                  <a:pt x="542532" y="43227"/>
                  <a:pt x="541123" y="40873"/>
                  <a:pt x="539208" y="39269"/>
                </a:cubicBezTo>
                <a:cubicBezTo>
                  <a:pt x="538122" y="38337"/>
                  <a:pt x="536673" y="37872"/>
                  <a:pt x="534862" y="37872"/>
                </a:cubicBezTo>
                <a:cubicBezTo>
                  <a:pt x="532172" y="37872"/>
                  <a:pt x="529973" y="39191"/>
                  <a:pt x="528266" y="41830"/>
                </a:cubicBezTo>
                <a:cubicBezTo>
                  <a:pt x="525213" y="46434"/>
                  <a:pt x="523687" y="52746"/>
                  <a:pt x="523687" y="60766"/>
                </a:cubicBezTo>
                <a:lnTo>
                  <a:pt x="523687" y="63482"/>
                </a:lnTo>
                <a:lnTo>
                  <a:pt x="544796" y="63482"/>
                </a:lnTo>
                <a:close/>
                <a:moveTo>
                  <a:pt x="643536" y="2328"/>
                </a:moveTo>
                <a:lnTo>
                  <a:pt x="643536" y="85832"/>
                </a:lnTo>
                <a:cubicBezTo>
                  <a:pt x="643536" y="91415"/>
                  <a:pt x="643691" y="94718"/>
                  <a:pt x="644002" y="95742"/>
                </a:cubicBezTo>
                <a:cubicBezTo>
                  <a:pt x="644416" y="97433"/>
                  <a:pt x="645205" y="98688"/>
                  <a:pt x="646369" y="99508"/>
                </a:cubicBezTo>
                <a:cubicBezTo>
                  <a:pt x="647533" y="100326"/>
                  <a:pt x="649563" y="100838"/>
                  <a:pt x="652461" y="101043"/>
                </a:cubicBezTo>
                <a:lnTo>
                  <a:pt x="652461" y="103837"/>
                </a:lnTo>
                <a:lnTo>
                  <a:pt x="621806" y="109735"/>
                </a:lnTo>
                <a:lnTo>
                  <a:pt x="621806" y="98249"/>
                </a:lnTo>
                <a:cubicBezTo>
                  <a:pt x="618133" y="102699"/>
                  <a:pt x="614861" y="105725"/>
                  <a:pt x="611989" y="107329"/>
                </a:cubicBezTo>
                <a:cubicBezTo>
                  <a:pt x="609118" y="108933"/>
                  <a:pt x="605871" y="109735"/>
                  <a:pt x="602250" y="109735"/>
                </a:cubicBezTo>
                <a:cubicBezTo>
                  <a:pt x="592989" y="109735"/>
                  <a:pt x="585668" y="105592"/>
                  <a:pt x="580287" y="97306"/>
                </a:cubicBezTo>
                <a:cubicBezTo>
                  <a:pt x="575941" y="90574"/>
                  <a:pt x="573768" y="82313"/>
                  <a:pt x="573768" y="72525"/>
                </a:cubicBezTo>
                <a:cubicBezTo>
                  <a:pt x="573768" y="64705"/>
                  <a:pt x="575113" y="57700"/>
                  <a:pt x="577804" y="51511"/>
                </a:cubicBezTo>
                <a:cubicBezTo>
                  <a:pt x="580494" y="45322"/>
                  <a:pt x="584180" y="40648"/>
                  <a:pt x="588863" y="37489"/>
                </a:cubicBezTo>
                <a:cubicBezTo>
                  <a:pt x="593545" y="34329"/>
                  <a:pt x="598576" y="32750"/>
                  <a:pt x="603957" y="32750"/>
                </a:cubicBezTo>
                <a:cubicBezTo>
                  <a:pt x="607423" y="32750"/>
                  <a:pt x="610502" y="33428"/>
                  <a:pt x="613192" y="34784"/>
                </a:cubicBezTo>
                <a:cubicBezTo>
                  <a:pt x="615882" y="36141"/>
                  <a:pt x="618754" y="38515"/>
                  <a:pt x="621806" y="41907"/>
                </a:cubicBezTo>
                <a:lnTo>
                  <a:pt x="621806" y="20022"/>
                </a:lnTo>
                <a:cubicBezTo>
                  <a:pt x="621806" y="14486"/>
                  <a:pt x="621574" y="11149"/>
                  <a:pt x="621108" y="10011"/>
                </a:cubicBezTo>
                <a:cubicBezTo>
                  <a:pt x="620487" y="8511"/>
                  <a:pt x="619556" y="7398"/>
                  <a:pt x="618314" y="6674"/>
                </a:cubicBezTo>
                <a:cubicBezTo>
                  <a:pt x="617072" y="5950"/>
                  <a:pt x="614744" y="5588"/>
                  <a:pt x="611330" y="5588"/>
                </a:cubicBezTo>
                <a:lnTo>
                  <a:pt x="611330" y="2328"/>
                </a:lnTo>
                <a:lnTo>
                  <a:pt x="643536" y="2328"/>
                </a:lnTo>
                <a:moveTo>
                  <a:pt x="621806" y="51375"/>
                </a:moveTo>
                <a:cubicBezTo>
                  <a:pt x="617978" y="44132"/>
                  <a:pt x="613296" y="40510"/>
                  <a:pt x="607760" y="40510"/>
                </a:cubicBezTo>
                <a:cubicBezTo>
                  <a:pt x="605845" y="40510"/>
                  <a:pt x="604267" y="41028"/>
                  <a:pt x="603026" y="42062"/>
                </a:cubicBezTo>
                <a:cubicBezTo>
                  <a:pt x="601111" y="43666"/>
                  <a:pt x="599546" y="46486"/>
                  <a:pt x="598331" y="50522"/>
                </a:cubicBezTo>
                <a:cubicBezTo>
                  <a:pt x="597115" y="54557"/>
                  <a:pt x="596507" y="60740"/>
                  <a:pt x="596507" y="69069"/>
                </a:cubicBezTo>
                <a:cubicBezTo>
                  <a:pt x="596507" y="78227"/>
                  <a:pt x="597179" y="85004"/>
                  <a:pt x="598525" y="89402"/>
                </a:cubicBezTo>
                <a:cubicBezTo>
                  <a:pt x="599870" y="93800"/>
                  <a:pt x="601706" y="96982"/>
                  <a:pt x="604035" y="98948"/>
                </a:cubicBezTo>
                <a:cubicBezTo>
                  <a:pt x="605225" y="99931"/>
                  <a:pt x="606854" y="100422"/>
                  <a:pt x="608924" y="100422"/>
                </a:cubicBezTo>
                <a:cubicBezTo>
                  <a:pt x="613477" y="100422"/>
                  <a:pt x="617771" y="96841"/>
                  <a:pt x="621806" y="89679"/>
                </a:cubicBezTo>
                <a:lnTo>
                  <a:pt x="621806" y="51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Binaries">
            <a:extLst xmlns:a="http://schemas.openxmlformats.org/drawingml/2006/main">
              <a:ext uri="{FF2B5EF4-FFF2-40B4-BE49-F238E27FC236}">
                <a16:creationId xmlns:a16="http://schemas.microsoft.com/office/drawing/2014/main" id="{04B30A4B-3976-4616-B257-C3A56694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859" y="2377103"/>
            <a:ext cx="556205" cy="109735"/>
          </a:xfrm>
          <a:custGeom xmlns:a="http://schemas.openxmlformats.org/drawingml/2006/main">
            <a:pathLst>
              <a:path w="556205" h="109735">
                <a:moveTo>
                  <a:pt x="67362" y="51763"/>
                </a:moveTo>
                <a:cubicBezTo>
                  <a:pt x="77347" y="54091"/>
                  <a:pt x="84358" y="56911"/>
                  <a:pt x="88393" y="60222"/>
                </a:cubicBezTo>
                <a:cubicBezTo>
                  <a:pt x="94188" y="64930"/>
                  <a:pt x="97085" y="71035"/>
                  <a:pt x="97085" y="78537"/>
                </a:cubicBezTo>
                <a:cubicBezTo>
                  <a:pt x="97085" y="86453"/>
                  <a:pt x="93903" y="92998"/>
                  <a:pt x="87540" y="98172"/>
                </a:cubicBezTo>
                <a:cubicBezTo>
                  <a:pt x="79727" y="104432"/>
                  <a:pt x="68371" y="107562"/>
                  <a:pt x="53471" y="107562"/>
                </a:cubicBezTo>
                <a:lnTo>
                  <a:pt x="0" y="107562"/>
                </a:lnTo>
                <a:lnTo>
                  <a:pt x="0" y="104768"/>
                </a:lnTo>
                <a:cubicBezTo>
                  <a:pt x="4863" y="104768"/>
                  <a:pt x="8162" y="104313"/>
                  <a:pt x="9895" y="103403"/>
                </a:cubicBezTo>
                <a:cubicBezTo>
                  <a:pt x="11628" y="102493"/>
                  <a:pt x="12844" y="101310"/>
                  <a:pt x="13542" y="99855"/>
                </a:cubicBezTo>
                <a:cubicBezTo>
                  <a:pt x="14241" y="98400"/>
                  <a:pt x="14590" y="94812"/>
                  <a:pt x="14590" y="89092"/>
                </a:cubicBezTo>
                <a:lnTo>
                  <a:pt x="14590" y="20798"/>
                </a:lnTo>
                <a:cubicBezTo>
                  <a:pt x="14590" y="15078"/>
                  <a:pt x="14241" y="11478"/>
                  <a:pt x="13542" y="9997"/>
                </a:cubicBezTo>
                <a:cubicBezTo>
                  <a:pt x="12844" y="8514"/>
                  <a:pt x="11615" y="7331"/>
                  <a:pt x="9856" y="6449"/>
                </a:cubicBezTo>
                <a:cubicBezTo>
                  <a:pt x="8097" y="5564"/>
                  <a:pt x="4812" y="5122"/>
                  <a:pt x="0" y="5122"/>
                </a:cubicBezTo>
                <a:lnTo>
                  <a:pt x="0" y="2328"/>
                </a:lnTo>
                <a:lnTo>
                  <a:pt x="50444" y="2328"/>
                </a:lnTo>
                <a:cubicBezTo>
                  <a:pt x="62499" y="2328"/>
                  <a:pt x="71035" y="3402"/>
                  <a:pt x="76054" y="5549"/>
                </a:cubicBezTo>
                <a:cubicBezTo>
                  <a:pt x="81072" y="7696"/>
                  <a:pt x="85030" y="10904"/>
                  <a:pt x="87928" y="15172"/>
                </a:cubicBezTo>
                <a:cubicBezTo>
                  <a:pt x="90825" y="19440"/>
                  <a:pt x="92274" y="23980"/>
                  <a:pt x="92274" y="28792"/>
                </a:cubicBezTo>
                <a:cubicBezTo>
                  <a:pt x="92274" y="33862"/>
                  <a:pt x="90437" y="38376"/>
                  <a:pt x="86764" y="42334"/>
                </a:cubicBezTo>
                <a:cubicBezTo>
                  <a:pt x="83090" y="46292"/>
                  <a:pt x="76623" y="49435"/>
                  <a:pt x="67362" y="51763"/>
                </a:cubicBezTo>
                <a:moveTo>
                  <a:pt x="39113" y="49668"/>
                </a:moveTo>
                <a:cubicBezTo>
                  <a:pt x="46460" y="49668"/>
                  <a:pt x="51880" y="48840"/>
                  <a:pt x="55372" y="47184"/>
                </a:cubicBezTo>
                <a:cubicBezTo>
                  <a:pt x="58864" y="45529"/>
                  <a:pt x="61542" y="43201"/>
                  <a:pt x="63404" y="40200"/>
                </a:cubicBezTo>
                <a:cubicBezTo>
                  <a:pt x="65267" y="37199"/>
                  <a:pt x="66198" y="33371"/>
                  <a:pt x="66198" y="28714"/>
                </a:cubicBezTo>
                <a:cubicBezTo>
                  <a:pt x="66198" y="24058"/>
                  <a:pt x="65280" y="20242"/>
                  <a:pt x="63443" y="17267"/>
                </a:cubicBezTo>
                <a:cubicBezTo>
                  <a:pt x="61606" y="14292"/>
                  <a:pt x="58981" y="12029"/>
                  <a:pt x="55566" y="10477"/>
                </a:cubicBezTo>
                <a:cubicBezTo>
                  <a:pt x="52151" y="8925"/>
                  <a:pt x="46667" y="8175"/>
                  <a:pt x="39113" y="8226"/>
                </a:cubicBezTo>
                <a:lnTo>
                  <a:pt x="39113" y="49668"/>
                </a:lnTo>
                <a:moveTo>
                  <a:pt x="39113" y="55721"/>
                </a:moveTo>
                <a:lnTo>
                  <a:pt x="39113" y="89480"/>
                </a:lnTo>
                <a:lnTo>
                  <a:pt x="39036" y="93312"/>
                </a:lnTo>
                <a:cubicBezTo>
                  <a:pt x="39036" y="96070"/>
                  <a:pt x="39747" y="98151"/>
                  <a:pt x="41170" y="99556"/>
                </a:cubicBezTo>
                <a:cubicBezTo>
                  <a:pt x="42593" y="100961"/>
                  <a:pt x="44701" y="101664"/>
                  <a:pt x="47495" y="101664"/>
                </a:cubicBezTo>
                <a:cubicBezTo>
                  <a:pt x="51634" y="101664"/>
                  <a:pt x="55450" y="100749"/>
                  <a:pt x="58942" y="98919"/>
                </a:cubicBezTo>
                <a:cubicBezTo>
                  <a:pt x="62434" y="97088"/>
                  <a:pt x="65111" y="94433"/>
                  <a:pt x="66974" y="90952"/>
                </a:cubicBezTo>
                <a:cubicBezTo>
                  <a:pt x="68837" y="87471"/>
                  <a:pt x="69768" y="83591"/>
                  <a:pt x="69768" y="79311"/>
                </a:cubicBezTo>
                <a:cubicBezTo>
                  <a:pt x="69768" y="74414"/>
                  <a:pt x="68630" y="70018"/>
                  <a:pt x="66353" y="66125"/>
                </a:cubicBezTo>
                <a:cubicBezTo>
                  <a:pt x="64077" y="62232"/>
                  <a:pt x="60947" y="59512"/>
                  <a:pt x="56963" y="57964"/>
                </a:cubicBezTo>
                <a:cubicBezTo>
                  <a:pt x="52979" y="56417"/>
                  <a:pt x="47029" y="55669"/>
                  <a:pt x="39113" y="55721"/>
                </a:cubicBezTo>
                <a:close/>
                <a:moveTo>
                  <a:pt x="125490" y="0"/>
                </a:moveTo>
                <a:cubicBezTo>
                  <a:pt x="128852" y="0"/>
                  <a:pt x="131698" y="1181"/>
                  <a:pt x="134026" y="3543"/>
                </a:cubicBezTo>
                <a:cubicBezTo>
                  <a:pt x="136354" y="5904"/>
                  <a:pt x="137518" y="8745"/>
                  <a:pt x="137518" y="12068"/>
                </a:cubicBezTo>
                <a:cubicBezTo>
                  <a:pt x="137518" y="15390"/>
                  <a:pt x="136341" y="18220"/>
                  <a:pt x="133987" y="20556"/>
                </a:cubicBezTo>
                <a:cubicBezTo>
                  <a:pt x="131633" y="22891"/>
                  <a:pt x="128801" y="24058"/>
                  <a:pt x="125490" y="24058"/>
                </a:cubicBezTo>
                <a:cubicBezTo>
                  <a:pt x="122178" y="24058"/>
                  <a:pt x="119359" y="22891"/>
                  <a:pt x="117030" y="20556"/>
                </a:cubicBezTo>
                <a:cubicBezTo>
                  <a:pt x="114702" y="18220"/>
                  <a:pt x="113538" y="15390"/>
                  <a:pt x="113538" y="12068"/>
                </a:cubicBezTo>
                <a:cubicBezTo>
                  <a:pt x="113538" y="8745"/>
                  <a:pt x="114702" y="5904"/>
                  <a:pt x="117030" y="3543"/>
                </a:cubicBezTo>
                <a:cubicBezTo>
                  <a:pt x="119359" y="1181"/>
                  <a:pt x="122178" y="0"/>
                  <a:pt x="125490" y="0"/>
                </a:cubicBezTo>
                <a:moveTo>
                  <a:pt x="136354" y="34923"/>
                </a:moveTo>
                <a:lnTo>
                  <a:pt x="136354" y="92506"/>
                </a:lnTo>
                <a:cubicBezTo>
                  <a:pt x="136354" y="97628"/>
                  <a:pt x="136949" y="100901"/>
                  <a:pt x="138139" y="102324"/>
                </a:cubicBezTo>
                <a:cubicBezTo>
                  <a:pt x="139329" y="103746"/>
                  <a:pt x="141657" y="104561"/>
                  <a:pt x="145124" y="104768"/>
                </a:cubicBezTo>
                <a:lnTo>
                  <a:pt x="145124" y="107562"/>
                </a:lnTo>
                <a:lnTo>
                  <a:pt x="105933" y="107562"/>
                </a:lnTo>
                <a:lnTo>
                  <a:pt x="105933" y="104768"/>
                </a:lnTo>
                <a:cubicBezTo>
                  <a:pt x="109141" y="104665"/>
                  <a:pt x="111520" y="103733"/>
                  <a:pt x="113073" y="101974"/>
                </a:cubicBezTo>
                <a:cubicBezTo>
                  <a:pt x="114107" y="100784"/>
                  <a:pt x="114625" y="97628"/>
                  <a:pt x="114625" y="92506"/>
                </a:cubicBezTo>
                <a:lnTo>
                  <a:pt x="114625" y="50133"/>
                </a:lnTo>
                <a:cubicBezTo>
                  <a:pt x="114625" y="44947"/>
                  <a:pt x="114030" y="41633"/>
                  <a:pt x="112840" y="40193"/>
                </a:cubicBezTo>
                <a:cubicBezTo>
                  <a:pt x="111650" y="38752"/>
                  <a:pt x="109347" y="37927"/>
                  <a:pt x="105933" y="37717"/>
                </a:cubicBezTo>
                <a:lnTo>
                  <a:pt x="105933" y="34923"/>
                </a:lnTo>
                <a:lnTo>
                  <a:pt x="136354" y="34923"/>
                </a:lnTo>
                <a:close/>
                <a:moveTo>
                  <a:pt x="181859" y="34923"/>
                </a:moveTo>
                <a:lnTo>
                  <a:pt x="181859" y="44391"/>
                </a:lnTo>
                <a:cubicBezTo>
                  <a:pt x="185584" y="40328"/>
                  <a:pt x="189154" y="37372"/>
                  <a:pt x="192569" y="35524"/>
                </a:cubicBezTo>
                <a:cubicBezTo>
                  <a:pt x="195983" y="33675"/>
                  <a:pt x="199657" y="32750"/>
                  <a:pt x="203589" y="32750"/>
                </a:cubicBezTo>
                <a:cubicBezTo>
                  <a:pt x="208297" y="32750"/>
                  <a:pt x="212203" y="34058"/>
                  <a:pt x="215307" y="36674"/>
                </a:cubicBezTo>
                <a:cubicBezTo>
                  <a:pt x="218412" y="39290"/>
                  <a:pt x="220481" y="42540"/>
                  <a:pt x="221516" y="46425"/>
                </a:cubicBezTo>
                <a:cubicBezTo>
                  <a:pt x="222344" y="49379"/>
                  <a:pt x="222758" y="55053"/>
                  <a:pt x="222758" y="63445"/>
                </a:cubicBezTo>
                <a:lnTo>
                  <a:pt x="222758" y="91730"/>
                </a:lnTo>
                <a:cubicBezTo>
                  <a:pt x="222758" y="97318"/>
                  <a:pt x="223262" y="100797"/>
                  <a:pt x="224271" y="102168"/>
                </a:cubicBezTo>
                <a:cubicBezTo>
                  <a:pt x="225280" y="103539"/>
                  <a:pt x="227388" y="104406"/>
                  <a:pt x="230596" y="104768"/>
                </a:cubicBezTo>
                <a:lnTo>
                  <a:pt x="230596" y="107562"/>
                </a:lnTo>
                <a:lnTo>
                  <a:pt x="193888" y="107562"/>
                </a:lnTo>
                <a:lnTo>
                  <a:pt x="193888" y="104768"/>
                </a:lnTo>
                <a:cubicBezTo>
                  <a:pt x="196630" y="104406"/>
                  <a:pt x="198596" y="103268"/>
                  <a:pt x="199786" y="101353"/>
                </a:cubicBezTo>
                <a:cubicBezTo>
                  <a:pt x="200614" y="100060"/>
                  <a:pt x="201028" y="96852"/>
                  <a:pt x="201028" y="91730"/>
                </a:cubicBezTo>
                <a:lnTo>
                  <a:pt x="201028" y="59446"/>
                </a:lnTo>
                <a:cubicBezTo>
                  <a:pt x="201028" y="53496"/>
                  <a:pt x="200795" y="49745"/>
                  <a:pt x="200329" y="48193"/>
                </a:cubicBezTo>
                <a:cubicBezTo>
                  <a:pt x="199864" y="46641"/>
                  <a:pt x="199075" y="45438"/>
                  <a:pt x="197962" y="44585"/>
                </a:cubicBezTo>
                <a:cubicBezTo>
                  <a:pt x="196850" y="43731"/>
                  <a:pt x="195621" y="43304"/>
                  <a:pt x="194276" y="43304"/>
                </a:cubicBezTo>
                <a:cubicBezTo>
                  <a:pt x="189827" y="43304"/>
                  <a:pt x="185688" y="46512"/>
                  <a:pt x="181859" y="52927"/>
                </a:cubicBezTo>
                <a:lnTo>
                  <a:pt x="181859" y="91730"/>
                </a:lnTo>
                <a:cubicBezTo>
                  <a:pt x="181859" y="97163"/>
                  <a:pt x="182364" y="100603"/>
                  <a:pt x="183372" y="102052"/>
                </a:cubicBezTo>
                <a:cubicBezTo>
                  <a:pt x="184381" y="103501"/>
                  <a:pt x="186257" y="104406"/>
                  <a:pt x="188999" y="104768"/>
                </a:cubicBezTo>
                <a:lnTo>
                  <a:pt x="188999" y="107562"/>
                </a:lnTo>
                <a:lnTo>
                  <a:pt x="152291" y="107562"/>
                </a:lnTo>
                <a:lnTo>
                  <a:pt x="152291" y="104768"/>
                </a:lnTo>
                <a:cubicBezTo>
                  <a:pt x="155344" y="104458"/>
                  <a:pt x="157517" y="103475"/>
                  <a:pt x="158810" y="101819"/>
                </a:cubicBezTo>
                <a:cubicBezTo>
                  <a:pt x="159690" y="100681"/>
                  <a:pt x="160129" y="97318"/>
                  <a:pt x="160129" y="91730"/>
                </a:cubicBezTo>
                <a:lnTo>
                  <a:pt x="160129" y="50754"/>
                </a:lnTo>
                <a:cubicBezTo>
                  <a:pt x="160129" y="45204"/>
                  <a:pt x="159625" y="41748"/>
                  <a:pt x="158616" y="40387"/>
                </a:cubicBezTo>
                <a:cubicBezTo>
                  <a:pt x="157607" y="39025"/>
                  <a:pt x="155499" y="38135"/>
                  <a:pt x="152291" y="37717"/>
                </a:cubicBezTo>
                <a:lnTo>
                  <a:pt x="152291" y="34923"/>
                </a:lnTo>
                <a:lnTo>
                  <a:pt x="181859" y="34923"/>
                </a:lnTo>
                <a:close/>
                <a:moveTo>
                  <a:pt x="280627" y="96852"/>
                </a:moveTo>
                <a:cubicBezTo>
                  <a:pt x="271779" y="104716"/>
                  <a:pt x="263838" y="108648"/>
                  <a:pt x="256802" y="108648"/>
                </a:cubicBezTo>
                <a:cubicBezTo>
                  <a:pt x="252663" y="108648"/>
                  <a:pt x="249222" y="107286"/>
                  <a:pt x="246480" y="104562"/>
                </a:cubicBezTo>
                <a:cubicBezTo>
                  <a:pt x="243738" y="101836"/>
                  <a:pt x="242367" y="98423"/>
                  <a:pt x="242367" y="94323"/>
                </a:cubicBezTo>
                <a:cubicBezTo>
                  <a:pt x="242367" y="88768"/>
                  <a:pt x="244747" y="83771"/>
                  <a:pt x="249507" y="79333"/>
                </a:cubicBezTo>
                <a:cubicBezTo>
                  <a:pt x="254266" y="74895"/>
                  <a:pt x="264640" y="68990"/>
                  <a:pt x="280627" y="61619"/>
                </a:cubicBezTo>
                <a:lnTo>
                  <a:pt x="280627" y="54324"/>
                </a:lnTo>
                <a:cubicBezTo>
                  <a:pt x="280627" y="48840"/>
                  <a:pt x="280329" y="45387"/>
                  <a:pt x="279734" y="43964"/>
                </a:cubicBezTo>
                <a:cubicBezTo>
                  <a:pt x="279139" y="42541"/>
                  <a:pt x="278014" y="41299"/>
                  <a:pt x="276358" y="40239"/>
                </a:cubicBezTo>
                <a:cubicBezTo>
                  <a:pt x="274703" y="39178"/>
                  <a:pt x="272840" y="38648"/>
                  <a:pt x="270771" y="38648"/>
                </a:cubicBezTo>
                <a:cubicBezTo>
                  <a:pt x="267408" y="38648"/>
                  <a:pt x="264640" y="39398"/>
                  <a:pt x="262467" y="40898"/>
                </a:cubicBezTo>
                <a:cubicBezTo>
                  <a:pt x="261122" y="41830"/>
                  <a:pt x="260449" y="42916"/>
                  <a:pt x="260449" y="44158"/>
                </a:cubicBezTo>
                <a:cubicBezTo>
                  <a:pt x="260449" y="45244"/>
                  <a:pt x="261173" y="46589"/>
                  <a:pt x="262622" y="48193"/>
                </a:cubicBezTo>
                <a:cubicBezTo>
                  <a:pt x="264588" y="50418"/>
                  <a:pt x="265571" y="52565"/>
                  <a:pt x="265571" y="54635"/>
                </a:cubicBezTo>
                <a:cubicBezTo>
                  <a:pt x="265571" y="57170"/>
                  <a:pt x="264627" y="59330"/>
                  <a:pt x="262738" y="61115"/>
                </a:cubicBezTo>
                <a:cubicBezTo>
                  <a:pt x="260850" y="62900"/>
                  <a:pt x="258380" y="63792"/>
                  <a:pt x="255327" y="63792"/>
                </a:cubicBezTo>
                <a:cubicBezTo>
                  <a:pt x="252068" y="63792"/>
                  <a:pt x="249338" y="62809"/>
                  <a:pt x="247140" y="60843"/>
                </a:cubicBezTo>
                <a:cubicBezTo>
                  <a:pt x="244941" y="58877"/>
                  <a:pt x="243841" y="56575"/>
                  <a:pt x="243841" y="53936"/>
                </a:cubicBezTo>
                <a:cubicBezTo>
                  <a:pt x="243841" y="50211"/>
                  <a:pt x="245316" y="46654"/>
                  <a:pt x="248265" y="43265"/>
                </a:cubicBezTo>
                <a:cubicBezTo>
                  <a:pt x="251214" y="39877"/>
                  <a:pt x="255327" y="37277"/>
                  <a:pt x="260604" y="35466"/>
                </a:cubicBezTo>
                <a:cubicBezTo>
                  <a:pt x="265881" y="33655"/>
                  <a:pt x="271366" y="32750"/>
                  <a:pt x="277057" y="32750"/>
                </a:cubicBezTo>
                <a:cubicBezTo>
                  <a:pt x="283938" y="32750"/>
                  <a:pt x="289383" y="34215"/>
                  <a:pt x="293393" y="37147"/>
                </a:cubicBezTo>
                <a:cubicBezTo>
                  <a:pt x="297402" y="40076"/>
                  <a:pt x="300002" y="43252"/>
                  <a:pt x="301192" y="46675"/>
                </a:cubicBezTo>
                <a:cubicBezTo>
                  <a:pt x="301916" y="48853"/>
                  <a:pt x="302279" y="53857"/>
                  <a:pt x="302279" y="61687"/>
                </a:cubicBezTo>
                <a:lnTo>
                  <a:pt x="302279" y="89924"/>
                </a:lnTo>
                <a:cubicBezTo>
                  <a:pt x="302279" y="93243"/>
                  <a:pt x="302408" y="95331"/>
                  <a:pt x="302667" y="96188"/>
                </a:cubicBezTo>
                <a:cubicBezTo>
                  <a:pt x="302925" y="97043"/>
                  <a:pt x="303313" y="97679"/>
                  <a:pt x="303831" y="98094"/>
                </a:cubicBezTo>
                <a:cubicBezTo>
                  <a:pt x="304348" y="98508"/>
                  <a:pt x="304943" y="98715"/>
                  <a:pt x="305616" y="98715"/>
                </a:cubicBezTo>
                <a:cubicBezTo>
                  <a:pt x="306961" y="98715"/>
                  <a:pt x="308332" y="97758"/>
                  <a:pt x="309729" y="95843"/>
                </a:cubicBezTo>
                <a:lnTo>
                  <a:pt x="312057" y="97706"/>
                </a:lnTo>
                <a:cubicBezTo>
                  <a:pt x="309470" y="101535"/>
                  <a:pt x="306793" y="104315"/>
                  <a:pt x="304025" y="106049"/>
                </a:cubicBezTo>
                <a:cubicBezTo>
                  <a:pt x="301257" y="107782"/>
                  <a:pt x="298114" y="108648"/>
                  <a:pt x="294596" y="108648"/>
                </a:cubicBezTo>
                <a:cubicBezTo>
                  <a:pt x="290457" y="108648"/>
                  <a:pt x="287223" y="107672"/>
                  <a:pt x="284895" y="105719"/>
                </a:cubicBezTo>
                <a:cubicBezTo>
                  <a:pt x="282567" y="103766"/>
                  <a:pt x="281144" y="100810"/>
                  <a:pt x="280627" y="96852"/>
                </a:cubicBezTo>
                <a:moveTo>
                  <a:pt x="280627" y="91109"/>
                </a:moveTo>
                <a:lnTo>
                  <a:pt x="280627" y="66833"/>
                </a:lnTo>
                <a:cubicBezTo>
                  <a:pt x="274366" y="70524"/>
                  <a:pt x="269710" y="74476"/>
                  <a:pt x="266657" y="78688"/>
                </a:cubicBezTo>
                <a:cubicBezTo>
                  <a:pt x="264640" y="81494"/>
                  <a:pt x="263631" y="84328"/>
                  <a:pt x="263631" y="87188"/>
                </a:cubicBezTo>
                <a:cubicBezTo>
                  <a:pt x="263631" y="89579"/>
                  <a:pt x="264485" y="91685"/>
                  <a:pt x="266192" y="93506"/>
                </a:cubicBezTo>
                <a:cubicBezTo>
                  <a:pt x="267485" y="94909"/>
                  <a:pt x="269296" y="95611"/>
                  <a:pt x="271624" y="95611"/>
                </a:cubicBezTo>
                <a:cubicBezTo>
                  <a:pt x="274211" y="95611"/>
                  <a:pt x="277212" y="94110"/>
                  <a:pt x="280627" y="91109"/>
                </a:cubicBezTo>
                <a:close/>
                <a:moveTo>
                  <a:pt x="350162" y="34923"/>
                </a:moveTo>
                <a:lnTo>
                  <a:pt x="350162" y="51375"/>
                </a:lnTo>
                <a:cubicBezTo>
                  <a:pt x="354974" y="43873"/>
                  <a:pt x="359190" y="38894"/>
                  <a:pt x="362812" y="36436"/>
                </a:cubicBezTo>
                <a:cubicBezTo>
                  <a:pt x="366433" y="33979"/>
                  <a:pt x="369926" y="32750"/>
                  <a:pt x="373289" y="32750"/>
                </a:cubicBezTo>
                <a:cubicBezTo>
                  <a:pt x="376186" y="32750"/>
                  <a:pt x="378501" y="33645"/>
                  <a:pt x="380234" y="35437"/>
                </a:cubicBezTo>
                <a:cubicBezTo>
                  <a:pt x="381968" y="37228"/>
                  <a:pt x="382834" y="39759"/>
                  <a:pt x="382834" y="43030"/>
                </a:cubicBezTo>
                <a:cubicBezTo>
                  <a:pt x="382834" y="46509"/>
                  <a:pt x="381993" y="49210"/>
                  <a:pt x="380312" y="51133"/>
                </a:cubicBezTo>
                <a:cubicBezTo>
                  <a:pt x="378631" y="53053"/>
                  <a:pt x="376600" y="54014"/>
                  <a:pt x="374220" y="54014"/>
                </a:cubicBezTo>
                <a:cubicBezTo>
                  <a:pt x="371478" y="54014"/>
                  <a:pt x="369098" y="53134"/>
                  <a:pt x="367080" y="51375"/>
                </a:cubicBezTo>
                <a:cubicBezTo>
                  <a:pt x="365062" y="49616"/>
                  <a:pt x="363872" y="48633"/>
                  <a:pt x="363510" y="48426"/>
                </a:cubicBezTo>
                <a:cubicBezTo>
                  <a:pt x="362993" y="48116"/>
                  <a:pt x="362398" y="47961"/>
                  <a:pt x="361725" y="47961"/>
                </a:cubicBezTo>
                <a:cubicBezTo>
                  <a:pt x="360225" y="47961"/>
                  <a:pt x="358802" y="48530"/>
                  <a:pt x="357457" y="49668"/>
                </a:cubicBezTo>
                <a:cubicBezTo>
                  <a:pt x="355336" y="51427"/>
                  <a:pt x="353732" y="53936"/>
                  <a:pt x="352645" y="57196"/>
                </a:cubicBezTo>
                <a:cubicBezTo>
                  <a:pt x="350990" y="62214"/>
                  <a:pt x="350162" y="67750"/>
                  <a:pt x="350162" y="73803"/>
                </a:cubicBezTo>
                <a:lnTo>
                  <a:pt x="350162" y="90489"/>
                </a:lnTo>
                <a:lnTo>
                  <a:pt x="350240" y="94835"/>
                </a:lnTo>
                <a:cubicBezTo>
                  <a:pt x="350240" y="97784"/>
                  <a:pt x="350421" y="99672"/>
                  <a:pt x="350783" y="100500"/>
                </a:cubicBezTo>
                <a:cubicBezTo>
                  <a:pt x="351404" y="101897"/>
                  <a:pt x="352322" y="102919"/>
                  <a:pt x="353538" y="103565"/>
                </a:cubicBezTo>
                <a:cubicBezTo>
                  <a:pt x="354754" y="104212"/>
                  <a:pt x="356810" y="104613"/>
                  <a:pt x="359708" y="104768"/>
                </a:cubicBezTo>
                <a:lnTo>
                  <a:pt x="359708" y="107562"/>
                </a:lnTo>
                <a:lnTo>
                  <a:pt x="320517" y="107562"/>
                </a:lnTo>
                <a:lnTo>
                  <a:pt x="320517" y="104768"/>
                </a:lnTo>
                <a:cubicBezTo>
                  <a:pt x="323673" y="104509"/>
                  <a:pt x="325807" y="103643"/>
                  <a:pt x="326919" y="102168"/>
                </a:cubicBezTo>
                <a:cubicBezTo>
                  <a:pt x="328031" y="100694"/>
                  <a:pt x="328588" y="96801"/>
                  <a:pt x="328588" y="90489"/>
                </a:cubicBezTo>
                <a:lnTo>
                  <a:pt x="328588" y="50289"/>
                </a:lnTo>
                <a:cubicBezTo>
                  <a:pt x="328588" y="46124"/>
                  <a:pt x="328381" y="43469"/>
                  <a:pt x="327967" y="42324"/>
                </a:cubicBezTo>
                <a:cubicBezTo>
                  <a:pt x="327449" y="40866"/>
                  <a:pt x="326699" y="39799"/>
                  <a:pt x="325716" y="39123"/>
                </a:cubicBezTo>
                <a:cubicBezTo>
                  <a:pt x="324733" y="38446"/>
                  <a:pt x="323000" y="37977"/>
                  <a:pt x="320517" y="37717"/>
                </a:cubicBezTo>
                <a:lnTo>
                  <a:pt x="320517" y="34923"/>
                </a:lnTo>
                <a:lnTo>
                  <a:pt x="350162" y="34923"/>
                </a:lnTo>
                <a:close/>
                <a:moveTo>
                  <a:pt x="408081" y="0"/>
                </a:moveTo>
                <a:cubicBezTo>
                  <a:pt x="411444" y="0"/>
                  <a:pt x="414290" y="1181"/>
                  <a:pt x="416618" y="3543"/>
                </a:cubicBezTo>
                <a:cubicBezTo>
                  <a:pt x="418946" y="5904"/>
                  <a:pt x="420110" y="8745"/>
                  <a:pt x="420110" y="12068"/>
                </a:cubicBezTo>
                <a:cubicBezTo>
                  <a:pt x="420110" y="15390"/>
                  <a:pt x="418933" y="18220"/>
                  <a:pt x="416579" y="20556"/>
                </a:cubicBezTo>
                <a:cubicBezTo>
                  <a:pt x="414225" y="22891"/>
                  <a:pt x="411392" y="24058"/>
                  <a:pt x="408081" y="24058"/>
                </a:cubicBezTo>
                <a:cubicBezTo>
                  <a:pt x="404770" y="24058"/>
                  <a:pt x="401950" y="22891"/>
                  <a:pt x="399622" y="20556"/>
                </a:cubicBezTo>
                <a:cubicBezTo>
                  <a:pt x="397294" y="18220"/>
                  <a:pt x="396130" y="15390"/>
                  <a:pt x="396130" y="12068"/>
                </a:cubicBezTo>
                <a:cubicBezTo>
                  <a:pt x="396130" y="8745"/>
                  <a:pt x="397294" y="5904"/>
                  <a:pt x="399622" y="3543"/>
                </a:cubicBezTo>
                <a:cubicBezTo>
                  <a:pt x="401950" y="1181"/>
                  <a:pt x="404770" y="0"/>
                  <a:pt x="408081" y="0"/>
                </a:cubicBezTo>
                <a:moveTo>
                  <a:pt x="418946" y="34923"/>
                </a:moveTo>
                <a:lnTo>
                  <a:pt x="418946" y="92506"/>
                </a:lnTo>
                <a:cubicBezTo>
                  <a:pt x="418946" y="97628"/>
                  <a:pt x="419541" y="100901"/>
                  <a:pt x="420731" y="102324"/>
                </a:cubicBezTo>
                <a:cubicBezTo>
                  <a:pt x="421921" y="103746"/>
                  <a:pt x="424249" y="104561"/>
                  <a:pt x="427715" y="104768"/>
                </a:cubicBezTo>
                <a:lnTo>
                  <a:pt x="427715" y="107562"/>
                </a:lnTo>
                <a:lnTo>
                  <a:pt x="388524" y="107562"/>
                </a:lnTo>
                <a:lnTo>
                  <a:pt x="388524" y="104768"/>
                </a:lnTo>
                <a:cubicBezTo>
                  <a:pt x="391732" y="104665"/>
                  <a:pt x="394112" y="103733"/>
                  <a:pt x="395664" y="101974"/>
                </a:cubicBezTo>
                <a:cubicBezTo>
                  <a:pt x="396699" y="100784"/>
                  <a:pt x="397216" y="97628"/>
                  <a:pt x="397216" y="92506"/>
                </a:cubicBezTo>
                <a:lnTo>
                  <a:pt x="397216" y="50133"/>
                </a:lnTo>
                <a:cubicBezTo>
                  <a:pt x="397216" y="44947"/>
                  <a:pt x="396621" y="41633"/>
                  <a:pt x="395431" y="40193"/>
                </a:cubicBezTo>
                <a:cubicBezTo>
                  <a:pt x="394241" y="38752"/>
                  <a:pt x="391939" y="37927"/>
                  <a:pt x="388524" y="37717"/>
                </a:cubicBezTo>
                <a:lnTo>
                  <a:pt x="388524" y="34923"/>
                </a:lnTo>
                <a:lnTo>
                  <a:pt x="418946" y="34923"/>
                </a:lnTo>
                <a:close/>
                <a:moveTo>
                  <a:pt x="496268" y="68604"/>
                </a:moveTo>
                <a:lnTo>
                  <a:pt x="456456" y="68604"/>
                </a:lnTo>
                <a:cubicBezTo>
                  <a:pt x="456922" y="78253"/>
                  <a:pt x="459483" y="85878"/>
                  <a:pt x="464139" y="91481"/>
                </a:cubicBezTo>
                <a:cubicBezTo>
                  <a:pt x="467709" y="95786"/>
                  <a:pt x="472003" y="97939"/>
                  <a:pt x="477022" y="97939"/>
                </a:cubicBezTo>
                <a:cubicBezTo>
                  <a:pt x="480126" y="97939"/>
                  <a:pt x="482946" y="97072"/>
                  <a:pt x="485481" y="95339"/>
                </a:cubicBezTo>
                <a:cubicBezTo>
                  <a:pt x="488016" y="93606"/>
                  <a:pt x="490732" y="90489"/>
                  <a:pt x="493630" y="85987"/>
                </a:cubicBezTo>
                <a:lnTo>
                  <a:pt x="496268" y="87695"/>
                </a:lnTo>
                <a:cubicBezTo>
                  <a:pt x="492336" y="95714"/>
                  <a:pt x="487990" y="101392"/>
                  <a:pt x="483230" y="104729"/>
                </a:cubicBezTo>
                <a:cubicBezTo>
                  <a:pt x="478470" y="108066"/>
                  <a:pt x="472960" y="109735"/>
                  <a:pt x="466700" y="109735"/>
                </a:cubicBezTo>
                <a:cubicBezTo>
                  <a:pt x="455939" y="109735"/>
                  <a:pt x="447790" y="105592"/>
                  <a:pt x="442254" y="97306"/>
                </a:cubicBezTo>
                <a:cubicBezTo>
                  <a:pt x="437805" y="90625"/>
                  <a:pt x="435580" y="82339"/>
                  <a:pt x="435580" y="72448"/>
                </a:cubicBezTo>
                <a:cubicBezTo>
                  <a:pt x="435580" y="60328"/>
                  <a:pt x="438853" y="50682"/>
                  <a:pt x="445397" y="43510"/>
                </a:cubicBezTo>
                <a:cubicBezTo>
                  <a:pt x="451942" y="36337"/>
                  <a:pt x="459612" y="32750"/>
                  <a:pt x="468408" y="32750"/>
                </a:cubicBezTo>
                <a:cubicBezTo>
                  <a:pt x="475754" y="32750"/>
                  <a:pt x="482131" y="35763"/>
                  <a:pt x="487537" y="41791"/>
                </a:cubicBezTo>
                <a:cubicBezTo>
                  <a:pt x="492944" y="47818"/>
                  <a:pt x="495854" y="56756"/>
                  <a:pt x="496268" y="68604"/>
                </a:cubicBezTo>
                <a:moveTo>
                  <a:pt x="477177" y="63482"/>
                </a:moveTo>
                <a:cubicBezTo>
                  <a:pt x="477177" y="55152"/>
                  <a:pt x="476724" y="49435"/>
                  <a:pt x="475819" y="46331"/>
                </a:cubicBezTo>
                <a:cubicBezTo>
                  <a:pt x="474914" y="43227"/>
                  <a:pt x="473504" y="40873"/>
                  <a:pt x="471589" y="39269"/>
                </a:cubicBezTo>
                <a:cubicBezTo>
                  <a:pt x="470503" y="38337"/>
                  <a:pt x="469054" y="37872"/>
                  <a:pt x="467243" y="37872"/>
                </a:cubicBezTo>
                <a:cubicBezTo>
                  <a:pt x="464553" y="37872"/>
                  <a:pt x="462354" y="39191"/>
                  <a:pt x="460647" y="41830"/>
                </a:cubicBezTo>
                <a:cubicBezTo>
                  <a:pt x="457594" y="46434"/>
                  <a:pt x="456068" y="52746"/>
                  <a:pt x="456068" y="60766"/>
                </a:cubicBezTo>
                <a:lnTo>
                  <a:pt x="456068" y="63482"/>
                </a:lnTo>
                <a:lnTo>
                  <a:pt x="477177" y="63482"/>
                </a:lnTo>
                <a:close/>
                <a:moveTo>
                  <a:pt x="551238" y="33060"/>
                </a:moveTo>
                <a:lnTo>
                  <a:pt x="552402" y="57894"/>
                </a:lnTo>
                <a:lnTo>
                  <a:pt x="549764" y="57894"/>
                </a:lnTo>
                <a:cubicBezTo>
                  <a:pt x="546608" y="50488"/>
                  <a:pt x="543336" y="45429"/>
                  <a:pt x="539947" y="42717"/>
                </a:cubicBezTo>
                <a:cubicBezTo>
                  <a:pt x="536558" y="40004"/>
                  <a:pt x="533182" y="38648"/>
                  <a:pt x="529819" y="38648"/>
                </a:cubicBezTo>
                <a:cubicBezTo>
                  <a:pt x="527698" y="38648"/>
                  <a:pt x="525887" y="39359"/>
                  <a:pt x="524387" y="40782"/>
                </a:cubicBezTo>
                <a:cubicBezTo>
                  <a:pt x="522886" y="42205"/>
                  <a:pt x="522136" y="43847"/>
                  <a:pt x="522136" y="45710"/>
                </a:cubicBezTo>
                <a:cubicBezTo>
                  <a:pt x="522136" y="47107"/>
                  <a:pt x="522654" y="48452"/>
                  <a:pt x="523688" y="49745"/>
                </a:cubicBezTo>
                <a:cubicBezTo>
                  <a:pt x="525344" y="51867"/>
                  <a:pt x="529974" y="55501"/>
                  <a:pt x="537580" y="60649"/>
                </a:cubicBezTo>
                <a:cubicBezTo>
                  <a:pt x="545185" y="65797"/>
                  <a:pt x="550191" y="70169"/>
                  <a:pt x="552597" y="73765"/>
                </a:cubicBezTo>
                <a:cubicBezTo>
                  <a:pt x="555002" y="77360"/>
                  <a:pt x="556205" y="81383"/>
                  <a:pt x="556205" y="85832"/>
                </a:cubicBezTo>
                <a:cubicBezTo>
                  <a:pt x="556205" y="89868"/>
                  <a:pt x="555196" y="93826"/>
                  <a:pt x="553179" y="97706"/>
                </a:cubicBezTo>
                <a:cubicBezTo>
                  <a:pt x="551161" y="101586"/>
                  <a:pt x="548315" y="104561"/>
                  <a:pt x="544642" y="106631"/>
                </a:cubicBezTo>
                <a:cubicBezTo>
                  <a:pt x="540969" y="108700"/>
                  <a:pt x="536907" y="109735"/>
                  <a:pt x="532458" y="109735"/>
                </a:cubicBezTo>
                <a:cubicBezTo>
                  <a:pt x="528991" y="109735"/>
                  <a:pt x="524361" y="108628"/>
                  <a:pt x="518566" y="106415"/>
                </a:cubicBezTo>
                <a:cubicBezTo>
                  <a:pt x="517014" y="105834"/>
                  <a:pt x="515954" y="105544"/>
                  <a:pt x="515384" y="105544"/>
                </a:cubicBezTo>
                <a:cubicBezTo>
                  <a:pt x="513677" y="105544"/>
                  <a:pt x="512254" y="106838"/>
                  <a:pt x="511116" y="109425"/>
                </a:cubicBezTo>
                <a:lnTo>
                  <a:pt x="508555" y="109425"/>
                </a:lnTo>
                <a:lnTo>
                  <a:pt x="507313" y="83349"/>
                </a:lnTo>
                <a:lnTo>
                  <a:pt x="509952" y="83349"/>
                </a:lnTo>
                <a:cubicBezTo>
                  <a:pt x="512280" y="90178"/>
                  <a:pt x="515475" y="95300"/>
                  <a:pt x="519536" y="98715"/>
                </a:cubicBezTo>
                <a:cubicBezTo>
                  <a:pt x="523598" y="102130"/>
                  <a:pt x="527439" y="103837"/>
                  <a:pt x="531061" y="103837"/>
                </a:cubicBezTo>
                <a:cubicBezTo>
                  <a:pt x="533544" y="103837"/>
                  <a:pt x="535575" y="103074"/>
                  <a:pt x="537153" y="101547"/>
                </a:cubicBezTo>
                <a:cubicBezTo>
                  <a:pt x="538731" y="100021"/>
                  <a:pt x="539520" y="98172"/>
                  <a:pt x="539520" y="95999"/>
                </a:cubicBezTo>
                <a:cubicBezTo>
                  <a:pt x="539520" y="93515"/>
                  <a:pt x="538744" y="91368"/>
                  <a:pt x="537192" y="89557"/>
                </a:cubicBezTo>
                <a:cubicBezTo>
                  <a:pt x="535640" y="87747"/>
                  <a:pt x="532173" y="85004"/>
                  <a:pt x="526793" y="81331"/>
                </a:cubicBezTo>
                <a:cubicBezTo>
                  <a:pt x="518877" y="75847"/>
                  <a:pt x="513755" y="71656"/>
                  <a:pt x="511427" y="68759"/>
                </a:cubicBezTo>
                <a:cubicBezTo>
                  <a:pt x="508012" y="64516"/>
                  <a:pt x="506305" y="59834"/>
                  <a:pt x="506305" y="54712"/>
                </a:cubicBezTo>
                <a:cubicBezTo>
                  <a:pt x="506305" y="49125"/>
                  <a:pt x="508232" y="44067"/>
                  <a:pt x="512086" y="39540"/>
                </a:cubicBezTo>
                <a:cubicBezTo>
                  <a:pt x="515941" y="35013"/>
                  <a:pt x="521515" y="32750"/>
                  <a:pt x="528810" y="32750"/>
                </a:cubicBezTo>
                <a:cubicBezTo>
                  <a:pt x="532742" y="32750"/>
                  <a:pt x="536545" y="33744"/>
                  <a:pt x="540218" y="35733"/>
                </a:cubicBezTo>
                <a:cubicBezTo>
                  <a:pt x="541615" y="36538"/>
                  <a:pt x="542753" y="36940"/>
                  <a:pt x="543633" y="36940"/>
                </a:cubicBezTo>
                <a:cubicBezTo>
                  <a:pt x="544564" y="36940"/>
                  <a:pt x="545314" y="36746"/>
                  <a:pt x="545884" y="36358"/>
                </a:cubicBezTo>
                <a:cubicBezTo>
                  <a:pt x="546453" y="35970"/>
                  <a:pt x="547358" y="34871"/>
                  <a:pt x="548600" y="33060"/>
                </a:cubicBezTo>
                <a:lnTo>
                  <a:pt x="551238" y="33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C261D-426C-424B-8990-9A19783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117" y="640995"/>
            <a:ext cx="363887" cy="937729"/>
          </a:xfrm>
          <a:custGeom xmlns:a="http://schemas.openxmlformats.org/drawingml/2006/main">
            <a:pathLst>
              <a:path w="363887" h="937729" fill="none">
                <a:moveTo>
                  <a:pt x="0" y="0"/>
                </a:moveTo>
                <a:lnTo>
                  <a:pt x="173242" y="0"/>
                </a:lnTo>
                <a:lnTo>
                  <a:pt x="173242" y="937729"/>
                </a:lnTo>
                <a:lnTo>
                  <a:pt x="363887" y="937729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B2C34-D2A6-425A-AF1A-D9DF4C2F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10" y="1546936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C917E-814E-416E-8140-D48BFA94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10" y="1546936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787"/>
                </a:moveTo>
                <a:lnTo>
                  <a:pt x="0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f81d2f96144e7"/>
          <a:stretch xmlns:a="http://schemas.openxmlformats.org/drawingml/2006/main"/>
        </p:blipFill>
        <p:spPr>
          <a:xfrm xmlns:a="http://schemas.openxmlformats.org/drawingml/2006/main">
            <a:off x="4944527" y="311199"/>
            <a:ext cx="659589" cy="659589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703B6-FEFA-4A26-B103-8316F2D9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092" y="1578724"/>
            <a:ext cx="584174" cy="971901"/>
          </a:xfrm>
          <a:custGeom xmlns:a="http://schemas.openxmlformats.org/drawingml/2006/main">
            <a:pathLst>
              <a:path w="584174" h="971901" fill="none">
                <a:moveTo>
                  <a:pt x="0" y="0"/>
                </a:moveTo>
                <a:lnTo>
                  <a:pt x="324629" y="0"/>
                </a:lnTo>
                <a:lnTo>
                  <a:pt x="324629" y="971901"/>
                </a:lnTo>
                <a:lnTo>
                  <a:pt x="584174" y="971583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66AD0-4400-45AA-B615-D9FDACD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71" y="2518519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708"/>
                </a:moveTo>
                <a:lnTo>
                  <a:pt x="79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081EA-E36A-4F0D-B841-3A3FF1C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71" y="2518519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708"/>
                </a:moveTo>
                <a:lnTo>
                  <a:pt x="79" y="63575"/>
                </a:lnTo>
                <a:lnTo>
                  <a:pt x="15894" y="31787"/>
                </a:lnTo>
                <a:lnTo>
                  <a:pt x="0" y="0"/>
                </a:lnTo>
                <a:lnTo>
                  <a:pt x="63575" y="31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2E464-1EBB-4CDF-872C-DFFE46F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486" y="1280717"/>
            <a:ext cx="830606" cy="596014"/>
          </a:xfrm>
          <a:custGeom xmlns:a="http://schemas.openxmlformats.org/drawingml/2006/main">
            <a:pathLst>
              <a:path w="830606" h="596014" fill="none">
                <a:moveTo>
                  <a:pt x="0" y="0"/>
                </a:moveTo>
                <a:lnTo>
                  <a:pt x="830606" y="0"/>
                </a:lnTo>
                <a:lnTo>
                  <a:pt x="830606" y="596014"/>
                </a:lnTo>
                <a:lnTo>
                  <a:pt x="0" y="5960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C50E8-6DBF-4745-98C3-1B58A044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87" y="1320451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498" y="0"/>
                </a:lnTo>
                <a:cubicBezTo>
                  <a:pt x="288924" y="0"/>
                  <a:pt x="293182" y="847"/>
                  <a:pt x="297271" y="2540"/>
                </a:cubicBezTo>
                <a:cubicBezTo>
                  <a:pt x="301359" y="4233"/>
                  <a:pt x="304968" y="6645"/>
                  <a:pt x="308099" y="9775"/>
                </a:cubicBezTo>
                <a:cubicBezTo>
                  <a:pt x="311227" y="12904"/>
                  <a:pt x="313639" y="16514"/>
                  <a:pt x="315331" y="20602"/>
                </a:cubicBezTo>
                <a:cubicBezTo>
                  <a:pt x="317026" y="24691"/>
                  <a:pt x="317874" y="28950"/>
                  <a:pt x="317875" y="33377"/>
                </a:cubicBezTo>
                <a:lnTo>
                  <a:pt x="317875" y="189135"/>
                </a:lnTo>
                <a:cubicBezTo>
                  <a:pt x="317874" y="193560"/>
                  <a:pt x="317026" y="197818"/>
                  <a:pt x="315332" y="201907"/>
                </a:cubicBezTo>
                <a:cubicBezTo>
                  <a:pt x="313639" y="205995"/>
                  <a:pt x="311227" y="209606"/>
                  <a:pt x="308099" y="212736"/>
                </a:cubicBezTo>
                <a:cubicBezTo>
                  <a:pt x="304968" y="215864"/>
                  <a:pt x="301359" y="218276"/>
                  <a:pt x="297271" y="219971"/>
                </a:cubicBezTo>
                <a:cubicBezTo>
                  <a:pt x="293182" y="221665"/>
                  <a:pt x="288924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1" y="221665"/>
                  <a:pt x="20602" y="219971"/>
                </a:cubicBezTo>
                <a:cubicBezTo>
                  <a:pt x="16514" y="218276"/>
                  <a:pt x="12903" y="215864"/>
                  <a:pt x="9775" y="212736"/>
                </a:cubicBezTo>
                <a:cubicBezTo>
                  <a:pt x="6644" y="209606"/>
                  <a:pt x="4233" y="205995"/>
                  <a:pt x="2539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6" y="12904"/>
                  <a:pt x="9776" y="9775"/>
                </a:cubicBezTo>
                <a:cubicBezTo>
                  <a:pt x="12905" y="6645"/>
                  <a:pt x="16514" y="4233"/>
                  <a:pt x="20603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98A6F-8702-410F-8D5B-08DCFA2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87" y="1320451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4" y="0"/>
                  <a:pt x="293182" y="847"/>
                  <a:pt x="297271" y="2540"/>
                </a:cubicBezTo>
                <a:cubicBezTo>
                  <a:pt x="301359" y="4233"/>
                  <a:pt x="304968" y="6645"/>
                  <a:pt x="308099" y="9775"/>
                </a:cubicBezTo>
                <a:cubicBezTo>
                  <a:pt x="311227" y="12904"/>
                  <a:pt x="313639" y="16514"/>
                  <a:pt x="315331" y="20602"/>
                </a:cubicBezTo>
                <a:cubicBezTo>
                  <a:pt x="317026" y="24691"/>
                  <a:pt x="317874" y="28950"/>
                  <a:pt x="317875" y="33377"/>
                </a:cubicBezTo>
                <a:lnTo>
                  <a:pt x="317875" y="189135"/>
                </a:lnTo>
                <a:cubicBezTo>
                  <a:pt x="317874" y="193560"/>
                  <a:pt x="317026" y="197818"/>
                  <a:pt x="315332" y="201907"/>
                </a:cubicBezTo>
                <a:cubicBezTo>
                  <a:pt x="313639" y="205995"/>
                  <a:pt x="311227" y="209606"/>
                  <a:pt x="308099" y="212736"/>
                </a:cubicBezTo>
                <a:cubicBezTo>
                  <a:pt x="304968" y="215864"/>
                  <a:pt x="301359" y="218276"/>
                  <a:pt x="297271" y="219971"/>
                </a:cubicBezTo>
                <a:cubicBezTo>
                  <a:pt x="293182" y="221665"/>
                  <a:pt x="288924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1" y="221665"/>
                  <a:pt x="20602" y="219971"/>
                </a:cubicBezTo>
                <a:cubicBezTo>
                  <a:pt x="16514" y="218276"/>
                  <a:pt x="12903" y="215864"/>
                  <a:pt x="9775" y="212736"/>
                </a:cubicBezTo>
                <a:cubicBezTo>
                  <a:pt x="6644" y="209606"/>
                  <a:pt x="4233" y="205995"/>
                  <a:pt x="2539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6" y="12904"/>
                  <a:pt x="9776" y="9775"/>
                </a:cubicBezTo>
                <a:cubicBezTo>
                  <a:pt x="12905" y="6645"/>
                  <a:pt x="16514" y="4233"/>
                  <a:pt x="20603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666666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1FAE7-295B-4AF9-A1C0-5D29519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538" y="1380082"/>
            <a:ext cx="79533" cy="146212"/>
          </a:xfrm>
          <a:custGeom xmlns:a="http://schemas.openxmlformats.org/drawingml/2006/main">
            <a:pathLst>
              <a:path w="79533" h="146212">
                <a:moveTo>
                  <a:pt x="10122" y="139303"/>
                </a:moveTo>
                <a:cubicBezTo>
                  <a:pt x="10337" y="139303"/>
                  <a:pt x="10658" y="139410"/>
                  <a:pt x="11086" y="139625"/>
                </a:cubicBezTo>
                <a:cubicBezTo>
                  <a:pt x="11515" y="139839"/>
                  <a:pt x="12104" y="140000"/>
                  <a:pt x="12854" y="140107"/>
                </a:cubicBezTo>
                <a:cubicBezTo>
                  <a:pt x="13604" y="140214"/>
                  <a:pt x="14246" y="140267"/>
                  <a:pt x="14782" y="140267"/>
                </a:cubicBezTo>
                <a:cubicBezTo>
                  <a:pt x="16174" y="140267"/>
                  <a:pt x="17460" y="139571"/>
                  <a:pt x="18638" y="138179"/>
                </a:cubicBezTo>
                <a:cubicBezTo>
                  <a:pt x="19816" y="136786"/>
                  <a:pt x="20673" y="135233"/>
                  <a:pt x="21209" y="133519"/>
                </a:cubicBezTo>
                <a:cubicBezTo>
                  <a:pt x="22280" y="130627"/>
                  <a:pt x="24101" y="122433"/>
                  <a:pt x="26672" y="108936"/>
                </a:cubicBezTo>
                <a:cubicBezTo>
                  <a:pt x="29242" y="95440"/>
                  <a:pt x="31706" y="82586"/>
                  <a:pt x="34063" y="70375"/>
                </a:cubicBezTo>
                <a:cubicBezTo>
                  <a:pt x="36419" y="58164"/>
                  <a:pt x="37597" y="52004"/>
                  <a:pt x="37597" y="51897"/>
                </a:cubicBezTo>
                <a:lnTo>
                  <a:pt x="37597" y="51415"/>
                </a:lnTo>
                <a:lnTo>
                  <a:pt x="30046" y="51415"/>
                </a:lnTo>
                <a:cubicBezTo>
                  <a:pt x="25011" y="51415"/>
                  <a:pt x="22334" y="51308"/>
                  <a:pt x="22012" y="51094"/>
                </a:cubicBezTo>
                <a:cubicBezTo>
                  <a:pt x="21584" y="50773"/>
                  <a:pt x="21369" y="50237"/>
                  <a:pt x="21369" y="49487"/>
                </a:cubicBezTo>
                <a:lnTo>
                  <a:pt x="22494" y="44988"/>
                </a:lnTo>
                <a:cubicBezTo>
                  <a:pt x="22708" y="44453"/>
                  <a:pt x="23137" y="44185"/>
                  <a:pt x="23780" y="44185"/>
                </a:cubicBezTo>
                <a:cubicBezTo>
                  <a:pt x="24422" y="44185"/>
                  <a:pt x="26939" y="44131"/>
                  <a:pt x="31331" y="44024"/>
                </a:cubicBezTo>
                <a:cubicBezTo>
                  <a:pt x="36473" y="44024"/>
                  <a:pt x="39043" y="43971"/>
                  <a:pt x="39043" y="43864"/>
                </a:cubicBezTo>
                <a:cubicBezTo>
                  <a:pt x="39043" y="43649"/>
                  <a:pt x="39526" y="40972"/>
                  <a:pt x="40490" y="35830"/>
                </a:cubicBezTo>
                <a:cubicBezTo>
                  <a:pt x="41454" y="30689"/>
                  <a:pt x="42096" y="27582"/>
                  <a:pt x="42418" y="26511"/>
                </a:cubicBezTo>
                <a:cubicBezTo>
                  <a:pt x="46381" y="8837"/>
                  <a:pt x="54200" y="0"/>
                  <a:pt x="65876" y="0"/>
                </a:cubicBezTo>
                <a:cubicBezTo>
                  <a:pt x="69839" y="214"/>
                  <a:pt x="73106" y="1393"/>
                  <a:pt x="75677" y="3535"/>
                </a:cubicBezTo>
                <a:cubicBezTo>
                  <a:pt x="78248" y="5677"/>
                  <a:pt x="79533" y="8516"/>
                  <a:pt x="79533" y="12050"/>
                </a:cubicBezTo>
                <a:cubicBezTo>
                  <a:pt x="79533" y="15907"/>
                  <a:pt x="78408" y="18692"/>
                  <a:pt x="76159" y="20405"/>
                </a:cubicBezTo>
                <a:cubicBezTo>
                  <a:pt x="73909" y="22119"/>
                  <a:pt x="71660" y="23030"/>
                  <a:pt x="69411" y="23137"/>
                </a:cubicBezTo>
                <a:cubicBezTo>
                  <a:pt x="64698" y="23137"/>
                  <a:pt x="62341" y="20887"/>
                  <a:pt x="62341" y="16389"/>
                </a:cubicBezTo>
                <a:cubicBezTo>
                  <a:pt x="62341" y="14353"/>
                  <a:pt x="62930" y="12586"/>
                  <a:pt x="64108" y="11086"/>
                </a:cubicBezTo>
                <a:cubicBezTo>
                  <a:pt x="65287" y="9587"/>
                  <a:pt x="66572" y="8462"/>
                  <a:pt x="67965" y="7712"/>
                </a:cubicBezTo>
                <a:lnTo>
                  <a:pt x="69411" y="6909"/>
                </a:lnTo>
                <a:cubicBezTo>
                  <a:pt x="67697" y="6266"/>
                  <a:pt x="66090" y="5945"/>
                  <a:pt x="64590" y="5945"/>
                </a:cubicBezTo>
                <a:cubicBezTo>
                  <a:pt x="63305" y="5945"/>
                  <a:pt x="62073" y="6480"/>
                  <a:pt x="60895" y="7552"/>
                </a:cubicBezTo>
                <a:cubicBezTo>
                  <a:pt x="59717" y="8623"/>
                  <a:pt x="58913" y="10122"/>
                  <a:pt x="58485" y="12050"/>
                </a:cubicBezTo>
                <a:cubicBezTo>
                  <a:pt x="57735" y="15157"/>
                  <a:pt x="56878" y="19334"/>
                  <a:pt x="55914" y="24583"/>
                </a:cubicBezTo>
                <a:cubicBezTo>
                  <a:pt x="54950" y="29832"/>
                  <a:pt x="54093" y="34277"/>
                  <a:pt x="53343" y="37919"/>
                </a:cubicBezTo>
                <a:cubicBezTo>
                  <a:pt x="52594" y="41561"/>
                  <a:pt x="52219" y="43489"/>
                  <a:pt x="52219" y="43703"/>
                </a:cubicBezTo>
                <a:cubicBezTo>
                  <a:pt x="52219" y="43917"/>
                  <a:pt x="55164" y="44024"/>
                  <a:pt x="61056" y="44024"/>
                </a:cubicBezTo>
                <a:cubicBezTo>
                  <a:pt x="65876" y="44024"/>
                  <a:pt x="68661" y="44078"/>
                  <a:pt x="69411" y="44185"/>
                </a:cubicBezTo>
                <a:cubicBezTo>
                  <a:pt x="70160" y="44292"/>
                  <a:pt x="70750" y="44613"/>
                  <a:pt x="71178" y="45149"/>
                </a:cubicBezTo>
                <a:cubicBezTo>
                  <a:pt x="71285" y="45578"/>
                  <a:pt x="71178" y="46488"/>
                  <a:pt x="70857" y="47880"/>
                </a:cubicBezTo>
                <a:cubicBezTo>
                  <a:pt x="70535" y="49273"/>
                  <a:pt x="70268" y="50130"/>
                  <a:pt x="70053" y="50451"/>
                </a:cubicBezTo>
                <a:cubicBezTo>
                  <a:pt x="69839" y="50987"/>
                  <a:pt x="69357" y="51255"/>
                  <a:pt x="68607" y="51255"/>
                </a:cubicBezTo>
                <a:cubicBezTo>
                  <a:pt x="67857" y="51255"/>
                  <a:pt x="64965" y="51308"/>
                  <a:pt x="59931" y="51415"/>
                </a:cubicBezTo>
                <a:lnTo>
                  <a:pt x="50933" y="51415"/>
                </a:lnTo>
                <a:lnTo>
                  <a:pt x="47238" y="71017"/>
                </a:lnTo>
                <a:cubicBezTo>
                  <a:pt x="42096" y="97582"/>
                  <a:pt x="38508" y="114185"/>
                  <a:pt x="36473" y="120826"/>
                </a:cubicBezTo>
                <a:cubicBezTo>
                  <a:pt x="33581" y="129931"/>
                  <a:pt x="29832" y="136679"/>
                  <a:pt x="25226" y="141071"/>
                </a:cubicBezTo>
                <a:cubicBezTo>
                  <a:pt x="21262" y="144498"/>
                  <a:pt x="17353" y="146212"/>
                  <a:pt x="13497" y="146212"/>
                </a:cubicBezTo>
                <a:cubicBezTo>
                  <a:pt x="10069" y="146212"/>
                  <a:pt x="6962" y="145195"/>
                  <a:pt x="4177" y="143159"/>
                </a:cubicBezTo>
                <a:cubicBezTo>
                  <a:pt x="1392" y="141124"/>
                  <a:pt x="0" y="138232"/>
                  <a:pt x="0" y="134483"/>
                </a:cubicBezTo>
                <a:cubicBezTo>
                  <a:pt x="0" y="130520"/>
                  <a:pt x="1125" y="127628"/>
                  <a:pt x="3374" y="125807"/>
                </a:cubicBezTo>
                <a:cubicBezTo>
                  <a:pt x="5624" y="123986"/>
                  <a:pt x="7873" y="123075"/>
                  <a:pt x="10122" y="123075"/>
                </a:cubicBezTo>
                <a:cubicBezTo>
                  <a:pt x="14835" y="123075"/>
                  <a:pt x="17192" y="125325"/>
                  <a:pt x="17192" y="129824"/>
                </a:cubicBezTo>
                <a:cubicBezTo>
                  <a:pt x="17192" y="131859"/>
                  <a:pt x="16603" y="133626"/>
                  <a:pt x="15425" y="135126"/>
                </a:cubicBezTo>
                <a:cubicBezTo>
                  <a:pt x="14246" y="136625"/>
                  <a:pt x="12961" y="137750"/>
                  <a:pt x="11568" y="138500"/>
                </a:cubicBezTo>
                <a:lnTo>
                  <a:pt x="10122" y="13930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E2448-FD74-4B59-909E-6DC2502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538" y="1380082"/>
            <a:ext cx="79533" cy="146212"/>
          </a:xfrm>
          <a:custGeom xmlns:a="http://schemas.openxmlformats.org/drawingml/2006/main">
            <a:pathLst>
              <a:path w="79533" h="146212" fill="none">
                <a:moveTo>
                  <a:pt x="10122" y="139303"/>
                </a:moveTo>
                <a:cubicBezTo>
                  <a:pt x="10337" y="139303"/>
                  <a:pt x="10658" y="139410"/>
                  <a:pt x="11086" y="139625"/>
                </a:cubicBezTo>
                <a:cubicBezTo>
                  <a:pt x="11515" y="139839"/>
                  <a:pt x="12104" y="140000"/>
                  <a:pt x="12854" y="140107"/>
                </a:cubicBezTo>
                <a:cubicBezTo>
                  <a:pt x="13604" y="140214"/>
                  <a:pt x="14246" y="140267"/>
                  <a:pt x="14782" y="140267"/>
                </a:cubicBezTo>
                <a:cubicBezTo>
                  <a:pt x="16174" y="140267"/>
                  <a:pt x="17460" y="139571"/>
                  <a:pt x="18638" y="138179"/>
                </a:cubicBezTo>
                <a:cubicBezTo>
                  <a:pt x="19816" y="136786"/>
                  <a:pt x="20673" y="135233"/>
                  <a:pt x="21209" y="133519"/>
                </a:cubicBezTo>
                <a:cubicBezTo>
                  <a:pt x="22280" y="130627"/>
                  <a:pt x="24101" y="122433"/>
                  <a:pt x="26672" y="108936"/>
                </a:cubicBezTo>
                <a:cubicBezTo>
                  <a:pt x="29242" y="95440"/>
                  <a:pt x="31706" y="82586"/>
                  <a:pt x="34063" y="70375"/>
                </a:cubicBezTo>
                <a:cubicBezTo>
                  <a:pt x="36419" y="58164"/>
                  <a:pt x="37597" y="52004"/>
                  <a:pt x="37597" y="51897"/>
                </a:cubicBezTo>
                <a:lnTo>
                  <a:pt x="37597" y="51415"/>
                </a:lnTo>
                <a:lnTo>
                  <a:pt x="30046" y="51415"/>
                </a:lnTo>
                <a:cubicBezTo>
                  <a:pt x="25011" y="51415"/>
                  <a:pt x="22334" y="51308"/>
                  <a:pt x="22012" y="51094"/>
                </a:cubicBezTo>
                <a:cubicBezTo>
                  <a:pt x="21584" y="50773"/>
                  <a:pt x="21369" y="50237"/>
                  <a:pt x="21369" y="49487"/>
                </a:cubicBezTo>
                <a:lnTo>
                  <a:pt x="22494" y="44988"/>
                </a:lnTo>
                <a:cubicBezTo>
                  <a:pt x="22708" y="44453"/>
                  <a:pt x="23137" y="44185"/>
                  <a:pt x="23780" y="44185"/>
                </a:cubicBezTo>
                <a:cubicBezTo>
                  <a:pt x="24422" y="44185"/>
                  <a:pt x="26939" y="44131"/>
                  <a:pt x="31331" y="44024"/>
                </a:cubicBezTo>
                <a:cubicBezTo>
                  <a:pt x="36473" y="44024"/>
                  <a:pt x="39043" y="43971"/>
                  <a:pt x="39043" y="43864"/>
                </a:cubicBezTo>
                <a:cubicBezTo>
                  <a:pt x="39043" y="43649"/>
                  <a:pt x="39526" y="40972"/>
                  <a:pt x="40490" y="35830"/>
                </a:cubicBezTo>
                <a:cubicBezTo>
                  <a:pt x="41454" y="30689"/>
                  <a:pt x="42096" y="27582"/>
                  <a:pt x="42418" y="26511"/>
                </a:cubicBezTo>
                <a:cubicBezTo>
                  <a:pt x="46381" y="8837"/>
                  <a:pt x="54200" y="0"/>
                  <a:pt x="65876" y="0"/>
                </a:cubicBezTo>
                <a:cubicBezTo>
                  <a:pt x="69839" y="214"/>
                  <a:pt x="73106" y="1393"/>
                  <a:pt x="75677" y="3535"/>
                </a:cubicBezTo>
                <a:cubicBezTo>
                  <a:pt x="78248" y="5677"/>
                  <a:pt x="79533" y="8516"/>
                  <a:pt x="79533" y="12050"/>
                </a:cubicBezTo>
                <a:cubicBezTo>
                  <a:pt x="79533" y="15907"/>
                  <a:pt x="78408" y="18692"/>
                  <a:pt x="76159" y="20405"/>
                </a:cubicBezTo>
                <a:cubicBezTo>
                  <a:pt x="73909" y="22119"/>
                  <a:pt x="71660" y="23030"/>
                  <a:pt x="69411" y="23137"/>
                </a:cubicBezTo>
                <a:cubicBezTo>
                  <a:pt x="64698" y="23137"/>
                  <a:pt x="62341" y="20887"/>
                  <a:pt x="62341" y="16389"/>
                </a:cubicBezTo>
                <a:cubicBezTo>
                  <a:pt x="62341" y="14353"/>
                  <a:pt x="62930" y="12586"/>
                  <a:pt x="64108" y="11086"/>
                </a:cubicBezTo>
                <a:cubicBezTo>
                  <a:pt x="65287" y="9587"/>
                  <a:pt x="66572" y="8462"/>
                  <a:pt x="67965" y="7712"/>
                </a:cubicBezTo>
                <a:lnTo>
                  <a:pt x="69411" y="6909"/>
                </a:lnTo>
                <a:cubicBezTo>
                  <a:pt x="67697" y="6266"/>
                  <a:pt x="66090" y="5945"/>
                  <a:pt x="64590" y="5945"/>
                </a:cubicBezTo>
                <a:cubicBezTo>
                  <a:pt x="63305" y="5945"/>
                  <a:pt x="62073" y="6480"/>
                  <a:pt x="60895" y="7552"/>
                </a:cubicBezTo>
                <a:cubicBezTo>
                  <a:pt x="59717" y="8623"/>
                  <a:pt x="58913" y="10122"/>
                  <a:pt x="58485" y="12050"/>
                </a:cubicBezTo>
                <a:cubicBezTo>
                  <a:pt x="57735" y="15157"/>
                  <a:pt x="56878" y="19334"/>
                  <a:pt x="55914" y="24583"/>
                </a:cubicBezTo>
                <a:cubicBezTo>
                  <a:pt x="54950" y="29832"/>
                  <a:pt x="54093" y="34277"/>
                  <a:pt x="53343" y="37919"/>
                </a:cubicBezTo>
                <a:cubicBezTo>
                  <a:pt x="52594" y="41561"/>
                  <a:pt x="52219" y="43489"/>
                  <a:pt x="52219" y="43703"/>
                </a:cubicBezTo>
                <a:cubicBezTo>
                  <a:pt x="52219" y="43917"/>
                  <a:pt x="55164" y="44024"/>
                  <a:pt x="61056" y="44024"/>
                </a:cubicBezTo>
                <a:cubicBezTo>
                  <a:pt x="65876" y="44024"/>
                  <a:pt x="68661" y="44078"/>
                  <a:pt x="69411" y="44185"/>
                </a:cubicBezTo>
                <a:cubicBezTo>
                  <a:pt x="70160" y="44292"/>
                  <a:pt x="70750" y="44613"/>
                  <a:pt x="71178" y="45149"/>
                </a:cubicBezTo>
                <a:cubicBezTo>
                  <a:pt x="71285" y="45578"/>
                  <a:pt x="71178" y="46488"/>
                  <a:pt x="70857" y="47880"/>
                </a:cubicBezTo>
                <a:cubicBezTo>
                  <a:pt x="70535" y="49273"/>
                  <a:pt x="70268" y="50130"/>
                  <a:pt x="70053" y="50451"/>
                </a:cubicBezTo>
                <a:cubicBezTo>
                  <a:pt x="69839" y="50987"/>
                  <a:pt x="69357" y="51255"/>
                  <a:pt x="68607" y="51255"/>
                </a:cubicBezTo>
                <a:cubicBezTo>
                  <a:pt x="67857" y="51255"/>
                  <a:pt x="64965" y="51308"/>
                  <a:pt x="59931" y="51415"/>
                </a:cubicBezTo>
                <a:lnTo>
                  <a:pt x="50933" y="51415"/>
                </a:lnTo>
                <a:lnTo>
                  <a:pt x="47238" y="71017"/>
                </a:lnTo>
                <a:cubicBezTo>
                  <a:pt x="42096" y="97582"/>
                  <a:pt x="38508" y="114185"/>
                  <a:pt x="36473" y="120826"/>
                </a:cubicBezTo>
                <a:cubicBezTo>
                  <a:pt x="33581" y="129931"/>
                  <a:pt x="29832" y="136679"/>
                  <a:pt x="25226" y="141071"/>
                </a:cubicBezTo>
                <a:cubicBezTo>
                  <a:pt x="21262" y="144498"/>
                  <a:pt x="17353" y="146212"/>
                  <a:pt x="13497" y="146212"/>
                </a:cubicBezTo>
                <a:cubicBezTo>
                  <a:pt x="10069" y="146212"/>
                  <a:pt x="6962" y="145195"/>
                  <a:pt x="4177" y="143159"/>
                </a:cubicBezTo>
                <a:cubicBezTo>
                  <a:pt x="1392" y="141124"/>
                  <a:pt x="0" y="138232"/>
                  <a:pt x="0" y="134483"/>
                </a:cubicBezTo>
                <a:cubicBezTo>
                  <a:pt x="0" y="130520"/>
                  <a:pt x="1125" y="127628"/>
                  <a:pt x="3374" y="125807"/>
                </a:cubicBezTo>
                <a:cubicBezTo>
                  <a:pt x="5624" y="123986"/>
                  <a:pt x="7873" y="123075"/>
                  <a:pt x="10122" y="123075"/>
                </a:cubicBezTo>
                <a:cubicBezTo>
                  <a:pt x="14835" y="123075"/>
                  <a:pt x="17192" y="125325"/>
                  <a:pt x="17192" y="129824"/>
                </a:cubicBezTo>
                <a:cubicBezTo>
                  <a:pt x="17192" y="131859"/>
                  <a:pt x="16603" y="133626"/>
                  <a:pt x="15425" y="135126"/>
                </a:cubicBezTo>
                <a:cubicBezTo>
                  <a:pt x="14246" y="136625"/>
                  <a:pt x="12961" y="137750"/>
                  <a:pt x="11568" y="138500"/>
                </a:cubicBezTo>
                <a:lnTo>
                  <a:pt x="10122" y="1393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333333">
                <a:alpha val="4200"/>
              </a:srgbClr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39606-B498-47F8-BD10-11BC83E5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161" y="1441803"/>
            <a:ext cx="39077" cy="75655"/>
          </a:xfrm>
          <a:custGeom xmlns:a="http://schemas.openxmlformats.org/drawingml/2006/main">
            <a:pathLst>
              <a:path w="39077" h="75655">
                <a:moveTo>
                  <a:pt x="14767" y="9996"/>
                </a:moveTo>
                <a:lnTo>
                  <a:pt x="13291" y="10564"/>
                </a:lnTo>
                <a:cubicBezTo>
                  <a:pt x="12230" y="10943"/>
                  <a:pt x="10716" y="11322"/>
                  <a:pt x="8747" y="11700"/>
                </a:cubicBezTo>
                <a:cubicBezTo>
                  <a:pt x="6778" y="12079"/>
                  <a:pt x="4582" y="12344"/>
                  <a:pt x="2158" y="12496"/>
                </a:cubicBezTo>
                <a:lnTo>
                  <a:pt x="0" y="12496"/>
                </a:lnTo>
                <a:lnTo>
                  <a:pt x="0" y="7270"/>
                </a:lnTo>
                <a:lnTo>
                  <a:pt x="2158" y="7270"/>
                </a:lnTo>
                <a:cubicBezTo>
                  <a:pt x="5718" y="7119"/>
                  <a:pt x="9012" y="6551"/>
                  <a:pt x="12041" y="5566"/>
                </a:cubicBezTo>
                <a:cubicBezTo>
                  <a:pt x="15070" y="4582"/>
                  <a:pt x="17191" y="3673"/>
                  <a:pt x="18402" y="2840"/>
                </a:cubicBezTo>
                <a:cubicBezTo>
                  <a:pt x="19614" y="2007"/>
                  <a:pt x="20674" y="1174"/>
                  <a:pt x="21583" y="341"/>
                </a:cubicBezTo>
                <a:cubicBezTo>
                  <a:pt x="21735" y="114"/>
                  <a:pt x="22189" y="0"/>
                  <a:pt x="22946" y="0"/>
                </a:cubicBezTo>
                <a:cubicBezTo>
                  <a:pt x="23628" y="0"/>
                  <a:pt x="24272" y="227"/>
                  <a:pt x="24877" y="682"/>
                </a:cubicBezTo>
                <a:lnTo>
                  <a:pt x="24877" y="34647"/>
                </a:lnTo>
                <a:lnTo>
                  <a:pt x="24991" y="68725"/>
                </a:lnTo>
                <a:cubicBezTo>
                  <a:pt x="25521" y="69255"/>
                  <a:pt x="25976" y="69596"/>
                  <a:pt x="26354" y="69748"/>
                </a:cubicBezTo>
                <a:cubicBezTo>
                  <a:pt x="26733" y="69899"/>
                  <a:pt x="27642" y="70051"/>
                  <a:pt x="29080" y="70202"/>
                </a:cubicBezTo>
                <a:cubicBezTo>
                  <a:pt x="30519" y="70354"/>
                  <a:pt x="32867" y="70429"/>
                  <a:pt x="36123" y="70429"/>
                </a:cubicBezTo>
                <a:lnTo>
                  <a:pt x="39077" y="70429"/>
                </a:lnTo>
                <a:lnTo>
                  <a:pt x="39077" y="75655"/>
                </a:lnTo>
                <a:lnTo>
                  <a:pt x="37827" y="75655"/>
                </a:lnTo>
                <a:cubicBezTo>
                  <a:pt x="36237" y="75428"/>
                  <a:pt x="30216" y="75314"/>
                  <a:pt x="19766" y="75314"/>
                </a:cubicBezTo>
                <a:cubicBezTo>
                  <a:pt x="9466" y="75314"/>
                  <a:pt x="3521" y="75428"/>
                  <a:pt x="1931" y="75655"/>
                </a:cubicBezTo>
                <a:lnTo>
                  <a:pt x="568" y="75655"/>
                </a:lnTo>
                <a:lnTo>
                  <a:pt x="568" y="70429"/>
                </a:lnTo>
                <a:lnTo>
                  <a:pt x="3521" y="70429"/>
                </a:lnTo>
                <a:cubicBezTo>
                  <a:pt x="5188" y="70429"/>
                  <a:pt x="6626" y="70429"/>
                  <a:pt x="7838" y="70429"/>
                </a:cubicBezTo>
                <a:cubicBezTo>
                  <a:pt x="9050" y="70429"/>
                  <a:pt x="9996" y="70391"/>
                  <a:pt x="10678" y="70316"/>
                </a:cubicBezTo>
                <a:cubicBezTo>
                  <a:pt x="11360" y="70240"/>
                  <a:pt x="11965" y="70126"/>
                  <a:pt x="12496" y="69975"/>
                </a:cubicBezTo>
                <a:cubicBezTo>
                  <a:pt x="13026" y="69823"/>
                  <a:pt x="13329" y="69748"/>
                  <a:pt x="13404" y="69748"/>
                </a:cubicBezTo>
                <a:cubicBezTo>
                  <a:pt x="13480" y="69748"/>
                  <a:pt x="13707" y="69558"/>
                  <a:pt x="14086" y="69180"/>
                </a:cubicBezTo>
                <a:cubicBezTo>
                  <a:pt x="14465" y="68801"/>
                  <a:pt x="14692" y="68650"/>
                  <a:pt x="14767" y="68725"/>
                </a:cubicBezTo>
                <a:lnTo>
                  <a:pt x="14767" y="99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1F59B-2FDA-4AAC-A62F-D7F8BAA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161" y="1441803"/>
            <a:ext cx="39077" cy="75655"/>
          </a:xfrm>
          <a:custGeom xmlns:a="http://schemas.openxmlformats.org/drawingml/2006/main">
            <a:pathLst>
              <a:path w="39077" h="75655" fill="none">
                <a:moveTo>
                  <a:pt x="14767" y="9996"/>
                </a:moveTo>
                <a:lnTo>
                  <a:pt x="13291" y="10564"/>
                </a:lnTo>
                <a:cubicBezTo>
                  <a:pt x="12230" y="10943"/>
                  <a:pt x="10716" y="11322"/>
                  <a:pt x="8747" y="11700"/>
                </a:cubicBezTo>
                <a:cubicBezTo>
                  <a:pt x="6778" y="12079"/>
                  <a:pt x="4582" y="12344"/>
                  <a:pt x="2158" y="12496"/>
                </a:cubicBezTo>
                <a:lnTo>
                  <a:pt x="0" y="12496"/>
                </a:lnTo>
                <a:lnTo>
                  <a:pt x="0" y="7270"/>
                </a:lnTo>
                <a:lnTo>
                  <a:pt x="2158" y="7270"/>
                </a:lnTo>
                <a:cubicBezTo>
                  <a:pt x="5718" y="7119"/>
                  <a:pt x="9012" y="6551"/>
                  <a:pt x="12041" y="5566"/>
                </a:cubicBezTo>
                <a:cubicBezTo>
                  <a:pt x="15070" y="4582"/>
                  <a:pt x="17191" y="3673"/>
                  <a:pt x="18402" y="2840"/>
                </a:cubicBezTo>
                <a:cubicBezTo>
                  <a:pt x="19614" y="2007"/>
                  <a:pt x="20674" y="1174"/>
                  <a:pt x="21583" y="341"/>
                </a:cubicBezTo>
                <a:cubicBezTo>
                  <a:pt x="21735" y="114"/>
                  <a:pt x="22189" y="0"/>
                  <a:pt x="22946" y="0"/>
                </a:cubicBezTo>
                <a:cubicBezTo>
                  <a:pt x="23628" y="0"/>
                  <a:pt x="24272" y="227"/>
                  <a:pt x="24877" y="682"/>
                </a:cubicBezTo>
                <a:lnTo>
                  <a:pt x="24877" y="34647"/>
                </a:lnTo>
                <a:lnTo>
                  <a:pt x="24991" y="68725"/>
                </a:lnTo>
                <a:cubicBezTo>
                  <a:pt x="25521" y="69255"/>
                  <a:pt x="25976" y="69596"/>
                  <a:pt x="26354" y="69748"/>
                </a:cubicBezTo>
                <a:cubicBezTo>
                  <a:pt x="26733" y="69899"/>
                  <a:pt x="27642" y="70051"/>
                  <a:pt x="29080" y="70202"/>
                </a:cubicBezTo>
                <a:cubicBezTo>
                  <a:pt x="30519" y="70354"/>
                  <a:pt x="32867" y="70429"/>
                  <a:pt x="36123" y="70429"/>
                </a:cubicBezTo>
                <a:lnTo>
                  <a:pt x="39077" y="70429"/>
                </a:lnTo>
                <a:lnTo>
                  <a:pt x="39077" y="75655"/>
                </a:lnTo>
                <a:lnTo>
                  <a:pt x="37827" y="75655"/>
                </a:lnTo>
                <a:cubicBezTo>
                  <a:pt x="36237" y="75428"/>
                  <a:pt x="30216" y="75314"/>
                  <a:pt x="19766" y="75314"/>
                </a:cubicBezTo>
                <a:cubicBezTo>
                  <a:pt x="9466" y="75314"/>
                  <a:pt x="3521" y="75428"/>
                  <a:pt x="1931" y="75655"/>
                </a:cubicBezTo>
                <a:lnTo>
                  <a:pt x="568" y="75655"/>
                </a:lnTo>
                <a:lnTo>
                  <a:pt x="568" y="70429"/>
                </a:lnTo>
                <a:lnTo>
                  <a:pt x="3521" y="70429"/>
                </a:lnTo>
                <a:cubicBezTo>
                  <a:pt x="5188" y="70429"/>
                  <a:pt x="6626" y="70429"/>
                  <a:pt x="7838" y="70429"/>
                </a:cubicBezTo>
                <a:cubicBezTo>
                  <a:pt x="9050" y="70429"/>
                  <a:pt x="9996" y="70391"/>
                  <a:pt x="10678" y="70316"/>
                </a:cubicBezTo>
                <a:cubicBezTo>
                  <a:pt x="11360" y="70240"/>
                  <a:pt x="11965" y="70126"/>
                  <a:pt x="12496" y="69975"/>
                </a:cubicBezTo>
                <a:cubicBezTo>
                  <a:pt x="13026" y="69823"/>
                  <a:pt x="13329" y="69748"/>
                  <a:pt x="13404" y="69748"/>
                </a:cubicBezTo>
                <a:cubicBezTo>
                  <a:pt x="13480" y="69748"/>
                  <a:pt x="13707" y="69558"/>
                  <a:pt x="14086" y="69180"/>
                </a:cubicBezTo>
                <a:cubicBezTo>
                  <a:pt x="14465" y="68801"/>
                  <a:pt x="14692" y="68650"/>
                  <a:pt x="14767" y="68725"/>
                </a:cubicBezTo>
                <a:lnTo>
                  <a:pt x="14767" y="99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A3D14-FE04-477D-8053-72A508D4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277" y="1320451"/>
            <a:ext cx="317874" cy="222512"/>
          </a:xfrm>
          <a:custGeom xmlns:a="http://schemas.openxmlformats.org/drawingml/2006/main">
            <a:pathLst>
              <a:path w="317874" h="222512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0" y="847"/>
                  <a:pt x="297268" y="2540"/>
                </a:cubicBezTo>
                <a:cubicBezTo>
                  <a:pt x="301356" y="4233"/>
                  <a:pt x="304966" y="6645"/>
                  <a:pt x="308098" y="9775"/>
                </a:cubicBezTo>
                <a:cubicBezTo>
                  <a:pt x="311228" y="12904"/>
                  <a:pt x="313639" y="16514"/>
                  <a:pt x="315332" y="20602"/>
                </a:cubicBezTo>
                <a:cubicBezTo>
                  <a:pt x="317026" y="24691"/>
                  <a:pt x="317873" y="28950"/>
                  <a:pt x="317874" y="33377"/>
                </a:cubicBezTo>
                <a:lnTo>
                  <a:pt x="317874" y="189135"/>
                </a:lnTo>
                <a:cubicBezTo>
                  <a:pt x="317873" y="193560"/>
                  <a:pt x="317025" y="197818"/>
                  <a:pt x="315331" y="201907"/>
                </a:cubicBezTo>
                <a:cubicBezTo>
                  <a:pt x="313637" y="205995"/>
                  <a:pt x="311228" y="209606"/>
                  <a:pt x="308098" y="212736"/>
                </a:cubicBezTo>
                <a:cubicBezTo>
                  <a:pt x="304966" y="215864"/>
                  <a:pt x="301356" y="218276"/>
                  <a:pt x="297268" y="219971"/>
                </a:cubicBezTo>
                <a:cubicBezTo>
                  <a:pt x="293180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3" y="215864"/>
                  <a:pt x="9775" y="212736"/>
                </a:cubicBezTo>
                <a:cubicBezTo>
                  <a:pt x="6644" y="209606"/>
                  <a:pt x="4232" y="205995"/>
                  <a:pt x="2538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6" y="12904"/>
                  <a:pt x="9776" y="9775"/>
                </a:cubicBezTo>
                <a:cubicBezTo>
                  <a:pt x="12905" y="6645"/>
                  <a:pt x="16514" y="4233"/>
                  <a:pt x="20603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B15A7-51CE-4E09-8273-5C219929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277" y="1320451"/>
            <a:ext cx="317874" cy="222512"/>
          </a:xfrm>
          <a:custGeom xmlns:a="http://schemas.openxmlformats.org/drawingml/2006/main">
            <a:pathLst>
              <a:path w="317874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0" y="847"/>
                  <a:pt x="297268" y="2540"/>
                </a:cubicBezTo>
                <a:cubicBezTo>
                  <a:pt x="301356" y="4233"/>
                  <a:pt x="304966" y="6645"/>
                  <a:pt x="308098" y="9775"/>
                </a:cubicBezTo>
                <a:cubicBezTo>
                  <a:pt x="311228" y="12904"/>
                  <a:pt x="313639" y="16514"/>
                  <a:pt x="315332" y="20602"/>
                </a:cubicBezTo>
                <a:cubicBezTo>
                  <a:pt x="317026" y="24691"/>
                  <a:pt x="317873" y="28950"/>
                  <a:pt x="317874" y="33377"/>
                </a:cubicBezTo>
                <a:lnTo>
                  <a:pt x="317874" y="189135"/>
                </a:lnTo>
                <a:cubicBezTo>
                  <a:pt x="317873" y="193560"/>
                  <a:pt x="317025" y="197818"/>
                  <a:pt x="315331" y="201907"/>
                </a:cubicBezTo>
                <a:cubicBezTo>
                  <a:pt x="313637" y="205995"/>
                  <a:pt x="311228" y="209606"/>
                  <a:pt x="308098" y="212736"/>
                </a:cubicBezTo>
                <a:cubicBezTo>
                  <a:pt x="304966" y="215864"/>
                  <a:pt x="301356" y="218276"/>
                  <a:pt x="297268" y="219971"/>
                </a:cubicBezTo>
                <a:cubicBezTo>
                  <a:pt x="293180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3" y="215864"/>
                  <a:pt x="9775" y="212736"/>
                </a:cubicBezTo>
                <a:cubicBezTo>
                  <a:pt x="6644" y="209606"/>
                  <a:pt x="4232" y="205995"/>
                  <a:pt x="2538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6" y="12904"/>
                  <a:pt x="9776" y="9775"/>
                </a:cubicBezTo>
                <a:cubicBezTo>
                  <a:pt x="12905" y="6645"/>
                  <a:pt x="16514" y="4233"/>
                  <a:pt x="20603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666666"/>
            </a:solidFill>
            <a:miter/>
          </a:ln>
        </p:spPr>
      </p:sp>
      <p:sp>
        <p:nvSpPr>
          <p:cNvPr id="103" name="Text ...">
            <a:extLst xmlns:a="http://schemas.openxmlformats.org/drawingml/2006/main">
              <a:ext uri="{FF2B5EF4-FFF2-40B4-BE49-F238E27FC236}">
                <a16:creationId xmlns:a16="http://schemas.microsoft.com/office/drawing/2014/main" id="{09960632-9C9D-4DCF-A6EC-8228DE7F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641" y="1483268"/>
            <a:ext cx="104278" cy="15987"/>
          </a:xfrm>
          <a:custGeom xmlns:a="http://schemas.openxmlformats.org/drawingml/2006/main">
            <a:pathLst>
              <a:path w="104278" h="15987">
                <a:moveTo>
                  <a:pt x="0" y="15987"/>
                </a:moveTo>
                <a:lnTo>
                  <a:pt x="0" y="0"/>
                </a:lnTo>
                <a:lnTo>
                  <a:pt x="15909" y="0"/>
                </a:lnTo>
                <a:lnTo>
                  <a:pt x="15909" y="15987"/>
                </a:lnTo>
                <a:lnTo>
                  <a:pt x="0" y="15987"/>
                </a:lnTo>
                <a:close/>
                <a:moveTo>
                  <a:pt x="44185" y="15987"/>
                </a:moveTo>
                <a:lnTo>
                  <a:pt x="44185" y="0"/>
                </a:lnTo>
                <a:lnTo>
                  <a:pt x="60094" y="0"/>
                </a:lnTo>
                <a:lnTo>
                  <a:pt x="60094" y="15987"/>
                </a:lnTo>
                <a:lnTo>
                  <a:pt x="44185" y="15987"/>
                </a:lnTo>
                <a:close/>
                <a:moveTo>
                  <a:pt x="88369" y="15987"/>
                </a:moveTo>
                <a:lnTo>
                  <a:pt x="88369" y="0"/>
                </a:lnTo>
                <a:lnTo>
                  <a:pt x="104278" y="0"/>
                </a:lnTo>
                <a:lnTo>
                  <a:pt x="104278" y="15987"/>
                </a:lnTo>
                <a:lnTo>
                  <a:pt x="88369" y="1598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82EA1-5CDD-48E3-B546-C68150DA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87" y="1606538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498" y="0"/>
                </a:lnTo>
                <a:cubicBezTo>
                  <a:pt x="288924" y="0"/>
                  <a:pt x="293182" y="846"/>
                  <a:pt x="297271" y="2539"/>
                </a:cubicBezTo>
                <a:cubicBezTo>
                  <a:pt x="301359" y="4233"/>
                  <a:pt x="304968" y="6645"/>
                  <a:pt x="308099" y="9775"/>
                </a:cubicBezTo>
                <a:cubicBezTo>
                  <a:pt x="311227" y="12905"/>
                  <a:pt x="313639" y="16514"/>
                  <a:pt x="315331" y="20602"/>
                </a:cubicBezTo>
                <a:cubicBezTo>
                  <a:pt x="317026" y="24691"/>
                  <a:pt x="317874" y="28950"/>
                  <a:pt x="317875" y="33377"/>
                </a:cubicBezTo>
                <a:lnTo>
                  <a:pt x="317875" y="189135"/>
                </a:lnTo>
                <a:cubicBezTo>
                  <a:pt x="317874" y="193561"/>
                  <a:pt x="317026" y="197819"/>
                  <a:pt x="315332" y="201907"/>
                </a:cubicBezTo>
                <a:cubicBezTo>
                  <a:pt x="313639" y="205997"/>
                  <a:pt x="311227" y="209606"/>
                  <a:pt x="308099" y="212736"/>
                </a:cubicBezTo>
                <a:cubicBezTo>
                  <a:pt x="304968" y="215865"/>
                  <a:pt x="301359" y="218276"/>
                  <a:pt x="297271" y="219971"/>
                </a:cubicBezTo>
                <a:cubicBezTo>
                  <a:pt x="293182" y="221665"/>
                  <a:pt x="288924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1" y="221665"/>
                  <a:pt x="20602" y="219971"/>
                </a:cubicBezTo>
                <a:cubicBezTo>
                  <a:pt x="16514" y="218276"/>
                  <a:pt x="12903" y="215865"/>
                  <a:pt x="9775" y="212736"/>
                </a:cubicBezTo>
                <a:cubicBezTo>
                  <a:pt x="6644" y="209606"/>
                  <a:pt x="4233" y="205997"/>
                  <a:pt x="2539" y="201907"/>
                </a:cubicBezTo>
                <a:cubicBezTo>
                  <a:pt x="846" y="197819"/>
                  <a:pt x="0" y="193561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6" y="12905"/>
                  <a:pt x="9776" y="9775"/>
                </a:cubicBezTo>
                <a:cubicBezTo>
                  <a:pt x="12905" y="6645"/>
                  <a:pt x="16514" y="4233"/>
                  <a:pt x="20603" y="2539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C16D6-7D3E-4796-92D2-B462F6CF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87" y="1606538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4" y="0"/>
                  <a:pt x="293182" y="846"/>
                  <a:pt x="297271" y="2539"/>
                </a:cubicBezTo>
                <a:cubicBezTo>
                  <a:pt x="301359" y="4233"/>
                  <a:pt x="304968" y="6645"/>
                  <a:pt x="308099" y="9775"/>
                </a:cubicBezTo>
                <a:cubicBezTo>
                  <a:pt x="311227" y="12905"/>
                  <a:pt x="313639" y="16514"/>
                  <a:pt x="315331" y="20602"/>
                </a:cubicBezTo>
                <a:cubicBezTo>
                  <a:pt x="317026" y="24691"/>
                  <a:pt x="317874" y="28950"/>
                  <a:pt x="317875" y="33377"/>
                </a:cubicBezTo>
                <a:lnTo>
                  <a:pt x="317875" y="189135"/>
                </a:lnTo>
                <a:cubicBezTo>
                  <a:pt x="317874" y="193561"/>
                  <a:pt x="317026" y="197819"/>
                  <a:pt x="315332" y="201907"/>
                </a:cubicBezTo>
                <a:cubicBezTo>
                  <a:pt x="313639" y="205997"/>
                  <a:pt x="311227" y="209606"/>
                  <a:pt x="308099" y="212736"/>
                </a:cubicBezTo>
                <a:cubicBezTo>
                  <a:pt x="304968" y="215865"/>
                  <a:pt x="301359" y="218276"/>
                  <a:pt x="297271" y="219971"/>
                </a:cubicBezTo>
                <a:cubicBezTo>
                  <a:pt x="293182" y="221665"/>
                  <a:pt x="288924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1" y="221665"/>
                  <a:pt x="20602" y="219971"/>
                </a:cubicBezTo>
                <a:cubicBezTo>
                  <a:pt x="16514" y="218276"/>
                  <a:pt x="12903" y="215865"/>
                  <a:pt x="9775" y="212736"/>
                </a:cubicBezTo>
                <a:cubicBezTo>
                  <a:pt x="6644" y="209606"/>
                  <a:pt x="4233" y="205997"/>
                  <a:pt x="2539" y="201907"/>
                </a:cubicBezTo>
                <a:cubicBezTo>
                  <a:pt x="846" y="197819"/>
                  <a:pt x="0" y="193561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6" y="12905"/>
                  <a:pt x="9776" y="9775"/>
                </a:cubicBezTo>
                <a:cubicBezTo>
                  <a:pt x="12905" y="6645"/>
                  <a:pt x="16514" y="4233"/>
                  <a:pt x="20603" y="2539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666666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1F968-3902-4808-87F6-D0A4D9F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538" y="1666169"/>
            <a:ext cx="79533" cy="146212"/>
          </a:xfrm>
          <a:custGeom xmlns:a="http://schemas.openxmlformats.org/drawingml/2006/main">
            <a:pathLst>
              <a:path w="79533" h="146212">
                <a:moveTo>
                  <a:pt x="10122" y="139303"/>
                </a:moveTo>
                <a:cubicBezTo>
                  <a:pt x="10337" y="139303"/>
                  <a:pt x="10658" y="139410"/>
                  <a:pt x="11086" y="139625"/>
                </a:cubicBezTo>
                <a:cubicBezTo>
                  <a:pt x="11515" y="139839"/>
                  <a:pt x="12104" y="140000"/>
                  <a:pt x="12854" y="140107"/>
                </a:cubicBezTo>
                <a:cubicBezTo>
                  <a:pt x="13604" y="140214"/>
                  <a:pt x="14246" y="140267"/>
                  <a:pt x="14782" y="140267"/>
                </a:cubicBezTo>
                <a:cubicBezTo>
                  <a:pt x="16174" y="140267"/>
                  <a:pt x="17460" y="139571"/>
                  <a:pt x="18638" y="138179"/>
                </a:cubicBezTo>
                <a:cubicBezTo>
                  <a:pt x="19816" y="136786"/>
                  <a:pt x="20673" y="135233"/>
                  <a:pt x="21209" y="133519"/>
                </a:cubicBezTo>
                <a:cubicBezTo>
                  <a:pt x="22280" y="130627"/>
                  <a:pt x="24101" y="122433"/>
                  <a:pt x="26672" y="108936"/>
                </a:cubicBezTo>
                <a:cubicBezTo>
                  <a:pt x="29242" y="95440"/>
                  <a:pt x="31706" y="82586"/>
                  <a:pt x="34063" y="70375"/>
                </a:cubicBezTo>
                <a:cubicBezTo>
                  <a:pt x="36419" y="58164"/>
                  <a:pt x="37597" y="52004"/>
                  <a:pt x="37597" y="51897"/>
                </a:cubicBezTo>
                <a:lnTo>
                  <a:pt x="37597" y="51415"/>
                </a:lnTo>
                <a:lnTo>
                  <a:pt x="30046" y="51415"/>
                </a:lnTo>
                <a:cubicBezTo>
                  <a:pt x="25011" y="51415"/>
                  <a:pt x="22334" y="51308"/>
                  <a:pt x="22012" y="51094"/>
                </a:cubicBezTo>
                <a:cubicBezTo>
                  <a:pt x="21584" y="50773"/>
                  <a:pt x="21369" y="50237"/>
                  <a:pt x="21369" y="49487"/>
                </a:cubicBezTo>
                <a:lnTo>
                  <a:pt x="22494" y="44988"/>
                </a:lnTo>
                <a:cubicBezTo>
                  <a:pt x="22708" y="44453"/>
                  <a:pt x="23137" y="44185"/>
                  <a:pt x="23780" y="44185"/>
                </a:cubicBezTo>
                <a:cubicBezTo>
                  <a:pt x="24422" y="44185"/>
                  <a:pt x="26939" y="44131"/>
                  <a:pt x="31331" y="44024"/>
                </a:cubicBezTo>
                <a:cubicBezTo>
                  <a:pt x="36473" y="44024"/>
                  <a:pt x="39043" y="43971"/>
                  <a:pt x="39043" y="43864"/>
                </a:cubicBezTo>
                <a:cubicBezTo>
                  <a:pt x="39043" y="43649"/>
                  <a:pt x="39526" y="40972"/>
                  <a:pt x="40490" y="35830"/>
                </a:cubicBezTo>
                <a:cubicBezTo>
                  <a:pt x="41454" y="30689"/>
                  <a:pt x="42096" y="27582"/>
                  <a:pt x="42418" y="26511"/>
                </a:cubicBezTo>
                <a:cubicBezTo>
                  <a:pt x="46381" y="8837"/>
                  <a:pt x="54200" y="0"/>
                  <a:pt x="65876" y="0"/>
                </a:cubicBezTo>
                <a:cubicBezTo>
                  <a:pt x="69839" y="214"/>
                  <a:pt x="73106" y="1393"/>
                  <a:pt x="75677" y="3535"/>
                </a:cubicBezTo>
                <a:cubicBezTo>
                  <a:pt x="78248" y="5677"/>
                  <a:pt x="79533" y="8516"/>
                  <a:pt x="79533" y="12050"/>
                </a:cubicBezTo>
                <a:cubicBezTo>
                  <a:pt x="79533" y="15907"/>
                  <a:pt x="78408" y="18692"/>
                  <a:pt x="76159" y="20405"/>
                </a:cubicBezTo>
                <a:cubicBezTo>
                  <a:pt x="73909" y="22119"/>
                  <a:pt x="71660" y="23030"/>
                  <a:pt x="69411" y="23137"/>
                </a:cubicBezTo>
                <a:cubicBezTo>
                  <a:pt x="64698" y="23137"/>
                  <a:pt x="62341" y="20887"/>
                  <a:pt x="62341" y="16389"/>
                </a:cubicBezTo>
                <a:cubicBezTo>
                  <a:pt x="62341" y="14353"/>
                  <a:pt x="62930" y="12586"/>
                  <a:pt x="64108" y="11086"/>
                </a:cubicBezTo>
                <a:cubicBezTo>
                  <a:pt x="65287" y="9587"/>
                  <a:pt x="66572" y="8462"/>
                  <a:pt x="67965" y="7712"/>
                </a:cubicBezTo>
                <a:lnTo>
                  <a:pt x="69411" y="6909"/>
                </a:lnTo>
                <a:cubicBezTo>
                  <a:pt x="67697" y="6266"/>
                  <a:pt x="66090" y="5945"/>
                  <a:pt x="64590" y="5945"/>
                </a:cubicBezTo>
                <a:cubicBezTo>
                  <a:pt x="63305" y="5945"/>
                  <a:pt x="62073" y="6480"/>
                  <a:pt x="60895" y="7552"/>
                </a:cubicBezTo>
                <a:cubicBezTo>
                  <a:pt x="59717" y="8623"/>
                  <a:pt x="58913" y="10122"/>
                  <a:pt x="58485" y="12050"/>
                </a:cubicBezTo>
                <a:cubicBezTo>
                  <a:pt x="57735" y="15157"/>
                  <a:pt x="56878" y="19334"/>
                  <a:pt x="55914" y="24583"/>
                </a:cubicBezTo>
                <a:cubicBezTo>
                  <a:pt x="54950" y="29832"/>
                  <a:pt x="54093" y="34277"/>
                  <a:pt x="53343" y="37919"/>
                </a:cubicBezTo>
                <a:cubicBezTo>
                  <a:pt x="52594" y="41561"/>
                  <a:pt x="52219" y="43489"/>
                  <a:pt x="52219" y="43703"/>
                </a:cubicBezTo>
                <a:cubicBezTo>
                  <a:pt x="52219" y="43917"/>
                  <a:pt x="55164" y="44024"/>
                  <a:pt x="61056" y="44024"/>
                </a:cubicBezTo>
                <a:cubicBezTo>
                  <a:pt x="65876" y="44024"/>
                  <a:pt x="68661" y="44078"/>
                  <a:pt x="69411" y="44185"/>
                </a:cubicBezTo>
                <a:cubicBezTo>
                  <a:pt x="70160" y="44292"/>
                  <a:pt x="70750" y="44613"/>
                  <a:pt x="71178" y="45149"/>
                </a:cubicBezTo>
                <a:cubicBezTo>
                  <a:pt x="71285" y="45578"/>
                  <a:pt x="71178" y="46488"/>
                  <a:pt x="70857" y="47880"/>
                </a:cubicBezTo>
                <a:cubicBezTo>
                  <a:pt x="70535" y="49273"/>
                  <a:pt x="70268" y="50130"/>
                  <a:pt x="70053" y="50451"/>
                </a:cubicBezTo>
                <a:cubicBezTo>
                  <a:pt x="69839" y="50987"/>
                  <a:pt x="69357" y="51255"/>
                  <a:pt x="68607" y="51255"/>
                </a:cubicBezTo>
                <a:cubicBezTo>
                  <a:pt x="67857" y="51255"/>
                  <a:pt x="64965" y="51308"/>
                  <a:pt x="59931" y="51415"/>
                </a:cubicBezTo>
                <a:lnTo>
                  <a:pt x="50933" y="51415"/>
                </a:lnTo>
                <a:lnTo>
                  <a:pt x="47238" y="71017"/>
                </a:lnTo>
                <a:cubicBezTo>
                  <a:pt x="42096" y="97582"/>
                  <a:pt x="38508" y="114185"/>
                  <a:pt x="36473" y="120826"/>
                </a:cubicBezTo>
                <a:cubicBezTo>
                  <a:pt x="33581" y="129931"/>
                  <a:pt x="29832" y="136679"/>
                  <a:pt x="25226" y="141071"/>
                </a:cubicBezTo>
                <a:cubicBezTo>
                  <a:pt x="21262" y="144498"/>
                  <a:pt x="17353" y="146212"/>
                  <a:pt x="13497" y="146212"/>
                </a:cubicBezTo>
                <a:cubicBezTo>
                  <a:pt x="10069" y="146212"/>
                  <a:pt x="6962" y="145195"/>
                  <a:pt x="4177" y="143159"/>
                </a:cubicBezTo>
                <a:cubicBezTo>
                  <a:pt x="1392" y="141124"/>
                  <a:pt x="0" y="138232"/>
                  <a:pt x="0" y="134483"/>
                </a:cubicBezTo>
                <a:cubicBezTo>
                  <a:pt x="0" y="130520"/>
                  <a:pt x="1125" y="127628"/>
                  <a:pt x="3374" y="125807"/>
                </a:cubicBezTo>
                <a:cubicBezTo>
                  <a:pt x="5624" y="123986"/>
                  <a:pt x="7873" y="123075"/>
                  <a:pt x="10122" y="123075"/>
                </a:cubicBezTo>
                <a:cubicBezTo>
                  <a:pt x="14835" y="123075"/>
                  <a:pt x="17192" y="125325"/>
                  <a:pt x="17192" y="129824"/>
                </a:cubicBezTo>
                <a:cubicBezTo>
                  <a:pt x="17192" y="131859"/>
                  <a:pt x="16603" y="133626"/>
                  <a:pt x="15425" y="135126"/>
                </a:cubicBezTo>
                <a:cubicBezTo>
                  <a:pt x="14246" y="136625"/>
                  <a:pt x="12961" y="137750"/>
                  <a:pt x="11568" y="138500"/>
                </a:cubicBezTo>
                <a:lnTo>
                  <a:pt x="10122" y="13930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BAD84-3F61-4E32-AFF2-4BE5CA23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538" y="1666169"/>
            <a:ext cx="79533" cy="146212"/>
          </a:xfrm>
          <a:custGeom xmlns:a="http://schemas.openxmlformats.org/drawingml/2006/main">
            <a:pathLst>
              <a:path w="79533" h="146212" fill="none">
                <a:moveTo>
                  <a:pt x="10122" y="139303"/>
                </a:moveTo>
                <a:cubicBezTo>
                  <a:pt x="10337" y="139303"/>
                  <a:pt x="10658" y="139410"/>
                  <a:pt x="11086" y="139625"/>
                </a:cubicBezTo>
                <a:cubicBezTo>
                  <a:pt x="11515" y="139839"/>
                  <a:pt x="12104" y="140000"/>
                  <a:pt x="12854" y="140107"/>
                </a:cubicBezTo>
                <a:cubicBezTo>
                  <a:pt x="13604" y="140214"/>
                  <a:pt x="14246" y="140267"/>
                  <a:pt x="14782" y="140267"/>
                </a:cubicBezTo>
                <a:cubicBezTo>
                  <a:pt x="16174" y="140267"/>
                  <a:pt x="17460" y="139571"/>
                  <a:pt x="18638" y="138179"/>
                </a:cubicBezTo>
                <a:cubicBezTo>
                  <a:pt x="19816" y="136786"/>
                  <a:pt x="20673" y="135233"/>
                  <a:pt x="21209" y="133519"/>
                </a:cubicBezTo>
                <a:cubicBezTo>
                  <a:pt x="22280" y="130627"/>
                  <a:pt x="24101" y="122433"/>
                  <a:pt x="26672" y="108936"/>
                </a:cubicBezTo>
                <a:cubicBezTo>
                  <a:pt x="29242" y="95440"/>
                  <a:pt x="31706" y="82586"/>
                  <a:pt x="34063" y="70375"/>
                </a:cubicBezTo>
                <a:cubicBezTo>
                  <a:pt x="36419" y="58164"/>
                  <a:pt x="37597" y="52004"/>
                  <a:pt x="37597" y="51897"/>
                </a:cubicBezTo>
                <a:lnTo>
                  <a:pt x="37597" y="51415"/>
                </a:lnTo>
                <a:lnTo>
                  <a:pt x="30046" y="51415"/>
                </a:lnTo>
                <a:cubicBezTo>
                  <a:pt x="25011" y="51415"/>
                  <a:pt x="22334" y="51308"/>
                  <a:pt x="22012" y="51094"/>
                </a:cubicBezTo>
                <a:cubicBezTo>
                  <a:pt x="21584" y="50773"/>
                  <a:pt x="21369" y="50237"/>
                  <a:pt x="21369" y="49487"/>
                </a:cubicBezTo>
                <a:lnTo>
                  <a:pt x="22494" y="44988"/>
                </a:lnTo>
                <a:cubicBezTo>
                  <a:pt x="22708" y="44453"/>
                  <a:pt x="23137" y="44185"/>
                  <a:pt x="23780" y="44185"/>
                </a:cubicBezTo>
                <a:cubicBezTo>
                  <a:pt x="24422" y="44185"/>
                  <a:pt x="26939" y="44131"/>
                  <a:pt x="31331" y="44024"/>
                </a:cubicBezTo>
                <a:cubicBezTo>
                  <a:pt x="36473" y="44024"/>
                  <a:pt x="39043" y="43971"/>
                  <a:pt x="39043" y="43864"/>
                </a:cubicBezTo>
                <a:cubicBezTo>
                  <a:pt x="39043" y="43649"/>
                  <a:pt x="39526" y="40972"/>
                  <a:pt x="40490" y="35830"/>
                </a:cubicBezTo>
                <a:cubicBezTo>
                  <a:pt x="41454" y="30689"/>
                  <a:pt x="42096" y="27582"/>
                  <a:pt x="42418" y="26511"/>
                </a:cubicBezTo>
                <a:cubicBezTo>
                  <a:pt x="46381" y="8837"/>
                  <a:pt x="54200" y="0"/>
                  <a:pt x="65876" y="0"/>
                </a:cubicBezTo>
                <a:cubicBezTo>
                  <a:pt x="69839" y="214"/>
                  <a:pt x="73106" y="1393"/>
                  <a:pt x="75677" y="3535"/>
                </a:cubicBezTo>
                <a:cubicBezTo>
                  <a:pt x="78248" y="5677"/>
                  <a:pt x="79533" y="8516"/>
                  <a:pt x="79533" y="12050"/>
                </a:cubicBezTo>
                <a:cubicBezTo>
                  <a:pt x="79533" y="15907"/>
                  <a:pt x="78408" y="18692"/>
                  <a:pt x="76159" y="20405"/>
                </a:cubicBezTo>
                <a:cubicBezTo>
                  <a:pt x="73909" y="22119"/>
                  <a:pt x="71660" y="23030"/>
                  <a:pt x="69411" y="23137"/>
                </a:cubicBezTo>
                <a:cubicBezTo>
                  <a:pt x="64698" y="23137"/>
                  <a:pt x="62341" y="20887"/>
                  <a:pt x="62341" y="16389"/>
                </a:cubicBezTo>
                <a:cubicBezTo>
                  <a:pt x="62341" y="14353"/>
                  <a:pt x="62930" y="12586"/>
                  <a:pt x="64108" y="11086"/>
                </a:cubicBezTo>
                <a:cubicBezTo>
                  <a:pt x="65287" y="9587"/>
                  <a:pt x="66572" y="8462"/>
                  <a:pt x="67965" y="7712"/>
                </a:cubicBezTo>
                <a:lnTo>
                  <a:pt x="69411" y="6909"/>
                </a:lnTo>
                <a:cubicBezTo>
                  <a:pt x="67697" y="6266"/>
                  <a:pt x="66090" y="5945"/>
                  <a:pt x="64590" y="5945"/>
                </a:cubicBezTo>
                <a:cubicBezTo>
                  <a:pt x="63305" y="5945"/>
                  <a:pt x="62073" y="6480"/>
                  <a:pt x="60895" y="7552"/>
                </a:cubicBezTo>
                <a:cubicBezTo>
                  <a:pt x="59717" y="8623"/>
                  <a:pt x="58913" y="10122"/>
                  <a:pt x="58485" y="12050"/>
                </a:cubicBezTo>
                <a:cubicBezTo>
                  <a:pt x="57735" y="15157"/>
                  <a:pt x="56878" y="19334"/>
                  <a:pt x="55914" y="24583"/>
                </a:cubicBezTo>
                <a:cubicBezTo>
                  <a:pt x="54950" y="29832"/>
                  <a:pt x="54093" y="34277"/>
                  <a:pt x="53343" y="37919"/>
                </a:cubicBezTo>
                <a:cubicBezTo>
                  <a:pt x="52594" y="41561"/>
                  <a:pt x="52219" y="43489"/>
                  <a:pt x="52219" y="43703"/>
                </a:cubicBezTo>
                <a:cubicBezTo>
                  <a:pt x="52219" y="43917"/>
                  <a:pt x="55164" y="44024"/>
                  <a:pt x="61056" y="44024"/>
                </a:cubicBezTo>
                <a:cubicBezTo>
                  <a:pt x="65876" y="44024"/>
                  <a:pt x="68661" y="44078"/>
                  <a:pt x="69411" y="44185"/>
                </a:cubicBezTo>
                <a:cubicBezTo>
                  <a:pt x="70160" y="44292"/>
                  <a:pt x="70750" y="44613"/>
                  <a:pt x="71178" y="45149"/>
                </a:cubicBezTo>
                <a:cubicBezTo>
                  <a:pt x="71285" y="45578"/>
                  <a:pt x="71178" y="46488"/>
                  <a:pt x="70857" y="47880"/>
                </a:cubicBezTo>
                <a:cubicBezTo>
                  <a:pt x="70535" y="49273"/>
                  <a:pt x="70268" y="50130"/>
                  <a:pt x="70053" y="50451"/>
                </a:cubicBezTo>
                <a:cubicBezTo>
                  <a:pt x="69839" y="50987"/>
                  <a:pt x="69357" y="51255"/>
                  <a:pt x="68607" y="51255"/>
                </a:cubicBezTo>
                <a:cubicBezTo>
                  <a:pt x="67857" y="51255"/>
                  <a:pt x="64965" y="51308"/>
                  <a:pt x="59931" y="51415"/>
                </a:cubicBezTo>
                <a:lnTo>
                  <a:pt x="50933" y="51415"/>
                </a:lnTo>
                <a:lnTo>
                  <a:pt x="47238" y="71017"/>
                </a:lnTo>
                <a:cubicBezTo>
                  <a:pt x="42096" y="97582"/>
                  <a:pt x="38508" y="114185"/>
                  <a:pt x="36473" y="120826"/>
                </a:cubicBezTo>
                <a:cubicBezTo>
                  <a:pt x="33581" y="129931"/>
                  <a:pt x="29832" y="136679"/>
                  <a:pt x="25226" y="141071"/>
                </a:cubicBezTo>
                <a:cubicBezTo>
                  <a:pt x="21262" y="144498"/>
                  <a:pt x="17353" y="146212"/>
                  <a:pt x="13497" y="146212"/>
                </a:cubicBezTo>
                <a:cubicBezTo>
                  <a:pt x="10069" y="146212"/>
                  <a:pt x="6962" y="145195"/>
                  <a:pt x="4177" y="143159"/>
                </a:cubicBezTo>
                <a:cubicBezTo>
                  <a:pt x="1392" y="141124"/>
                  <a:pt x="0" y="138232"/>
                  <a:pt x="0" y="134483"/>
                </a:cubicBezTo>
                <a:cubicBezTo>
                  <a:pt x="0" y="130520"/>
                  <a:pt x="1125" y="127628"/>
                  <a:pt x="3374" y="125807"/>
                </a:cubicBezTo>
                <a:cubicBezTo>
                  <a:pt x="5624" y="123986"/>
                  <a:pt x="7873" y="123075"/>
                  <a:pt x="10122" y="123075"/>
                </a:cubicBezTo>
                <a:cubicBezTo>
                  <a:pt x="14835" y="123075"/>
                  <a:pt x="17192" y="125325"/>
                  <a:pt x="17192" y="129824"/>
                </a:cubicBezTo>
                <a:cubicBezTo>
                  <a:pt x="17192" y="131859"/>
                  <a:pt x="16603" y="133626"/>
                  <a:pt x="15425" y="135126"/>
                </a:cubicBezTo>
                <a:cubicBezTo>
                  <a:pt x="14246" y="136625"/>
                  <a:pt x="12961" y="137750"/>
                  <a:pt x="11568" y="138500"/>
                </a:cubicBezTo>
                <a:lnTo>
                  <a:pt x="10122" y="1393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333333">
                <a:alpha val="4200"/>
              </a:srgbClr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1D6E4-039C-465D-B9B1-D4E95590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1727889"/>
            <a:ext cx="45325" cy="75655"/>
          </a:xfrm>
          <a:custGeom xmlns:a="http://schemas.openxmlformats.org/drawingml/2006/main">
            <a:pathLst>
              <a:path w="45325" h="75655">
                <a:moveTo>
                  <a:pt x="6702" y="26922"/>
                </a:moveTo>
                <a:cubicBezTo>
                  <a:pt x="4657" y="26922"/>
                  <a:pt x="3029" y="26241"/>
                  <a:pt x="1818" y="24877"/>
                </a:cubicBezTo>
                <a:cubicBezTo>
                  <a:pt x="606" y="23514"/>
                  <a:pt x="0" y="21848"/>
                  <a:pt x="0" y="19879"/>
                </a:cubicBezTo>
                <a:cubicBezTo>
                  <a:pt x="0" y="14502"/>
                  <a:pt x="2007" y="9845"/>
                  <a:pt x="6021" y="5907"/>
                </a:cubicBezTo>
                <a:cubicBezTo>
                  <a:pt x="10034" y="1969"/>
                  <a:pt x="15032" y="0"/>
                  <a:pt x="21015" y="0"/>
                </a:cubicBezTo>
                <a:cubicBezTo>
                  <a:pt x="27907" y="0"/>
                  <a:pt x="33662" y="2120"/>
                  <a:pt x="38282" y="6361"/>
                </a:cubicBezTo>
                <a:cubicBezTo>
                  <a:pt x="42901" y="10602"/>
                  <a:pt x="45249" y="16093"/>
                  <a:pt x="45325" y="22833"/>
                </a:cubicBezTo>
                <a:cubicBezTo>
                  <a:pt x="45325" y="26089"/>
                  <a:pt x="44567" y="29194"/>
                  <a:pt x="43053" y="32148"/>
                </a:cubicBezTo>
                <a:cubicBezTo>
                  <a:pt x="41538" y="35101"/>
                  <a:pt x="39721" y="37676"/>
                  <a:pt x="37600" y="39872"/>
                </a:cubicBezTo>
                <a:cubicBezTo>
                  <a:pt x="35480" y="42068"/>
                  <a:pt x="32450" y="44870"/>
                  <a:pt x="28513" y="48278"/>
                </a:cubicBezTo>
                <a:cubicBezTo>
                  <a:pt x="25786" y="50626"/>
                  <a:pt x="22000" y="54109"/>
                  <a:pt x="17153" y="58729"/>
                </a:cubicBezTo>
                <a:lnTo>
                  <a:pt x="10451" y="65090"/>
                </a:lnTo>
                <a:lnTo>
                  <a:pt x="19084" y="65204"/>
                </a:lnTo>
                <a:cubicBezTo>
                  <a:pt x="30974" y="65204"/>
                  <a:pt x="37297" y="65015"/>
                  <a:pt x="38055" y="64636"/>
                </a:cubicBezTo>
                <a:cubicBezTo>
                  <a:pt x="38585" y="64484"/>
                  <a:pt x="39493" y="61114"/>
                  <a:pt x="40781" y="54526"/>
                </a:cubicBezTo>
                <a:lnTo>
                  <a:pt x="40781" y="54185"/>
                </a:lnTo>
                <a:lnTo>
                  <a:pt x="45325" y="54185"/>
                </a:lnTo>
                <a:lnTo>
                  <a:pt x="45325" y="54526"/>
                </a:lnTo>
                <a:cubicBezTo>
                  <a:pt x="45249" y="54753"/>
                  <a:pt x="44757" y="58199"/>
                  <a:pt x="43848" y="64863"/>
                </a:cubicBezTo>
                <a:cubicBezTo>
                  <a:pt x="42939" y="71527"/>
                  <a:pt x="42371" y="75011"/>
                  <a:pt x="42144" y="75314"/>
                </a:cubicBezTo>
                <a:lnTo>
                  <a:pt x="42144" y="75655"/>
                </a:lnTo>
                <a:lnTo>
                  <a:pt x="0" y="75655"/>
                </a:lnTo>
                <a:lnTo>
                  <a:pt x="0" y="73496"/>
                </a:lnTo>
                <a:lnTo>
                  <a:pt x="0" y="72133"/>
                </a:lnTo>
                <a:cubicBezTo>
                  <a:pt x="0" y="71603"/>
                  <a:pt x="227" y="71035"/>
                  <a:pt x="682" y="70429"/>
                </a:cubicBezTo>
                <a:cubicBezTo>
                  <a:pt x="1136" y="69823"/>
                  <a:pt x="2272" y="68498"/>
                  <a:pt x="4089" y="66453"/>
                </a:cubicBezTo>
                <a:cubicBezTo>
                  <a:pt x="6286" y="64030"/>
                  <a:pt x="8179" y="61910"/>
                  <a:pt x="9769" y="60092"/>
                </a:cubicBezTo>
                <a:cubicBezTo>
                  <a:pt x="10451" y="59335"/>
                  <a:pt x="11738" y="57934"/>
                  <a:pt x="13631" y="55889"/>
                </a:cubicBezTo>
                <a:cubicBezTo>
                  <a:pt x="15525" y="53844"/>
                  <a:pt x="16812" y="52443"/>
                  <a:pt x="17494" y="51686"/>
                </a:cubicBezTo>
                <a:cubicBezTo>
                  <a:pt x="18175" y="50929"/>
                  <a:pt x="19273" y="49679"/>
                  <a:pt x="20788" y="47937"/>
                </a:cubicBezTo>
                <a:cubicBezTo>
                  <a:pt x="22303" y="46196"/>
                  <a:pt x="23363" y="44908"/>
                  <a:pt x="23969" y="44075"/>
                </a:cubicBezTo>
                <a:cubicBezTo>
                  <a:pt x="24575" y="43242"/>
                  <a:pt x="25445" y="42106"/>
                  <a:pt x="26581" y="40667"/>
                </a:cubicBezTo>
                <a:cubicBezTo>
                  <a:pt x="27717" y="39228"/>
                  <a:pt x="28513" y="38017"/>
                  <a:pt x="28967" y="37032"/>
                </a:cubicBezTo>
                <a:cubicBezTo>
                  <a:pt x="29421" y="36048"/>
                  <a:pt x="29989" y="34950"/>
                  <a:pt x="30671" y="33738"/>
                </a:cubicBezTo>
                <a:cubicBezTo>
                  <a:pt x="31352" y="32526"/>
                  <a:pt x="31845" y="31315"/>
                  <a:pt x="32148" y="30103"/>
                </a:cubicBezTo>
                <a:cubicBezTo>
                  <a:pt x="32450" y="28891"/>
                  <a:pt x="32716" y="27755"/>
                  <a:pt x="32943" y="26695"/>
                </a:cubicBezTo>
                <a:cubicBezTo>
                  <a:pt x="33170" y="25635"/>
                  <a:pt x="33284" y="24385"/>
                  <a:pt x="33284" y="22946"/>
                </a:cubicBezTo>
                <a:cubicBezTo>
                  <a:pt x="33284" y="18175"/>
                  <a:pt x="31996" y="14048"/>
                  <a:pt x="29421" y="10564"/>
                </a:cubicBezTo>
                <a:cubicBezTo>
                  <a:pt x="26846" y="7081"/>
                  <a:pt x="23174" y="5339"/>
                  <a:pt x="18402" y="5339"/>
                </a:cubicBezTo>
                <a:cubicBezTo>
                  <a:pt x="15903" y="5339"/>
                  <a:pt x="13707" y="5983"/>
                  <a:pt x="11814" y="7270"/>
                </a:cubicBezTo>
                <a:cubicBezTo>
                  <a:pt x="9921" y="8558"/>
                  <a:pt x="8595" y="9807"/>
                  <a:pt x="7838" y="11019"/>
                </a:cubicBezTo>
                <a:cubicBezTo>
                  <a:pt x="7081" y="12230"/>
                  <a:pt x="6702" y="12950"/>
                  <a:pt x="6702" y="13177"/>
                </a:cubicBezTo>
                <a:cubicBezTo>
                  <a:pt x="6702" y="13253"/>
                  <a:pt x="6891" y="13291"/>
                  <a:pt x="7270" y="13291"/>
                </a:cubicBezTo>
                <a:cubicBezTo>
                  <a:pt x="8633" y="13291"/>
                  <a:pt x="10034" y="13821"/>
                  <a:pt x="11473" y="14881"/>
                </a:cubicBezTo>
                <a:cubicBezTo>
                  <a:pt x="12912" y="15941"/>
                  <a:pt x="13631" y="17683"/>
                  <a:pt x="13631" y="20106"/>
                </a:cubicBezTo>
                <a:cubicBezTo>
                  <a:pt x="13631" y="22000"/>
                  <a:pt x="13026" y="23590"/>
                  <a:pt x="11814" y="24877"/>
                </a:cubicBezTo>
                <a:cubicBezTo>
                  <a:pt x="10602" y="26165"/>
                  <a:pt x="8898" y="26846"/>
                  <a:pt x="6702" y="2692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0EAC2-3E86-4AE8-90B5-E4BF339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1727889"/>
            <a:ext cx="45325" cy="75655"/>
          </a:xfrm>
          <a:custGeom xmlns:a="http://schemas.openxmlformats.org/drawingml/2006/main">
            <a:pathLst>
              <a:path w="45325" h="75655" fill="none">
                <a:moveTo>
                  <a:pt x="6702" y="26922"/>
                </a:moveTo>
                <a:cubicBezTo>
                  <a:pt x="4657" y="26922"/>
                  <a:pt x="3029" y="26241"/>
                  <a:pt x="1818" y="24877"/>
                </a:cubicBezTo>
                <a:cubicBezTo>
                  <a:pt x="606" y="23514"/>
                  <a:pt x="0" y="21848"/>
                  <a:pt x="0" y="19879"/>
                </a:cubicBezTo>
                <a:cubicBezTo>
                  <a:pt x="0" y="14502"/>
                  <a:pt x="2007" y="9845"/>
                  <a:pt x="6021" y="5907"/>
                </a:cubicBezTo>
                <a:cubicBezTo>
                  <a:pt x="10034" y="1969"/>
                  <a:pt x="15032" y="0"/>
                  <a:pt x="21015" y="0"/>
                </a:cubicBezTo>
                <a:cubicBezTo>
                  <a:pt x="27907" y="0"/>
                  <a:pt x="33662" y="2120"/>
                  <a:pt x="38282" y="6361"/>
                </a:cubicBezTo>
                <a:cubicBezTo>
                  <a:pt x="42901" y="10602"/>
                  <a:pt x="45249" y="16093"/>
                  <a:pt x="45325" y="22833"/>
                </a:cubicBezTo>
                <a:cubicBezTo>
                  <a:pt x="45325" y="26089"/>
                  <a:pt x="44567" y="29194"/>
                  <a:pt x="43053" y="32148"/>
                </a:cubicBezTo>
                <a:cubicBezTo>
                  <a:pt x="41538" y="35101"/>
                  <a:pt x="39721" y="37676"/>
                  <a:pt x="37600" y="39872"/>
                </a:cubicBezTo>
                <a:cubicBezTo>
                  <a:pt x="35480" y="42068"/>
                  <a:pt x="32450" y="44870"/>
                  <a:pt x="28513" y="48278"/>
                </a:cubicBezTo>
                <a:cubicBezTo>
                  <a:pt x="25786" y="50626"/>
                  <a:pt x="22000" y="54109"/>
                  <a:pt x="17153" y="58729"/>
                </a:cubicBezTo>
                <a:lnTo>
                  <a:pt x="10451" y="65090"/>
                </a:lnTo>
                <a:lnTo>
                  <a:pt x="19084" y="65204"/>
                </a:lnTo>
                <a:cubicBezTo>
                  <a:pt x="30974" y="65204"/>
                  <a:pt x="37297" y="65015"/>
                  <a:pt x="38055" y="64636"/>
                </a:cubicBezTo>
                <a:cubicBezTo>
                  <a:pt x="38585" y="64484"/>
                  <a:pt x="39493" y="61114"/>
                  <a:pt x="40781" y="54526"/>
                </a:cubicBezTo>
                <a:lnTo>
                  <a:pt x="40781" y="54185"/>
                </a:lnTo>
                <a:lnTo>
                  <a:pt x="45325" y="54185"/>
                </a:lnTo>
                <a:lnTo>
                  <a:pt x="45325" y="54526"/>
                </a:lnTo>
                <a:cubicBezTo>
                  <a:pt x="45249" y="54753"/>
                  <a:pt x="44757" y="58199"/>
                  <a:pt x="43848" y="64863"/>
                </a:cubicBezTo>
                <a:cubicBezTo>
                  <a:pt x="42939" y="71527"/>
                  <a:pt x="42371" y="75011"/>
                  <a:pt x="42144" y="75314"/>
                </a:cubicBezTo>
                <a:lnTo>
                  <a:pt x="42144" y="75655"/>
                </a:lnTo>
                <a:lnTo>
                  <a:pt x="0" y="75655"/>
                </a:lnTo>
                <a:lnTo>
                  <a:pt x="0" y="73496"/>
                </a:lnTo>
                <a:lnTo>
                  <a:pt x="0" y="72133"/>
                </a:lnTo>
                <a:cubicBezTo>
                  <a:pt x="0" y="71603"/>
                  <a:pt x="227" y="71035"/>
                  <a:pt x="682" y="70429"/>
                </a:cubicBezTo>
                <a:cubicBezTo>
                  <a:pt x="1136" y="69823"/>
                  <a:pt x="2272" y="68498"/>
                  <a:pt x="4089" y="66453"/>
                </a:cubicBezTo>
                <a:cubicBezTo>
                  <a:pt x="6286" y="64030"/>
                  <a:pt x="8179" y="61910"/>
                  <a:pt x="9769" y="60092"/>
                </a:cubicBezTo>
                <a:cubicBezTo>
                  <a:pt x="10451" y="59335"/>
                  <a:pt x="11738" y="57934"/>
                  <a:pt x="13631" y="55889"/>
                </a:cubicBezTo>
                <a:cubicBezTo>
                  <a:pt x="15525" y="53844"/>
                  <a:pt x="16812" y="52443"/>
                  <a:pt x="17494" y="51686"/>
                </a:cubicBezTo>
                <a:cubicBezTo>
                  <a:pt x="18175" y="50929"/>
                  <a:pt x="19273" y="49679"/>
                  <a:pt x="20788" y="47937"/>
                </a:cubicBezTo>
                <a:cubicBezTo>
                  <a:pt x="22303" y="46196"/>
                  <a:pt x="23363" y="44908"/>
                  <a:pt x="23969" y="44075"/>
                </a:cubicBezTo>
                <a:cubicBezTo>
                  <a:pt x="24575" y="43242"/>
                  <a:pt x="25445" y="42106"/>
                  <a:pt x="26581" y="40667"/>
                </a:cubicBezTo>
                <a:cubicBezTo>
                  <a:pt x="27717" y="39228"/>
                  <a:pt x="28513" y="38017"/>
                  <a:pt x="28967" y="37032"/>
                </a:cubicBezTo>
                <a:cubicBezTo>
                  <a:pt x="29421" y="36048"/>
                  <a:pt x="29989" y="34950"/>
                  <a:pt x="30671" y="33738"/>
                </a:cubicBezTo>
                <a:cubicBezTo>
                  <a:pt x="31352" y="32526"/>
                  <a:pt x="31845" y="31315"/>
                  <a:pt x="32148" y="30103"/>
                </a:cubicBezTo>
                <a:cubicBezTo>
                  <a:pt x="32450" y="28891"/>
                  <a:pt x="32716" y="27755"/>
                  <a:pt x="32943" y="26695"/>
                </a:cubicBezTo>
                <a:cubicBezTo>
                  <a:pt x="33170" y="25635"/>
                  <a:pt x="33284" y="24385"/>
                  <a:pt x="33284" y="22946"/>
                </a:cubicBezTo>
                <a:cubicBezTo>
                  <a:pt x="33284" y="18175"/>
                  <a:pt x="31996" y="14048"/>
                  <a:pt x="29421" y="10564"/>
                </a:cubicBezTo>
                <a:cubicBezTo>
                  <a:pt x="26846" y="7081"/>
                  <a:pt x="23174" y="5339"/>
                  <a:pt x="18402" y="5339"/>
                </a:cubicBezTo>
                <a:cubicBezTo>
                  <a:pt x="15903" y="5339"/>
                  <a:pt x="13707" y="5983"/>
                  <a:pt x="11814" y="7270"/>
                </a:cubicBezTo>
                <a:cubicBezTo>
                  <a:pt x="9921" y="8558"/>
                  <a:pt x="8595" y="9807"/>
                  <a:pt x="7838" y="11019"/>
                </a:cubicBezTo>
                <a:cubicBezTo>
                  <a:pt x="7081" y="12230"/>
                  <a:pt x="6702" y="12950"/>
                  <a:pt x="6702" y="13177"/>
                </a:cubicBezTo>
                <a:cubicBezTo>
                  <a:pt x="6702" y="13253"/>
                  <a:pt x="6891" y="13291"/>
                  <a:pt x="7270" y="13291"/>
                </a:cubicBezTo>
                <a:cubicBezTo>
                  <a:pt x="8633" y="13291"/>
                  <a:pt x="10034" y="13821"/>
                  <a:pt x="11473" y="14881"/>
                </a:cubicBezTo>
                <a:cubicBezTo>
                  <a:pt x="12912" y="15941"/>
                  <a:pt x="13631" y="17683"/>
                  <a:pt x="13631" y="20106"/>
                </a:cubicBezTo>
                <a:cubicBezTo>
                  <a:pt x="13631" y="22000"/>
                  <a:pt x="13026" y="23590"/>
                  <a:pt x="11814" y="24877"/>
                </a:cubicBezTo>
                <a:cubicBezTo>
                  <a:pt x="10602" y="26165"/>
                  <a:pt x="8898" y="26846"/>
                  <a:pt x="6702" y="269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079D7-B309-437C-B62F-6FFCCB98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277" y="1606538"/>
            <a:ext cx="317874" cy="222512"/>
          </a:xfrm>
          <a:custGeom xmlns:a="http://schemas.openxmlformats.org/drawingml/2006/main">
            <a:pathLst>
              <a:path w="317874" h="222512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0" y="846"/>
                  <a:pt x="297268" y="2539"/>
                </a:cubicBezTo>
                <a:cubicBezTo>
                  <a:pt x="301356" y="4233"/>
                  <a:pt x="304966" y="6645"/>
                  <a:pt x="308098" y="9775"/>
                </a:cubicBezTo>
                <a:cubicBezTo>
                  <a:pt x="311228" y="12905"/>
                  <a:pt x="313639" y="16514"/>
                  <a:pt x="315332" y="20602"/>
                </a:cubicBezTo>
                <a:cubicBezTo>
                  <a:pt x="317026" y="24691"/>
                  <a:pt x="317873" y="28950"/>
                  <a:pt x="317874" y="33377"/>
                </a:cubicBezTo>
                <a:lnTo>
                  <a:pt x="317874" y="189135"/>
                </a:lnTo>
                <a:cubicBezTo>
                  <a:pt x="317873" y="193561"/>
                  <a:pt x="317025" y="197819"/>
                  <a:pt x="315331" y="201907"/>
                </a:cubicBezTo>
                <a:cubicBezTo>
                  <a:pt x="313637" y="205997"/>
                  <a:pt x="311228" y="209606"/>
                  <a:pt x="308098" y="212736"/>
                </a:cubicBezTo>
                <a:cubicBezTo>
                  <a:pt x="304966" y="215865"/>
                  <a:pt x="301356" y="218276"/>
                  <a:pt x="297268" y="219971"/>
                </a:cubicBezTo>
                <a:cubicBezTo>
                  <a:pt x="293180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3" y="215865"/>
                  <a:pt x="9775" y="212736"/>
                </a:cubicBezTo>
                <a:cubicBezTo>
                  <a:pt x="6644" y="209606"/>
                  <a:pt x="4232" y="205997"/>
                  <a:pt x="2538" y="201907"/>
                </a:cubicBezTo>
                <a:cubicBezTo>
                  <a:pt x="846" y="197819"/>
                  <a:pt x="0" y="193561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6" y="12905"/>
                  <a:pt x="9776" y="9775"/>
                </a:cubicBezTo>
                <a:cubicBezTo>
                  <a:pt x="12905" y="6645"/>
                  <a:pt x="16514" y="4233"/>
                  <a:pt x="20603" y="2539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727FB-FA3F-4D34-8EA2-45D54381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277" y="1606538"/>
            <a:ext cx="317874" cy="222512"/>
          </a:xfrm>
          <a:custGeom xmlns:a="http://schemas.openxmlformats.org/drawingml/2006/main">
            <a:pathLst>
              <a:path w="317874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0" y="846"/>
                  <a:pt x="297268" y="2539"/>
                </a:cubicBezTo>
                <a:cubicBezTo>
                  <a:pt x="301356" y="4233"/>
                  <a:pt x="304966" y="6645"/>
                  <a:pt x="308098" y="9775"/>
                </a:cubicBezTo>
                <a:cubicBezTo>
                  <a:pt x="311228" y="12905"/>
                  <a:pt x="313639" y="16514"/>
                  <a:pt x="315332" y="20602"/>
                </a:cubicBezTo>
                <a:cubicBezTo>
                  <a:pt x="317026" y="24691"/>
                  <a:pt x="317873" y="28950"/>
                  <a:pt x="317874" y="33377"/>
                </a:cubicBezTo>
                <a:lnTo>
                  <a:pt x="317874" y="189135"/>
                </a:lnTo>
                <a:cubicBezTo>
                  <a:pt x="317873" y="193561"/>
                  <a:pt x="317025" y="197819"/>
                  <a:pt x="315331" y="201907"/>
                </a:cubicBezTo>
                <a:cubicBezTo>
                  <a:pt x="313637" y="205997"/>
                  <a:pt x="311228" y="209606"/>
                  <a:pt x="308098" y="212736"/>
                </a:cubicBezTo>
                <a:cubicBezTo>
                  <a:pt x="304966" y="215865"/>
                  <a:pt x="301356" y="218276"/>
                  <a:pt x="297268" y="219971"/>
                </a:cubicBezTo>
                <a:cubicBezTo>
                  <a:pt x="293180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3" y="215865"/>
                  <a:pt x="9775" y="212736"/>
                </a:cubicBezTo>
                <a:cubicBezTo>
                  <a:pt x="6644" y="209606"/>
                  <a:pt x="4232" y="205997"/>
                  <a:pt x="2538" y="201907"/>
                </a:cubicBezTo>
                <a:cubicBezTo>
                  <a:pt x="846" y="197819"/>
                  <a:pt x="0" y="193561"/>
                  <a:pt x="1" y="189135"/>
                </a:cubicBezTo>
                <a:lnTo>
                  <a:pt x="1" y="33377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6" y="12905"/>
                  <a:pt x="9776" y="9775"/>
                </a:cubicBezTo>
                <a:cubicBezTo>
                  <a:pt x="12905" y="6645"/>
                  <a:pt x="16514" y="4233"/>
                  <a:pt x="20603" y="2539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666666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B8122-7942-4DAD-8918-12D93F61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85" y="1666140"/>
            <a:ext cx="79565" cy="146271"/>
          </a:xfrm>
          <a:custGeom xmlns:a="http://schemas.openxmlformats.org/drawingml/2006/main">
            <a:pathLst>
              <a:path w="79565" h="146271">
                <a:moveTo>
                  <a:pt x="10126" y="139359"/>
                </a:moveTo>
                <a:cubicBezTo>
                  <a:pt x="10341" y="139359"/>
                  <a:pt x="10662" y="139466"/>
                  <a:pt x="11091" y="139680"/>
                </a:cubicBezTo>
                <a:cubicBezTo>
                  <a:pt x="11519" y="139895"/>
                  <a:pt x="12109" y="140056"/>
                  <a:pt x="12859" y="140163"/>
                </a:cubicBezTo>
                <a:cubicBezTo>
                  <a:pt x="13609" y="140270"/>
                  <a:pt x="14252" y="140323"/>
                  <a:pt x="14788" y="140323"/>
                </a:cubicBezTo>
                <a:cubicBezTo>
                  <a:pt x="16181" y="140323"/>
                  <a:pt x="17467" y="139627"/>
                  <a:pt x="18645" y="138234"/>
                </a:cubicBezTo>
                <a:cubicBezTo>
                  <a:pt x="19824" y="136841"/>
                  <a:pt x="20681" y="135287"/>
                  <a:pt x="21217" y="133572"/>
                </a:cubicBezTo>
                <a:cubicBezTo>
                  <a:pt x="22289" y="130679"/>
                  <a:pt x="24111" y="122482"/>
                  <a:pt x="26682" y="108980"/>
                </a:cubicBezTo>
                <a:cubicBezTo>
                  <a:pt x="29254" y="95478"/>
                  <a:pt x="31719" y="82619"/>
                  <a:pt x="34076" y="70403"/>
                </a:cubicBezTo>
                <a:cubicBezTo>
                  <a:pt x="36434" y="58187"/>
                  <a:pt x="37612" y="52025"/>
                  <a:pt x="37612" y="51918"/>
                </a:cubicBezTo>
                <a:lnTo>
                  <a:pt x="37612" y="51436"/>
                </a:lnTo>
                <a:lnTo>
                  <a:pt x="30058" y="51436"/>
                </a:lnTo>
                <a:cubicBezTo>
                  <a:pt x="25021" y="51436"/>
                  <a:pt x="22342" y="51329"/>
                  <a:pt x="22021" y="51114"/>
                </a:cubicBezTo>
                <a:cubicBezTo>
                  <a:pt x="21592" y="50793"/>
                  <a:pt x="21378" y="50257"/>
                  <a:pt x="21378" y="49507"/>
                </a:cubicBezTo>
                <a:lnTo>
                  <a:pt x="22503" y="45006"/>
                </a:lnTo>
                <a:cubicBezTo>
                  <a:pt x="22717" y="44471"/>
                  <a:pt x="23146" y="44203"/>
                  <a:pt x="23789" y="44203"/>
                </a:cubicBezTo>
                <a:cubicBezTo>
                  <a:pt x="24432" y="44203"/>
                  <a:pt x="26950" y="44149"/>
                  <a:pt x="31344" y="44042"/>
                </a:cubicBezTo>
                <a:cubicBezTo>
                  <a:pt x="36487" y="44042"/>
                  <a:pt x="39059" y="43988"/>
                  <a:pt x="39059" y="43881"/>
                </a:cubicBezTo>
                <a:cubicBezTo>
                  <a:pt x="39059" y="43667"/>
                  <a:pt x="39541" y="40988"/>
                  <a:pt x="40506" y="35844"/>
                </a:cubicBezTo>
                <a:cubicBezTo>
                  <a:pt x="41470" y="30701"/>
                  <a:pt x="42113" y="27593"/>
                  <a:pt x="42435" y="26522"/>
                </a:cubicBezTo>
                <a:cubicBezTo>
                  <a:pt x="46399" y="8841"/>
                  <a:pt x="54222" y="0"/>
                  <a:pt x="65902" y="0"/>
                </a:cubicBezTo>
                <a:cubicBezTo>
                  <a:pt x="69867" y="214"/>
                  <a:pt x="73135" y="1393"/>
                  <a:pt x="75707" y="3536"/>
                </a:cubicBezTo>
                <a:cubicBezTo>
                  <a:pt x="78279" y="5679"/>
                  <a:pt x="79565" y="8519"/>
                  <a:pt x="79565" y="12055"/>
                </a:cubicBezTo>
                <a:cubicBezTo>
                  <a:pt x="79565" y="15913"/>
                  <a:pt x="78440" y="18699"/>
                  <a:pt x="76189" y="20414"/>
                </a:cubicBezTo>
                <a:cubicBezTo>
                  <a:pt x="73939" y="22128"/>
                  <a:pt x="71689" y="23039"/>
                  <a:pt x="69438" y="23146"/>
                </a:cubicBezTo>
                <a:cubicBezTo>
                  <a:pt x="64723" y="23146"/>
                  <a:pt x="62366" y="20896"/>
                  <a:pt x="62366" y="16395"/>
                </a:cubicBezTo>
                <a:cubicBezTo>
                  <a:pt x="62366" y="14359"/>
                  <a:pt x="62955" y="12591"/>
                  <a:pt x="64134" y="11091"/>
                </a:cubicBezTo>
                <a:cubicBezTo>
                  <a:pt x="65313" y="9591"/>
                  <a:pt x="66599" y="8465"/>
                  <a:pt x="67992" y="7715"/>
                </a:cubicBezTo>
                <a:lnTo>
                  <a:pt x="69438" y="6912"/>
                </a:lnTo>
                <a:cubicBezTo>
                  <a:pt x="67724" y="6269"/>
                  <a:pt x="66116" y="5947"/>
                  <a:pt x="64616" y="5947"/>
                </a:cubicBezTo>
                <a:cubicBezTo>
                  <a:pt x="63330" y="5947"/>
                  <a:pt x="62098" y="6483"/>
                  <a:pt x="60919" y="7555"/>
                </a:cubicBezTo>
                <a:cubicBezTo>
                  <a:pt x="59741" y="8626"/>
                  <a:pt x="58937" y="10126"/>
                  <a:pt x="58508" y="12055"/>
                </a:cubicBezTo>
                <a:cubicBezTo>
                  <a:pt x="57758" y="15163"/>
                  <a:pt x="56901" y="19342"/>
                  <a:pt x="55936" y="24593"/>
                </a:cubicBezTo>
                <a:cubicBezTo>
                  <a:pt x="54972" y="29844"/>
                  <a:pt x="54115" y="34291"/>
                  <a:pt x="53365" y="37934"/>
                </a:cubicBezTo>
                <a:cubicBezTo>
                  <a:pt x="52615" y="41577"/>
                  <a:pt x="52240" y="43506"/>
                  <a:pt x="52240" y="43720"/>
                </a:cubicBezTo>
                <a:cubicBezTo>
                  <a:pt x="52240" y="43935"/>
                  <a:pt x="55186" y="44042"/>
                  <a:pt x="61080" y="44042"/>
                </a:cubicBezTo>
                <a:cubicBezTo>
                  <a:pt x="65902" y="44042"/>
                  <a:pt x="68688" y="44096"/>
                  <a:pt x="69438" y="44203"/>
                </a:cubicBezTo>
                <a:cubicBezTo>
                  <a:pt x="70188" y="44310"/>
                  <a:pt x="70778" y="44631"/>
                  <a:pt x="71207" y="45167"/>
                </a:cubicBezTo>
                <a:cubicBezTo>
                  <a:pt x="71314" y="45596"/>
                  <a:pt x="71207" y="46507"/>
                  <a:pt x="70885" y="47900"/>
                </a:cubicBezTo>
                <a:cubicBezTo>
                  <a:pt x="70564" y="49293"/>
                  <a:pt x="70296" y="50150"/>
                  <a:pt x="70081" y="50471"/>
                </a:cubicBezTo>
                <a:cubicBezTo>
                  <a:pt x="69867" y="51007"/>
                  <a:pt x="69385" y="51275"/>
                  <a:pt x="68635" y="51275"/>
                </a:cubicBezTo>
                <a:cubicBezTo>
                  <a:pt x="67885" y="51275"/>
                  <a:pt x="64991" y="51329"/>
                  <a:pt x="59955" y="51436"/>
                </a:cubicBezTo>
                <a:lnTo>
                  <a:pt x="50954" y="51436"/>
                </a:lnTo>
                <a:lnTo>
                  <a:pt x="47257" y="71046"/>
                </a:lnTo>
                <a:cubicBezTo>
                  <a:pt x="42113" y="97621"/>
                  <a:pt x="38523" y="114230"/>
                  <a:pt x="36487" y="120874"/>
                </a:cubicBezTo>
                <a:cubicBezTo>
                  <a:pt x="33594" y="129983"/>
                  <a:pt x="29844" y="136734"/>
                  <a:pt x="25236" y="141127"/>
                </a:cubicBezTo>
                <a:cubicBezTo>
                  <a:pt x="21271" y="144556"/>
                  <a:pt x="17360" y="146271"/>
                  <a:pt x="13502" y="146271"/>
                </a:cubicBezTo>
                <a:cubicBezTo>
                  <a:pt x="10073" y="146271"/>
                  <a:pt x="6965" y="145253"/>
                  <a:pt x="4179" y="143217"/>
                </a:cubicBezTo>
                <a:cubicBezTo>
                  <a:pt x="1393" y="141181"/>
                  <a:pt x="0" y="138287"/>
                  <a:pt x="0" y="134537"/>
                </a:cubicBezTo>
                <a:cubicBezTo>
                  <a:pt x="0" y="130572"/>
                  <a:pt x="1125" y="127679"/>
                  <a:pt x="3375" y="125857"/>
                </a:cubicBezTo>
                <a:cubicBezTo>
                  <a:pt x="5626" y="124035"/>
                  <a:pt x="7876" y="123125"/>
                  <a:pt x="10126" y="123125"/>
                </a:cubicBezTo>
                <a:cubicBezTo>
                  <a:pt x="14841" y="123125"/>
                  <a:pt x="17199" y="125375"/>
                  <a:pt x="17199" y="129876"/>
                </a:cubicBezTo>
                <a:cubicBezTo>
                  <a:pt x="17199" y="131912"/>
                  <a:pt x="16609" y="133680"/>
                  <a:pt x="15431" y="135180"/>
                </a:cubicBezTo>
                <a:cubicBezTo>
                  <a:pt x="14252" y="136680"/>
                  <a:pt x="12966" y="137805"/>
                  <a:pt x="11573" y="138555"/>
                </a:cubicBezTo>
                <a:lnTo>
                  <a:pt x="10126" y="139359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543E3-DEFF-4B8F-B2AD-980576C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85" y="1666140"/>
            <a:ext cx="79565" cy="146271"/>
          </a:xfrm>
          <a:custGeom xmlns:a="http://schemas.openxmlformats.org/drawingml/2006/main">
            <a:pathLst>
              <a:path w="79565" h="146271" fill="none">
                <a:moveTo>
                  <a:pt x="10126" y="139359"/>
                </a:moveTo>
                <a:cubicBezTo>
                  <a:pt x="10341" y="139359"/>
                  <a:pt x="10662" y="139466"/>
                  <a:pt x="11091" y="139680"/>
                </a:cubicBezTo>
                <a:cubicBezTo>
                  <a:pt x="11519" y="139895"/>
                  <a:pt x="12109" y="140056"/>
                  <a:pt x="12859" y="140163"/>
                </a:cubicBezTo>
                <a:cubicBezTo>
                  <a:pt x="13609" y="140270"/>
                  <a:pt x="14252" y="140323"/>
                  <a:pt x="14788" y="140323"/>
                </a:cubicBezTo>
                <a:cubicBezTo>
                  <a:pt x="16181" y="140323"/>
                  <a:pt x="17467" y="139627"/>
                  <a:pt x="18645" y="138234"/>
                </a:cubicBezTo>
                <a:cubicBezTo>
                  <a:pt x="19824" y="136841"/>
                  <a:pt x="20681" y="135287"/>
                  <a:pt x="21217" y="133572"/>
                </a:cubicBezTo>
                <a:cubicBezTo>
                  <a:pt x="22289" y="130679"/>
                  <a:pt x="24111" y="122482"/>
                  <a:pt x="26682" y="108980"/>
                </a:cubicBezTo>
                <a:cubicBezTo>
                  <a:pt x="29254" y="95478"/>
                  <a:pt x="31719" y="82619"/>
                  <a:pt x="34076" y="70403"/>
                </a:cubicBezTo>
                <a:cubicBezTo>
                  <a:pt x="36434" y="58187"/>
                  <a:pt x="37612" y="52025"/>
                  <a:pt x="37612" y="51918"/>
                </a:cubicBezTo>
                <a:lnTo>
                  <a:pt x="37612" y="51436"/>
                </a:lnTo>
                <a:lnTo>
                  <a:pt x="30058" y="51436"/>
                </a:lnTo>
                <a:cubicBezTo>
                  <a:pt x="25021" y="51436"/>
                  <a:pt x="22342" y="51329"/>
                  <a:pt x="22021" y="51114"/>
                </a:cubicBezTo>
                <a:cubicBezTo>
                  <a:pt x="21592" y="50793"/>
                  <a:pt x="21378" y="50257"/>
                  <a:pt x="21378" y="49507"/>
                </a:cubicBezTo>
                <a:lnTo>
                  <a:pt x="22503" y="45006"/>
                </a:lnTo>
                <a:cubicBezTo>
                  <a:pt x="22717" y="44471"/>
                  <a:pt x="23146" y="44203"/>
                  <a:pt x="23789" y="44203"/>
                </a:cubicBezTo>
                <a:cubicBezTo>
                  <a:pt x="24432" y="44203"/>
                  <a:pt x="26950" y="44149"/>
                  <a:pt x="31344" y="44042"/>
                </a:cubicBezTo>
                <a:cubicBezTo>
                  <a:pt x="36487" y="44042"/>
                  <a:pt x="39059" y="43988"/>
                  <a:pt x="39059" y="43881"/>
                </a:cubicBezTo>
                <a:cubicBezTo>
                  <a:pt x="39059" y="43667"/>
                  <a:pt x="39541" y="40988"/>
                  <a:pt x="40506" y="35844"/>
                </a:cubicBezTo>
                <a:cubicBezTo>
                  <a:pt x="41470" y="30701"/>
                  <a:pt x="42113" y="27593"/>
                  <a:pt x="42435" y="26522"/>
                </a:cubicBezTo>
                <a:cubicBezTo>
                  <a:pt x="46399" y="8841"/>
                  <a:pt x="54222" y="0"/>
                  <a:pt x="65902" y="0"/>
                </a:cubicBezTo>
                <a:cubicBezTo>
                  <a:pt x="69867" y="214"/>
                  <a:pt x="73135" y="1393"/>
                  <a:pt x="75707" y="3536"/>
                </a:cubicBezTo>
                <a:cubicBezTo>
                  <a:pt x="78279" y="5679"/>
                  <a:pt x="79565" y="8519"/>
                  <a:pt x="79565" y="12055"/>
                </a:cubicBezTo>
                <a:cubicBezTo>
                  <a:pt x="79565" y="15913"/>
                  <a:pt x="78440" y="18699"/>
                  <a:pt x="76189" y="20414"/>
                </a:cubicBezTo>
                <a:cubicBezTo>
                  <a:pt x="73939" y="22128"/>
                  <a:pt x="71689" y="23039"/>
                  <a:pt x="69438" y="23146"/>
                </a:cubicBezTo>
                <a:cubicBezTo>
                  <a:pt x="64723" y="23146"/>
                  <a:pt x="62366" y="20896"/>
                  <a:pt x="62366" y="16395"/>
                </a:cubicBezTo>
                <a:cubicBezTo>
                  <a:pt x="62366" y="14359"/>
                  <a:pt x="62955" y="12591"/>
                  <a:pt x="64134" y="11091"/>
                </a:cubicBezTo>
                <a:cubicBezTo>
                  <a:pt x="65313" y="9591"/>
                  <a:pt x="66599" y="8465"/>
                  <a:pt x="67992" y="7715"/>
                </a:cubicBezTo>
                <a:lnTo>
                  <a:pt x="69438" y="6912"/>
                </a:lnTo>
                <a:cubicBezTo>
                  <a:pt x="67724" y="6269"/>
                  <a:pt x="66116" y="5947"/>
                  <a:pt x="64616" y="5947"/>
                </a:cubicBezTo>
                <a:cubicBezTo>
                  <a:pt x="63330" y="5947"/>
                  <a:pt x="62098" y="6483"/>
                  <a:pt x="60919" y="7555"/>
                </a:cubicBezTo>
                <a:cubicBezTo>
                  <a:pt x="59741" y="8626"/>
                  <a:pt x="58937" y="10126"/>
                  <a:pt x="58508" y="12055"/>
                </a:cubicBezTo>
                <a:cubicBezTo>
                  <a:pt x="57758" y="15163"/>
                  <a:pt x="56901" y="19342"/>
                  <a:pt x="55936" y="24593"/>
                </a:cubicBezTo>
                <a:cubicBezTo>
                  <a:pt x="54972" y="29844"/>
                  <a:pt x="54115" y="34291"/>
                  <a:pt x="53365" y="37934"/>
                </a:cubicBezTo>
                <a:cubicBezTo>
                  <a:pt x="52615" y="41577"/>
                  <a:pt x="52240" y="43506"/>
                  <a:pt x="52240" y="43720"/>
                </a:cubicBezTo>
                <a:cubicBezTo>
                  <a:pt x="52240" y="43935"/>
                  <a:pt x="55186" y="44042"/>
                  <a:pt x="61080" y="44042"/>
                </a:cubicBezTo>
                <a:cubicBezTo>
                  <a:pt x="65902" y="44042"/>
                  <a:pt x="68688" y="44096"/>
                  <a:pt x="69438" y="44203"/>
                </a:cubicBezTo>
                <a:cubicBezTo>
                  <a:pt x="70188" y="44310"/>
                  <a:pt x="70778" y="44631"/>
                  <a:pt x="71207" y="45167"/>
                </a:cubicBezTo>
                <a:cubicBezTo>
                  <a:pt x="71314" y="45596"/>
                  <a:pt x="71207" y="46507"/>
                  <a:pt x="70885" y="47900"/>
                </a:cubicBezTo>
                <a:cubicBezTo>
                  <a:pt x="70564" y="49293"/>
                  <a:pt x="70296" y="50150"/>
                  <a:pt x="70081" y="50471"/>
                </a:cubicBezTo>
                <a:cubicBezTo>
                  <a:pt x="69867" y="51007"/>
                  <a:pt x="69385" y="51275"/>
                  <a:pt x="68635" y="51275"/>
                </a:cubicBezTo>
                <a:cubicBezTo>
                  <a:pt x="67885" y="51275"/>
                  <a:pt x="64991" y="51329"/>
                  <a:pt x="59955" y="51436"/>
                </a:cubicBezTo>
                <a:lnTo>
                  <a:pt x="50954" y="51436"/>
                </a:lnTo>
                <a:lnTo>
                  <a:pt x="47257" y="71046"/>
                </a:lnTo>
                <a:cubicBezTo>
                  <a:pt x="42113" y="97621"/>
                  <a:pt x="38523" y="114230"/>
                  <a:pt x="36487" y="120874"/>
                </a:cubicBezTo>
                <a:cubicBezTo>
                  <a:pt x="33594" y="129983"/>
                  <a:pt x="29844" y="136734"/>
                  <a:pt x="25236" y="141127"/>
                </a:cubicBezTo>
                <a:cubicBezTo>
                  <a:pt x="21271" y="144556"/>
                  <a:pt x="17360" y="146271"/>
                  <a:pt x="13502" y="146271"/>
                </a:cubicBezTo>
                <a:cubicBezTo>
                  <a:pt x="10073" y="146271"/>
                  <a:pt x="6965" y="145253"/>
                  <a:pt x="4179" y="143217"/>
                </a:cubicBezTo>
                <a:cubicBezTo>
                  <a:pt x="1393" y="141181"/>
                  <a:pt x="0" y="138287"/>
                  <a:pt x="0" y="134537"/>
                </a:cubicBezTo>
                <a:cubicBezTo>
                  <a:pt x="0" y="130572"/>
                  <a:pt x="1125" y="127679"/>
                  <a:pt x="3375" y="125857"/>
                </a:cubicBezTo>
                <a:cubicBezTo>
                  <a:pt x="5626" y="124035"/>
                  <a:pt x="7876" y="123125"/>
                  <a:pt x="10126" y="123125"/>
                </a:cubicBezTo>
                <a:cubicBezTo>
                  <a:pt x="14841" y="123125"/>
                  <a:pt x="17199" y="125375"/>
                  <a:pt x="17199" y="129876"/>
                </a:cubicBezTo>
                <a:cubicBezTo>
                  <a:pt x="17199" y="131912"/>
                  <a:pt x="16609" y="133680"/>
                  <a:pt x="15431" y="135180"/>
                </a:cubicBezTo>
                <a:cubicBezTo>
                  <a:pt x="14252" y="136680"/>
                  <a:pt x="12966" y="137805"/>
                  <a:pt x="11573" y="138555"/>
                </a:cubicBezTo>
                <a:lnTo>
                  <a:pt x="10126" y="1393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333333">
                <a:alpha val="4200"/>
              </a:srgbClr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EB4A3-FF75-4D1B-B5A0-38439E8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496" y="1753265"/>
            <a:ext cx="63525" cy="51555"/>
          </a:xfrm>
          <a:custGeom xmlns:a="http://schemas.openxmlformats.org/drawingml/2006/main">
            <a:pathLst>
              <a:path w="63525" h="51555">
                <a:moveTo>
                  <a:pt x="0" y="17690"/>
                </a:moveTo>
                <a:cubicBezTo>
                  <a:pt x="76" y="17236"/>
                  <a:pt x="189" y="16629"/>
                  <a:pt x="341" y="15872"/>
                </a:cubicBezTo>
                <a:cubicBezTo>
                  <a:pt x="492" y="15114"/>
                  <a:pt x="947" y="13675"/>
                  <a:pt x="1705" y="11554"/>
                </a:cubicBezTo>
                <a:cubicBezTo>
                  <a:pt x="2462" y="9432"/>
                  <a:pt x="3220" y="7652"/>
                  <a:pt x="3977" y="6212"/>
                </a:cubicBezTo>
                <a:cubicBezTo>
                  <a:pt x="4735" y="4773"/>
                  <a:pt x="5985" y="3371"/>
                  <a:pt x="7728" y="2008"/>
                </a:cubicBezTo>
                <a:cubicBezTo>
                  <a:pt x="9470" y="644"/>
                  <a:pt x="11213" y="0"/>
                  <a:pt x="12955" y="76"/>
                </a:cubicBezTo>
                <a:cubicBezTo>
                  <a:pt x="15682" y="76"/>
                  <a:pt x="17955" y="758"/>
                  <a:pt x="19774" y="2121"/>
                </a:cubicBezTo>
                <a:cubicBezTo>
                  <a:pt x="21592" y="3485"/>
                  <a:pt x="22728" y="4773"/>
                  <a:pt x="23183" y="5985"/>
                </a:cubicBezTo>
                <a:cubicBezTo>
                  <a:pt x="23637" y="7197"/>
                  <a:pt x="23865" y="7993"/>
                  <a:pt x="23865" y="8372"/>
                </a:cubicBezTo>
                <a:cubicBezTo>
                  <a:pt x="23865" y="8523"/>
                  <a:pt x="23903" y="8599"/>
                  <a:pt x="23978" y="8599"/>
                </a:cubicBezTo>
                <a:lnTo>
                  <a:pt x="25228" y="7349"/>
                </a:lnTo>
                <a:cubicBezTo>
                  <a:pt x="29850" y="2500"/>
                  <a:pt x="35115" y="76"/>
                  <a:pt x="41024" y="76"/>
                </a:cubicBezTo>
                <a:cubicBezTo>
                  <a:pt x="45116" y="76"/>
                  <a:pt x="48411" y="1099"/>
                  <a:pt x="50911" y="3144"/>
                </a:cubicBezTo>
                <a:cubicBezTo>
                  <a:pt x="53411" y="5190"/>
                  <a:pt x="54699" y="8182"/>
                  <a:pt x="54775" y="12122"/>
                </a:cubicBezTo>
                <a:cubicBezTo>
                  <a:pt x="54851" y="16061"/>
                  <a:pt x="53411" y="22008"/>
                  <a:pt x="50457" y="29963"/>
                </a:cubicBezTo>
                <a:cubicBezTo>
                  <a:pt x="47502" y="37918"/>
                  <a:pt x="46063" y="42729"/>
                  <a:pt x="46138" y="44396"/>
                </a:cubicBezTo>
                <a:cubicBezTo>
                  <a:pt x="46138" y="46366"/>
                  <a:pt x="46782" y="47350"/>
                  <a:pt x="48070" y="47350"/>
                </a:cubicBezTo>
                <a:cubicBezTo>
                  <a:pt x="48525" y="47350"/>
                  <a:pt x="48866" y="47313"/>
                  <a:pt x="49093" y="47237"/>
                </a:cubicBezTo>
                <a:cubicBezTo>
                  <a:pt x="51290" y="46858"/>
                  <a:pt x="53260" y="45419"/>
                  <a:pt x="55002" y="42918"/>
                </a:cubicBezTo>
                <a:cubicBezTo>
                  <a:pt x="56745" y="40418"/>
                  <a:pt x="58071" y="37388"/>
                  <a:pt x="58980" y="33827"/>
                </a:cubicBezTo>
                <a:cubicBezTo>
                  <a:pt x="59131" y="33221"/>
                  <a:pt x="59889" y="32918"/>
                  <a:pt x="61253" y="32918"/>
                </a:cubicBezTo>
                <a:cubicBezTo>
                  <a:pt x="62768" y="32918"/>
                  <a:pt x="63525" y="33221"/>
                  <a:pt x="63525" y="33827"/>
                </a:cubicBezTo>
                <a:cubicBezTo>
                  <a:pt x="63525" y="33903"/>
                  <a:pt x="63374" y="34471"/>
                  <a:pt x="63071" y="35532"/>
                </a:cubicBezTo>
                <a:cubicBezTo>
                  <a:pt x="62465" y="37729"/>
                  <a:pt x="61631" y="39888"/>
                  <a:pt x="60571" y="42009"/>
                </a:cubicBezTo>
                <a:cubicBezTo>
                  <a:pt x="59510" y="44131"/>
                  <a:pt x="57768" y="46252"/>
                  <a:pt x="55343" y="48373"/>
                </a:cubicBezTo>
                <a:cubicBezTo>
                  <a:pt x="52919" y="50495"/>
                  <a:pt x="50305" y="51517"/>
                  <a:pt x="47502" y="51442"/>
                </a:cubicBezTo>
                <a:cubicBezTo>
                  <a:pt x="43941" y="51442"/>
                  <a:pt x="41365" y="50419"/>
                  <a:pt x="39774" y="48373"/>
                </a:cubicBezTo>
                <a:cubicBezTo>
                  <a:pt x="38183" y="46328"/>
                  <a:pt x="37388" y="44206"/>
                  <a:pt x="37388" y="42009"/>
                </a:cubicBezTo>
                <a:cubicBezTo>
                  <a:pt x="37388" y="40570"/>
                  <a:pt x="38752" y="36024"/>
                  <a:pt x="41479" y="28372"/>
                </a:cubicBezTo>
                <a:cubicBezTo>
                  <a:pt x="44206" y="20721"/>
                  <a:pt x="45608" y="14963"/>
                  <a:pt x="45684" y="11099"/>
                </a:cubicBezTo>
                <a:cubicBezTo>
                  <a:pt x="45684" y="6629"/>
                  <a:pt x="44017" y="4394"/>
                  <a:pt x="40683" y="4394"/>
                </a:cubicBezTo>
                <a:lnTo>
                  <a:pt x="40115" y="4394"/>
                </a:lnTo>
                <a:cubicBezTo>
                  <a:pt x="33600" y="4394"/>
                  <a:pt x="28107" y="8220"/>
                  <a:pt x="23637" y="15872"/>
                </a:cubicBezTo>
                <a:lnTo>
                  <a:pt x="22842" y="17236"/>
                </a:lnTo>
                <a:lnTo>
                  <a:pt x="19092" y="32463"/>
                </a:lnTo>
                <a:cubicBezTo>
                  <a:pt x="16592" y="42388"/>
                  <a:pt x="15152" y="47729"/>
                  <a:pt x="14773" y="48487"/>
                </a:cubicBezTo>
                <a:cubicBezTo>
                  <a:pt x="13788" y="50532"/>
                  <a:pt x="12160" y="51555"/>
                  <a:pt x="9887" y="51555"/>
                </a:cubicBezTo>
                <a:cubicBezTo>
                  <a:pt x="8902" y="51555"/>
                  <a:pt x="8106" y="51328"/>
                  <a:pt x="7500" y="50873"/>
                </a:cubicBezTo>
                <a:cubicBezTo>
                  <a:pt x="6894" y="50419"/>
                  <a:pt x="6478" y="49964"/>
                  <a:pt x="6250" y="49510"/>
                </a:cubicBezTo>
                <a:cubicBezTo>
                  <a:pt x="6023" y="49055"/>
                  <a:pt x="5947" y="48676"/>
                  <a:pt x="6023" y="48373"/>
                </a:cubicBezTo>
                <a:cubicBezTo>
                  <a:pt x="6023" y="47388"/>
                  <a:pt x="7462" y="41214"/>
                  <a:pt x="10341" y="29850"/>
                </a:cubicBezTo>
                <a:cubicBezTo>
                  <a:pt x="13220" y="18486"/>
                  <a:pt x="14735" y="12311"/>
                  <a:pt x="14887" y="11326"/>
                </a:cubicBezTo>
                <a:cubicBezTo>
                  <a:pt x="14963" y="10947"/>
                  <a:pt x="15001" y="10076"/>
                  <a:pt x="15001" y="8712"/>
                </a:cubicBezTo>
                <a:cubicBezTo>
                  <a:pt x="15001" y="5758"/>
                  <a:pt x="14091" y="4280"/>
                  <a:pt x="12273" y="4280"/>
                </a:cubicBezTo>
                <a:cubicBezTo>
                  <a:pt x="9394" y="4280"/>
                  <a:pt x="7008" y="8069"/>
                  <a:pt x="5114" y="15645"/>
                </a:cubicBezTo>
                <a:cubicBezTo>
                  <a:pt x="4659" y="17160"/>
                  <a:pt x="4432" y="17955"/>
                  <a:pt x="4432" y="18031"/>
                </a:cubicBezTo>
                <a:cubicBezTo>
                  <a:pt x="4280" y="18486"/>
                  <a:pt x="3561" y="18713"/>
                  <a:pt x="2273" y="18713"/>
                </a:cubicBezTo>
                <a:lnTo>
                  <a:pt x="682" y="18713"/>
                </a:lnTo>
                <a:cubicBezTo>
                  <a:pt x="227" y="18258"/>
                  <a:pt x="0" y="17917"/>
                  <a:pt x="0" y="1769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B9408-C313-4EC0-9065-4FFDB95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496" y="1753265"/>
            <a:ext cx="63525" cy="51555"/>
          </a:xfrm>
          <a:custGeom xmlns:a="http://schemas.openxmlformats.org/drawingml/2006/main">
            <a:pathLst>
              <a:path w="63525" h="51555" fill="none">
                <a:moveTo>
                  <a:pt x="0" y="17690"/>
                </a:moveTo>
                <a:cubicBezTo>
                  <a:pt x="76" y="17236"/>
                  <a:pt x="189" y="16629"/>
                  <a:pt x="341" y="15872"/>
                </a:cubicBezTo>
                <a:cubicBezTo>
                  <a:pt x="492" y="15114"/>
                  <a:pt x="947" y="13675"/>
                  <a:pt x="1705" y="11554"/>
                </a:cubicBezTo>
                <a:cubicBezTo>
                  <a:pt x="2462" y="9432"/>
                  <a:pt x="3220" y="7652"/>
                  <a:pt x="3977" y="6212"/>
                </a:cubicBezTo>
                <a:cubicBezTo>
                  <a:pt x="4735" y="4773"/>
                  <a:pt x="5985" y="3371"/>
                  <a:pt x="7728" y="2008"/>
                </a:cubicBezTo>
                <a:cubicBezTo>
                  <a:pt x="9470" y="644"/>
                  <a:pt x="11213" y="0"/>
                  <a:pt x="12955" y="76"/>
                </a:cubicBezTo>
                <a:cubicBezTo>
                  <a:pt x="15682" y="76"/>
                  <a:pt x="17955" y="758"/>
                  <a:pt x="19774" y="2121"/>
                </a:cubicBezTo>
                <a:cubicBezTo>
                  <a:pt x="21592" y="3485"/>
                  <a:pt x="22728" y="4773"/>
                  <a:pt x="23183" y="5985"/>
                </a:cubicBezTo>
                <a:cubicBezTo>
                  <a:pt x="23637" y="7197"/>
                  <a:pt x="23865" y="7993"/>
                  <a:pt x="23865" y="8372"/>
                </a:cubicBezTo>
                <a:cubicBezTo>
                  <a:pt x="23865" y="8523"/>
                  <a:pt x="23903" y="8599"/>
                  <a:pt x="23978" y="8599"/>
                </a:cubicBezTo>
                <a:lnTo>
                  <a:pt x="25228" y="7349"/>
                </a:lnTo>
                <a:cubicBezTo>
                  <a:pt x="29850" y="2500"/>
                  <a:pt x="35115" y="76"/>
                  <a:pt x="41024" y="76"/>
                </a:cubicBezTo>
                <a:cubicBezTo>
                  <a:pt x="45116" y="76"/>
                  <a:pt x="48411" y="1099"/>
                  <a:pt x="50911" y="3144"/>
                </a:cubicBezTo>
                <a:cubicBezTo>
                  <a:pt x="53411" y="5190"/>
                  <a:pt x="54699" y="8182"/>
                  <a:pt x="54775" y="12122"/>
                </a:cubicBezTo>
                <a:cubicBezTo>
                  <a:pt x="54851" y="16061"/>
                  <a:pt x="53411" y="22008"/>
                  <a:pt x="50457" y="29963"/>
                </a:cubicBezTo>
                <a:cubicBezTo>
                  <a:pt x="47502" y="37918"/>
                  <a:pt x="46063" y="42729"/>
                  <a:pt x="46138" y="44396"/>
                </a:cubicBezTo>
                <a:cubicBezTo>
                  <a:pt x="46138" y="46366"/>
                  <a:pt x="46782" y="47350"/>
                  <a:pt x="48070" y="47350"/>
                </a:cubicBezTo>
                <a:cubicBezTo>
                  <a:pt x="48525" y="47350"/>
                  <a:pt x="48866" y="47313"/>
                  <a:pt x="49093" y="47237"/>
                </a:cubicBezTo>
                <a:cubicBezTo>
                  <a:pt x="51290" y="46858"/>
                  <a:pt x="53260" y="45419"/>
                  <a:pt x="55002" y="42918"/>
                </a:cubicBezTo>
                <a:cubicBezTo>
                  <a:pt x="56745" y="40418"/>
                  <a:pt x="58071" y="37388"/>
                  <a:pt x="58980" y="33827"/>
                </a:cubicBezTo>
                <a:cubicBezTo>
                  <a:pt x="59131" y="33221"/>
                  <a:pt x="59889" y="32918"/>
                  <a:pt x="61253" y="32918"/>
                </a:cubicBezTo>
                <a:cubicBezTo>
                  <a:pt x="62768" y="32918"/>
                  <a:pt x="63525" y="33221"/>
                  <a:pt x="63525" y="33827"/>
                </a:cubicBezTo>
                <a:cubicBezTo>
                  <a:pt x="63525" y="33903"/>
                  <a:pt x="63374" y="34471"/>
                  <a:pt x="63071" y="35532"/>
                </a:cubicBezTo>
                <a:cubicBezTo>
                  <a:pt x="62465" y="37729"/>
                  <a:pt x="61631" y="39888"/>
                  <a:pt x="60571" y="42009"/>
                </a:cubicBezTo>
                <a:cubicBezTo>
                  <a:pt x="59510" y="44131"/>
                  <a:pt x="57768" y="46252"/>
                  <a:pt x="55343" y="48373"/>
                </a:cubicBezTo>
                <a:cubicBezTo>
                  <a:pt x="52919" y="50495"/>
                  <a:pt x="50305" y="51517"/>
                  <a:pt x="47502" y="51442"/>
                </a:cubicBezTo>
                <a:cubicBezTo>
                  <a:pt x="43941" y="51442"/>
                  <a:pt x="41365" y="50419"/>
                  <a:pt x="39774" y="48373"/>
                </a:cubicBezTo>
                <a:cubicBezTo>
                  <a:pt x="38183" y="46328"/>
                  <a:pt x="37388" y="44206"/>
                  <a:pt x="37388" y="42009"/>
                </a:cubicBezTo>
                <a:cubicBezTo>
                  <a:pt x="37388" y="40570"/>
                  <a:pt x="38752" y="36024"/>
                  <a:pt x="41479" y="28372"/>
                </a:cubicBezTo>
                <a:cubicBezTo>
                  <a:pt x="44206" y="20721"/>
                  <a:pt x="45608" y="14963"/>
                  <a:pt x="45684" y="11099"/>
                </a:cubicBezTo>
                <a:cubicBezTo>
                  <a:pt x="45684" y="6629"/>
                  <a:pt x="44017" y="4394"/>
                  <a:pt x="40683" y="4394"/>
                </a:cubicBezTo>
                <a:lnTo>
                  <a:pt x="40115" y="4394"/>
                </a:lnTo>
                <a:cubicBezTo>
                  <a:pt x="33600" y="4394"/>
                  <a:pt x="28107" y="8220"/>
                  <a:pt x="23637" y="15872"/>
                </a:cubicBezTo>
                <a:lnTo>
                  <a:pt x="22842" y="17236"/>
                </a:lnTo>
                <a:lnTo>
                  <a:pt x="19092" y="32463"/>
                </a:lnTo>
                <a:cubicBezTo>
                  <a:pt x="16592" y="42388"/>
                  <a:pt x="15152" y="47729"/>
                  <a:pt x="14773" y="48487"/>
                </a:cubicBezTo>
                <a:cubicBezTo>
                  <a:pt x="13788" y="50532"/>
                  <a:pt x="12160" y="51555"/>
                  <a:pt x="9887" y="51555"/>
                </a:cubicBezTo>
                <a:cubicBezTo>
                  <a:pt x="8902" y="51555"/>
                  <a:pt x="8106" y="51328"/>
                  <a:pt x="7500" y="50873"/>
                </a:cubicBezTo>
                <a:cubicBezTo>
                  <a:pt x="6894" y="50419"/>
                  <a:pt x="6478" y="49964"/>
                  <a:pt x="6250" y="49510"/>
                </a:cubicBezTo>
                <a:cubicBezTo>
                  <a:pt x="6023" y="49055"/>
                  <a:pt x="5947" y="48676"/>
                  <a:pt x="6023" y="48373"/>
                </a:cubicBezTo>
                <a:cubicBezTo>
                  <a:pt x="6023" y="47388"/>
                  <a:pt x="7462" y="41214"/>
                  <a:pt x="10341" y="29850"/>
                </a:cubicBezTo>
                <a:cubicBezTo>
                  <a:pt x="13220" y="18486"/>
                  <a:pt x="14735" y="12311"/>
                  <a:pt x="14887" y="11326"/>
                </a:cubicBezTo>
                <a:cubicBezTo>
                  <a:pt x="14963" y="10947"/>
                  <a:pt x="15001" y="10076"/>
                  <a:pt x="15001" y="8712"/>
                </a:cubicBezTo>
                <a:cubicBezTo>
                  <a:pt x="15001" y="5758"/>
                  <a:pt x="14091" y="4280"/>
                  <a:pt x="12273" y="4280"/>
                </a:cubicBezTo>
                <a:cubicBezTo>
                  <a:pt x="9394" y="4280"/>
                  <a:pt x="7008" y="8069"/>
                  <a:pt x="5114" y="15645"/>
                </a:cubicBezTo>
                <a:cubicBezTo>
                  <a:pt x="4659" y="17160"/>
                  <a:pt x="4432" y="17955"/>
                  <a:pt x="4432" y="18031"/>
                </a:cubicBezTo>
                <a:cubicBezTo>
                  <a:pt x="4280" y="18486"/>
                  <a:pt x="3561" y="18713"/>
                  <a:pt x="2273" y="18713"/>
                </a:cubicBezTo>
                <a:lnTo>
                  <a:pt x="682" y="18713"/>
                </a:lnTo>
                <a:cubicBezTo>
                  <a:pt x="227" y="18258"/>
                  <a:pt x="0" y="17917"/>
                  <a:pt x="0" y="176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000D9-F4DF-4888-86E3-E9D2DB7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30" y="1904545"/>
            <a:ext cx="945676" cy="198671"/>
          </a:xfrm>
          <a:custGeom xmlns:a="http://schemas.openxmlformats.org/drawingml/2006/main">
            <a:pathLst>
              <a:path w="945676" h="198671">
                <a:moveTo>
                  <a:pt x="0" y="0"/>
                </a:moveTo>
                <a:lnTo>
                  <a:pt x="945676" y="0"/>
                </a:lnTo>
                <a:lnTo>
                  <a:pt x="945676" y="198671"/>
                </a:lnTo>
                <a:lnTo>
                  <a:pt x="0" y="198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Functionpool">
            <a:extLst xmlns:a="http://schemas.openxmlformats.org/drawingml/2006/main">
              <a:ext uri="{FF2B5EF4-FFF2-40B4-BE49-F238E27FC236}">
                <a16:creationId xmlns:a16="http://schemas.microsoft.com/office/drawing/2014/main" id="{99460337-6094-4DE6-B61A-601E26CD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083" y="1947974"/>
            <a:ext cx="935365" cy="141553"/>
          </a:xfrm>
          <a:custGeom xmlns:a="http://schemas.openxmlformats.org/drawingml/2006/main">
            <a:pathLst>
              <a:path w="935365" h="141553">
                <a:moveTo>
                  <a:pt x="40122" y="8381"/>
                </a:moveTo>
                <a:lnTo>
                  <a:pt x="40122" y="51530"/>
                </a:lnTo>
                <a:lnTo>
                  <a:pt x="43149" y="51530"/>
                </a:lnTo>
                <a:cubicBezTo>
                  <a:pt x="47805" y="51530"/>
                  <a:pt x="51608" y="50830"/>
                  <a:pt x="54557" y="49428"/>
                </a:cubicBezTo>
                <a:cubicBezTo>
                  <a:pt x="57506" y="48026"/>
                  <a:pt x="60002" y="45664"/>
                  <a:pt x="62046" y="42341"/>
                </a:cubicBezTo>
                <a:cubicBezTo>
                  <a:pt x="64090" y="39019"/>
                  <a:pt x="65422" y="34528"/>
                  <a:pt x="66043" y="28869"/>
                </a:cubicBezTo>
                <a:lnTo>
                  <a:pt x="68759" y="28869"/>
                </a:lnTo>
                <a:lnTo>
                  <a:pt x="68759" y="81797"/>
                </a:lnTo>
                <a:lnTo>
                  <a:pt x="66043" y="81797"/>
                </a:lnTo>
                <a:cubicBezTo>
                  <a:pt x="65060" y="71811"/>
                  <a:pt x="62382" y="65228"/>
                  <a:pt x="58011" y="62046"/>
                </a:cubicBezTo>
                <a:cubicBezTo>
                  <a:pt x="53639" y="58864"/>
                  <a:pt x="48685" y="57273"/>
                  <a:pt x="43149" y="57273"/>
                </a:cubicBezTo>
                <a:lnTo>
                  <a:pt x="40122" y="57273"/>
                </a:lnTo>
                <a:lnTo>
                  <a:pt x="40122" y="89557"/>
                </a:lnTo>
                <a:cubicBezTo>
                  <a:pt x="40122" y="94966"/>
                  <a:pt x="40420" y="98346"/>
                  <a:pt x="41015" y="99699"/>
                </a:cubicBezTo>
                <a:cubicBezTo>
                  <a:pt x="41610" y="101051"/>
                  <a:pt x="42774" y="102234"/>
                  <a:pt x="44507" y="103248"/>
                </a:cubicBezTo>
                <a:cubicBezTo>
                  <a:pt x="46240" y="104261"/>
                  <a:pt x="48581" y="104768"/>
                  <a:pt x="51530" y="104768"/>
                </a:cubicBezTo>
                <a:lnTo>
                  <a:pt x="55023" y="104768"/>
                </a:lnTo>
                <a:lnTo>
                  <a:pt x="55023" y="107562"/>
                </a:lnTo>
                <a:lnTo>
                  <a:pt x="0" y="107562"/>
                </a:lnTo>
                <a:lnTo>
                  <a:pt x="0" y="104768"/>
                </a:lnTo>
                <a:lnTo>
                  <a:pt x="3492" y="104768"/>
                </a:lnTo>
                <a:cubicBezTo>
                  <a:pt x="6545" y="104768"/>
                  <a:pt x="9002" y="104222"/>
                  <a:pt x="10865" y="103131"/>
                </a:cubicBezTo>
                <a:cubicBezTo>
                  <a:pt x="12210" y="102402"/>
                  <a:pt x="13245" y="101154"/>
                  <a:pt x="13969" y="99387"/>
                </a:cubicBezTo>
                <a:cubicBezTo>
                  <a:pt x="14538" y="98138"/>
                  <a:pt x="14823" y="94862"/>
                  <a:pt x="14823" y="89557"/>
                </a:cubicBezTo>
                <a:lnTo>
                  <a:pt x="14823" y="20333"/>
                </a:lnTo>
                <a:cubicBezTo>
                  <a:pt x="14823" y="14925"/>
                  <a:pt x="14538" y="11545"/>
                  <a:pt x="13969" y="10193"/>
                </a:cubicBezTo>
                <a:cubicBezTo>
                  <a:pt x="13400" y="8840"/>
                  <a:pt x="12249" y="7656"/>
                  <a:pt x="10516" y="6643"/>
                </a:cubicBezTo>
                <a:cubicBezTo>
                  <a:pt x="8782" y="5629"/>
                  <a:pt x="6441" y="5122"/>
                  <a:pt x="3492" y="5122"/>
                </a:cubicBezTo>
                <a:lnTo>
                  <a:pt x="0" y="5122"/>
                </a:lnTo>
                <a:lnTo>
                  <a:pt x="0" y="2328"/>
                </a:lnTo>
                <a:lnTo>
                  <a:pt x="88781" y="2328"/>
                </a:lnTo>
                <a:lnTo>
                  <a:pt x="88781" y="32595"/>
                </a:lnTo>
                <a:lnTo>
                  <a:pt x="85599" y="32595"/>
                </a:lnTo>
                <a:cubicBezTo>
                  <a:pt x="84875" y="25484"/>
                  <a:pt x="83026" y="20216"/>
                  <a:pt x="80051" y="16790"/>
                </a:cubicBezTo>
                <a:cubicBezTo>
                  <a:pt x="77076" y="13364"/>
                  <a:pt x="72769" y="10951"/>
                  <a:pt x="67129" y="9550"/>
                </a:cubicBezTo>
                <a:cubicBezTo>
                  <a:pt x="64025" y="8771"/>
                  <a:pt x="58282" y="8381"/>
                  <a:pt x="49901" y="8381"/>
                </a:cubicBezTo>
                <a:lnTo>
                  <a:pt x="40122" y="8381"/>
                </a:lnTo>
                <a:close/>
                <a:moveTo>
                  <a:pt x="168974" y="34923"/>
                </a:moveTo>
                <a:lnTo>
                  <a:pt x="168974" y="91730"/>
                </a:lnTo>
                <a:cubicBezTo>
                  <a:pt x="168974" y="97300"/>
                  <a:pt x="169491" y="100775"/>
                  <a:pt x="170526" y="102154"/>
                </a:cubicBezTo>
                <a:cubicBezTo>
                  <a:pt x="171560" y="103533"/>
                  <a:pt x="173656" y="104404"/>
                  <a:pt x="176812" y="104768"/>
                </a:cubicBezTo>
                <a:lnTo>
                  <a:pt x="176812" y="107562"/>
                </a:lnTo>
                <a:lnTo>
                  <a:pt x="147244" y="107562"/>
                </a:lnTo>
                <a:lnTo>
                  <a:pt x="147244" y="97861"/>
                </a:lnTo>
                <a:cubicBezTo>
                  <a:pt x="143778" y="102000"/>
                  <a:pt x="140311" y="105014"/>
                  <a:pt x="136845" y="106902"/>
                </a:cubicBezTo>
                <a:cubicBezTo>
                  <a:pt x="133378" y="108791"/>
                  <a:pt x="129498" y="109735"/>
                  <a:pt x="125204" y="109735"/>
                </a:cubicBezTo>
                <a:cubicBezTo>
                  <a:pt x="121117" y="109735"/>
                  <a:pt x="117482" y="108480"/>
                  <a:pt x="114300" y="105971"/>
                </a:cubicBezTo>
                <a:cubicBezTo>
                  <a:pt x="111118" y="103462"/>
                  <a:pt x="108984" y="100526"/>
                  <a:pt x="107898" y="97163"/>
                </a:cubicBezTo>
                <a:cubicBezTo>
                  <a:pt x="106811" y="93800"/>
                  <a:pt x="106268" y="87928"/>
                  <a:pt x="106268" y="79546"/>
                </a:cubicBezTo>
                <a:lnTo>
                  <a:pt x="106268" y="50754"/>
                </a:lnTo>
                <a:cubicBezTo>
                  <a:pt x="106268" y="45204"/>
                  <a:pt x="105763" y="41748"/>
                  <a:pt x="104755" y="40387"/>
                </a:cubicBezTo>
                <a:cubicBezTo>
                  <a:pt x="103746" y="39025"/>
                  <a:pt x="101637" y="38135"/>
                  <a:pt x="98430" y="37717"/>
                </a:cubicBezTo>
                <a:lnTo>
                  <a:pt x="98430" y="34923"/>
                </a:lnTo>
                <a:lnTo>
                  <a:pt x="127998" y="34923"/>
                </a:lnTo>
                <a:lnTo>
                  <a:pt x="127998" y="84574"/>
                </a:lnTo>
                <a:cubicBezTo>
                  <a:pt x="127998" y="89754"/>
                  <a:pt x="128243" y="93095"/>
                  <a:pt x="128735" y="94597"/>
                </a:cubicBezTo>
                <a:cubicBezTo>
                  <a:pt x="129226" y="96099"/>
                  <a:pt x="130002" y="97239"/>
                  <a:pt x="131063" y="98016"/>
                </a:cubicBezTo>
                <a:cubicBezTo>
                  <a:pt x="132124" y="98792"/>
                  <a:pt x="133352" y="99181"/>
                  <a:pt x="134749" y="99181"/>
                </a:cubicBezTo>
                <a:cubicBezTo>
                  <a:pt x="136612" y="99181"/>
                  <a:pt x="138293" y="98689"/>
                  <a:pt x="139794" y="97706"/>
                </a:cubicBezTo>
                <a:cubicBezTo>
                  <a:pt x="141863" y="96361"/>
                  <a:pt x="144347" y="93645"/>
                  <a:pt x="147244" y="89557"/>
                </a:cubicBezTo>
                <a:lnTo>
                  <a:pt x="147244" y="50754"/>
                </a:lnTo>
                <a:cubicBezTo>
                  <a:pt x="147244" y="45204"/>
                  <a:pt x="146739" y="41748"/>
                  <a:pt x="145731" y="40387"/>
                </a:cubicBezTo>
                <a:cubicBezTo>
                  <a:pt x="144722" y="39025"/>
                  <a:pt x="142613" y="38135"/>
                  <a:pt x="139406" y="37717"/>
                </a:cubicBezTo>
                <a:lnTo>
                  <a:pt x="139406" y="34923"/>
                </a:lnTo>
                <a:lnTo>
                  <a:pt x="168974" y="34923"/>
                </a:lnTo>
                <a:close/>
                <a:moveTo>
                  <a:pt x="216910" y="34923"/>
                </a:moveTo>
                <a:lnTo>
                  <a:pt x="216910" y="44391"/>
                </a:lnTo>
                <a:cubicBezTo>
                  <a:pt x="220635" y="40328"/>
                  <a:pt x="224205" y="37372"/>
                  <a:pt x="227620" y="35524"/>
                </a:cubicBezTo>
                <a:cubicBezTo>
                  <a:pt x="231034" y="33675"/>
                  <a:pt x="234708" y="32750"/>
                  <a:pt x="238640" y="32750"/>
                </a:cubicBezTo>
                <a:cubicBezTo>
                  <a:pt x="243348" y="32750"/>
                  <a:pt x="247254" y="34058"/>
                  <a:pt x="250358" y="36674"/>
                </a:cubicBezTo>
                <a:cubicBezTo>
                  <a:pt x="253462" y="39290"/>
                  <a:pt x="255532" y="42540"/>
                  <a:pt x="256567" y="46425"/>
                </a:cubicBezTo>
                <a:cubicBezTo>
                  <a:pt x="257394" y="49379"/>
                  <a:pt x="257808" y="55053"/>
                  <a:pt x="257808" y="63445"/>
                </a:cubicBezTo>
                <a:lnTo>
                  <a:pt x="257808" y="91730"/>
                </a:lnTo>
                <a:cubicBezTo>
                  <a:pt x="257808" y="97318"/>
                  <a:pt x="258313" y="100797"/>
                  <a:pt x="259322" y="102168"/>
                </a:cubicBezTo>
                <a:cubicBezTo>
                  <a:pt x="260330" y="103539"/>
                  <a:pt x="262439" y="104406"/>
                  <a:pt x="265647" y="104768"/>
                </a:cubicBezTo>
                <a:lnTo>
                  <a:pt x="265647" y="107562"/>
                </a:lnTo>
                <a:lnTo>
                  <a:pt x="228939" y="107562"/>
                </a:lnTo>
                <a:lnTo>
                  <a:pt x="228939" y="104768"/>
                </a:lnTo>
                <a:cubicBezTo>
                  <a:pt x="231681" y="104406"/>
                  <a:pt x="233647" y="103268"/>
                  <a:pt x="234837" y="101353"/>
                </a:cubicBezTo>
                <a:cubicBezTo>
                  <a:pt x="235665" y="100060"/>
                  <a:pt x="236079" y="96852"/>
                  <a:pt x="236079" y="91730"/>
                </a:cubicBezTo>
                <a:lnTo>
                  <a:pt x="236079" y="59446"/>
                </a:lnTo>
                <a:cubicBezTo>
                  <a:pt x="236079" y="53496"/>
                  <a:pt x="235846" y="49745"/>
                  <a:pt x="235380" y="48193"/>
                </a:cubicBezTo>
                <a:cubicBezTo>
                  <a:pt x="234915" y="46641"/>
                  <a:pt x="234126" y="45438"/>
                  <a:pt x="233013" y="44585"/>
                </a:cubicBezTo>
                <a:cubicBezTo>
                  <a:pt x="231901" y="43731"/>
                  <a:pt x="230672" y="43304"/>
                  <a:pt x="229327" y="43304"/>
                </a:cubicBezTo>
                <a:cubicBezTo>
                  <a:pt x="224877" y="43304"/>
                  <a:pt x="220738" y="46512"/>
                  <a:pt x="216910" y="52927"/>
                </a:cubicBezTo>
                <a:lnTo>
                  <a:pt x="216910" y="91730"/>
                </a:lnTo>
                <a:cubicBezTo>
                  <a:pt x="216910" y="97163"/>
                  <a:pt x="217414" y="100603"/>
                  <a:pt x="218423" y="102052"/>
                </a:cubicBezTo>
                <a:cubicBezTo>
                  <a:pt x="219432" y="103501"/>
                  <a:pt x="221308" y="104406"/>
                  <a:pt x="224050" y="104768"/>
                </a:cubicBezTo>
                <a:lnTo>
                  <a:pt x="224050" y="107562"/>
                </a:lnTo>
                <a:lnTo>
                  <a:pt x="187342" y="107562"/>
                </a:lnTo>
                <a:lnTo>
                  <a:pt x="187342" y="104768"/>
                </a:lnTo>
                <a:cubicBezTo>
                  <a:pt x="190395" y="104458"/>
                  <a:pt x="192567" y="103475"/>
                  <a:pt x="193861" y="101819"/>
                </a:cubicBezTo>
                <a:cubicBezTo>
                  <a:pt x="194740" y="100681"/>
                  <a:pt x="195180" y="97318"/>
                  <a:pt x="195180" y="91730"/>
                </a:cubicBezTo>
                <a:lnTo>
                  <a:pt x="195180" y="50754"/>
                </a:lnTo>
                <a:cubicBezTo>
                  <a:pt x="195180" y="45204"/>
                  <a:pt x="194676" y="41748"/>
                  <a:pt x="193667" y="40387"/>
                </a:cubicBezTo>
                <a:cubicBezTo>
                  <a:pt x="192658" y="39025"/>
                  <a:pt x="190550" y="38135"/>
                  <a:pt x="187342" y="37717"/>
                </a:cubicBezTo>
                <a:lnTo>
                  <a:pt x="187342" y="34923"/>
                </a:lnTo>
                <a:lnTo>
                  <a:pt x="216910" y="34923"/>
                </a:lnTo>
                <a:close/>
                <a:moveTo>
                  <a:pt x="334847" y="88798"/>
                </a:moveTo>
                <a:lnTo>
                  <a:pt x="337253" y="90658"/>
                </a:lnTo>
                <a:cubicBezTo>
                  <a:pt x="333838" y="97095"/>
                  <a:pt x="329583" y="101884"/>
                  <a:pt x="324486" y="105025"/>
                </a:cubicBezTo>
                <a:cubicBezTo>
                  <a:pt x="319390" y="108165"/>
                  <a:pt x="313971" y="109735"/>
                  <a:pt x="308228" y="109735"/>
                </a:cubicBezTo>
                <a:cubicBezTo>
                  <a:pt x="298553" y="109735"/>
                  <a:pt x="290818" y="106084"/>
                  <a:pt x="285024" y="98783"/>
                </a:cubicBezTo>
                <a:cubicBezTo>
                  <a:pt x="279229" y="91480"/>
                  <a:pt x="276332" y="82701"/>
                  <a:pt x="276332" y="72448"/>
                </a:cubicBezTo>
                <a:cubicBezTo>
                  <a:pt x="276332" y="62554"/>
                  <a:pt x="278971" y="53854"/>
                  <a:pt x="284248" y="46345"/>
                </a:cubicBezTo>
                <a:cubicBezTo>
                  <a:pt x="290611" y="37282"/>
                  <a:pt x="299381" y="32750"/>
                  <a:pt x="310556" y="32750"/>
                </a:cubicBezTo>
                <a:cubicBezTo>
                  <a:pt x="318058" y="32750"/>
                  <a:pt x="324021" y="34644"/>
                  <a:pt x="328444" y="38432"/>
                </a:cubicBezTo>
                <a:cubicBezTo>
                  <a:pt x="332868" y="42218"/>
                  <a:pt x="335080" y="46446"/>
                  <a:pt x="335080" y="51116"/>
                </a:cubicBezTo>
                <a:cubicBezTo>
                  <a:pt x="335080" y="54073"/>
                  <a:pt x="334187" y="56433"/>
                  <a:pt x="332402" y="58197"/>
                </a:cubicBezTo>
                <a:cubicBezTo>
                  <a:pt x="330617" y="59961"/>
                  <a:pt x="328276" y="60843"/>
                  <a:pt x="325379" y="60843"/>
                </a:cubicBezTo>
                <a:cubicBezTo>
                  <a:pt x="322326" y="60843"/>
                  <a:pt x="319804" y="59831"/>
                  <a:pt x="317812" y="57807"/>
                </a:cubicBezTo>
                <a:cubicBezTo>
                  <a:pt x="315820" y="55781"/>
                  <a:pt x="314592" y="52172"/>
                  <a:pt x="314126" y="46981"/>
                </a:cubicBezTo>
                <a:cubicBezTo>
                  <a:pt x="313816" y="43710"/>
                  <a:pt x="313065" y="41425"/>
                  <a:pt x="311875" y="40127"/>
                </a:cubicBezTo>
                <a:cubicBezTo>
                  <a:pt x="310686" y="38830"/>
                  <a:pt x="309289" y="38182"/>
                  <a:pt x="307685" y="38182"/>
                </a:cubicBezTo>
                <a:cubicBezTo>
                  <a:pt x="305201" y="38182"/>
                  <a:pt x="303080" y="39501"/>
                  <a:pt x="301321" y="42140"/>
                </a:cubicBezTo>
                <a:cubicBezTo>
                  <a:pt x="298631" y="46124"/>
                  <a:pt x="297286" y="52229"/>
                  <a:pt x="297286" y="60455"/>
                </a:cubicBezTo>
                <a:cubicBezTo>
                  <a:pt x="297286" y="67284"/>
                  <a:pt x="298372" y="73816"/>
                  <a:pt x="300545" y="80051"/>
                </a:cubicBezTo>
                <a:cubicBezTo>
                  <a:pt x="302718" y="86285"/>
                  <a:pt x="305693" y="90928"/>
                  <a:pt x="309470" y="93981"/>
                </a:cubicBezTo>
                <a:cubicBezTo>
                  <a:pt x="312315" y="96206"/>
                  <a:pt x="315678" y="97318"/>
                  <a:pt x="319558" y="97318"/>
                </a:cubicBezTo>
                <a:cubicBezTo>
                  <a:pt x="322094" y="97318"/>
                  <a:pt x="324499" y="96725"/>
                  <a:pt x="326776" y="95538"/>
                </a:cubicBezTo>
                <a:cubicBezTo>
                  <a:pt x="329052" y="94350"/>
                  <a:pt x="331743" y="92103"/>
                  <a:pt x="334847" y="88798"/>
                </a:cubicBezTo>
                <a:close/>
                <a:moveTo>
                  <a:pt x="374994" y="8226"/>
                </a:moveTo>
                <a:lnTo>
                  <a:pt x="374994" y="34923"/>
                </a:lnTo>
                <a:lnTo>
                  <a:pt x="392223" y="34923"/>
                </a:lnTo>
                <a:lnTo>
                  <a:pt x="392223" y="42528"/>
                </a:lnTo>
                <a:lnTo>
                  <a:pt x="374994" y="42528"/>
                </a:lnTo>
                <a:lnTo>
                  <a:pt x="374994" y="87428"/>
                </a:lnTo>
                <a:cubicBezTo>
                  <a:pt x="374994" y="91630"/>
                  <a:pt x="375188" y="94341"/>
                  <a:pt x="375576" y="95560"/>
                </a:cubicBezTo>
                <a:cubicBezTo>
                  <a:pt x="375964" y="96779"/>
                  <a:pt x="376650" y="97765"/>
                  <a:pt x="377633" y="98518"/>
                </a:cubicBezTo>
                <a:cubicBezTo>
                  <a:pt x="378616" y="99270"/>
                  <a:pt x="379521" y="99646"/>
                  <a:pt x="380349" y="99646"/>
                </a:cubicBezTo>
                <a:cubicBezTo>
                  <a:pt x="383712" y="99646"/>
                  <a:pt x="386894" y="97059"/>
                  <a:pt x="389894" y="91886"/>
                </a:cubicBezTo>
                <a:lnTo>
                  <a:pt x="392223" y="93610"/>
                </a:lnTo>
                <a:cubicBezTo>
                  <a:pt x="388032" y="103636"/>
                  <a:pt x="381228" y="108648"/>
                  <a:pt x="371812" y="108648"/>
                </a:cubicBezTo>
                <a:cubicBezTo>
                  <a:pt x="367208" y="108648"/>
                  <a:pt x="363314" y="107364"/>
                  <a:pt x="360133" y="104795"/>
                </a:cubicBezTo>
                <a:cubicBezTo>
                  <a:pt x="356951" y="102224"/>
                  <a:pt x="354920" y="99355"/>
                  <a:pt x="354040" y="96188"/>
                </a:cubicBezTo>
                <a:cubicBezTo>
                  <a:pt x="353523" y="94422"/>
                  <a:pt x="353264" y="89645"/>
                  <a:pt x="353264" y="81857"/>
                </a:cubicBezTo>
                <a:lnTo>
                  <a:pt x="353264" y="42528"/>
                </a:lnTo>
                <a:lnTo>
                  <a:pt x="343796" y="42528"/>
                </a:lnTo>
                <a:lnTo>
                  <a:pt x="343796" y="39805"/>
                </a:lnTo>
                <a:cubicBezTo>
                  <a:pt x="350315" y="35190"/>
                  <a:pt x="355864" y="30342"/>
                  <a:pt x="360443" y="25261"/>
                </a:cubicBezTo>
                <a:cubicBezTo>
                  <a:pt x="365022" y="20179"/>
                  <a:pt x="369018" y="14501"/>
                  <a:pt x="372433" y="8226"/>
                </a:cubicBezTo>
                <a:lnTo>
                  <a:pt x="374994" y="8226"/>
                </a:lnTo>
                <a:close/>
                <a:moveTo>
                  <a:pt x="416590" y="0"/>
                </a:moveTo>
                <a:cubicBezTo>
                  <a:pt x="419953" y="0"/>
                  <a:pt x="422798" y="1181"/>
                  <a:pt x="425126" y="3543"/>
                </a:cubicBezTo>
                <a:cubicBezTo>
                  <a:pt x="427455" y="5904"/>
                  <a:pt x="428619" y="8745"/>
                  <a:pt x="428619" y="12068"/>
                </a:cubicBezTo>
                <a:cubicBezTo>
                  <a:pt x="428619" y="15390"/>
                  <a:pt x="427442" y="18220"/>
                  <a:pt x="425088" y="20556"/>
                </a:cubicBezTo>
                <a:cubicBezTo>
                  <a:pt x="422733" y="22891"/>
                  <a:pt x="419901" y="24058"/>
                  <a:pt x="416590" y="24058"/>
                </a:cubicBezTo>
                <a:cubicBezTo>
                  <a:pt x="413278" y="24058"/>
                  <a:pt x="410459" y="22891"/>
                  <a:pt x="408131" y="20556"/>
                </a:cubicBezTo>
                <a:cubicBezTo>
                  <a:pt x="405802" y="18220"/>
                  <a:pt x="404638" y="15390"/>
                  <a:pt x="404638" y="12068"/>
                </a:cubicBezTo>
                <a:cubicBezTo>
                  <a:pt x="404638" y="8745"/>
                  <a:pt x="405802" y="5904"/>
                  <a:pt x="408131" y="3543"/>
                </a:cubicBezTo>
                <a:cubicBezTo>
                  <a:pt x="410459" y="1181"/>
                  <a:pt x="413278" y="0"/>
                  <a:pt x="416590" y="0"/>
                </a:cubicBezTo>
                <a:moveTo>
                  <a:pt x="427455" y="34923"/>
                </a:moveTo>
                <a:lnTo>
                  <a:pt x="427455" y="92506"/>
                </a:lnTo>
                <a:cubicBezTo>
                  <a:pt x="427455" y="97628"/>
                  <a:pt x="428049" y="100901"/>
                  <a:pt x="429239" y="102324"/>
                </a:cubicBezTo>
                <a:cubicBezTo>
                  <a:pt x="430429" y="103746"/>
                  <a:pt x="432758" y="104561"/>
                  <a:pt x="436224" y="104768"/>
                </a:cubicBezTo>
                <a:lnTo>
                  <a:pt x="436224" y="107562"/>
                </a:lnTo>
                <a:lnTo>
                  <a:pt x="397033" y="107562"/>
                </a:lnTo>
                <a:lnTo>
                  <a:pt x="397033" y="104768"/>
                </a:lnTo>
                <a:cubicBezTo>
                  <a:pt x="400241" y="104665"/>
                  <a:pt x="402621" y="103733"/>
                  <a:pt x="404173" y="101974"/>
                </a:cubicBezTo>
                <a:cubicBezTo>
                  <a:pt x="405207" y="100784"/>
                  <a:pt x="405725" y="97628"/>
                  <a:pt x="405725" y="92506"/>
                </a:cubicBezTo>
                <a:lnTo>
                  <a:pt x="405725" y="50133"/>
                </a:lnTo>
                <a:cubicBezTo>
                  <a:pt x="405725" y="44947"/>
                  <a:pt x="405130" y="41633"/>
                  <a:pt x="403940" y="40193"/>
                </a:cubicBezTo>
                <a:cubicBezTo>
                  <a:pt x="402750" y="38752"/>
                  <a:pt x="400448" y="37927"/>
                  <a:pt x="397033" y="37717"/>
                </a:cubicBezTo>
                <a:lnTo>
                  <a:pt x="397033" y="34923"/>
                </a:lnTo>
                <a:lnTo>
                  <a:pt x="427455" y="34923"/>
                </a:lnTo>
                <a:close/>
                <a:moveTo>
                  <a:pt x="477537" y="32750"/>
                </a:moveTo>
                <a:cubicBezTo>
                  <a:pt x="483849" y="32750"/>
                  <a:pt x="489721" y="34381"/>
                  <a:pt x="495154" y="37644"/>
                </a:cubicBezTo>
                <a:cubicBezTo>
                  <a:pt x="500586" y="40906"/>
                  <a:pt x="504712" y="45542"/>
                  <a:pt x="507532" y="51550"/>
                </a:cubicBezTo>
                <a:cubicBezTo>
                  <a:pt x="510351" y="57558"/>
                  <a:pt x="511761" y="64135"/>
                  <a:pt x="511761" y="71281"/>
                </a:cubicBezTo>
                <a:cubicBezTo>
                  <a:pt x="511761" y="81587"/>
                  <a:pt x="509148" y="90210"/>
                  <a:pt x="503923" y="97151"/>
                </a:cubicBezTo>
                <a:cubicBezTo>
                  <a:pt x="497611" y="105540"/>
                  <a:pt x="488893" y="109735"/>
                  <a:pt x="477770" y="109735"/>
                </a:cubicBezTo>
                <a:cubicBezTo>
                  <a:pt x="466853" y="109735"/>
                  <a:pt x="458446" y="105902"/>
                  <a:pt x="452548" y="98237"/>
                </a:cubicBezTo>
                <a:cubicBezTo>
                  <a:pt x="446650" y="90572"/>
                  <a:pt x="443701" y="81690"/>
                  <a:pt x="443701" y="71592"/>
                </a:cubicBezTo>
                <a:cubicBezTo>
                  <a:pt x="443701" y="61183"/>
                  <a:pt x="446714" y="52107"/>
                  <a:pt x="452742" y="44364"/>
                </a:cubicBezTo>
                <a:cubicBezTo>
                  <a:pt x="458769" y="36621"/>
                  <a:pt x="467034" y="32750"/>
                  <a:pt x="477537" y="32750"/>
                </a:cubicBezTo>
                <a:moveTo>
                  <a:pt x="477847" y="38182"/>
                </a:moveTo>
                <a:cubicBezTo>
                  <a:pt x="475209" y="38182"/>
                  <a:pt x="472945" y="39180"/>
                  <a:pt x="471057" y="41175"/>
                </a:cubicBezTo>
                <a:cubicBezTo>
                  <a:pt x="469168" y="43168"/>
                  <a:pt x="467927" y="47104"/>
                  <a:pt x="467332" y="52983"/>
                </a:cubicBezTo>
                <a:cubicBezTo>
                  <a:pt x="466737" y="58862"/>
                  <a:pt x="466439" y="67033"/>
                  <a:pt x="466439" y="77497"/>
                </a:cubicBezTo>
                <a:cubicBezTo>
                  <a:pt x="466439" y="83039"/>
                  <a:pt x="466801" y="88219"/>
                  <a:pt x="467526" y="93038"/>
                </a:cubicBezTo>
                <a:cubicBezTo>
                  <a:pt x="468095" y="96714"/>
                  <a:pt x="469311" y="99511"/>
                  <a:pt x="471173" y="101429"/>
                </a:cubicBezTo>
                <a:cubicBezTo>
                  <a:pt x="473036" y="103345"/>
                  <a:pt x="475157" y="104303"/>
                  <a:pt x="477537" y="104303"/>
                </a:cubicBezTo>
                <a:cubicBezTo>
                  <a:pt x="479865" y="104303"/>
                  <a:pt x="481805" y="103655"/>
                  <a:pt x="483357" y="102360"/>
                </a:cubicBezTo>
                <a:cubicBezTo>
                  <a:pt x="485375" y="100599"/>
                  <a:pt x="486720" y="98138"/>
                  <a:pt x="487393" y="94978"/>
                </a:cubicBezTo>
                <a:cubicBezTo>
                  <a:pt x="488428" y="90058"/>
                  <a:pt x="488945" y="80113"/>
                  <a:pt x="488945" y="65143"/>
                </a:cubicBezTo>
                <a:cubicBezTo>
                  <a:pt x="488945" y="56338"/>
                  <a:pt x="488454" y="50291"/>
                  <a:pt x="487471" y="47003"/>
                </a:cubicBezTo>
                <a:cubicBezTo>
                  <a:pt x="486488" y="43712"/>
                  <a:pt x="485039" y="41316"/>
                  <a:pt x="483125" y="39814"/>
                </a:cubicBezTo>
                <a:cubicBezTo>
                  <a:pt x="481779" y="38726"/>
                  <a:pt x="480020" y="38182"/>
                  <a:pt x="477847" y="38182"/>
                </a:cubicBezTo>
                <a:close/>
                <a:moveTo>
                  <a:pt x="552427" y="34923"/>
                </a:moveTo>
                <a:lnTo>
                  <a:pt x="552427" y="44391"/>
                </a:lnTo>
                <a:cubicBezTo>
                  <a:pt x="556152" y="40328"/>
                  <a:pt x="559722" y="37372"/>
                  <a:pt x="563137" y="35524"/>
                </a:cubicBezTo>
                <a:cubicBezTo>
                  <a:pt x="566551" y="33675"/>
                  <a:pt x="570225" y="32750"/>
                  <a:pt x="574157" y="32750"/>
                </a:cubicBezTo>
                <a:cubicBezTo>
                  <a:pt x="578865" y="32750"/>
                  <a:pt x="582771" y="34058"/>
                  <a:pt x="585875" y="36674"/>
                </a:cubicBezTo>
                <a:cubicBezTo>
                  <a:pt x="588979" y="39290"/>
                  <a:pt x="591049" y="42540"/>
                  <a:pt x="592084" y="46425"/>
                </a:cubicBezTo>
                <a:cubicBezTo>
                  <a:pt x="592911" y="49379"/>
                  <a:pt x="593325" y="55053"/>
                  <a:pt x="593325" y="63445"/>
                </a:cubicBezTo>
                <a:lnTo>
                  <a:pt x="593325" y="91730"/>
                </a:lnTo>
                <a:cubicBezTo>
                  <a:pt x="593325" y="97318"/>
                  <a:pt x="593830" y="100797"/>
                  <a:pt x="594839" y="102168"/>
                </a:cubicBezTo>
                <a:cubicBezTo>
                  <a:pt x="595848" y="103539"/>
                  <a:pt x="597956" y="104406"/>
                  <a:pt x="601164" y="104768"/>
                </a:cubicBezTo>
                <a:lnTo>
                  <a:pt x="601164" y="107562"/>
                </a:lnTo>
                <a:lnTo>
                  <a:pt x="564456" y="107562"/>
                </a:lnTo>
                <a:lnTo>
                  <a:pt x="564456" y="104768"/>
                </a:lnTo>
                <a:cubicBezTo>
                  <a:pt x="567198" y="104406"/>
                  <a:pt x="569164" y="103268"/>
                  <a:pt x="570354" y="101353"/>
                </a:cubicBezTo>
                <a:cubicBezTo>
                  <a:pt x="571182" y="100060"/>
                  <a:pt x="571596" y="96852"/>
                  <a:pt x="571596" y="91730"/>
                </a:cubicBezTo>
                <a:lnTo>
                  <a:pt x="571596" y="59446"/>
                </a:lnTo>
                <a:cubicBezTo>
                  <a:pt x="571596" y="53496"/>
                  <a:pt x="571363" y="49745"/>
                  <a:pt x="570897" y="48193"/>
                </a:cubicBezTo>
                <a:cubicBezTo>
                  <a:pt x="570432" y="46641"/>
                  <a:pt x="569643" y="45438"/>
                  <a:pt x="568530" y="44585"/>
                </a:cubicBezTo>
                <a:cubicBezTo>
                  <a:pt x="567418" y="43731"/>
                  <a:pt x="566189" y="43304"/>
                  <a:pt x="564844" y="43304"/>
                </a:cubicBezTo>
                <a:cubicBezTo>
                  <a:pt x="560395" y="43304"/>
                  <a:pt x="556256" y="46512"/>
                  <a:pt x="552427" y="52927"/>
                </a:cubicBezTo>
                <a:lnTo>
                  <a:pt x="552427" y="91730"/>
                </a:lnTo>
                <a:cubicBezTo>
                  <a:pt x="552427" y="97163"/>
                  <a:pt x="552931" y="100603"/>
                  <a:pt x="553940" y="102052"/>
                </a:cubicBezTo>
                <a:cubicBezTo>
                  <a:pt x="554949" y="103501"/>
                  <a:pt x="556825" y="104406"/>
                  <a:pt x="559567" y="104768"/>
                </a:cubicBezTo>
                <a:lnTo>
                  <a:pt x="559567" y="107562"/>
                </a:lnTo>
                <a:lnTo>
                  <a:pt x="522859" y="107562"/>
                </a:lnTo>
                <a:lnTo>
                  <a:pt x="522859" y="104768"/>
                </a:lnTo>
                <a:cubicBezTo>
                  <a:pt x="525912" y="104458"/>
                  <a:pt x="528085" y="103475"/>
                  <a:pt x="529378" y="101819"/>
                </a:cubicBezTo>
                <a:cubicBezTo>
                  <a:pt x="530258" y="100681"/>
                  <a:pt x="530697" y="97318"/>
                  <a:pt x="530697" y="91730"/>
                </a:cubicBezTo>
                <a:lnTo>
                  <a:pt x="530697" y="50754"/>
                </a:lnTo>
                <a:cubicBezTo>
                  <a:pt x="530697" y="45204"/>
                  <a:pt x="530193" y="41748"/>
                  <a:pt x="529184" y="40387"/>
                </a:cubicBezTo>
                <a:cubicBezTo>
                  <a:pt x="528175" y="39025"/>
                  <a:pt x="526067" y="38135"/>
                  <a:pt x="522859" y="37717"/>
                </a:cubicBezTo>
                <a:lnTo>
                  <a:pt x="522859" y="34923"/>
                </a:lnTo>
                <a:lnTo>
                  <a:pt x="552427" y="34923"/>
                </a:lnTo>
                <a:close/>
                <a:moveTo>
                  <a:pt x="678978" y="100189"/>
                </a:moveTo>
                <a:lnTo>
                  <a:pt x="678978" y="127119"/>
                </a:lnTo>
                <a:cubicBezTo>
                  <a:pt x="678978" y="130894"/>
                  <a:pt x="679275" y="133463"/>
                  <a:pt x="679870" y="134826"/>
                </a:cubicBezTo>
                <a:cubicBezTo>
                  <a:pt x="680465" y="136190"/>
                  <a:pt x="681384" y="137187"/>
                  <a:pt x="682625" y="137816"/>
                </a:cubicBezTo>
                <a:cubicBezTo>
                  <a:pt x="683867" y="138445"/>
                  <a:pt x="686299" y="138760"/>
                  <a:pt x="689920" y="138760"/>
                </a:cubicBezTo>
                <a:lnTo>
                  <a:pt x="689920" y="141553"/>
                </a:lnTo>
                <a:lnTo>
                  <a:pt x="648556" y="141553"/>
                </a:lnTo>
                <a:lnTo>
                  <a:pt x="648556" y="138760"/>
                </a:lnTo>
                <a:cubicBezTo>
                  <a:pt x="651764" y="138654"/>
                  <a:pt x="654144" y="137737"/>
                  <a:pt x="655696" y="136007"/>
                </a:cubicBezTo>
                <a:cubicBezTo>
                  <a:pt x="656731" y="134802"/>
                  <a:pt x="657248" y="131684"/>
                  <a:pt x="657248" y="126653"/>
                </a:cubicBezTo>
                <a:lnTo>
                  <a:pt x="657248" y="50133"/>
                </a:lnTo>
                <a:cubicBezTo>
                  <a:pt x="657248" y="44947"/>
                  <a:pt x="656653" y="41633"/>
                  <a:pt x="655463" y="40193"/>
                </a:cubicBezTo>
                <a:cubicBezTo>
                  <a:pt x="654273" y="38752"/>
                  <a:pt x="651971" y="37927"/>
                  <a:pt x="648556" y="37717"/>
                </a:cubicBezTo>
                <a:lnTo>
                  <a:pt x="648556" y="34923"/>
                </a:lnTo>
                <a:lnTo>
                  <a:pt x="678978" y="34923"/>
                </a:lnTo>
                <a:lnTo>
                  <a:pt x="678978" y="44468"/>
                </a:lnTo>
                <a:cubicBezTo>
                  <a:pt x="681513" y="40743"/>
                  <a:pt x="684100" y="38053"/>
                  <a:pt x="686738" y="36397"/>
                </a:cubicBezTo>
                <a:cubicBezTo>
                  <a:pt x="690515" y="33966"/>
                  <a:pt x="694628" y="32750"/>
                  <a:pt x="699078" y="32750"/>
                </a:cubicBezTo>
                <a:cubicBezTo>
                  <a:pt x="704407" y="32750"/>
                  <a:pt x="709257" y="34433"/>
                  <a:pt x="713629" y="37799"/>
                </a:cubicBezTo>
                <a:cubicBezTo>
                  <a:pt x="718001" y="41165"/>
                  <a:pt x="721325" y="45813"/>
                  <a:pt x="723601" y="51744"/>
                </a:cubicBezTo>
                <a:cubicBezTo>
                  <a:pt x="725878" y="57674"/>
                  <a:pt x="727016" y="64057"/>
                  <a:pt x="727016" y="70893"/>
                </a:cubicBezTo>
                <a:cubicBezTo>
                  <a:pt x="727016" y="78246"/>
                  <a:pt x="725839" y="84966"/>
                  <a:pt x="723485" y="91051"/>
                </a:cubicBezTo>
                <a:cubicBezTo>
                  <a:pt x="721131" y="97137"/>
                  <a:pt x="717716" y="101772"/>
                  <a:pt x="713241" y="104957"/>
                </a:cubicBezTo>
                <a:cubicBezTo>
                  <a:pt x="708766" y="108142"/>
                  <a:pt x="703786" y="109735"/>
                  <a:pt x="698302" y="109735"/>
                </a:cubicBezTo>
                <a:cubicBezTo>
                  <a:pt x="694318" y="109735"/>
                  <a:pt x="690593" y="108855"/>
                  <a:pt x="687126" y="107096"/>
                </a:cubicBezTo>
                <a:cubicBezTo>
                  <a:pt x="684539" y="105751"/>
                  <a:pt x="681823" y="103449"/>
                  <a:pt x="678978" y="100189"/>
                </a:cubicBezTo>
                <a:moveTo>
                  <a:pt x="678978" y="92339"/>
                </a:moveTo>
                <a:cubicBezTo>
                  <a:pt x="683427" y="98659"/>
                  <a:pt x="688187" y="101819"/>
                  <a:pt x="693257" y="101819"/>
                </a:cubicBezTo>
                <a:cubicBezTo>
                  <a:pt x="696051" y="101819"/>
                  <a:pt x="698353" y="100343"/>
                  <a:pt x="700164" y="97391"/>
                </a:cubicBezTo>
                <a:cubicBezTo>
                  <a:pt x="702855" y="93038"/>
                  <a:pt x="704200" y="84749"/>
                  <a:pt x="704200" y="72523"/>
                </a:cubicBezTo>
                <a:cubicBezTo>
                  <a:pt x="704200" y="59986"/>
                  <a:pt x="702725" y="51412"/>
                  <a:pt x="699776" y="46801"/>
                </a:cubicBezTo>
                <a:cubicBezTo>
                  <a:pt x="697810" y="43746"/>
                  <a:pt x="695172" y="42218"/>
                  <a:pt x="691860" y="42218"/>
                </a:cubicBezTo>
                <a:cubicBezTo>
                  <a:pt x="686635" y="42218"/>
                  <a:pt x="682341" y="45999"/>
                  <a:pt x="678978" y="53563"/>
                </a:cubicBezTo>
                <a:lnTo>
                  <a:pt x="678978" y="92339"/>
                </a:lnTo>
                <a:close/>
                <a:moveTo>
                  <a:pt x="773478" y="32750"/>
                </a:moveTo>
                <a:cubicBezTo>
                  <a:pt x="779790" y="32750"/>
                  <a:pt x="785662" y="34381"/>
                  <a:pt x="791094" y="37644"/>
                </a:cubicBezTo>
                <a:cubicBezTo>
                  <a:pt x="796527" y="40906"/>
                  <a:pt x="800653" y="45542"/>
                  <a:pt x="803472" y="51550"/>
                </a:cubicBezTo>
                <a:cubicBezTo>
                  <a:pt x="806292" y="57558"/>
                  <a:pt x="807702" y="64135"/>
                  <a:pt x="807702" y="71281"/>
                </a:cubicBezTo>
                <a:cubicBezTo>
                  <a:pt x="807702" y="81587"/>
                  <a:pt x="805089" y="90210"/>
                  <a:pt x="799864" y="97151"/>
                </a:cubicBezTo>
                <a:cubicBezTo>
                  <a:pt x="793552" y="105540"/>
                  <a:pt x="784834" y="109735"/>
                  <a:pt x="773710" y="109735"/>
                </a:cubicBezTo>
                <a:cubicBezTo>
                  <a:pt x="762794" y="109735"/>
                  <a:pt x="754387" y="105902"/>
                  <a:pt x="748489" y="98237"/>
                </a:cubicBezTo>
                <a:cubicBezTo>
                  <a:pt x="742590" y="90572"/>
                  <a:pt x="739641" y="81690"/>
                  <a:pt x="739641" y="71592"/>
                </a:cubicBezTo>
                <a:cubicBezTo>
                  <a:pt x="739641" y="61183"/>
                  <a:pt x="742655" y="52107"/>
                  <a:pt x="748683" y="44364"/>
                </a:cubicBezTo>
                <a:cubicBezTo>
                  <a:pt x="754710" y="36621"/>
                  <a:pt x="762975" y="32750"/>
                  <a:pt x="773478" y="32750"/>
                </a:cubicBezTo>
                <a:moveTo>
                  <a:pt x="773788" y="38182"/>
                </a:moveTo>
                <a:cubicBezTo>
                  <a:pt x="771149" y="38182"/>
                  <a:pt x="768886" y="39180"/>
                  <a:pt x="766998" y="41175"/>
                </a:cubicBezTo>
                <a:cubicBezTo>
                  <a:pt x="765109" y="43168"/>
                  <a:pt x="763867" y="47104"/>
                  <a:pt x="763272" y="52983"/>
                </a:cubicBezTo>
                <a:cubicBezTo>
                  <a:pt x="762677" y="58862"/>
                  <a:pt x="762380" y="67033"/>
                  <a:pt x="762380" y="77497"/>
                </a:cubicBezTo>
                <a:cubicBezTo>
                  <a:pt x="762380" y="83039"/>
                  <a:pt x="762742" y="88219"/>
                  <a:pt x="763466" y="93038"/>
                </a:cubicBezTo>
                <a:cubicBezTo>
                  <a:pt x="764036" y="96714"/>
                  <a:pt x="765251" y="99511"/>
                  <a:pt x="767114" y="101429"/>
                </a:cubicBezTo>
                <a:cubicBezTo>
                  <a:pt x="768977" y="103345"/>
                  <a:pt x="771098" y="104303"/>
                  <a:pt x="773478" y="104303"/>
                </a:cubicBezTo>
                <a:cubicBezTo>
                  <a:pt x="775806" y="104303"/>
                  <a:pt x="777746" y="103655"/>
                  <a:pt x="779298" y="102360"/>
                </a:cubicBezTo>
                <a:cubicBezTo>
                  <a:pt x="781316" y="100599"/>
                  <a:pt x="782661" y="98138"/>
                  <a:pt x="783334" y="94978"/>
                </a:cubicBezTo>
                <a:cubicBezTo>
                  <a:pt x="784368" y="90058"/>
                  <a:pt x="784886" y="80113"/>
                  <a:pt x="784886" y="65143"/>
                </a:cubicBezTo>
                <a:cubicBezTo>
                  <a:pt x="784886" y="56338"/>
                  <a:pt x="784394" y="50291"/>
                  <a:pt x="783411" y="47003"/>
                </a:cubicBezTo>
                <a:cubicBezTo>
                  <a:pt x="782428" y="43712"/>
                  <a:pt x="780980" y="41316"/>
                  <a:pt x="779065" y="39814"/>
                </a:cubicBezTo>
                <a:cubicBezTo>
                  <a:pt x="777720" y="38726"/>
                  <a:pt x="775961" y="38182"/>
                  <a:pt x="773788" y="38182"/>
                </a:cubicBezTo>
                <a:close/>
                <a:moveTo>
                  <a:pt x="852947" y="32750"/>
                </a:moveTo>
                <a:cubicBezTo>
                  <a:pt x="859259" y="32750"/>
                  <a:pt x="865131" y="34381"/>
                  <a:pt x="870563" y="37644"/>
                </a:cubicBezTo>
                <a:cubicBezTo>
                  <a:pt x="875996" y="40906"/>
                  <a:pt x="880122" y="45542"/>
                  <a:pt x="882941" y="51550"/>
                </a:cubicBezTo>
                <a:cubicBezTo>
                  <a:pt x="885761" y="57558"/>
                  <a:pt x="887171" y="64135"/>
                  <a:pt x="887171" y="71281"/>
                </a:cubicBezTo>
                <a:cubicBezTo>
                  <a:pt x="887171" y="81587"/>
                  <a:pt x="884558" y="90210"/>
                  <a:pt x="879333" y="97151"/>
                </a:cubicBezTo>
                <a:cubicBezTo>
                  <a:pt x="873021" y="105540"/>
                  <a:pt x="864303" y="109735"/>
                  <a:pt x="853180" y="109735"/>
                </a:cubicBezTo>
                <a:cubicBezTo>
                  <a:pt x="842263" y="109735"/>
                  <a:pt x="833856" y="105902"/>
                  <a:pt x="827958" y="98237"/>
                </a:cubicBezTo>
                <a:cubicBezTo>
                  <a:pt x="822060" y="90572"/>
                  <a:pt x="819111" y="81690"/>
                  <a:pt x="819111" y="71592"/>
                </a:cubicBezTo>
                <a:cubicBezTo>
                  <a:pt x="819111" y="61183"/>
                  <a:pt x="822124" y="52107"/>
                  <a:pt x="828152" y="44364"/>
                </a:cubicBezTo>
                <a:cubicBezTo>
                  <a:pt x="834179" y="36621"/>
                  <a:pt x="842444" y="32750"/>
                  <a:pt x="852947" y="32750"/>
                </a:cubicBezTo>
                <a:moveTo>
                  <a:pt x="853257" y="38182"/>
                </a:moveTo>
                <a:cubicBezTo>
                  <a:pt x="850619" y="38182"/>
                  <a:pt x="848355" y="39180"/>
                  <a:pt x="846467" y="41175"/>
                </a:cubicBezTo>
                <a:cubicBezTo>
                  <a:pt x="844578" y="43168"/>
                  <a:pt x="843337" y="47104"/>
                  <a:pt x="842742" y="52983"/>
                </a:cubicBezTo>
                <a:cubicBezTo>
                  <a:pt x="842147" y="58862"/>
                  <a:pt x="841849" y="67033"/>
                  <a:pt x="841849" y="77497"/>
                </a:cubicBezTo>
                <a:cubicBezTo>
                  <a:pt x="841849" y="83039"/>
                  <a:pt x="842211" y="88219"/>
                  <a:pt x="842936" y="93038"/>
                </a:cubicBezTo>
                <a:cubicBezTo>
                  <a:pt x="843505" y="96714"/>
                  <a:pt x="844720" y="99511"/>
                  <a:pt x="846583" y="101429"/>
                </a:cubicBezTo>
                <a:cubicBezTo>
                  <a:pt x="848446" y="103345"/>
                  <a:pt x="850567" y="104303"/>
                  <a:pt x="852947" y="104303"/>
                </a:cubicBezTo>
                <a:cubicBezTo>
                  <a:pt x="855275" y="104303"/>
                  <a:pt x="857215" y="103655"/>
                  <a:pt x="858767" y="102360"/>
                </a:cubicBezTo>
                <a:cubicBezTo>
                  <a:pt x="860785" y="100599"/>
                  <a:pt x="862130" y="98138"/>
                  <a:pt x="862803" y="94978"/>
                </a:cubicBezTo>
                <a:cubicBezTo>
                  <a:pt x="863837" y="90058"/>
                  <a:pt x="864355" y="80113"/>
                  <a:pt x="864355" y="65143"/>
                </a:cubicBezTo>
                <a:cubicBezTo>
                  <a:pt x="864355" y="56338"/>
                  <a:pt x="863863" y="50291"/>
                  <a:pt x="862880" y="47003"/>
                </a:cubicBezTo>
                <a:cubicBezTo>
                  <a:pt x="861897" y="43712"/>
                  <a:pt x="860449" y="41316"/>
                  <a:pt x="858534" y="39814"/>
                </a:cubicBezTo>
                <a:cubicBezTo>
                  <a:pt x="857189" y="38726"/>
                  <a:pt x="855430" y="38182"/>
                  <a:pt x="853257" y="38182"/>
                </a:cubicBezTo>
                <a:close/>
                <a:moveTo>
                  <a:pt x="926595" y="2328"/>
                </a:moveTo>
                <a:lnTo>
                  <a:pt x="926595" y="92506"/>
                </a:lnTo>
                <a:cubicBezTo>
                  <a:pt x="926595" y="97628"/>
                  <a:pt x="927190" y="100901"/>
                  <a:pt x="928380" y="102324"/>
                </a:cubicBezTo>
                <a:cubicBezTo>
                  <a:pt x="929570" y="103746"/>
                  <a:pt x="931898" y="104561"/>
                  <a:pt x="935365" y="104768"/>
                </a:cubicBezTo>
                <a:lnTo>
                  <a:pt x="935365" y="107562"/>
                </a:lnTo>
                <a:lnTo>
                  <a:pt x="896174" y="107562"/>
                </a:lnTo>
                <a:lnTo>
                  <a:pt x="896174" y="104768"/>
                </a:lnTo>
                <a:cubicBezTo>
                  <a:pt x="899381" y="104665"/>
                  <a:pt x="901761" y="103733"/>
                  <a:pt x="903313" y="101974"/>
                </a:cubicBezTo>
                <a:cubicBezTo>
                  <a:pt x="904348" y="100784"/>
                  <a:pt x="904865" y="97628"/>
                  <a:pt x="904865" y="92506"/>
                </a:cubicBezTo>
                <a:lnTo>
                  <a:pt x="904865" y="17384"/>
                </a:lnTo>
                <a:cubicBezTo>
                  <a:pt x="904865" y="12281"/>
                  <a:pt x="904270" y="9014"/>
                  <a:pt x="903080" y="7584"/>
                </a:cubicBezTo>
                <a:cubicBezTo>
                  <a:pt x="901890" y="6151"/>
                  <a:pt x="899588" y="5331"/>
                  <a:pt x="896174" y="5122"/>
                </a:cubicBezTo>
                <a:lnTo>
                  <a:pt x="896174" y="2328"/>
                </a:lnTo>
                <a:lnTo>
                  <a:pt x="926595" y="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4A2F1-61DE-471F-9FE4-F79954AA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775" y="394642"/>
            <a:ext cx="659589" cy="190725"/>
          </a:xfrm>
          <a:custGeom xmlns:a="http://schemas.openxmlformats.org/drawingml/2006/main">
            <a:pathLst>
              <a:path w="659589" h="190725">
                <a:moveTo>
                  <a:pt x="0" y="0"/>
                </a:moveTo>
                <a:lnTo>
                  <a:pt x="659589" y="0"/>
                </a:lnTo>
                <a:lnTo>
                  <a:pt x="659589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C416F3B4-F4D7-45AE-978F-1B633A0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792" y="435277"/>
            <a:ext cx="658176" cy="112529"/>
          </a:xfrm>
          <a:custGeom xmlns:a="http://schemas.openxmlformats.org/drawingml/2006/main">
            <a:pathLst>
              <a:path w="658176" h="112529">
                <a:moveTo>
                  <a:pt x="29956" y="10865"/>
                </a:moveTo>
                <a:lnTo>
                  <a:pt x="29956" y="52462"/>
                </a:lnTo>
                <a:lnTo>
                  <a:pt x="53083" y="52462"/>
                </a:lnTo>
                <a:cubicBezTo>
                  <a:pt x="59084" y="52462"/>
                  <a:pt x="63094" y="51551"/>
                  <a:pt x="65111" y="49731"/>
                </a:cubicBezTo>
                <a:cubicBezTo>
                  <a:pt x="67802" y="47340"/>
                  <a:pt x="69302" y="43128"/>
                  <a:pt x="69613" y="37096"/>
                </a:cubicBezTo>
                <a:lnTo>
                  <a:pt x="72484" y="37096"/>
                </a:lnTo>
                <a:lnTo>
                  <a:pt x="72484" y="73726"/>
                </a:lnTo>
                <a:lnTo>
                  <a:pt x="69613" y="73726"/>
                </a:lnTo>
                <a:cubicBezTo>
                  <a:pt x="68888" y="68654"/>
                  <a:pt x="68164" y="65401"/>
                  <a:pt x="67440" y="63967"/>
                </a:cubicBezTo>
                <a:cubicBezTo>
                  <a:pt x="66508" y="62174"/>
                  <a:pt x="64982" y="60766"/>
                  <a:pt x="62861" y="59742"/>
                </a:cubicBezTo>
                <a:cubicBezTo>
                  <a:pt x="60740" y="58717"/>
                  <a:pt x="57480" y="58205"/>
                  <a:pt x="53083" y="58205"/>
                </a:cubicBezTo>
                <a:lnTo>
                  <a:pt x="29956" y="58205"/>
                </a:lnTo>
                <a:lnTo>
                  <a:pt x="29956" y="92836"/>
                </a:lnTo>
                <a:cubicBezTo>
                  <a:pt x="29956" y="97484"/>
                  <a:pt x="30163" y="100312"/>
                  <a:pt x="30577" y="101320"/>
                </a:cubicBezTo>
                <a:cubicBezTo>
                  <a:pt x="30991" y="102327"/>
                  <a:pt x="31715" y="103128"/>
                  <a:pt x="32750" y="103723"/>
                </a:cubicBezTo>
                <a:cubicBezTo>
                  <a:pt x="33784" y="104316"/>
                  <a:pt x="35751" y="104613"/>
                  <a:pt x="38648" y="104613"/>
                </a:cubicBezTo>
                <a:lnTo>
                  <a:pt x="56497" y="104613"/>
                </a:lnTo>
                <a:cubicBezTo>
                  <a:pt x="62447" y="104613"/>
                  <a:pt x="66767" y="104199"/>
                  <a:pt x="69457" y="103371"/>
                </a:cubicBezTo>
                <a:cubicBezTo>
                  <a:pt x="72148" y="102543"/>
                  <a:pt x="74735" y="100914"/>
                  <a:pt x="77218" y="98482"/>
                </a:cubicBezTo>
                <a:cubicBezTo>
                  <a:pt x="80426" y="95274"/>
                  <a:pt x="83711" y="90437"/>
                  <a:pt x="87074" y="83970"/>
                </a:cubicBezTo>
                <a:lnTo>
                  <a:pt x="90178" y="83970"/>
                </a:lnTo>
                <a:lnTo>
                  <a:pt x="81098" y="110356"/>
                </a:lnTo>
                <a:lnTo>
                  <a:pt x="0" y="110356"/>
                </a:lnTo>
                <a:lnTo>
                  <a:pt x="0" y="107484"/>
                </a:lnTo>
                <a:lnTo>
                  <a:pt x="3725" y="107484"/>
                </a:lnTo>
                <a:cubicBezTo>
                  <a:pt x="6208" y="107484"/>
                  <a:pt x="8563" y="106889"/>
                  <a:pt x="10787" y="105699"/>
                </a:cubicBezTo>
                <a:cubicBezTo>
                  <a:pt x="12443" y="104872"/>
                  <a:pt x="13568" y="103630"/>
                  <a:pt x="14163" y="101974"/>
                </a:cubicBezTo>
                <a:cubicBezTo>
                  <a:pt x="14758" y="100319"/>
                  <a:pt x="15056" y="96930"/>
                  <a:pt x="15056" y="91808"/>
                </a:cubicBezTo>
                <a:lnTo>
                  <a:pt x="15056" y="23437"/>
                </a:lnTo>
                <a:cubicBezTo>
                  <a:pt x="15056" y="16763"/>
                  <a:pt x="14383" y="12650"/>
                  <a:pt x="13038" y="11098"/>
                </a:cubicBezTo>
                <a:cubicBezTo>
                  <a:pt x="11175" y="9028"/>
                  <a:pt x="8071" y="7993"/>
                  <a:pt x="3725" y="7993"/>
                </a:cubicBezTo>
                <a:lnTo>
                  <a:pt x="0" y="7993"/>
                </a:lnTo>
                <a:lnTo>
                  <a:pt x="0" y="5122"/>
                </a:lnTo>
                <a:lnTo>
                  <a:pt x="81098" y="5122"/>
                </a:lnTo>
                <a:lnTo>
                  <a:pt x="82262" y="28093"/>
                </a:lnTo>
                <a:lnTo>
                  <a:pt x="79236" y="28093"/>
                </a:lnTo>
                <a:cubicBezTo>
                  <a:pt x="78149" y="22582"/>
                  <a:pt x="76946" y="18796"/>
                  <a:pt x="75627" y="16736"/>
                </a:cubicBezTo>
                <a:cubicBezTo>
                  <a:pt x="74308" y="14676"/>
                  <a:pt x="72355" y="13106"/>
                  <a:pt x="69768" y="12024"/>
                </a:cubicBezTo>
                <a:cubicBezTo>
                  <a:pt x="67698" y="11251"/>
                  <a:pt x="64051" y="10865"/>
                  <a:pt x="58825" y="10865"/>
                </a:cubicBezTo>
                <a:lnTo>
                  <a:pt x="29956" y="10865"/>
                </a:lnTo>
                <a:close/>
                <a:moveTo>
                  <a:pt x="95946" y="39269"/>
                </a:moveTo>
                <a:lnTo>
                  <a:pt x="129395" y="39269"/>
                </a:lnTo>
                <a:lnTo>
                  <a:pt x="129395" y="42140"/>
                </a:lnTo>
                <a:cubicBezTo>
                  <a:pt x="127273" y="42140"/>
                  <a:pt x="125786" y="42502"/>
                  <a:pt x="124932" y="43227"/>
                </a:cubicBezTo>
                <a:cubicBezTo>
                  <a:pt x="124079" y="43951"/>
                  <a:pt x="123652" y="44908"/>
                  <a:pt x="123652" y="46098"/>
                </a:cubicBezTo>
                <a:cubicBezTo>
                  <a:pt x="123652" y="47340"/>
                  <a:pt x="124557" y="49254"/>
                  <a:pt x="126368" y="51841"/>
                </a:cubicBezTo>
                <a:cubicBezTo>
                  <a:pt x="126937" y="52669"/>
                  <a:pt x="127791" y="53962"/>
                  <a:pt x="128929" y="55721"/>
                </a:cubicBezTo>
                <a:lnTo>
                  <a:pt x="133973" y="63792"/>
                </a:lnTo>
                <a:lnTo>
                  <a:pt x="139794" y="55721"/>
                </a:lnTo>
                <a:cubicBezTo>
                  <a:pt x="143519" y="50599"/>
                  <a:pt x="145381" y="47366"/>
                  <a:pt x="145381" y="46020"/>
                </a:cubicBezTo>
                <a:cubicBezTo>
                  <a:pt x="145381" y="44934"/>
                  <a:pt x="144942" y="44016"/>
                  <a:pt x="144062" y="43265"/>
                </a:cubicBezTo>
                <a:cubicBezTo>
                  <a:pt x="143183" y="42515"/>
                  <a:pt x="141760" y="42140"/>
                  <a:pt x="139794" y="42140"/>
                </a:cubicBezTo>
                <a:lnTo>
                  <a:pt x="139794" y="39269"/>
                </a:lnTo>
                <a:lnTo>
                  <a:pt x="163852" y="39269"/>
                </a:lnTo>
                <a:lnTo>
                  <a:pt x="163852" y="42140"/>
                </a:lnTo>
                <a:cubicBezTo>
                  <a:pt x="161316" y="42295"/>
                  <a:pt x="159118" y="42994"/>
                  <a:pt x="157255" y="44235"/>
                </a:cubicBezTo>
                <a:cubicBezTo>
                  <a:pt x="154720" y="45995"/>
                  <a:pt x="151254" y="49823"/>
                  <a:pt x="146856" y="55721"/>
                </a:cubicBezTo>
                <a:lnTo>
                  <a:pt x="137155" y="68681"/>
                </a:lnTo>
                <a:lnTo>
                  <a:pt x="154849" y="94085"/>
                </a:lnTo>
                <a:cubicBezTo>
                  <a:pt x="159195" y="100332"/>
                  <a:pt x="162299" y="104089"/>
                  <a:pt x="164162" y="105355"/>
                </a:cubicBezTo>
                <a:cubicBezTo>
                  <a:pt x="166025" y="106619"/>
                  <a:pt x="168430" y="107329"/>
                  <a:pt x="171379" y="107484"/>
                </a:cubicBezTo>
                <a:lnTo>
                  <a:pt x="171379" y="110356"/>
                </a:lnTo>
                <a:lnTo>
                  <a:pt x="137854" y="110356"/>
                </a:lnTo>
                <a:lnTo>
                  <a:pt x="137854" y="107484"/>
                </a:lnTo>
                <a:cubicBezTo>
                  <a:pt x="140182" y="107484"/>
                  <a:pt x="141993" y="106969"/>
                  <a:pt x="143286" y="105937"/>
                </a:cubicBezTo>
                <a:cubicBezTo>
                  <a:pt x="144269" y="105214"/>
                  <a:pt x="144761" y="104260"/>
                  <a:pt x="144761" y="103073"/>
                </a:cubicBezTo>
                <a:cubicBezTo>
                  <a:pt x="144761" y="101886"/>
                  <a:pt x="143105" y="98894"/>
                  <a:pt x="139794" y="94095"/>
                </a:cubicBezTo>
                <a:lnTo>
                  <a:pt x="129395" y="78925"/>
                </a:lnTo>
                <a:lnTo>
                  <a:pt x="117986" y="94095"/>
                </a:lnTo>
                <a:cubicBezTo>
                  <a:pt x="114468" y="98790"/>
                  <a:pt x="112709" y="101577"/>
                  <a:pt x="112709" y="102455"/>
                </a:cubicBezTo>
                <a:cubicBezTo>
                  <a:pt x="112709" y="103693"/>
                  <a:pt x="113291" y="104815"/>
                  <a:pt x="114455" y="105821"/>
                </a:cubicBezTo>
                <a:cubicBezTo>
                  <a:pt x="115619" y="106826"/>
                  <a:pt x="117366" y="107381"/>
                  <a:pt x="119694" y="107484"/>
                </a:cubicBezTo>
                <a:lnTo>
                  <a:pt x="119694" y="110356"/>
                </a:lnTo>
                <a:lnTo>
                  <a:pt x="96490" y="110356"/>
                </a:lnTo>
                <a:lnTo>
                  <a:pt x="96490" y="107484"/>
                </a:lnTo>
                <a:cubicBezTo>
                  <a:pt x="98352" y="107226"/>
                  <a:pt x="99982" y="106581"/>
                  <a:pt x="101379" y="105549"/>
                </a:cubicBezTo>
                <a:cubicBezTo>
                  <a:pt x="103345" y="104052"/>
                  <a:pt x="106656" y="100232"/>
                  <a:pt x="111312" y="94090"/>
                </a:cubicBezTo>
                <a:lnTo>
                  <a:pt x="126213" y="74347"/>
                </a:lnTo>
                <a:lnTo>
                  <a:pt x="112709" y="54790"/>
                </a:lnTo>
                <a:cubicBezTo>
                  <a:pt x="108881" y="49202"/>
                  <a:pt x="105919" y="45697"/>
                  <a:pt x="103823" y="44274"/>
                </a:cubicBezTo>
                <a:cubicBezTo>
                  <a:pt x="101728" y="42851"/>
                  <a:pt x="99102" y="42140"/>
                  <a:pt x="95946" y="42140"/>
                </a:cubicBezTo>
                <a:lnTo>
                  <a:pt x="95946" y="39269"/>
                </a:lnTo>
                <a:close/>
                <a:moveTo>
                  <a:pt x="198930" y="15832"/>
                </a:moveTo>
                <a:lnTo>
                  <a:pt x="198930" y="39269"/>
                </a:lnTo>
                <a:lnTo>
                  <a:pt x="215538" y="39269"/>
                </a:lnTo>
                <a:lnTo>
                  <a:pt x="215538" y="44701"/>
                </a:lnTo>
                <a:lnTo>
                  <a:pt x="198930" y="44701"/>
                </a:lnTo>
                <a:lnTo>
                  <a:pt x="198930" y="90736"/>
                </a:lnTo>
                <a:cubicBezTo>
                  <a:pt x="198930" y="95336"/>
                  <a:pt x="199590" y="98437"/>
                  <a:pt x="200909" y="100039"/>
                </a:cubicBezTo>
                <a:cubicBezTo>
                  <a:pt x="202228" y="101640"/>
                  <a:pt x="203923" y="102440"/>
                  <a:pt x="205992" y="102440"/>
                </a:cubicBezTo>
                <a:cubicBezTo>
                  <a:pt x="207700" y="102440"/>
                  <a:pt x="209355" y="101910"/>
                  <a:pt x="210959" y="100849"/>
                </a:cubicBezTo>
                <a:cubicBezTo>
                  <a:pt x="212563" y="99788"/>
                  <a:pt x="213805" y="98223"/>
                  <a:pt x="214684" y="96154"/>
                </a:cubicBezTo>
                <a:lnTo>
                  <a:pt x="217711" y="96154"/>
                </a:lnTo>
                <a:cubicBezTo>
                  <a:pt x="215900" y="101239"/>
                  <a:pt x="213339" y="105084"/>
                  <a:pt x="210028" y="107690"/>
                </a:cubicBezTo>
                <a:cubicBezTo>
                  <a:pt x="206717" y="110295"/>
                  <a:pt x="203302" y="111597"/>
                  <a:pt x="199784" y="111597"/>
                </a:cubicBezTo>
                <a:cubicBezTo>
                  <a:pt x="197404" y="111597"/>
                  <a:pt x="195076" y="110937"/>
                  <a:pt x="192799" y="109616"/>
                </a:cubicBezTo>
                <a:cubicBezTo>
                  <a:pt x="190523" y="108295"/>
                  <a:pt x="188841" y="106405"/>
                  <a:pt x="187755" y="103946"/>
                </a:cubicBezTo>
                <a:cubicBezTo>
                  <a:pt x="186668" y="101485"/>
                  <a:pt x="186125" y="97691"/>
                  <a:pt x="186125" y="92562"/>
                </a:cubicBezTo>
                <a:lnTo>
                  <a:pt x="186125" y="44701"/>
                </a:lnTo>
                <a:lnTo>
                  <a:pt x="174872" y="44701"/>
                </a:lnTo>
                <a:lnTo>
                  <a:pt x="174872" y="42140"/>
                </a:lnTo>
                <a:cubicBezTo>
                  <a:pt x="177718" y="40999"/>
                  <a:pt x="180628" y="39066"/>
                  <a:pt x="183603" y="36341"/>
                </a:cubicBezTo>
                <a:cubicBezTo>
                  <a:pt x="186578" y="33617"/>
                  <a:pt x="189229" y="30387"/>
                  <a:pt x="191557" y="26650"/>
                </a:cubicBezTo>
                <a:cubicBezTo>
                  <a:pt x="192747" y="24680"/>
                  <a:pt x="194403" y="21073"/>
                  <a:pt x="196524" y="15832"/>
                </a:cubicBezTo>
                <a:lnTo>
                  <a:pt x="198930" y="15832"/>
                </a:lnTo>
                <a:close/>
                <a:moveTo>
                  <a:pt x="243270" y="37251"/>
                </a:moveTo>
                <a:lnTo>
                  <a:pt x="243270" y="53238"/>
                </a:lnTo>
                <a:cubicBezTo>
                  <a:pt x="249219" y="42580"/>
                  <a:pt x="255324" y="37251"/>
                  <a:pt x="261585" y="37251"/>
                </a:cubicBezTo>
                <a:cubicBezTo>
                  <a:pt x="264430" y="37251"/>
                  <a:pt x="266784" y="38117"/>
                  <a:pt x="268647" y="39851"/>
                </a:cubicBezTo>
                <a:cubicBezTo>
                  <a:pt x="270509" y="41584"/>
                  <a:pt x="271441" y="43589"/>
                  <a:pt x="271441" y="45865"/>
                </a:cubicBezTo>
                <a:cubicBezTo>
                  <a:pt x="271441" y="47883"/>
                  <a:pt x="270768" y="49590"/>
                  <a:pt x="269423" y="50987"/>
                </a:cubicBezTo>
                <a:cubicBezTo>
                  <a:pt x="268078" y="52384"/>
                  <a:pt x="266474" y="53083"/>
                  <a:pt x="264611" y="53083"/>
                </a:cubicBezTo>
                <a:cubicBezTo>
                  <a:pt x="262800" y="53083"/>
                  <a:pt x="260770" y="52190"/>
                  <a:pt x="258519" y="50405"/>
                </a:cubicBezTo>
                <a:cubicBezTo>
                  <a:pt x="256269" y="48620"/>
                  <a:pt x="254600" y="47728"/>
                  <a:pt x="253514" y="47728"/>
                </a:cubicBezTo>
                <a:cubicBezTo>
                  <a:pt x="252582" y="47728"/>
                  <a:pt x="251573" y="48243"/>
                  <a:pt x="250487" y="49275"/>
                </a:cubicBezTo>
                <a:cubicBezTo>
                  <a:pt x="248159" y="51391"/>
                  <a:pt x="245753" y="54875"/>
                  <a:pt x="243270" y="59725"/>
                </a:cubicBezTo>
                <a:lnTo>
                  <a:pt x="243270" y="93707"/>
                </a:lnTo>
                <a:cubicBezTo>
                  <a:pt x="243270" y="97628"/>
                  <a:pt x="243761" y="100594"/>
                  <a:pt x="244744" y="102607"/>
                </a:cubicBezTo>
                <a:cubicBezTo>
                  <a:pt x="245417" y="104001"/>
                  <a:pt x="246607" y="105163"/>
                  <a:pt x="248314" y="106092"/>
                </a:cubicBezTo>
                <a:cubicBezTo>
                  <a:pt x="250021" y="107020"/>
                  <a:pt x="252479" y="107484"/>
                  <a:pt x="255687" y="107484"/>
                </a:cubicBezTo>
                <a:lnTo>
                  <a:pt x="255687" y="110356"/>
                </a:lnTo>
                <a:lnTo>
                  <a:pt x="219289" y="110356"/>
                </a:lnTo>
                <a:lnTo>
                  <a:pt x="219289" y="107484"/>
                </a:lnTo>
                <a:cubicBezTo>
                  <a:pt x="222911" y="107484"/>
                  <a:pt x="225601" y="106917"/>
                  <a:pt x="227360" y="105782"/>
                </a:cubicBezTo>
                <a:cubicBezTo>
                  <a:pt x="228654" y="104956"/>
                  <a:pt x="229559" y="103639"/>
                  <a:pt x="230077" y="101831"/>
                </a:cubicBezTo>
                <a:cubicBezTo>
                  <a:pt x="230335" y="100953"/>
                  <a:pt x="230465" y="98450"/>
                  <a:pt x="230465" y="94320"/>
                </a:cubicBezTo>
                <a:lnTo>
                  <a:pt x="230465" y="66831"/>
                </a:lnTo>
                <a:cubicBezTo>
                  <a:pt x="230465" y="58571"/>
                  <a:pt x="230296" y="53654"/>
                  <a:pt x="229960" y="52081"/>
                </a:cubicBezTo>
                <a:cubicBezTo>
                  <a:pt x="229624" y="50506"/>
                  <a:pt x="229003" y="49357"/>
                  <a:pt x="228098" y="48635"/>
                </a:cubicBezTo>
                <a:cubicBezTo>
                  <a:pt x="227192" y="47912"/>
                  <a:pt x="226067" y="47551"/>
                  <a:pt x="224722" y="47551"/>
                </a:cubicBezTo>
                <a:cubicBezTo>
                  <a:pt x="223118" y="47551"/>
                  <a:pt x="221307" y="47938"/>
                  <a:pt x="219289" y="48712"/>
                </a:cubicBezTo>
                <a:lnTo>
                  <a:pt x="218513" y="45923"/>
                </a:lnTo>
                <a:lnTo>
                  <a:pt x="240010" y="37251"/>
                </a:lnTo>
                <a:lnTo>
                  <a:pt x="243270" y="37251"/>
                </a:lnTo>
                <a:close/>
                <a:moveTo>
                  <a:pt x="315675" y="100112"/>
                </a:moveTo>
                <a:cubicBezTo>
                  <a:pt x="308380" y="105751"/>
                  <a:pt x="303802" y="109011"/>
                  <a:pt x="301939" y="109890"/>
                </a:cubicBezTo>
                <a:cubicBezTo>
                  <a:pt x="299145" y="111235"/>
                  <a:pt x="296170" y="111908"/>
                  <a:pt x="293014" y="111908"/>
                </a:cubicBezTo>
                <a:cubicBezTo>
                  <a:pt x="288099" y="111908"/>
                  <a:pt x="284051" y="110226"/>
                  <a:pt x="280869" y="106864"/>
                </a:cubicBezTo>
                <a:cubicBezTo>
                  <a:pt x="277687" y="103501"/>
                  <a:pt x="276096" y="99077"/>
                  <a:pt x="276096" y="93593"/>
                </a:cubicBezTo>
                <a:cubicBezTo>
                  <a:pt x="276096" y="90126"/>
                  <a:pt x="276872" y="87126"/>
                  <a:pt x="278424" y="84591"/>
                </a:cubicBezTo>
                <a:cubicBezTo>
                  <a:pt x="280546" y="81072"/>
                  <a:pt x="284232" y="77761"/>
                  <a:pt x="289483" y="74657"/>
                </a:cubicBezTo>
                <a:cubicBezTo>
                  <a:pt x="294735" y="71553"/>
                  <a:pt x="303465" y="67776"/>
                  <a:pt x="315675" y="63327"/>
                </a:cubicBezTo>
                <a:lnTo>
                  <a:pt x="315675" y="60533"/>
                </a:lnTo>
                <a:cubicBezTo>
                  <a:pt x="315675" y="53445"/>
                  <a:pt x="314550" y="48581"/>
                  <a:pt x="312299" y="45943"/>
                </a:cubicBezTo>
                <a:cubicBezTo>
                  <a:pt x="310049" y="43304"/>
                  <a:pt x="306777" y="41985"/>
                  <a:pt x="302482" y="41985"/>
                </a:cubicBezTo>
                <a:cubicBezTo>
                  <a:pt x="299223" y="41985"/>
                  <a:pt x="296636" y="42861"/>
                  <a:pt x="294722" y="44614"/>
                </a:cubicBezTo>
                <a:cubicBezTo>
                  <a:pt x="292756" y="46366"/>
                  <a:pt x="291773" y="48377"/>
                  <a:pt x="291773" y="50645"/>
                </a:cubicBezTo>
                <a:lnTo>
                  <a:pt x="291928" y="55129"/>
                </a:lnTo>
                <a:cubicBezTo>
                  <a:pt x="291928" y="57500"/>
                  <a:pt x="291320" y="59329"/>
                  <a:pt x="290104" y="60618"/>
                </a:cubicBezTo>
                <a:cubicBezTo>
                  <a:pt x="288888" y="61906"/>
                  <a:pt x="287297" y="62550"/>
                  <a:pt x="285331" y="62550"/>
                </a:cubicBezTo>
                <a:cubicBezTo>
                  <a:pt x="283417" y="62550"/>
                  <a:pt x="281852" y="61880"/>
                  <a:pt x="280636" y="60540"/>
                </a:cubicBezTo>
                <a:cubicBezTo>
                  <a:pt x="279420" y="59198"/>
                  <a:pt x="278812" y="57366"/>
                  <a:pt x="278812" y="55045"/>
                </a:cubicBezTo>
                <a:cubicBezTo>
                  <a:pt x="278812" y="50610"/>
                  <a:pt x="281089" y="46535"/>
                  <a:pt x="285642" y="42822"/>
                </a:cubicBezTo>
                <a:cubicBezTo>
                  <a:pt x="290195" y="39108"/>
                  <a:pt x="296584" y="37251"/>
                  <a:pt x="304811" y="37251"/>
                </a:cubicBezTo>
                <a:cubicBezTo>
                  <a:pt x="311122" y="37251"/>
                  <a:pt x="316296" y="38310"/>
                  <a:pt x="320332" y="40428"/>
                </a:cubicBezTo>
                <a:cubicBezTo>
                  <a:pt x="323384" y="42030"/>
                  <a:pt x="325635" y="44537"/>
                  <a:pt x="327083" y="47948"/>
                </a:cubicBezTo>
                <a:cubicBezTo>
                  <a:pt x="328015" y="50170"/>
                  <a:pt x="328480" y="54717"/>
                  <a:pt x="328480" y="61590"/>
                </a:cubicBezTo>
                <a:lnTo>
                  <a:pt x="328480" y="85696"/>
                </a:lnTo>
                <a:cubicBezTo>
                  <a:pt x="328480" y="92466"/>
                  <a:pt x="328610" y="96613"/>
                  <a:pt x="328868" y="98138"/>
                </a:cubicBezTo>
                <a:cubicBezTo>
                  <a:pt x="329127" y="99662"/>
                  <a:pt x="329554" y="100683"/>
                  <a:pt x="330149" y="101201"/>
                </a:cubicBezTo>
                <a:cubicBezTo>
                  <a:pt x="330744" y="101716"/>
                  <a:pt x="331429" y="101974"/>
                  <a:pt x="332205" y="101974"/>
                </a:cubicBezTo>
                <a:cubicBezTo>
                  <a:pt x="333033" y="101974"/>
                  <a:pt x="333758" y="101793"/>
                  <a:pt x="334378" y="101431"/>
                </a:cubicBezTo>
                <a:cubicBezTo>
                  <a:pt x="335465" y="100758"/>
                  <a:pt x="337560" y="98870"/>
                  <a:pt x="340664" y="95766"/>
                </a:cubicBezTo>
                <a:lnTo>
                  <a:pt x="340664" y="100112"/>
                </a:lnTo>
                <a:cubicBezTo>
                  <a:pt x="334870" y="107872"/>
                  <a:pt x="329334" y="111753"/>
                  <a:pt x="324057" y="111753"/>
                </a:cubicBezTo>
                <a:cubicBezTo>
                  <a:pt x="321522" y="111753"/>
                  <a:pt x="319504" y="110873"/>
                  <a:pt x="318004" y="109114"/>
                </a:cubicBezTo>
                <a:cubicBezTo>
                  <a:pt x="316503" y="107355"/>
                  <a:pt x="315727" y="104354"/>
                  <a:pt x="315675" y="100112"/>
                </a:cubicBezTo>
                <a:moveTo>
                  <a:pt x="315675" y="95024"/>
                </a:moveTo>
                <a:lnTo>
                  <a:pt x="315675" y="68060"/>
                </a:lnTo>
                <a:cubicBezTo>
                  <a:pt x="307863" y="71150"/>
                  <a:pt x="302819" y="73339"/>
                  <a:pt x="300542" y="74628"/>
                </a:cubicBezTo>
                <a:cubicBezTo>
                  <a:pt x="296455" y="76895"/>
                  <a:pt x="293532" y="79264"/>
                  <a:pt x="291773" y="81736"/>
                </a:cubicBezTo>
                <a:cubicBezTo>
                  <a:pt x="290014" y="84208"/>
                  <a:pt x="289134" y="86912"/>
                  <a:pt x="289134" y="89848"/>
                </a:cubicBezTo>
                <a:cubicBezTo>
                  <a:pt x="289134" y="93557"/>
                  <a:pt x="290246" y="96635"/>
                  <a:pt x="292471" y="99081"/>
                </a:cubicBezTo>
                <a:cubicBezTo>
                  <a:pt x="294696" y="101527"/>
                  <a:pt x="297257" y="102750"/>
                  <a:pt x="300154" y="102750"/>
                </a:cubicBezTo>
                <a:cubicBezTo>
                  <a:pt x="304086" y="102750"/>
                  <a:pt x="309260" y="100175"/>
                  <a:pt x="315675" y="95024"/>
                </a:cubicBezTo>
                <a:close/>
                <a:moveTo>
                  <a:pt x="406344" y="83349"/>
                </a:moveTo>
                <a:cubicBezTo>
                  <a:pt x="404429" y="92713"/>
                  <a:pt x="400678" y="99918"/>
                  <a:pt x="395091" y="104962"/>
                </a:cubicBezTo>
                <a:cubicBezTo>
                  <a:pt x="389503" y="110007"/>
                  <a:pt x="383320" y="112529"/>
                  <a:pt x="376543" y="112529"/>
                </a:cubicBezTo>
                <a:cubicBezTo>
                  <a:pt x="368472" y="112529"/>
                  <a:pt x="361436" y="109144"/>
                  <a:pt x="355434" y="102374"/>
                </a:cubicBezTo>
                <a:cubicBezTo>
                  <a:pt x="349432" y="95603"/>
                  <a:pt x="346432" y="86455"/>
                  <a:pt x="346432" y="74929"/>
                </a:cubicBezTo>
                <a:cubicBezTo>
                  <a:pt x="346432" y="63765"/>
                  <a:pt x="349756" y="54694"/>
                  <a:pt x="356404" y="47718"/>
                </a:cubicBezTo>
                <a:cubicBezTo>
                  <a:pt x="363052" y="40740"/>
                  <a:pt x="371033" y="37251"/>
                  <a:pt x="380346" y="37251"/>
                </a:cubicBezTo>
                <a:cubicBezTo>
                  <a:pt x="387330" y="37251"/>
                  <a:pt x="393073" y="39095"/>
                  <a:pt x="397574" y="42783"/>
                </a:cubicBezTo>
                <a:cubicBezTo>
                  <a:pt x="402075" y="46469"/>
                  <a:pt x="404326" y="50298"/>
                  <a:pt x="404326" y="54268"/>
                </a:cubicBezTo>
                <a:cubicBezTo>
                  <a:pt x="404326" y="56228"/>
                  <a:pt x="403692" y="57814"/>
                  <a:pt x="402424" y="59027"/>
                </a:cubicBezTo>
                <a:cubicBezTo>
                  <a:pt x="401157" y="60238"/>
                  <a:pt x="399385" y="60843"/>
                  <a:pt x="397108" y="60843"/>
                </a:cubicBezTo>
                <a:cubicBezTo>
                  <a:pt x="394056" y="60843"/>
                  <a:pt x="391754" y="59860"/>
                  <a:pt x="390202" y="57894"/>
                </a:cubicBezTo>
                <a:cubicBezTo>
                  <a:pt x="389322" y="56808"/>
                  <a:pt x="388740" y="54738"/>
                  <a:pt x="388455" y="51686"/>
                </a:cubicBezTo>
                <a:cubicBezTo>
                  <a:pt x="388171" y="48633"/>
                  <a:pt x="387123" y="46305"/>
                  <a:pt x="385312" y="44701"/>
                </a:cubicBezTo>
                <a:cubicBezTo>
                  <a:pt x="383502" y="43149"/>
                  <a:pt x="380992" y="42373"/>
                  <a:pt x="377785" y="42373"/>
                </a:cubicBezTo>
                <a:cubicBezTo>
                  <a:pt x="372611" y="42373"/>
                  <a:pt x="368446" y="44287"/>
                  <a:pt x="365290" y="48116"/>
                </a:cubicBezTo>
                <a:cubicBezTo>
                  <a:pt x="361099" y="53186"/>
                  <a:pt x="359004" y="59886"/>
                  <a:pt x="359004" y="68216"/>
                </a:cubicBezTo>
                <a:cubicBezTo>
                  <a:pt x="359004" y="76701"/>
                  <a:pt x="361086" y="84190"/>
                  <a:pt x="365251" y="90683"/>
                </a:cubicBezTo>
                <a:cubicBezTo>
                  <a:pt x="369416" y="97176"/>
                  <a:pt x="375042" y="100422"/>
                  <a:pt x="382130" y="100422"/>
                </a:cubicBezTo>
                <a:cubicBezTo>
                  <a:pt x="387201" y="100422"/>
                  <a:pt x="391754" y="98689"/>
                  <a:pt x="395789" y="95223"/>
                </a:cubicBezTo>
                <a:cubicBezTo>
                  <a:pt x="398635" y="92843"/>
                  <a:pt x="401403" y="88523"/>
                  <a:pt x="404093" y="82262"/>
                </a:cubicBezTo>
                <a:lnTo>
                  <a:pt x="406344" y="83349"/>
                </a:lnTo>
                <a:close/>
                <a:moveTo>
                  <a:pt x="437177" y="15832"/>
                </a:moveTo>
                <a:lnTo>
                  <a:pt x="437177" y="39269"/>
                </a:lnTo>
                <a:lnTo>
                  <a:pt x="453785" y="39269"/>
                </a:lnTo>
                <a:lnTo>
                  <a:pt x="453785" y="44701"/>
                </a:lnTo>
                <a:lnTo>
                  <a:pt x="437177" y="44701"/>
                </a:lnTo>
                <a:lnTo>
                  <a:pt x="437177" y="90736"/>
                </a:lnTo>
                <a:cubicBezTo>
                  <a:pt x="437177" y="95336"/>
                  <a:pt x="437837" y="98437"/>
                  <a:pt x="439156" y="100039"/>
                </a:cubicBezTo>
                <a:cubicBezTo>
                  <a:pt x="440475" y="101640"/>
                  <a:pt x="442170" y="102440"/>
                  <a:pt x="444239" y="102440"/>
                </a:cubicBezTo>
                <a:cubicBezTo>
                  <a:pt x="445947" y="102440"/>
                  <a:pt x="447602" y="101910"/>
                  <a:pt x="449206" y="100849"/>
                </a:cubicBezTo>
                <a:cubicBezTo>
                  <a:pt x="450810" y="99788"/>
                  <a:pt x="452052" y="98223"/>
                  <a:pt x="452931" y="96154"/>
                </a:cubicBezTo>
                <a:lnTo>
                  <a:pt x="455958" y="96154"/>
                </a:lnTo>
                <a:cubicBezTo>
                  <a:pt x="454147" y="101239"/>
                  <a:pt x="451586" y="105084"/>
                  <a:pt x="448275" y="107690"/>
                </a:cubicBezTo>
                <a:cubicBezTo>
                  <a:pt x="444964" y="110295"/>
                  <a:pt x="441549" y="111597"/>
                  <a:pt x="438031" y="111597"/>
                </a:cubicBezTo>
                <a:cubicBezTo>
                  <a:pt x="435651" y="111597"/>
                  <a:pt x="433323" y="110937"/>
                  <a:pt x="431046" y="109616"/>
                </a:cubicBezTo>
                <a:cubicBezTo>
                  <a:pt x="428770" y="108295"/>
                  <a:pt x="427088" y="106405"/>
                  <a:pt x="426002" y="103946"/>
                </a:cubicBezTo>
                <a:cubicBezTo>
                  <a:pt x="424915" y="101485"/>
                  <a:pt x="424372" y="97691"/>
                  <a:pt x="424372" y="92562"/>
                </a:cubicBezTo>
                <a:lnTo>
                  <a:pt x="424372" y="44701"/>
                </a:lnTo>
                <a:lnTo>
                  <a:pt x="413119" y="44701"/>
                </a:lnTo>
                <a:lnTo>
                  <a:pt x="413119" y="42140"/>
                </a:lnTo>
                <a:cubicBezTo>
                  <a:pt x="415965" y="40999"/>
                  <a:pt x="418875" y="39066"/>
                  <a:pt x="421850" y="36341"/>
                </a:cubicBezTo>
                <a:cubicBezTo>
                  <a:pt x="424825" y="33617"/>
                  <a:pt x="427476" y="30387"/>
                  <a:pt x="429805" y="26650"/>
                </a:cubicBezTo>
                <a:cubicBezTo>
                  <a:pt x="430995" y="24680"/>
                  <a:pt x="432650" y="21073"/>
                  <a:pt x="434771" y="15832"/>
                </a:cubicBezTo>
                <a:lnTo>
                  <a:pt x="437177" y="15832"/>
                </a:lnTo>
                <a:close/>
                <a:moveTo>
                  <a:pt x="478801" y="0"/>
                </a:moveTo>
                <a:cubicBezTo>
                  <a:pt x="480974" y="0"/>
                  <a:pt x="482824" y="767"/>
                  <a:pt x="484350" y="2302"/>
                </a:cubicBezTo>
                <a:cubicBezTo>
                  <a:pt x="485877" y="3834"/>
                  <a:pt x="486640" y="5693"/>
                  <a:pt x="486640" y="7877"/>
                </a:cubicBezTo>
                <a:cubicBezTo>
                  <a:pt x="486640" y="10061"/>
                  <a:pt x="485877" y="11934"/>
                  <a:pt x="484350" y="13494"/>
                </a:cubicBezTo>
                <a:cubicBezTo>
                  <a:pt x="482824" y="15052"/>
                  <a:pt x="480974" y="15832"/>
                  <a:pt x="478801" y="15832"/>
                </a:cubicBezTo>
                <a:cubicBezTo>
                  <a:pt x="476629" y="15832"/>
                  <a:pt x="474766" y="15052"/>
                  <a:pt x="473214" y="13494"/>
                </a:cubicBezTo>
                <a:cubicBezTo>
                  <a:pt x="471662" y="11934"/>
                  <a:pt x="470886" y="10061"/>
                  <a:pt x="470886" y="7877"/>
                </a:cubicBezTo>
                <a:cubicBezTo>
                  <a:pt x="470886" y="5693"/>
                  <a:pt x="471649" y="3834"/>
                  <a:pt x="473175" y="2302"/>
                </a:cubicBezTo>
                <a:cubicBezTo>
                  <a:pt x="474701" y="767"/>
                  <a:pt x="476577" y="0"/>
                  <a:pt x="478801" y="0"/>
                </a:cubicBezTo>
                <a:moveTo>
                  <a:pt x="485243" y="37251"/>
                </a:moveTo>
                <a:lnTo>
                  <a:pt x="485243" y="94243"/>
                </a:lnTo>
                <a:cubicBezTo>
                  <a:pt x="485243" y="98683"/>
                  <a:pt x="485566" y="101638"/>
                  <a:pt x="486213" y="103109"/>
                </a:cubicBezTo>
                <a:cubicBezTo>
                  <a:pt x="486860" y="104581"/>
                  <a:pt x="487817" y="105678"/>
                  <a:pt x="489084" y="106400"/>
                </a:cubicBezTo>
                <a:cubicBezTo>
                  <a:pt x="490352" y="107123"/>
                  <a:pt x="492667" y="107484"/>
                  <a:pt x="496030" y="107484"/>
                </a:cubicBezTo>
                <a:lnTo>
                  <a:pt x="496030" y="110356"/>
                </a:lnTo>
                <a:lnTo>
                  <a:pt x="461495" y="110356"/>
                </a:lnTo>
                <a:lnTo>
                  <a:pt x="461495" y="107484"/>
                </a:lnTo>
                <a:cubicBezTo>
                  <a:pt x="464962" y="107484"/>
                  <a:pt x="467290" y="107149"/>
                  <a:pt x="468480" y="106478"/>
                </a:cubicBezTo>
                <a:cubicBezTo>
                  <a:pt x="469670" y="105807"/>
                  <a:pt x="470614" y="104697"/>
                  <a:pt x="471312" y="103148"/>
                </a:cubicBezTo>
                <a:cubicBezTo>
                  <a:pt x="472011" y="101599"/>
                  <a:pt x="472360" y="98631"/>
                  <a:pt x="472360" y="94243"/>
                </a:cubicBezTo>
                <a:lnTo>
                  <a:pt x="472360" y="66909"/>
                </a:lnTo>
                <a:cubicBezTo>
                  <a:pt x="472360" y="59216"/>
                  <a:pt x="472127" y="54234"/>
                  <a:pt x="471662" y="51965"/>
                </a:cubicBezTo>
                <a:cubicBezTo>
                  <a:pt x="471300" y="50312"/>
                  <a:pt x="470730" y="49163"/>
                  <a:pt x="469954" y="48518"/>
                </a:cubicBezTo>
                <a:cubicBezTo>
                  <a:pt x="469178" y="47873"/>
                  <a:pt x="468118" y="47551"/>
                  <a:pt x="466773" y="47551"/>
                </a:cubicBezTo>
                <a:cubicBezTo>
                  <a:pt x="465324" y="47551"/>
                  <a:pt x="463565" y="47938"/>
                  <a:pt x="461495" y="48712"/>
                </a:cubicBezTo>
                <a:lnTo>
                  <a:pt x="460409" y="45923"/>
                </a:lnTo>
                <a:lnTo>
                  <a:pt x="481828" y="37251"/>
                </a:lnTo>
                <a:lnTo>
                  <a:pt x="485243" y="37251"/>
                </a:lnTo>
                <a:close/>
                <a:moveTo>
                  <a:pt x="539671" y="37251"/>
                </a:moveTo>
                <a:cubicBezTo>
                  <a:pt x="550433" y="37251"/>
                  <a:pt x="559073" y="41334"/>
                  <a:pt x="565592" y="49501"/>
                </a:cubicBezTo>
                <a:cubicBezTo>
                  <a:pt x="571128" y="56477"/>
                  <a:pt x="573896" y="64488"/>
                  <a:pt x="573896" y="73534"/>
                </a:cubicBezTo>
                <a:cubicBezTo>
                  <a:pt x="573896" y="79891"/>
                  <a:pt x="572369" y="86326"/>
                  <a:pt x="569317" y="92839"/>
                </a:cubicBezTo>
                <a:cubicBezTo>
                  <a:pt x="566264" y="99349"/>
                  <a:pt x="562061" y="104259"/>
                  <a:pt x="556706" y="107567"/>
                </a:cubicBezTo>
                <a:cubicBezTo>
                  <a:pt x="551351" y="110875"/>
                  <a:pt x="545388" y="112529"/>
                  <a:pt x="538818" y="112529"/>
                </a:cubicBezTo>
                <a:cubicBezTo>
                  <a:pt x="528108" y="112529"/>
                  <a:pt x="519597" y="108264"/>
                  <a:pt x="513285" y="99736"/>
                </a:cubicBezTo>
                <a:cubicBezTo>
                  <a:pt x="507956" y="92552"/>
                  <a:pt x="505292" y="84490"/>
                  <a:pt x="505292" y="75549"/>
                </a:cubicBezTo>
                <a:cubicBezTo>
                  <a:pt x="505292" y="69037"/>
                  <a:pt x="506909" y="62563"/>
                  <a:pt x="510142" y="56129"/>
                </a:cubicBezTo>
                <a:cubicBezTo>
                  <a:pt x="513376" y="49694"/>
                  <a:pt x="517631" y="44939"/>
                  <a:pt x="522909" y="41864"/>
                </a:cubicBezTo>
                <a:cubicBezTo>
                  <a:pt x="528186" y="38788"/>
                  <a:pt x="533773" y="37251"/>
                  <a:pt x="539671" y="37251"/>
                </a:cubicBezTo>
                <a:moveTo>
                  <a:pt x="537266" y="42373"/>
                </a:moveTo>
                <a:cubicBezTo>
                  <a:pt x="534524" y="42373"/>
                  <a:pt x="531769" y="43187"/>
                  <a:pt x="529001" y="44815"/>
                </a:cubicBezTo>
                <a:cubicBezTo>
                  <a:pt x="526233" y="46443"/>
                  <a:pt x="523995" y="49298"/>
                  <a:pt x="522288" y="53381"/>
                </a:cubicBezTo>
                <a:cubicBezTo>
                  <a:pt x="520580" y="57463"/>
                  <a:pt x="519727" y="62708"/>
                  <a:pt x="519727" y="69115"/>
                </a:cubicBezTo>
                <a:cubicBezTo>
                  <a:pt x="519727" y="79450"/>
                  <a:pt x="521783" y="88364"/>
                  <a:pt x="525896" y="95858"/>
                </a:cubicBezTo>
                <a:cubicBezTo>
                  <a:pt x="530009" y="103350"/>
                  <a:pt x="535429" y="107096"/>
                  <a:pt x="542155" y="107096"/>
                </a:cubicBezTo>
                <a:cubicBezTo>
                  <a:pt x="547173" y="107096"/>
                  <a:pt x="551312" y="105029"/>
                  <a:pt x="554572" y="100895"/>
                </a:cubicBezTo>
                <a:cubicBezTo>
                  <a:pt x="557831" y="96761"/>
                  <a:pt x="559461" y="89656"/>
                  <a:pt x="559461" y="79580"/>
                </a:cubicBezTo>
                <a:cubicBezTo>
                  <a:pt x="559461" y="66971"/>
                  <a:pt x="556745" y="57049"/>
                  <a:pt x="551312" y="49813"/>
                </a:cubicBezTo>
                <a:cubicBezTo>
                  <a:pt x="547639" y="44853"/>
                  <a:pt x="542957" y="42373"/>
                  <a:pt x="537266" y="42373"/>
                </a:cubicBezTo>
                <a:close/>
                <a:moveTo>
                  <a:pt x="605094" y="52306"/>
                </a:moveTo>
                <a:cubicBezTo>
                  <a:pt x="613424" y="42269"/>
                  <a:pt x="621365" y="37251"/>
                  <a:pt x="628919" y="37251"/>
                </a:cubicBezTo>
                <a:cubicBezTo>
                  <a:pt x="632799" y="37251"/>
                  <a:pt x="636136" y="38219"/>
                  <a:pt x="638930" y="40156"/>
                </a:cubicBezTo>
                <a:cubicBezTo>
                  <a:pt x="641724" y="42092"/>
                  <a:pt x="643949" y="45279"/>
                  <a:pt x="645604" y="49719"/>
                </a:cubicBezTo>
                <a:cubicBezTo>
                  <a:pt x="646742" y="52815"/>
                  <a:pt x="647312" y="57564"/>
                  <a:pt x="647312" y="63967"/>
                </a:cubicBezTo>
                <a:lnTo>
                  <a:pt x="647312" y="94243"/>
                </a:lnTo>
                <a:cubicBezTo>
                  <a:pt x="647312" y="98734"/>
                  <a:pt x="647674" y="101780"/>
                  <a:pt x="648398" y="103381"/>
                </a:cubicBezTo>
                <a:cubicBezTo>
                  <a:pt x="648967" y="104671"/>
                  <a:pt x="649885" y="105678"/>
                  <a:pt x="651153" y="106400"/>
                </a:cubicBezTo>
                <a:cubicBezTo>
                  <a:pt x="652421" y="107123"/>
                  <a:pt x="654762" y="107484"/>
                  <a:pt x="658176" y="107484"/>
                </a:cubicBezTo>
                <a:lnTo>
                  <a:pt x="658176" y="110356"/>
                </a:lnTo>
                <a:lnTo>
                  <a:pt x="623021" y="110356"/>
                </a:lnTo>
                <a:lnTo>
                  <a:pt x="623021" y="107484"/>
                </a:lnTo>
                <a:lnTo>
                  <a:pt x="624495" y="107484"/>
                </a:lnTo>
                <a:cubicBezTo>
                  <a:pt x="627807" y="107484"/>
                  <a:pt x="630122" y="106982"/>
                  <a:pt x="631441" y="105978"/>
                </a:cubicBezTo>
                <a:cubicBezTo>
                  <a:pt x="632760" y="104974"/>
                  <a:pt x="633679" y="103495"/>
                  <a:pt x="634196" y="101540"/>
                </a:cubicBezTo>
                <a:cubicBezTo>
                  <a:pt x="634403" y="100767"/>
                  <a:pt x="634507" y="98348"/>
                  <a:pt x="634507" y="94282"/>
                </a:cubicBezTo>
                <a:lnTo>
                  <a:pt x="634507" y="65327"/>
                </a:lnTo>
                <a:cubicBezTo>
                  <a:pt x="634507" y="58894"/>
                  <a:pt x="633666" y="54223"/>
                  <a:pt x="631984" y="51315"/>
                </a:cubicBezTo>
                <a:cubicBezTo>
                  <a:pt x="630303" y="48406"/>
                  <a:pt x="627470" y="46952"/>
                  <a:pt x="623486" y="46952"/>
                </a:cubicBezTo>
                <a:cubicBezTo>
                  <a:pt x="617330" y="46952"/>
                  <a:pt x="611199" y="50298"/>
                  <a:pt x="605094" y="56990"/>
                </a:cubicBezTo>
                <a:lnTo>
                  <a:pt x="605094" y="94282"/>
                </a:lnTo>
                <a:cubicBezTo>
                  <a:pt x="605094" y="99069"/>
                  <a:pt x="605378" y="102028"/>
                  <a:pt x="605947" y="103160"/>
                </a:cubicBezTo>
                <a:cubicBezTo>
                  <a:pt x="606672" y="104653"/>
                  <a:pt x="607668" y="105746"/>
                  <a:pt x="608935" y="106442"/>
                </a:cubicBezTo>
                <a:cubicBezTo>
                  <a:pt x="610203" y="107137"/>
                  <a:pt x="612777" y="107484"/>
                  <a:pt x="616657" y="107484"/>
                </a:cubicBezTo>
                <a:lnTo>
                  <a:pt x="616657" y="110356"/>
                </a:lnTo>
                <a:lnTo>
                  <a:pt x="581502" y="110356"/>
                </a:lnTo>
                <a:lnTo>
                  <a:pt x="581502" y="107484"/>
                </a:lnTo>
                <a:lnTo>
                  <a:pt x="583054" y="107484"/>
                </a:lnTo>
                <a:cubicBezTo>
                  <a:pt x="586675" y="107484"/>
                  <a:pt x="589120" y="106568"/>
                  <a:pt x="590387" y="104737"/>
                </a:cubicBezTo>
                <a:cubicBezTo>
                  <a:pt x="591655" y="102903"/>
                  <a:pt x="592289" y="99405"/>
                  <a:pt x="592289" y="94243"/>
                </a:cubicBezTo>
                <a:lnTo>
                  <a:pt x="592289" y="67915"/>
                </a:lnTo>
                <a:cubicBezTo>
                  <a:pt x="592289" y="59398"/>
                  <a:pt x="592095" y="54210"/>
                  <a:pt x="591707" y="52353"/>
                </a:cubicBezTo>
                <a:cubicBezTo>
                  <a:pt x="591319" y="50493"/>
                  <a:pt x="590724" y="49228"/>
                  <a:pt x="589922" y="48557"/>
                </a:cubicBezTo>
                <a:cubicBezTo>
                  <a:pt x="589120" y="47886"/>
                  <a:pt x="588046" y="47551"/>
                  <a:pt x="586701" y="47551"/>
                </a:cubicBezTo>
                <a:cubicBezTo>
                  <a:pt x="585253" y="47551"/>
                  <a:pt x="583519" y="47938"/>
                  <a:pt x="581502" y="48712"/>
                </a:cubicBezTo>
                <a:lnTo>
                  <a:pt x="580338" y="45923"/>
                </a:lnTo>
                <a:lnTo>
                  <a:pt x="601757" y="37251"/>
                </a:lnTo>
                <a:lnTo>
                  <a:pt x="605094" y="37251"/>
                </a:lnTo>
                <a:lnTo>
                  <a:pt x="605094" y="523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59E3C-9177-4427-8335-C574E5B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171" y="2549830"/>
            <a:ext cx="584094" cy="318"/>
          </a:xfrm>
          <a:custGeom xmlns:a="http://schemas.openxmlformats.org/drawingml/2006/main">
            <a:pathLst>
              <a:path w="584094" h="318" fill="none">
                <a:moveTo>
                  <a:pt x="0" y="0"/>
                </a:moveTo>
                <a:lnTo>
                  <a:pt x="324550" y="0"/>
                </a:lnTo>
                <a:lnTo>
                  <a:pt x="584094" y="318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138DE-D422-4338-B20F-22BC9CE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71" y="2518360"/>
            <a:ext cx="63575" cy="63575"/>
          </a:xfrm>
          <a:custGeom xmlns:a="http://schemas.openxmlformats.org/drawingml/2006/main">
            <a:pathLst>
              <a:path w="63575" h="63575">
                <a:moveTo>
                  <a:pt x="63575" y="31867"/>
                </a:moveTo>
                <a:lnTo>
                  <a:pt x="0" y="63575"/>
                </a:lnTo>
                <a:lnTo>
                  <a:pt x="15894" y="31787"/>
                </a:lnTo>
                <a:lnTo>
                  <a:pt x="79" y="0"/>
                </a:lnTo>
                <a:lnTo>
                  <a:pt x="63575" y="31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EA4CC-8B54-4D33-A033-F04AFB6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71" y="2518360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63575" y="31867"/>
                </a:moveTo>
                <a:lnTo>
                  <a:pt x="0" y="63575"/>
                </a:lnTo>
                <a:lnTo>
                  <a:pt x="15894" y="31787"/>
                </a:lnTo>
                <a:lnTo>
                  <a:pt x="79" y="0"/>
                </a:lnTo>
                <a:lnTo>
                  <a:pt x="63575" y="318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DB4EC-AB8E-42D6-AD9A-37D79E3B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65" y="2252061"/>
            <a:ext cx="830606" cy="596014"/>
          </a:xfrm>
          <a:custGeom xmlns:a="http://schemas.openxmlformats.org/drawingml/2006/main">
            <a:pathLst>
              <a:path w="830606" h="596014" fill="none">
                <a:moveTo>
                  <a:pt x="0" y="0"/>
                </a:moveTo>
                <a:lnTo>
                  <a:pt x="830606" y="0"/>
                </a:lnTo>
                <a:lnTo>
                  <a:pt x="830606" y="596014"/>
                </a:lnTo>
                <a:lnTo>
                  <a:pt x="0" y="5960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8EC01-7B1A-449A-BA83-BBB39D5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67" y="2291796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1" y="847"/>
                  <a:pt x="297270" y="2541"/>
                </a:cubicBezTo>
                <a:cubicBezTo>
                  <a:pt x="301358" y="4234"/>
                  <a:pt x="304968" y="6646"/>
                  <a:pt x="308099" y="9776"/>
                </a:cubicBezTo>
                <a:cubicBezTo>
                  <a:pt x="311227" y="12905"/>
                  <a:pt x="313639" y="16514"/>
                  <a:pt x="315332" y="20603"/>
                </a:cubicBezTo>
                <a:cubicBezTo>
                  <a:pt x="317026" y="24692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0"/>
                  <a:pt x="317026" y="197818"/>
                  <a:pt x="315331" y="201907"/>
                </a:cubicBezTo>
                <a:cubicBezTo>
                  <a:pt x="313639" y="205995"/>
                  <a:pt x="311227" y="209605"/>
                  <a:pt x="308099" y="212736"/>
                </a:cubicBezTo>
                <a:cubicBezTo>
                  <a:pt x="304968" y="215864"/>
                  <a:pt x="301358" y="218276"/>
                  <a:pt x="297270" y="219971"/>
                </a:cubicBezTo>
                <a:cubicBezTo>
                  <a:pt x="293181" y="221664"/>
                  <a:pt x="288923" y="222511"/>
                  <a:pt x="284498" y="222512"/>
                </a:cubicBezTo>
                <a:lnTo>
                  <a:pt x="33377" y="222512"/>
                </a:lnTo>
                <a:cubicBezTo>
                  <a:pt x="28950" y="222511"/>
                  <a:pt x="24692" y="221664"/>
                  <a:pt x="20602" y="219971"/>
                </a:cubicBezTo>
                <a:cubicBezTo>
                  <a:pt x="16514" y="218276"/>
                  <a:pt x="12905" y="215864"/>
                  <a:pt x="9776" y="212734"/>
                </a:cubicBezTo>
                <a:cubicBezTo>
                  <a:pt x="6646" y="209605"/>
                  <a:pt x="4234" y="205995"/>
                  <a:pt x="2541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3" y="6645"/>
                  <a:pt x="16512" y="4233"/>
                  <a:pt x="20602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06139-2FF1-48E4-A428-27FF179D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67" y="2291796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1" y="847"/>
                  <a:pt x="297270" y="2541"/>
                </a:cubicBezTo>
                <a:cubicBezTo>
                  <a:pt x="301358" y="4234"/>
                  <a:pt x="304968" y="6646"/>
                  <a:pt x="308099" y="9776"/>
                </a:cubicBezTo>
                <a:cubicBezTo>
                  <a:pt x="311227" y="12905"/>
                  <a:pt x="313639" y="16514"/>
                  <a:pt x="315332" y="20603"/>
                </a:cubicBezTo>
                <a:cubicBezTo>
                  <a:pt x="317026" y="24692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0"/>
                  <a:pt x="317026" y="197818"/>
                  <a:pt x="315331" y="201907"/>
                </a:cubicBezTo>
                <a:cubicBezTo>
                  <a:pt x="313639" y="205995"/>
                  <a:pt x="311227" y="209605"/>
                  <a:pt x="308099" y="212736"/>
                </a:cubicBezTo>
                <a:cubicBezTo>
                  <a:pt x="304968" y="215864"/>
                  <a:pt x="301358" y="218276"/>
                  <a:pt x="297270" y="219971"/>
                </a:cubicBezTo>
                <a:cubicBezTo>
                  <a:pt x="293181" y="221664"/>
                  <a:pt x="288923" y="222511"/>
                  <a:pt x="284498" y="222512"/>
                </a:cubicBezTo>
                <a:lnTo>
                  <a:pt x="33377" y="222512"/>
                </a:lnTo>
                <a:cubicBezTo>
                  <a:pt x="28950" y="222511"/>
                  <a:pt x="24692" y="221664"/>
                  <a:pt x="20602" y="219971"/>
                </a:cubicBezTo>
                <a:cubicBezTo>
                  <a:pt x="16514" y="218276"/>
                  <a:pt x="12905" y="215864"/>
                  <a:pt x="9776" y="212734"/>
                </a:cubicBezTo>
                <a:cubicBezTo>
                  <a:pt x="6646" y="209605"/>
                  <a:pt x="4234" y="205995"/>
                  <a:pt x="2541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3" y="6645"/>
                  <a:pt x="16512" y="4233"/>
                  <a:pt x="20602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B8545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E23EF-0173-48FE-A3EA-9FCCAB4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976" y="2349729"/>
            <a:ext cx="79587" cy="146312"/>
          </a:xfrm>
          <a:custGeom xmlns:a="http://schemas.openxmlformats.org/drawingml/2006/main">
            <a:pathLst>
              <a:path w="79587" h="146312">
                <a:moveTo>
                  <a:pt x="10129" y="139399"/>
                </a:moveTo>
                <a:cubicBezTo>
                  <a:pt x="10344" y="139399"/>
                  <a:pt x="10665" y="139506"/>
                  <a:pt x="11094" y="139720"/>
                </a:cubicBezTo>
                <a:cubicBezTo>
                  <a:pt x="11523" y="139935"/>
                  <a:pt x="12112" y="140095"/>
                  <a:pt x="12863" y="140203"/>
                </a:cubicBezTo>
                <a:cubicBezTo>
                  <a:pt x="13613" y="140310"/>
                  <a:pt x="14256" y="140363"/>
                  <a:pt x="14792" y="140363"/>
                </a:cubicBezTo>
                <a:cubicBezTo>
                  <a:pt x="16185" y="140363"/>
                  <a:pt x="17472" y="139667"/>
                  <a:pt x="18651" y="138273"/>
                </a:cubicBezTo>
                <a:cubicBezTo>
                  <a:pt x="19830" y="136880"/>
                  <a:pt x="20687" y="135326"/>
                  <a:pt x="21223" y="133611"/>
                </a:cubicBezTo>
                <a:cubicBezTo>
                  <a:pt x="22295" y="130716"/>
                  <a:pt x="24117" y="122517"/>
                  <a:pt x="26690" y="109011"/>
                </a:cubicBezTo>
                <a:cubicBezTo>
                  <a:pt x="29262" y="95505"/>
                  <a:pt x="31728" y="82642"/>
                  <a:pt x="34086" y="70423"/>
                </a:cubicBezTo>
                <a:cubicBezTo>
                  <a:pt x="36444" y="58203"/>
                  <a:pt x="37623" y="52040"/>
                  <a:pt x="37623" y="51933"/>
                </a:cubicBezTo>
                <a:lnTo>
                  <a:pt x="37623" y="51450"/>
                </a:lnTo>
                <a:lnTo>
                  <a:pt x="30066" y="51450"/>
                </a:lnTo>
                <a:cubicBezTo>
                  <a:pt x="25029" y="51450"/>
                  <a:pt x="22349" y="51343"/>
                  <a:pt x="22027" y="51129"/>
                </a:cubicBezTo>
                <a:cubicBezTo>
                  <a:pt x="21598" y="50807"/>
                  <a:pt x="21384" y="50271"/>
                  <a:pt x="21384" y="49521"/>
                </a:cubicBezTo>
                <a:lnTo>
                  <a:pt x="22510" y="45019"/>
                </a:lnTo>
                <a:cubicBezTo>
                  <a:pt x="22724" y="44483"/>
                  <a:pt x="23153" y="44215"/>
                  <a:pt x="23796" y="44215"/>
                </a:cubicBezTo>
                <a:cubicBezTo>
                  <a:pt x="24439" y="44215"/>
                  <a:pt x="26958" y="44162"/>
                  <a:pt x="31353" y="44054"/>
                </a:cubicBezTo>
                <a:cubicBezTo>
                  <a:pt x="36498" y="44054"/>
                  <a:pt x="39070" y="44001"/>
                  <a:pt x="39070" y="43894"/>
                </a:cubicBezTo>
                <a:cubicBezTo>
                  <a:pt x="39070" y="43679"/>
                  <a:pt x="39553" y="41000"/>
                  <a:pt x="40517" y="35855"/>
                </a:cubicBezTo>
                <a:cubicBezTo>
                  <a:pt x="41482" y="30710"/>
                  <a:pt x="42125" y="27601"/>
                  <a:pt x="42447" y="26529"/>
                </a:cubicBezTo>
                <a:cubicBezTo>
                  <a:pt x="46413" y="8843"/>
                  <a:pt x="54237" y="0"/>
                  <a:pt x="65921" y="0"/>
                </a:cubicBezTo>
                <a:cubicBezTo>
                  <a:pt x="69887" y="214"/>
                  <a:pt x="73156" y="1393"/>
                  <a:pt x="75729" y="3537"/>
                </a:cubicBezTo>
                <a:cubicBezTo>
                  <a:pt x="78301" y="5681"/>
                  <a:pt x="79587" y="8521"/>
                  <a:pt x="79587" y="12059"/>
                </a:cubicBezTo>
                <a:cubicBezTo>
                  <a:pt x="79587" y="15917"/>
                  <a:pt x="78462" y="18704"/>
                  <a:pt x="76211" y="20419"/>
                </a:cubicBezTo>
                <a:cubicBezTo>
                  <a:pt x="73960" y="22134"/>
                  <a:pt x="71709" y="23046"/>
                  <a:pt x="69458" y="23153"/>
                </a:cubicBezTo>
                <a:cubicBezTo>
                  <a:pt x="64742" y="23153"/>
                  <a:pt x="62384" y="20902"/>
                  <a:pt x="62384" y="16400"/>
                </a:cubicBezTo>
                <a:cubicBezTo>
                  <a:pt x="62384" y="14363"/>
                  <a:pt x="62973" y="12595"/>
                  <a:pt x="64152" y="11094"/>
                </a:cubicBezTo>
                <a:cubicBezTo>
                  <a:pt x="65331" y="9593"/>
                  <a:pt x="66618" y="8468"/>
                  <a:pt x="68011" y="7718"/>
                </a:cubicBezTo>
                <a:lnTo>
                  <a:pt x="69458" y="6914"/>
                </a:lnTo>
                <a:cubicBezTo>
                  <a:pt x="67743" y="6271"/>
                  <a:pt x="66135" y="5949"/>
                  <a:pt x="64635" y="5949"/>
                </a:cubicBezTo>
                <a:cubicBezTo>
                  <a:pt x="63348" y="5949"/>
                  <a:pt x="62116" y="6485"/>
                  <a:pt x="60937" y="7557"/>
                </a:cubicBezTo>
                <a:cubicBezTo>
                  <a:pt x="59758" y="8629"/>
                  <a:pt x="58954" y="10129"/>
                  <a:pt x="58525" y="12059"/>
                </a:cubicBezTo>
                <a:cubicBezTo>
                  <a:pt x="57775" y="15167"/>
                  <a:pt x="56917" y="19348"/>
                  <a:pt x="55952" y="24600"/>
                </a:cubicBezTo>
                <a:cubicBezTo>
                  <a:pt x="54988" y="29852"/>
                  <a:pt x="54130" y="34300"/>
                  <a:pt x="53380" y="37945"/>
                </a:cubicBezTo>
                <a:cubicBezTo>
                  <a:pt x="52630" y="41589"/>
                  <a:pt x="52254" y="43519"/>
                  <a:pt x="52254" y="43733"/>
                </a:cubicBezTo>
                <a:cubicBezTo>
                  <a:pt x="52254" y="43947"/>
                  <a:pt x="55202" y="44054"/>
                  <a:pt x="61097" y="44054"/>
                </a:cubicBezTo>
                <a:cubicBezTo>
                  <a:pt x="65921" y="44054"/>
                  <a:pt x="68708" y="44108"/>
                  <a:pt x="69458" y="44215"/>
                </a:cubicBezTo>
                <a:cubicBezTo>
                  <a:pt x="70208" y="44322"/>
                  <a:pt x="70798" y="44644"/>
                  <a:pt x="71227" y="45180"/>
                </a:cubicBezTo>
                <a:cubicBezTo>
                  <a:pt x="71334" y="45609"/>
                  <a:pt x="71227" y="46520"/>
                  <a:pt x="70905" y="47913"/>
                </a:cubicBezTo>
                <a:cubicBezTo>
                  <a:pt x="70584" y="49307"/>
                  <a:pt x="70316" y="50164"/>
                  <a:pt x="70101" y="50486"/>
                </a:cubicBezTo>
                <a:cubicBezTo>
                  <a:pt x="69887" y="51022"/>
                  <a:pt x="69405" y="51290"/>
                  <a:pt x="68654" y="51290"/>
                </a:cubicBezTo>
                <a:cubicBezTo>
                  <a:pt x="67904" y="51290"/>
                  <a:pt x="65010" y="51343"/>
                  <a:pt x="59972" y="51450"/>
                </a:cubicBezTo>
                <a:lnTo>
                  <a:pt x="50968" y="51450"/>
                </a:lnTo>
                <a:lnTo>
                  <a:pt x="47270" y="71066"/>
                </a:lnTo>
                <a:cubicBezTo>
                  <a:pt x="42125" y="97649"/>
                  <a:pt x="38534" y="114263"/>
                  <a:pt x="36498" y="120909"/>
                </a:cubicBezTo>
                <a:cubicBezTo>
                  <a:pt x="33604" y="130020"/>
                  <a:pt x="29852" y="136773"/>
                  <a:pt x="25243" y="141167"/>
                </a:cubicBezTo>
                <a:cubicBezTo>
                  <a:pt x="21277" y="144597"/>
                  <a:pt x="17365" y="146312"/>
                  <a:pt x="13506" y="146312"/>
                </a:cubicBezTo>
                <a:cubicBezTo>
                  <a:pt x="10076" y="146312"/>
                  <a:pt x="6967" y="145294"/>
                  <a:pt x="4180" y="143257"/>
                </a:cubicBezTo>
                <a:cubicBezTo>
                  <a:pt x="1393" y="141221"/>
                  <a:pt x="0" y="138327"/>
                  <a:pt x="0" y="134575"/>
                </a:cubicBezTo>
                <a:cubicBezTo>
                  <a:pt x="0" y="130609"/>
                  <a:pt x="1125" y="127715"/>
                  <a:pt x="3376" y="125893"/>
                </a:cubicBezTo>
                <a:cubicBezTo>
                  <a:pt x="5627" y="124071"/>
                  <a:pt x="7878" y="123160"/>
                  <a:pt x="10129" y="123160"/>
                </a:cubicBezTo>
                <a:cubicBezTo>
                  <a:pt x="14846" y="123160"/>
                  <a:pt x="17204" y="125411"/>
                  <a:pt x="17204" y="129913"/>
                </a:cubicBezTo>
                <a:cubicBezTo>
                  <a:pt x="17204" y="131949"/>
                  <a:pt x="16614" y="133718"/>
                  <a:pt x="15435" y="135218"/>
                </a:cubicBezTo>
                <a:cubicBezTo>
                  <a:pt x="14256" y="136719"/>
                  <a:pt x="12970" y="137844"/>
                  <a:pt x="11576" y="138595"/>
                </a:cubicBezTo>
                <a:lnTo>
                  <a:pt x="10129" y="139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DDAC3-D7BA-4B0A-A5FD-0965D5A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976" y="2349729"/>
            <a:ext cx="79587" cy="146312"/>
          </a:xfrm>
          <a:custGeom xmlns:a="http://schemas.openxmlformats.org/drawingml/2006/main">
            <a:pathLst>
              <a:path w="79587" h="146312" fill="none">
                <a:moveTo>
                  <a:pt x="10129" y="139399"/>
                </a:moveTo>
                <a:cubicBezTo>
                  <a:pt x="10344" y="139399"/>
                  <a:pt x="10665" y="139506"/>
                  <a:pt x="11094" y="139720"/>
                </a:cubicBezTo>
                <a:cubicBezTo>
                  <a:pt x="11523" y="139935"/>
                  <a:pt x="12112" y="140095"/>
                  <a:pt x="12863" y="140203"/>
                </a:cubicBezTo>
                <a:cubicBezTo>
                  <a:pt x="13613" y="140310"/>
                  <a:pt x="14256" y="140363"/>
                  <a:pt x="14792" y="140363"/>
                </a:cubicBezTo>
                <a:cubicBezTo>
                  <a:pt x="16185" y="140363"/>
                  <a:pt x="17472" y="139667"/>
                  <a:pt x="18651" y="138273"/>
                </a:cubicBezTo>
                <a:cubicBezTo>
                  <a:pt x="19830" y="136880"/>
                  <a:pt x="20687" y="135326"/>
                  <a:pt x="21223" y="133611"/>
                </a:cubicBezTo>
                <a:cubicBezTo>
                  <a:pt x="22295" y="130716"/>
                  <a:pt x="24117" y="122517"/>
                  <a:pt x="26690" y="109011"/>
                </a:cubicBezTo>
                <a:cubicBezTo>
                  <a:pt x="29262" y="95505"/>
                  <a:pt x="31728" y="82642"/>
                  <a:pt x="34086" y="70423"/>
                </a:cubicBezTo>
                <a:cubicBezTo>
                  <a:pt x="36444" y="58203"/>
                  <a:pt x="37623" y="52040"/>
                  <a:pt x="37623" y="51933"/>
                </a:cubicBezTo>
                <a:lnTo>
                  <a:pt x="37623" y="51450"/>
                </a:lnTo>
                <a:lnTo>
                  <a:pt x="30066" y="51450"/>
                </a:lnTo>
                <a:cubicBezTo>
                  <a:pt x="25029" y="51450"/>
                  <a:pt x="22349" y="51343"/>
                  <a:pt x="22027" y="51129"/>
                </a:cubicBezTo>
                <a:cubicBezTo>
                  <a:pt x="21598" y="50807"/>
                  <a:pt x="21384" y="50271"/>
                  <a:pt x="21384" y="49521"/>
                </a:cubicBezTo>
                <a:lnTo>
                  <a:pt x="22510" y="45019"/>
                </a:lnTo>
                <a:cubicBezTo>
                  <a:pt x="22724" y="44483"/>
                  <a:pt x="23153" y="44215"/>
                  <a:pt x="23796" y="44215"/>
                </a:cubicBezTo>
                <a:cubicBezTo>
                  <a:pt x="24439" y="44215"/>
                  <a:pt x="26958" y="44162"/>
                  <a:pt x="31353" y="44054"/>
                </a:cubicBezTo>
                <a:cubicBezTo>
                  <a:pt x="36498" y="44054"/>
                  <a:pt x="39070" y="44001"/>
                  <a:pt x="39070" y="43894"/>
                </a:cubicBezTo>
                <a:cubicBezTo>
                  <a:pt x="39070" y="43679"/>
                  <a:pt x="39553" y="41000"/>
                  <a:pt x="40517" y="35855"/>
                </a:cubicBezTo>
                <a:cubicBezTo>
                  <a:pt x="41482" y="30710"/>
                  <a:pt x="42125" y="27601"/>
                  <a:pt x="42447" y="26529"/>
                </a:cubicBezTo>
                <a:cubicBezTo>
                  <a:pt x="46413" y="8843"/>
                  <a:pt x="54237" y="0"/>
                  <a:pt x="65921" y="0"/>
                </a:cubicBezTo>
                <a:cubicBezTo>
                  <a:pt x="69887" y="214"/>
                  <a:pt x="73156" y="1393"/>
                  <a:pt x="75729" y="3537"/>
                </a:cubicBezTo>
                <a:cubicBezTo>
                  <a:pt x="78301" y="5681"/>
                  <a:pt x="79587" y="8521"/>
                  <a:pt x="79587" y="12059"/>
                </a:cubicBezTo>
                <a:cubicBezTo>
                  <a:pt x="79587" y="15917"/>
                  <a:pt x="78462" y="18704"/>
                  <a:pt x="76211" y="20419"/>
                </a:cubicBezTo>
                <a:cubicBezTo>
                  <a:pt x="73960" y="22134"/>
                  <a:pt x="71709" y="23046"/>
                  <a:pt x="69458" y="23153"/>
                </a:cubicBezTo>
                <a:cubicBezTo>
                  <a:pt x="64742" y="23153"/>
                  <a:pt x="62384" y="20902"/>
                  <a:pt x="62384" y="16400"/>
                </a:cubicBezTo>
                <a:cubicBezTo>
                  <a:pt x="62384" y="14363"/>
                  <a:pt x="62973" y="12595"/>
                  <a:pt x="64152" y="11094"/>
                </a:cubicBezTo>
                <a:cubicBezTo>
                  <a:pt x="65331" y="9593"/>
                  <a:pt x="66618" y="8468"/>
                  <a:pt x="68011" y="7718"/>
                </a:cubicBezTo>
                <a:lnTo>
                  <a:pt x="69458" y="6914"/>
                </a:lnTo>
                <a:cubicBezTo>
                  <a:pt x="67743" y="6271"/>
                  <a:pt x="66135" y="5949"/>
                  <a:pt x="64635" y="5949"/>
                </a:cubicBezTo>
                <a:cubicBezTo>
                  <a:pt x="63348" y="5949"/>
                  <a:pt x="62116" y="6485"/>
                  <a:pt x="60937" y="7557"/>
                </a:cubicBezTo>
                <a:cubicBezTo>
                  <a:pt x="59758" y="8629"/>
                  <a:pt x="58954" y="10129"/>
                  <a:pt x="58525" y="12059"/>
                </a:cubicBezTo>
                <a:cubicBezTo>
                  <a:pt x="57775" y="15167"/>
                  <a:pt x="56917" y="19348"/>
                  <a:pt x="55952" y="24600"/>
                </a:cubicBezTo>
                <a:cubicBezTo>
                  <a:pt x="54988" y="29852"/>
                  <a:pt x="54130" y="34300"/>
                  <a:pt x="53380" y="37945"/>
                </a:cubicBezTo>
                <a:cubicBezTo>
                  <a:pt x="52630" y="41589"/>
                  <a:pt x="52254" y="43519"/>
                  <a:pt x="52254" y="43733"/>
                </a:cubicBezTo>
                <a:cubicBezTo>
                  <a:pt x="52254" y="43947"/>
                  <a:pt x="55202" y="44054"/>
                  <a:pt x="61097" y="44054"/>
                </a:cubicBezTo>
                <a:cubicBezTo>
                  <a:pt x="65921" y="44054"/>
                  <a:pt x="68708" y="44108"/>
                  <a:pt x="69458" y="44215"/>
                </a:cubicBezTo>
                <a:cubicBezTo>
                  <a:pt x="70208" y="44322"/>
                  <a:pt x="70798" y="44644"/>
                  <a:pt x="71227" y="45180"/>
                </a:cubicBezTo>
                <a:cubicBezTo>
                  <a:pt x="71334" y="45609"/>
                  <a:pt x="71227" y="46520"/>
                  <a:pt x="70905" y="47913"/>
                </a:cubicBezTo>
                <a:cubicBezTo>
                  <a:pt x="70584" y="49307"/>
                  <a:pt x="70316" y="50164"/>
                  <a:pt x="70101" y="50486"/>
                </a:cubicBezTo>
                <a:cubicBezTo>
                  <a:pt x="69887" y="51022"/>
                  <a:pt x="69405" y="51290"/>
                  <a:pt x="68654" y="51290"/>
                </a:cubicBezTo>
                <a:cubicBezTo>
                  <a:pt x="67904" y="51290"/>
                  <a:pt x="65010" y="51343"/>
                  <a:pt x="59972" y="51450"/>
                </a:cubicBezTo>
                <a:lnTo>
                  <a:pt x="50968" y="51450"/>
                </a:lnTo>
                <a:lnTo>
                  <a:pt x="47270" y="71066"/>
                </a:lnTo>
                <a:cubicBezTo>
                  <a:pt x="42125" y="97649"/>
                  <a:pt x="38534" y="114263"/>
                  <a:pt x="36498" y="120909"/>
                </a:cubicBezTo>
                <a:cubicBezTo>
                  <a:pt x="33604" y="130020"/>
                  <a:pt x="29852" y="136773"/>
                  <a:pt x="25243" y="141167"/>
                </a:cubicBezTo>
                <a:cubicBezTo>
                  <a:pt x="21277" y="144597"/>
                  <a:pt x="17365" y="146312"/>
                  <a:pt x="13506" y="146312"/>
                </a:cubicBezTo>
                <a:cubicBezTo>
                  <a:pt x="10076" y="146312"/>
                  <a:pt x="6967" y="145294"/>
                  <a:pt x="4180" y="143257"/>
                </a:cubicBezTo>
                <a:cubicBezTo>
                  <a:pt x="1393" y="141221"/>
                  <a:pt x="0" y="138327"/>
                  <a:pt x="0" y="134575"/>
                </a:cubicBezTo>
                <a:cubicBezTo>
                  <a:pt x="0" y="130609"/>
                  <a:pt x="1125" y="127715"/>
                  <a:pt x="3376" y="125893"/>
                </a:cubicBezTo>
                <a:cubicBezTo>
                  <a:pt x="5627" y="124071"/>
                  <a:pt x="7878" y="123160"/>
                  <a:pt x="10129" y="123160"/>
                </a:cubicBezTo>
                <a:cubicBezTo>
                  <a:pt x="14846" y="123160"/>
                  <a:pt x="17204" y="125411"/>
                  <a:pt x="17204" y="129913"/>
                </a:cubicBezTo>
                <a:cubicBezTo>
                  <a:pt x="17204" y="131949"/>
                  <a:pt x="16614" y="133718"/>
                  <a:pt x="15435" y="135218"/>
                </a:cubicBezTo>
                <a:cubicBezTo>
                  <a:pt x="14256" y="136719"/>
                  <a:pt x="12970" y="137844"/>
                  <a:pt x="11576" y="138595"/>
                </a:cubicBezTo>
                <a:lnTo>
                  <a:pt x="10129" y="1393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000000">
                <a:alpha val="4200"/>
              </a:srgbClr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8BA5C-9A7B-4572-926A-8FFBCA56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78" y="2346320"/>
            <a:ext cx="50698" cy="51608"/>
          </a:xfrm>
          <a:custGeom xmlns:a="http://schemas.openxmlformats.org/drawingml/2006/main">
            <a:pathLst>
              <a:path w="50698" h="51608">
                <a:moveTo>
                  <a:pt x="17278" y="7161"/>
                </a:moveTo>
                <a:cubicBezTo>
                  <a:pt x="17278" y="5267"/>
                  <a:pt x="16558" y="4320"/>
                  <a:pt x="15119" y="4320"/>
                </a:cubicBezTo>
                <a:cubicBezTo>
                  <a:pt x="13300" y="4320"/>
                  <a:pt x="11405" y="5418"/>
                  <a:pt x="9435" y="7616"/>
                </a:cubicBezTo>
                <a:cubicBezTo>
                  <a:pt x="7465" y="9814"/>
                  <a:pt x="5835" y="13186"/>
                  <a:pt x="4547" y="17733"/>
                </a:cubicBezTo>
                <a:cubicBezTo>
                  <a:pt x="4471" y="17809"/>
                  <a:pt x="4395" y="17923"/>
                  <a:pt x="4320" y="18074"/>
                </a:cubicBezTo>
                <a:cubicBezTo>
                  <a:pt x="4244" y="18226"/>
                  <a:pt x="4206" y="18339"/>
                  <a:pt x="4206" y="18415"/>
                </a:cubicBezTo>
                <a:cubicBezTo>
                  <a:pt x="4206" y="18491"/>
                  <a:pt x="4130" y="18567"/>
                  <a:pt x="3979" y="18642"/>
                </a:cubicBezTo>
                <a:cubicBezTo>
                  <a:pt x="3827" y="18718"/>
                  <a:pt x="3713" y="18756"/>
                  <a:pt x="3638" y="18756"/>
                </a:cubicBezTo>
                <a:cubicBezTo>
                  <a:pt x="3562" y="18756"/>
                  <a:pt x="3410" y="18756"/>
                  <a:pt x="3183" y="18756"/>
                </a:cubicBezTo>
                <a:cubicBezTo>
                  <a:pt x="2956" y="18756"/>
                  <a:pt x="2652" y="18756"/>
                  <a:pt x="2273" y="18756"/>
                </a:cubicBezTo>
                <a:lnTo>
                  <a:pt x="682" y="18756"/>
                </a:lnTo>
                <a:cubicBezTo>
                  <a:pt x="227" y="18301"/>
                  <a:pt x="0" y="17960"/>
                  <a:pt x="0" y="17733"/>
                </a:cubicBezTo>
                <a:cubicBezTo>
                  <a:pt x="0" y="17203"/>
                  <a:pt x="303" y="16104"/>
                  <a:pt x="909" y="14437"/>
                </a:cubicBezTo>
                <a:cubicBezTo>
                  <a:pt x="1516" y="12769"/>
                  <a:pt x="2425" y="10799"/>
                  <a:pt x="3638" y="8526"/>
                </a:cubicBezTo>
                <a:cubicBezTo>
                  <a:pt x="4850" y="6252"/>
                  <a:pt x="6517" y="4320"/>
                  <a:pt x="8639" y="2728"/>
                </a:cubicBezTo>
                <a:cubicBezTo>
                  <a:pt x="10761" y="1137"/>
                  <a:pt x="13148" y="303"/>
                  <a:pt x="15801" y="227"/>
                </a:cubicBezTo>
                <a:cubicBezTo>
                  <a:pt x="18983" y="227"/>
                  <a:pt x="21446" y="1137"/>
                  <a:pt x="23189" y="2956"/>
                </a:cubicBezTo>
                <a:cubicBezTo>
                  <a:pt x="24932" y="4774"/>
                  <a:pt x="25842" y="6896"/>
                  <a:pt x="25918" y="9321"/>
                </a:cubicBezTo>
                <a:cubicBezTo>
                  <a:pt x="25918" y="10610"/>
                  <a:pt x="25804" y="11595"/>
                  <a:pt x="25577" y="12277"/>
                </a:cubicBezTo>
                <a:cubicBezTo>
                  <a:pt x="25577" y="12731"/>
                  <a:pt x="25008" y="14399"/>
                  <a:pt x="23871" y="17278"/>
                </a:cubicBezTo>
                <a:cubicBezTo>
                  <a:pt x="22735" y="20158"/>
                  <a:pt x="21560" y="23530"/>
                  <a:pt x="20348" y="27395"/>
                </a:cubicBezTo>
                <a:cubicBezTo>
                  <a:pt x="19135" y="31260"/>
                  <a:pt x="18453" y="34633"/>
                  <a:pt x="18301" y="37512"/>
                </a:cubicBezTo>
                <a:cubicBezTo>
                  <a:pt x="18301" y="39558"/>
                  <a:pt x="18491" y="41226"/>
                  <a:pt x="18870" y="42514"/>
                </a:cubicBezTo>
                <a:cubicBezTo>
                  <a:pt x="19855" y="45773"/>
                  <a:pt x="22242" y="47402"/>
                  <a:pt x="26031" y="47402"/>
                </a:cubicBezTo>
                <a:cubicBezTo>
                  <a:pt x="28835" y="47402"/>
                  <a:pt x="31450" y="46114"/>
                  <a:pt x="33875" y="43537"/>
                </a:cubicBezTo>
                <a:cubicBezTo>
                  <a:pt x="36300" y="40960"/>
                  <a:pt x="38194" y="37967"/>
                  <a:pt x="39558" y="34557"/>
                </a:cubicBezTo>
                <a:cubicBezTo>
                  <a:pt x="40922" y="31147"/>
                  <a:pt x="42021" y="28002"/>
                  <a:pt x="42855" y="25122"/>
                </a:cubicBezTo>
                <a:cubicBezTo>
                  <a:pt x="43689" y="22242"/>
                  <a:pt x="44105" y="20158"/>
                  <a:pt x="44105" y="18870"/>
                </a:cubicBezTo>
                <a:cubicBezTo>
                  <a:pt x="44105" y="17127"/>
                  <a:pt x="43802" y="15611"/>
                  <a:pt x="43196" y="14323"/>
                </a:cubicBezTo>
                <a:cubicBezTo>
                  <a:pt x="42590" y="13035"/>
                  <a:pt x="41908" y="12049"/>
                  <a:pt x="41150" y="11367"/>
                </a:cubicBezTo>
                <a:cubicBezTo>
                  <a:pt x="40392" y="10685"/>
                  <a:pt x="39710" y="10003"/>
                  <a:pt x="39104" y="9321"/>
                </a:cubicBezTo>
                <a:cubicBezTo>
                  <a:pt x="38497" y="8639"/>
                  <a:pt x="38194" y="7806"/>
                  <a:pt x="38194" y="6820"/>
                </a:cubicBezTo>
                <a:cubicBezTo>
                  <a:pt x="38194" y="5153"/>
                  <a:pt x="38914" y="3600"/>
                  <a:pt x="40354" y="2160"/>
                </a:cubicBezTo>
                <a:cubicBezTo>
                  <a:pt x="41794" y="720"/>
                  <a:pt x="43347" y="0"/>
                  <a:pt x="45015" y="0"/>
                </a:cubicBezTo>
                <a:cubicBezTo>
                  <a:pt x="46455" y="0"/>
                  <a:pt x="47743" y="682"/>
                  <a:pt x="48880" y="2046"/>
                </a:cubicBezTo>
                <a:cubicBezTo>
                  <a:pt x="50016" y="3410"/>
                  <a:pt x="50623" y="5608"/>
                  <a:pt x="50698" y="8639"/>
                </a:cubicBezTo>
                <a:cubicBezTo>
                  <a:pt x="50698" y="10685"/>
                  <a:pt x="50244" y="13830"/>
                  <a:pt x="49334" y="18074"/>
                </a:cubicBezTo>
                <a:cubicBezTo>
                  <a:pt x="48425" y="22318"/>
                  <a:pt x="47023" y="27054"/>
                  <a:pt x="45128" y="32283"/>
                </a:cubicBezTo>
                <a:cubicBezTo>
                  <a:pt x="43234" y="37512"/>
                  <a:pt x="40544" y="42021"/>
                  <a:pt x="37058" y="45810"/>
                </a:cubicBezTo>
                <a:cubicBezTo>
                  <a:pt x="33572" y="49600"/>
                  <a:pt x="29555" y="51532"/>
                  <a:pt x="25008" y="51608"/>
                </a:cubicBezTo>
                <a:cubicBezTo>
                  <a:pt x="20158" y="51608"/>
                  <a:pt x="16293" y="50357"/>
                  <a:pt x="13413" y="47857"/>
                </a:cubicBezTo>
                <a:cubicBezTo>
                  <a:pt x="10610" y="45431"/>
                  <a:pt x="9208" y="41832"/>
                  <a:pt x="9208" y="37058"/>
                </a:cubicBezTo>
                <a:cubicBezTo>
                  <a:pt x="9208" y="34708"/>
                  <a:pt x="9511" y="32283"/>
                  <a:pt x="10117" y="29782"/>
                </a:cubicBezTo>
                <a:cubicBezTo>
                  <a:pt x="10723" y="27282"/>
                  <a:pt x="12277" y="22848"/>
                  <a:pt x="14778" y="16483"/>
                </a:cubicBezTo>
                <a:cubicBezTo>
                  <a:pt x="16445" y="11633"/>
                  <a:pt x="17278" y="8526"/>
                  <a:pt x="17278" y="7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93165-4A66-4C21-913C-2C4435C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78" y="2346320"/>
            <a:ext cx="50698" cy="51608"/>
          </a:xfrm>
          <a:custGeom xmlns:a="http://schemas.openxmlformats.org/drawingml/2006/main">
            <a:pathLst>
              <a:path w="50698" h="51608" fill="none">
                <a:moveTo>
                  <a:pt x="17278" y="7161"/>
                </a:moveTo>
                <a:cubicBezTo>
                  <a:pt x="17278" y="5267"/>
                  <a:pt x="16558" y="4320"/>
                  <a:pt x="15119" y="4320"/>
                </a:cubicBezTo>
                <a:cubicBezTo>
                  <a:pt x="13300" y="4320"/>
                  <a:pt x="11405" y="5418"/>
                  <a:pt x="9435" y="7616"/>
                </a:cubicBezTo>
                <a:cubicBezTo>
                  <a:pt x="7465" y="9814"/>
                  <a:pt x="5835" y="13186"/>
                  <a:pt x="4547" y="17733"/>
                </a:cubicBezTo>
                <a:cubicBezTo>
                  <a:pt x="4471" y="17809"/>
                  <a:pt x="4395" y="17923"/>
                  <a:pt x="4320" y="18074"/>
                </a:cubicBezTo>
                <a:cubicBezTo>
                  <a:pt x="4244" y="18226"/>
                  <a:pt x="4206" y="18339"/>
                  <a:pt x="4206" y="18415"/>
                </a:cubicBezTo>
                <a:cubicBezTo>
                  <a:pt x="4206" y="18491"/>
                  <a:pt x="4130" y="18567"/>
                  <a:pt x="3979" y="18642"/>
                </a:cubicBezTo>
                <a:cubicBezTo>
                  <a:pt x="3827" y="18718"/>
                  <a:pt x="3713" y="18756"/>
                  <a:pt x="3638" y="18756"/>
                </a:cubicBezTo>
                <a:cubicBezTo>
                  <a:pt x="3562" y="18756"/>
                  <a:pt x="3410" y="18756"/>
                  <a:pt x="3183" y="18756"/>
                </a:cubicBezTo>
                <a:cubicBezTo>
                  <a:pt x="2956" y="18756"/>
                  <a:pt x="2652" y="18756"/>
                  <a:pt x="2273" y="18756"/>
                </a:cubicBezTo>
                <a:lnTo>
                  <a:pt x="682" y="18756"/>
                </a:lnTo>
                <a:cubicBezTo>
                  <a:pt x="227" y="18301"/>
                  <a:pt x="0" y="17960"/>
                  <a:pt x="0" y="17733"/>
                </a:cubicBezTo>
                <a:cubicBezTo>
                  <a:pt x="0" y="17203"/>
                  <a:pt x="303" y="16104"/>
                  <a:pt x="909" y="14437"/>
                </a:cubicBezTo>
                <a:cubicBezTo>
                  <a:pt x="1516" y="12769"/>
                  <a:pt x="2425" y="10799"/>
                  <a:pt x="3638" y="8526"/>
                </a:cubicBezTo>
                <a:cubicBezTo>
                  <a:pt x="4850" y="6252"/>
                  <a:pt x="6517" y="4320"/>
                  <a:pt x="8639" y="2728"/>
                </a:cubicBezTo>
                <a:cubicBezTo>
                  <a:pt x="10761" y="1137"/>
                  <a:pt x="13148" y="303"/>
                  <a:pt x="15801" y="227"/>
                </a:cubicBezTo>
                <a:cubicBezTo>
                  <a:pt x="18983" y="227"/>
                  <a:pt x="21446" y="1137"/>
                  <a:pt x="23189" y="2956"/>
                </a:cubicBezTo>
                <a:cubicBezTo>
                  <a:pt x="24932" y="4774"/>
                  <a:pt x="25842" y="6896"/>
                  <a:pt x="25918" y="9321"/>
                </a:cubicBezTo>
                <a:cubicBezTo>
                  <a:pt x="25918" y="10610"/>
                  <a:pt x="25804" y="11595"/>
                  <a:pt x="25577" y="12277"/>
                </a:cubicBezTo>
                <a:cubicBezTo>
                  <a:pt x="25577" y="12731"/>
                  <a:pt x="25008" y="14399"/>
                  <a:pt x="23871" y="17278"/>
                </a:cubicBezTo>
                <a:cubicBezTo>
                  <a:pt x="22735" y="20158"/>
                  <a:pt x="21560" y="23530"/>
                  <a:pt x="20348" y="27395"/>
                </a:cubicBezTo>
                <a:cubicBezTo>
                  <a:pt x="19135" y="31260"/>
                  <a:pt x="18453" y="34633"/>
                  <a:pt x="18301" y="37512"/>
                </a:cubicBezTo>
                <a:cubicBezTo>
                  <a:pt x="18301" y="39558"/>
                  <a:pt x="18491" y="41226"/>
                  <a:pt x="18870" y="42514"/>
                </a:cubicBezTo>
                <a:cubicBezTo>
                  <a:pt x="19855" y="45773"/>
                  <a:pt x="22242" y="47402"/>
                  <a:pt x="26031" y="47402"/>
                </a:cubicBezTo>
                <a:cubicBezTo>
                  <a:pt x="28835" y="47402"/>
                  <a:pt x="31450" y="46114"/>
                  <a:pt x="33875" y="43537"/>
                </a:cubicBezTo>
                <a:cubicBezTo>
                  <a:pt x="36300" y="40960"/>
                  <a:pt x="38194" y="37967"/>
                  <a:pt x="39558" y="34557"/>
                </a:cubicBezTo>
                <a:cubicBezTo>
                  <a:pt x="40922" y="31147"/>
                  <a:pt x="42021" y="28002"/>
                  <a:pt x="42855" y="25122"/>
                </a:cubicBezTo>
                <a:cubicBezTo>
                  <a:pt x="43689" y="22242"/>
                  <a:pt x="44105" y="20158"/>
                  <a:pt x="44105" y="18870"/>
                </a:cubicBezTo>
                <a:cubicBezTo>
                  <a:pt x="44105" y="17127"/>
                  <a:pt x="43802" y="15611"/>
                  <a:pt x="43196" y="14323"/>
                </a:cubicBezTo>
                <a:cubicBezTo>
                  <a:pt x="42590" y="13035"/>
                  <a:pt x="41908" y="12049"/>
                  <a:pt x="41150" y="11367"/>
                </a:cubicBezTo>
                <a:cubicBezTo>
                  <a:pt x="40392" y="10685"/>
                  <a:pt x="39710" y="10003"/>
                  <a:pt x="39104" y="9321"/>
                </a:cubicBezTo>
                <a:cubicBezTo>
                  <a:pt x="38497" y="8639"/>
                  <a:pt x="38194" y="7806"/>
                  <a:pt x="38194" y="6820"/>
                </a:cubicBezTo>
                <a:cubicBezTo>
                  <a:pt x="38194" y="5153"/>
                  <a:pt x="38914" y="3600"/>
                  <a:pt x="40354" y="2160"/>
                </a:cubicBezTo>
                <a:cubicBezTo>
                  <a:pt x="41794" y="720"/>
                  <a:pt x="43347" y="0"/>
                  <a:pt x="45015" y="0"/>
                </a:cubicBezTo>
                <a:cubicBezTo>
                  <a:pt x="46455" y="0"/>
                  <a:pt x="47743" y="682"/>
                  <a:pt x="48880" y="2046"/>
                </a:cubicBezTo>
                <a:cubicBezTo>
                  <a:pt x="50016" y="3410"/>
                  <a:pt x="50623" y="5608"/>
                  <a:pt x="50698" y="8639"/>
                </a:cubicBezTo>
                <a:cubicBezTo>
                  <a:pt x="50698" y="10685"/>
                  <a:pt x="50244" y="13830"/>
                  <a:pt x="49334" y="18074"/>
                </a:cubicBezTo>
                <a:cubicBezTo>
                  <a:pt x="48425" y="22318"/>
                  <a:pt x="47023" y="27054"/>
                  <a:pt x="45128" y="32283"/>
                </a:cubicBezTo>
                <a:cubicBezTo>
                  <a:pt x="43234" y="37512"/>
                  <a:pt x="40544" y="42021"/>
                  <a:pt x="37058" y="45810"/>
                </a:cubicBezTo>
                <a:cubicBezTo>
                  <a:pt x="33572" y="49600"/>
                  <a:pt x="29555" y="51532"/>
                  <a:pt x="25008" y="51608"/>
                </a:cubicBezTo>
                <a:cubicBezTo>
                  <a:pt x="20158" y="51608"/>
                  <a:pt x="16293" y="50357"/>
                  <a:pt x="13413" y="47857"/>
                </a:cubicBezTo>
                <a:cubicBezTo>
                  <a:pt x="10610" y="45431"/>
                  <a:pt x="9208" y="41832"/>
                  <a:pt x="9208" y="37058"/>
                </a:cubicBezTo>
                <a:cubicBezTo>
                  <a:pt x="9208" y="34708"/>
                  <a:pt x="9511" y="32283"/>
                  <a:pt x="10117" y="29782"/>
                </a:cubicBezTo>
                <a:cubicBezTo>
                  <a:pt x="10723" y="27282"/>
                  <a:pt x="12277" y="22848"/>
                  <a:pt x="14778" y="16483"/>
                </a:cubicBezTo>
                <a:cubicBezTo>
                  <a:pt x="16445" y="11633"/>
                  <a:pt x="17278" y="8526"/>
                  <a:pt x="17278" y="71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3EA75-F492-4103-BE7E-E0742AB6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910" y="2346434"/>
            <a:ext cx="60247" cy="51494"/>
          </a:xfrm>
          <a:custGeom xmlns:a="http://schemas.openxmlformats.org/drawingml/2006/main">
            <a:pathLst>
              <a:path w="60247" h="51494">
                <a:moveTo>
                  <a:pt x="0" y="17619"/>
                </a:moveTo>
                <a:cubicBezTo>
                  <a:pt x="0" y="17013"/>
                  <a:pt x="341" y="15839"/>
                  <a:pt x="1023" y="14096"/>
                </a:cubicBezTo>
                <a:cubicBezTo>
                  <a:pt x="1705" y="12353"/>
                  <a:pt x="2652" y="10382"/>
                  <a:pt x="3865" y="8184"/>
                </a:cubicBezTo>
                <a:cubicBezTo>
                  <a:pt x="5077" y="5987"/>
                  <a:pt x="6745" y="4092"/>
                  <a:pt x="8867" y="2501"/>
                </a:cubicBezTo>
                <a:cubicBezTo>
                  <a:pt x="10988" y="909"/>
                  <a:pt x="13224" y="76"/>
                  <a:pt x="15573" y="0"/>
                </a:cubicBezTo>
                <a:cubicBezTo>
                  <a:pt x="19059" y="0"/>
                  <a:pt x="21674" y="947"/>
                  <a:pt x="23417" y="2842"/>
                </a:cubicBezTo>
                <a:cubicBezTo>
                  <a:pt x="25160" y="4736"/>
                  <a:pt x="26031" y="6972"/>
                  <a:pt x="26031" y="9549"/>
                </a:cubicBezTo>
                <a:cubicBezTo>
                  <a:pt x="26031" y="10913"/>
                  <a:pt x="24743" y="15156"/>
                  <a:pt x="22166" y="22280"/>
                </a:cubicBezTo>
                <a:cubicBezTo>
                  <a:pt x="19590" y="29404"/>
                  <a:pt x="18301" y="34746"/>
                  <a:pt x="18301" y="38308"/>
                </a:cubicBezTo>
                <a:cubicBezTo>
                  <a:pt x="18301" y="41567"/>
                  <a:pt x="18832" y="43840"/>
                  <a:pt x="19893" y="45128"/>
                </a:cubicBezTo>
                <a:cubicBezTo>
                  <a:pt x="20954" y="46417"/>
                  <a:pt x="22545" y="47099"/>
                  <a:pt x="24667" y="47174"/>
                </a:cubicBezTo>
                <a:cubicBezTo>
                  <a:pt x="26789" y="47250"/>
                  <a:pt x="28797" y="46606"/>
                  <a:pt x="30692" y="45242"/>
                </a:cubicBezTo>
                <a:cubicBezTo>
                  <a:pt x="32586" y="43878"/>
                  <a:pt x="33988" y="42590"/>
                  <a:pt x="34898" y="41377"/>
                </a:cubicBezTo>
                <a:lnTo>
                  <a:pt x="36148" y="39445"/>
                </a:lnTo>
                <a:cubicBezTo>
                  <a:pt x="36300" y="39142"/>
                  <a:pt x="37740" y="33382"/>
                  <a:pt x="40468" y="22166"/>
                </a:cubicBezTo>
                <a:cubicBezTo>
                  <a:pt x="42741" y="13072"/>
                  <a:pt x="44105" y="7768"/>
                  <a:pt x="44560" y="6252"/>
                </a:cubicBezTo>
                <a:cubicBezTo>
                  <a:pt x="45015" y="4736"/>
                  <a:pt x="45545" y="3638"/>
                  <a:pt x="46151" y="2956"/>
                </a:cubicBezTo>
                <a:cubicBezTo>
                  <a:pt x="47440" y="1819"/>
                  <a:pt x="48804" y="1250"/>
                  <a:pt x="50244" y="1250"/>
                </a:cubicBezTo>
                <a:cubicBezTo>
                  <a:pt x="51532" y="1250"/>
                  <a:pt x="52479" y="1629"/>
                  <a:pt x="53086" y="2387"/>
                </a:cubicBezTo>
                <a:cubicBezTo>
                  <a:pt x="53692" y="3145"/>
                  <a:pt x="53995" y="3865"/>
                  <a:pt x="53995" y="4547"/>
                </a:cubicBezTo>
                <a:lnTo>
                  <a:pt x="45356" y="40695"/>
                </a:lnTo>
                <a:cubicBezTo>
                  <a:pt x="45280" y="41074"/>
                  <a:pt x="45242" y="41680"/>
                  <a:pt x="45242" y="42514"/>
                </a:cubicBezTo>
                <a:cubicBezTo>
                  <a:pt x="45242" y="44408"/>
                  <a:pt x="45507" y="45659"/>
                  <a:pt x="46038" y="46265"/>
                </a:cubicBezTo>
                <a:cubicBezTo>
                  <a:pt x="46568" y="46871"/>
                  <a:pt x="47364" y="47212"/>
                  <a:pt x="48425" y="47288"/>
                </a:cubicBezTo>
                <a:cubicBezTo>
                  <a:pt x="50092" y="47061"/>
                  <a:pt x="51418" y="45886"/>
                  <a:pt x="52403" y="43764"/>
                </a:cubicBezTo>
                <a:cubicBezTo>
                  <a:pt x="53389" y="41642"/>
                  <a:pt x="54525" y="38308"/>
                  <a:pt x="55814" y="33761"/>
                </a:cubicBezTo>
                <a:cubicBezTo>
                  <a:pt x="55965" y="33155"/>
                  <a:pt x="56723" y="32852"/>
                  <a:pt x="58087" y="32852"/>
                </a:cubicBezTo>
                <a:cubicBezTo>
                  <a:pt x="59527" y="32852"/>
                  <a:pt x="60247" y="33193"/>
                  <a:pt x="60247" y="33875"/>
                </a:cubicBezTo>
                <a:cubicBezTo>
                  <a:pt x="60171" y="34254"/>
                  <a:pt x="60095" y="34784"/>
                  <a:pt x="60020" y="35466"/>
                </a:cubicBezTo>
                <a:cubicBezTo>
                  <a:pt x="59944" y="36148"/>
                  <a:pt x="59603" y="37361"/>
                  <a:pt x="58997" y="39104"/>
                </a:cubicBezTo>
                <a:cubicBezTo>
                  <a:pt x="58390" y="40847"/>
                  <a:pt x="57746" y="42476"/>
                  <a:pt x="57064" y="43992"/>
                </a:cubicBezTo>
                <a:cubicBezTo>
                  <a:pt x="56382" y="45507"/>
                  <a:pt x="55435" y="46947"/>
                  <a:pt x="54222" y="48311"/>
                </a:cubicBezTo>
                <a:cubicBezTo>
                  <a:pt x="53010" y="49675"/>
                  <a:pt x="51646" y="50623"/>
                  <a:pt x="50130" y="51153"/>
                </a:cubicBezTo>
                <a:cubicBezTo>
                  <a:pt x="49524" y="51305"/>
                  <a:pt x="48614" y="51380"/>
                  <a:pt x="47402" y="51380"/>
                </a:cubicBezTo>
                <a:cubicBezTo>
                  <a:pt x="42400" y="51380"/>
                  <a:pt x="38952" y="49258"/>
                  <a:pt x="37058" y="45015"/>
                </a:cubicBezTo>
                <a:cubicBezTo>
                  <a:pt x="36906" y="45090"/>
                  <a:pt x="36489" y="45469"/>
                  <a:pt x="35807" y="46151"/>
                </a:cubicBezTo>
                <a:cubicBezTo>
                  <a:pt x="35125" y="46833"/>
                  <a:pt x="34443" y="47402"/>
                  <a:pt x="33761" y="47857"/>
                </a:cubicBezTo>
                <a:cubicBezTo>
                  <a:pt x="33079" y="48311"/>
                  <a:pt x="32245" y="48880"/>
                  <a:pt x="31260" y="49562"/>
                </a:cubicBezTo>
                <a:cubicBezTo>
                  <a:pt x="30275" y="50244"/>
                  <a:pt x="29176" y="50698"/>
                  <a:pt x="27964" y="50926"/>
                </a:cubicBezTo>
                <a:cubicBezTo>
                  <a:pt x="26751" y="51153"/>
                  <a:pt x="25463" y="51343"/>
                  <a:pt x="24099" y="51494"/>
                </a:cubicBezTo>
                <a:cubicBezTo>
                  <a:pt x="20764" y="51494"/>
                  <a:pt x="17809" y="50812"/>
                  <a:pt x="15232" y="49448"/>
                </a:cubicBezTo>
                <a:cubicBezTo>
                  <a:pt x="11292" y="47099"/>
                  <a:pt x="9321" y="43082"/>
                  <a:pt x="9321" y="37399"/>
                </a:cubicBezTo>
                <a:cubicBezTo>
                  <a:pt x="9321" y="33079"/>
                  <a:pt x="10647" y="27433"/>
                  <a:pt x="13300" y="20461"/>
                </a:cubicBezTo>
                <a:cubicBezTo>
                  <a:pt x="15952" y="13489"/>
                  <a:pt x="17278" y="9056"/>
                  <a:pt x="17278" y="7161"/>
                </a:cubicBezTo>
                <a:cubicBezTo>
                  <a:pt x="17278" y="7086"/>
                  <a:pt x="17278" y="7010"/>
                  <a:pt x="17278" y="6934"/>
                </a:cubicBezTo>
                <a:cubicBezTo>
                  <a:pt x="17278" y="6252"/>
                  <a:pt x="17278" y="5797"/>
                  <a:pt x="17278" y="5570"/>
                </a:cubicBezTo>
                <a:cubicBezTo>
                  <a:pt x="17278" y="5343"/>
                  <a:pt x="17127" y="5077"/>
                  <a:pt x="16824" y="4774"/>
                </a:cubicBezTo>
                <a:cubicBezTo>
                  <a:pt x="16521" y="4471"/>
                  <a:pt x="16104" y="4320"/>
                  <a:pt x="15573" y="4320"/>
                </a:cubicBezTo>
                <a:lnTo>
                  <a:pt x="15119" y="4320"/>
                </a:lnTo>
                <a:cubicBezTo>
                  <a:pt x="13376" y="4320"/>
                  <a:pt x="11784" y="5040"/>
                  <a:pt x="10344" y="6479"/>
                </a:cubicBezTo>
                <a:cubicBezTo>
                  <a:pt x="8904" y="7919"/>
                  <a:pt x="7768" y="9473"/>
                  <a:pt x="6934" y="11140"/>
                </a:cubicBezTo>
                <a:cubicBezTo>
                  <a:pt x="6100" y="12807"/>
                  <a:pt x="5456" y="14399"/>
                  <a:pt x="5002" y="15914"/>
                </a:cubicBezTo>
                <a:cubicBezTo>
                  <a:pt x="4547" y="17430"/>
                  <a:pt x="4244" y="18264"/>
                  <a:pt x="4092" y="18415"/>
                </a:cubicBezTo>
                <a:cubicBezTo>
                  <a:pt x="3941" y="18567"/>
                  <a:pt x="3334" y="18642"/>
                  <a:pt x="2273" y="18642"/>
                </a:cubicBezTo>
                <a:lnTo>
                  <a:pt x="682" y="18642"/>
                </a:lnTo>
                <a:cubicBezTo>
                  <a:pt x="227" y="18188"/>
                  <a:pt x="0" y="17847"/>
                  <a:pt x="0" y="17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EE23E-0260-4ACF-9D03-3CFD1F66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910" y="2346434"/>
            <a:ext cx="60247" cy="51494"/>
          </a:xfrm>
          <a:custGeom xmlns:a="http://schemas.openxmlformats.org/drawingml/2006/main">
            <a:pathLst>
              <a:path w="60247" h="51494" fill="none">
                <a:moveTo>
                  <a:pt x="0" y="17619"/>
                </a:moveTo>
                <a:cubicBezTo>
                  <a:pt x="0" y="17013"/>
                  <a:pt x="341" y="15839"/>
                  <a:pt x="1023" y="14096"/>
                </a:cubicBezTo>
                <a:cubicBezTo>
                  <a:pt x="1705" y="12353"/>
                  <a:pt x="2652" y="10382"/>
                  <a:pt x="3865" y="8184"/>
                </a:cubicBezTo>
                <a:cubicBezTo>
                  <a:pt x="5077" y="5987"/>
                  <a:pt x="6745" y="4092"/>
                  <a:pt x="8867" y="2501"/>
                </a:cubicBezTo>
                <a:cubicBezTo>
                  <a:pt x="10988" y="909"/>
                  <a:pt x="13224" y="76"/>
                  <a:pt x="15573" y="0"/>
                </a:cubicBezTo>
                <a:cubicBezTo>
                  <a:pt x="19059" y="0"/>
                  <a:pt x="21674" y="947"/>
                  <a:pt x="23417" y="2842"/>
                </a:cubicBezTo>
                <a:cubicBezTo>
                  <a:pt x="25160" y="4736"/>
                  <a:pt x="26031" y="6972"/>
                  <a:pt x="26031" y="9549"/>
                </a:cubicBezTo>
                <a:cubicBezTo>
                  <a:pt x="26031" y="10913"/>
                  <a:pt x="24743" y="15156"/>
                  <a:pt x="22166" y="22280"/>
                </a:cubicBezTo>
                <a:cubicBezTo>
                  <a:pt x="19590" y="29404"/>
                  <a:pt x="18301" y="34746"/>
                  <a:pt x="18301" y="38308"/>
                </a:cubicBezTo>
                <a:cubicBezTo>
                  <a:pt x="18301" y="41567"/>
                  <a:pt x="18832" y="43840"/>
                  <a:pt x="19893" y="45128"/>
                </a:cubicBezTo>
                <a:cubicBezTo>
                  <a:pt x="20954" y="46417"/>
                  <a:pt x="22545" y="47099"/>
                  <a:pt x="24667" y="47174"/>
                </a:cubicBezTo>
                <a:cubicBezTo>
                  <a:pt x="26789" y="47250"/>
                  <a:pt x="28797" y="46606"/>
                  <a:pt x="30692" y="45242"/>
                </a:cubicBezTo>
                <a:cubicBezTo>
                  <a:pt x="32586" y="43878"/>
                  <a:pt x="33988" y="42590"/>
                  <a:pt x="34898" y="41377"/>
                </a:cubicBezTo>
                <a:lnTo>
                  <a:pt x="36148" y="39445"/>
                </a:lnTo>
                <a:cubicBezTo>
                  <a:pt x="36300" y="39142"/>
                  <a:pt x="37740" y="33382"/>
                  <a:pt x="40468" y="22166"/>
                </a:cubicBezTo>
                <a:cubicBezTo>
                  <a:pt x="42741" y="13072"/>
                  <a:pt x="44105" y="7768"/>
                  <a:pt x="44560" y="6252"/>
                </a:cubicBezTo>
                <a:cubicBezTo>
                  <a:pt x="45015" y="4736"/>
                  <a:pt x="45545" y="3638"/>
                  <a:pt x="46151" y="2956"/>
                </a:cubicBezTo>
                <a:cubicBezTo>
                  <a:pt x="47440" y="1819"/>
                  <a:pt x="48804" y="1250"/>
                  <a:pt x="50244" y="1250"/>
                </a:cubicBezTo>
                <a:cubicBezTo>
                  <a:pt x="51532" y="1250"/>
                  <a:pt x="52479" y="1629"/>
                  <a:pt x="53086" y="2387"/>
                </a:cubicBezTo>
                <a:cubicBezTo>
                  <a:pt x="53692" y="3145"/>
                  <a:pt x="53995" y="3865"/>
                  <a:pt x="53995" y="4547"/>
                </a:cubicBezTo>
                <a:lnTo>
                  <a:pt x="45356" y="40695"/>
                </a:lnTo>
                <a:cubicBezTo>
                  <a:pt x="45280" y="41074"/>
                  <a:pt x="45242" y="41680"/>
                  <a:pt x="45242" y="42514"/>
                </a:cubicBezTo>
                <a:cubicBezTo>
                  <a:pt x="45242" y="44408"/>
                  <a:pt x="45507" y="45659"/>
                  <a:pt x="46038" y="46265"/>
                </a:cubicBezTo>
                <a:cubicBezTo>
                  <a:pt x="46568" y="46871"/>
                  <a:pt x="47364" y="47212"/>
                  <a:pt x="48425" y="47288"/>
                </a:cubicBezTo>
                <a:cubicBezTo>
                  <a:pt x="50092" y="47061"/>
                  <a:pt x="51418" y="45886"/>
                  <a:pt x="52403" y="43764"/>
                </a:cubicBezTo>
                <a:cubicBezTo>
                  <a:pt x="53389" y="41642"/>
                  <a:pt x="54525" y="38308"/>
                  <a:pt x="55814" y="33761"/>
                </a:cubicBezTo>
                <a:cubicBezTo>
                  <a:pt x="55965" y="33155"/>
                  <a:pt x="56723" y="32852"/>
                  <a:pt x="58087" y="32852"/>
                </a:cubicBezTo>
                <a:cubicBezTo>
                  <a:pt x="59527" y="32852"/>
                  <a:pt x="60247" y="33193"/>
                  <a:pt x="60247" y="33875"/>
                </a:cubicBezTo>
                <a:cubicBezTo>
                  <a:pt x="60171" y="34254"/>
                  <a:pt x="60095" y="34784"/>
                  <a:pt x="60020" y="35466"/>
                </a:cubicBezTo>
                <a:cubicBezTo>
                  <a:pt x="59944" y="36148"/>
                  <a:pt x="59603" y="37361"/>
                  <a:pt x="58997" y="39104"/>
                </a:cubicBezTo>
                <a:cubicBezTo>
                  <a:pt x="58390" y="40847"/>
                  <a:pt x="57746" y="42476"/>
                  <a:pt x="57064" y="43992"/>
                </a:cubicBezTo>
                <a:cubicBezTo>
                  <a:pt x="56382" y="45507"/>
                  <a:pt x="55435" y="46947"/>
                  <a:pt x="54222" y="48311"/>
                </a:cubicBezTo>
                <a:cubicBezTo>
                  <a:pt x="53010" y="49675"/>
                  <a:pt x="51646" y="50623"/>
                  <a:pt x="50130" y="51153"/>
                </a:cubicBezTo>
                <a:cubicBezTo>
                  <a:pt x="49524" y="51305"/>
                  <a:pt x="48614" y="51380"/>
                  <a:pt x="47402" y="51380"/>
                </a:cubicBezTo>
                <a:cubicBezTo>
                  <a:pt x="42400" y="51380"/>
                  <a:pt x="38952" y="49258"/>
                  <a:pt x="37058" y="45015"/>
                </a:cubicBezTo>
                <a:cubicBezTo>
                  <a:pt x="36906" y="45090"/>
                  <a:pt x="36489" y="45469"/>
                  <a:pt x="35807" y="46151"/>
                </a:cubicBezTo>
                <a:cubicBezTo>
                  <a:pt x="35125" y="46833"/>
                  <a:pt x="34443" y="47402"/>
                  <a:pt x="33761" y="47857"/>
                </a:cubicBezTo>
                <a:cubicBezTo>
                  <a:pt x="33079" y="48311"/>
                  <a:pt x="32245" y="48880"/>
                  <a:pt x="31260" y="49562"/>
                </a:cubicBezTo>
                <a:cubicBezTo>
                  <a:pt x="30275" y="50244"/>
                  <a:pt x="29176" y="50698"/>
                  <a:pt x="27964" y="50926"/>
                </a:cubicBezTo>
                <a:cubicBezTo>
                  <a:pt x="26751" y="51153"/>
                  <a:pt x="25463" y="51343"/>
                  <a:pt x="24099" y="51494"/>
                </a:cubicBezTo>
                <a:cubicBezTo>
                  <a:pt x="20764" y="51494"/>
                  <a:pt x="17809" y="50812"/>
                  <a:pt x="15232" y="49448"/>
                </a:cubicBezTo>
                <a:cubicBezTo>
                  <a:pt x="11292" y="47099"/>
                  <a:pt x="9321" y="43082"/>
                  <a:pt x="9321" y="37399"/>
                </a:cubicBezTo>
                <a:cubicBezTo>
                  <a:pt x="9321" y="33079"/>
                  <a:pt x="10647" y="27433"/>
                  <a:pt x="13300" y="20461"/>
                </a:cubicBezTo>
                <a:cubicBezTo>
                  <a:pt x="15952" y="13489"/>
                  <a:pt x="17278" y="9056"/>
                  <a:pt x="17278" y="7161"/>
                </a:cubicBezTo>
                <a:cubicBezTo>
                  <a:pt x="17278" y="7086"/>
                  <a:pt x="17278" y="7010"/>
                  <a:pt x="17278" y="6934"/>
                </a:cubicBezTo>
                <a:cubicBezTo>
                  <a:pt x="17278" y="6252"/>
                  <a:pt x="17278" y="5797"/>
                  <a:pt x="17278" y="5570"/>
                </a:cubicBezTo>
                <a:cubicBezTo>
                  <a:pt x="17278" y="5343"/>
                  <a:pt x="17127" y="5077"/>
                  <a:pt x="16824" y="4774"/>
                </a:cubicBezTo>
                <a:cubicBezTo>
                  <a:pt x="16521" y="4471"/>
                  <a:pt x="16104" y="4320"/>
                  <a:pt x="15573" y="4320"/>
                </a:cubicBezTo>
                <a:lnTo>
                  <a:pt x="15119" y="4320"/>
                </a:lnTo>
                <a:cubicBezTo>
                  <a:pt x="13376" y="4320"/>
                  <a:pt x="11784" y="5040"/>
                  <a:pt x="10344" y="6479"/>
                </a:cubicBezTo>
                <a:cubicBezTo>
                  <a:pt x="8904" y="7919"/>
                  <a:pt x="7768" y="9473"/>
                  <a:pt x="6934" y="11140"/>
                </a:cubicBezTo>
                <a:cubicBezTo>
                  <a:pt x="6100" y="12807"/>
                  <a:pt x="5456" y="14399"/>
                  <a:pt x="5002" y="15914"/>
                </a:cubicBezTo>
                <a:cubicBezTo>
                  <a:pt x="4547" y="17430"/>
                  <a:pt x="4244" y="18264"/>
                  <a:pt x="4092" y="18415"/>
                </a:cubicBezTo>
                <a:cubicBezTo>
                  <a:pt x="3941" y="18567"/>
                  <a:pt x="3334" y="18642"/>
                  <a:pt x="2273" y="18642"/>
                </a:cubicBezTo>
                <a:lnTo>
                  <a:pt x="682" y="18642"/>
                </a:lnTo>
                <a:cubicBezTo>
                  <a:pt x="227" y="18188"/>
                  <a:pt x="0" y="17847"/>
                  <a:pt x="0" y="176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44BC9-77CE-4E15-BBB9-6DEAC50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863" y="2317712"/>
            <a:ext cx="25918" cy="80291"/>
          </a:xfrm>
          <a:custGeom xmlns:a="http://schemas.openxmlformats.org/drawingml/2006/main">
            <a:pathLst>
              <a:path w="25918" h="80291">
                <a:moveTo>
                  <a:pt x="8980" y="72258"/>
                </a:moveTo>
                <a:cubicBezTo>
                  <a:pt x="8980" y="74759"/>
                  <a:pt x="9927" y="76010"/>
                  <a:pt x="11822" y="76010"/>
                </a:cubicBezTo>
                <a:cubicBezTo>
                  <a:pt x="14626" y="76010"/>
                  <a:pt x="17013" y="72031"/>
                  <a:pt x="18983" y="64074"/>
                </a:cubicBezTo>
                <a:cubicBezTo>
                  <a:pt x="19438" y="62558"/>
                  <a:pt x="19817" y="61763"/>
                  <a:pt x="20120" y="61687"/>
                </a:cubicBezTo>
                <a:cubicBezTo>
                  <a:pt x="20272" y="61611"/>
                  <a:pt x="20651" y="61573"/>
                  <a:pt x="21257" y="61573"/>
                </a:cubicBezTo>
                <a:lnTo>
                  <a:pt x="21712" y="61573"/>
                </a:lnTo>
                <a:cubicBezTo>
                  <a:pt x="22394" y="61573"/>
                  <a:pt x="22848" y="61573"/>
                  <a:pt x="23076" y="61573"/>
                </a:cubicBezTo>
                <a:cubicBezTo>
                  <a:pt x="23303" y="61573"/>
                  <a:pt x="23493" y="61649"/>
                  <a:pt x="23644" y="61800"/>
                </a:cubicBezTo>
                <a:cubicBezTo>
                  <a:pt x="23796" y="61952"/>
                  <a:pt x="23871" y="62217"/>
                  <a:pt x="23871" y="62596"/>
                </a:cubicBezTo>
                <a:cubicBezTo>
                  <a:pt x="23796" y="63051"/>
                  <a:pt x="23682" y="63657"/>
                  <a:pt x="23530" y="64415"/>
                </a:cubicBezTo>
                <a:cubicBezTo>
                  <a:pt x="23379" y="65173"/>
                  <a:pt x="22962" y="66613"/>
                  <a:pt x="22280" y="68735"/>
                </a:cubicBezTo>
                <a:cubicBezTo>
                  <a:pt x="21598" y="70856"/>
                  <a:pt x="20840" y="72637"/>
                  <a:pt x="20007" y="74077"/>
                </a:cubicBezTo>
                <a:cubicBezTo>
                  <a:pt x="19173" y="75517"/>
                  <a:pt x="17998" y="76919"/>
                  <a:pt x="16483" y="78283"/>
                </a:cubicBezTo>
                <a:cubicBezTo>
                  <a:pt x="14967" y="79647"/>
                  <a:pt x="13224" y="80291"/>
                  <a:pt x="11254" y="80216"/>
                </a:cubicBezTo>
                <a:cubicBezTo>
                  <a:pt x="8526" y="80216"/>
                  <a:pt x="5987" y="79382"/>
                  <a:pt x="3638" y="77715"/>
                </a:cubicBezTo>
                <a:cubicBezTo>
                  <a:pt x="1288" y="76048"/>
                  <a:pt x="76" y="73244"/>
                  <a:pt x="0" y="69303"/>
                </a:cubicBezTo>
                <a:cubicBezTo>
                  <a:pt x="0" y="68394"/>
                  <a:pt x="38" y="67749"/>
                  <a:pt x="114" y="67370"/>
                </a:cubicBezTo>
                <a:lnTo>
                  <a:pt x="7502" y="38043"/>
                </a:lnTo>
                <a:cubicBezTo>
                  <a:pt x="12277" y="18718"/>
                  <a:pt x="14664" y="8753"/>
                  <a:pt x="14664" y="8147"/>
                </a:cubicBezTo>
                <a:cubicBezTo>
                  <a:pt x="14664" y="7919"/>
                  <a:pt x="14626" y="7730"/>
                  <a:pt x="14550" y="7578"/>
                </a:cubicBezTo>
                <a:cubicBezTo>
                  <a:pt x="14474" y="7427"/>
                  <a:pt x="14323" y="7275"/>
                  <a:pt x="14096" y="7124"/>
                </a:cubicBezTo>
                <a:cubicBezTo>
                  <a:pt x="13868" y="6972"/>
                  <a:pt x="13679" y="6896"/>
                  <a:pt x="13527" y="6896"/>
                </a:cubicBezTo>
                <a:cubicBezTo>
                  <a:pt x="13376" y="6896"/>
                  <a:pt x="13072" y="6858"/>
                  <a:pt x="12618" y="6783"/>
                </a:cubicBezTo>
                <a:cubicBezTo>
                  <a:pt x="12163" y="6707"/>
                  <a:pt x="11860" y="6669"/>
                  <a:pt x="11708" y="6669"/>
                </a:cubicBezTo>
                <a:cubicBezTo>
                  <a:pt x="11557" y="6669"/>
                  <a:pt x="11216" y="6631"/>
                  <a:pt x="10685" y="6555"/>
                </a:cubicBezTo>
                <a:cubicBezTo>
                  <a:pt x="10155" y="6479"/>
                  <a:pt x="9776" y="6479"/>
                  <a:pt x="9549" y="6555"/>
                </a:cubicBezTo>
                <a:cubicBezTo>
                  <a:pt x="8791" y="6555"/>
                  <a:pt x="8298" y="6555"/>
                  <a:pt x="8071" y="6555"/>
                </a:cubicBezTo>
                <a:cubicBezTo>
                  <a:pt x="7843" y="6555"/>
                  <a:pt x="7540" y="6517"/>
                  <a:pt x="7161" y="6441"/>
                </a:cubicBezTo>
                <a:cubicBezTo>
                  <a:pt x="6783" y="6366"/>
                  <a:pt x="6555" y="6252"/>
                  <a:pt x="6479" y="6100"/>
                </a:cubicBezTo>
                <a:cubicBezTo>
                  <a:pt x="6404" y="5949"/>
                  <a:pt x="6366" y="5722"/>
                  <a:pt x="6366" y="5418"/>
                </a:cubicBezTo>
                <a:cubicBezTo>
                  <a:pt x="6366" y="5267"/>
                  <a:pt x="6441" y="4736"/>
                  <a:pt x="6593" y="3827"/>
                </a:cubicBezTo>
                <a:cubicBezTo>
                  <a:pt x="6972" y="2387"/>
                  <a:pt x="7389" y="1591"/>
                  <a:pt x="7843" y="1440"/>
                </a:cubicBezTo>
                <a:cubicBezTo>
                  <a:pt x="8298" y="1288"/>
                  <a:pt x="11026" y="1061"/>
                  <a:pt x="16028" y="758"/>
                </a:cubicBezTo>
                <a:cubicBezTo>
                  <a:pt x="17165" y="682"/>
                  <a:pt x="18453" y="606"/>
                  <a:pt x="19893" y="530"/>
                </a:cubicBezTo>
                <a:cubicBezTo>
                  <a:pt x="21333" y="455"/>
                  <a:pt x="22469" y="341"/>
                  <a:pt x="23303" y="189"/>
                </a:cubicBezTo>
                <a:cubicBezTo>
                  <a:pt x="24137" y="38"/>
                  <a:pt x="24553" y="0"/>
                  <a:pt x="24553" y="76"/>
                </a:cubicBezTo>
                <a:cubicBezTo>
                  <a:pt x="25463" y="76"/>
                  <a:pt x="25918" y="379"/>
                  <a:pt x="25918" y="985"/>
                </a:cubicBezTo>
                <a:cubicBezTo>
                  <a:pt x="25918" y="1819"/>
                  <a:pt x="23151" y="13186"/>
                  <a:pt x="17619" y="35087"/>
                </a:cubicBezTo>
                <a:cubicBezTo>
                  <a:pt x="12087" y="56988"/>
                  <a:pt x="9245" y="68469"/>
                  <a:pt x="9094" y="69530"/>
                </a:cubicBezTo>
                <a:cubicBezTo>
                  <a:pt x="9094" y="69682"/>
                  <a:pt x="9094" y="69985"/>
                  <a:pt x="9094" y="70440"/>
                </a:cubicBezTo>
                <a:cubicBezTo>
                  <a:pt x="9094" y="70894"/>
                  <a:pt x="9056" y="71273"/>
                  <a:pt x="8980" y="71576"/>
                </a:cubicBezTo>
                <a:lnTo>
                  <a:pt x="8980" y="72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37CAE-8609-4D80-B220-B834269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863" y="2317712"/>
            <a:ext cx="25918" cy="80291"/>
          </a:xfrm>
          <a:custGeom xmlns:a="http://schemas.openxmlformats.org/drawingml/2006/main">
            <a:pathLst>
              <a:path w="25918" h="80291" fill="none">
                <a:moveTo>
                  <a:pt x="8980" y="72258"/>
                </a:moveTo>
                <a:cubicBezTo>
                  <a:pt x="8980" y="74759"/>
                  <a:pt x="9927" y="76010"/>
                  <a:pt x="11822" y="76010"/>
                </a:cubicBezTo>
                <a:cubicBezTo>
                  <a:pt x="14626" y="76010"/>
                  <a:pt x="17013" y="72031"/>
                  <a:pt x="18983" y="64074"/>
                </a:cubicBezTo>
                <a:cubicBezTo>
                  <a:pt x="19438" y="62558"/>
                  <a:pt x="19817" y="61763"/>
                  <a:pt x="20120" y="61687"/>
                </a:cubicBezTo>
                <a:cubicBezTo>
                  <a:pt x="20272" y="61611"/>
                  <a:pt x="20651" y="61573"/>
                  <a:pt x="21257" y="61573"/>
                </a:cubicBezTo>
                <a:lnTo>
                  <a:pt x="21712" y="61573"/>
                </a:lnTo>
                <a:cubicBezTo>
                  <a:pt x="22394" y="61573"/>
                  <a:pt x="22848" y="61573"/>
                  <a:pt x="23076" y="61573"/>
                </a:cubicBezTo>
                <a:cubicBezTo>
                  <a:pt x="23303" y="61573"/>
                  <a:pt x="23493" y="61649"/>
                  <a:pt x="23644" y="61800"/>
                </a:cubicBezTo>
                <a:cubicBezTo>
                  <a:pt x="23796" y="61952"/>
                  <a:pt x="23871" y="62217"/>
                  <a:pt x="23871" y="62596"/>
                </a:cubicBezTo>
                <a:cubicBezTo>
                  <a:pt x="23796" y="63051"/>
                  <a:pt x="23682" y="63657"/>
                  <a:pt x="23530" y="64415"/>
                </a:cubicBezTo>
                <a:cubicBezTo>
                  <a:pt x="23379" y="65173"/>
                  <a:pt x="22962" y="66613"/>
                  <a:pt x="22280" y="68735"/>
                </a:cubicBezTo>
                <a:cubicBezTo>
                  <a:pt x="21598" y="70856"/>
                  <a:pt x="20840" y="72637"/>
                  <a:pt x="20007" y="74077"/>
                </a:cubicBezTo>
                <a:cubicBezTo>
                  <a:pt x="19173" y="75517"/>
                  <a:pt x="17998" y="76919"/>
                  <a:pt x="16483" y="78283"/>
                </a:cubicBezTo>
                <a:cubicBezTo>
                  <a:pt x="14967" y="79647"/>
                  <a:pt x="13224" y="80291"/>
                  <a:pt x="11254" y="80216"/>
                </a:cubicBezTo>
                <a:cubicBezTo>
                  <a:pt x="8526" y="80216"/>
                  <a:pt x="5987" y="79382"/>
                  <a:pt x="3638" y="77715"/>
                </a:cubicBezTo>
                <a:cubicBezTo>
                  <a:pt x="1288" y="76048"/>
                  <a:pt x="76" y="73244"/>
                  <a:pt x="0" y="69303"/>
                </a:cubicBezTo>
                <a:cubicBezTo>
                  <a:pt x="0" y="68394"/>
                  <a:pt x="38" y="67749"/>
                  <a:pt x="114" y="67370"/>
                </a:cubicBezTo>
                <a:lnTo>
                  <a:pt x="7502" y="38043"/>
                </a:lnTo>
                <a:cubicBezTo>
                  <a:pt x="12277" y="18718"/>
                  <a:pt x="14664" y="8753"/>
                  <a:pt x="14664" y="8147"/>
                </a:cubicBezTo>
                <a:cubicBezTo>
                  <a:pt x="14664" y="7919"/>
                  <a:pt x="14626" y="7730"/>
                  <a:pt x="14550" y="7578"/>
                </a:cubicBezTo>
                <a:cubicBezTo>
                  <a:pt x="14474" y="7427"/>
                  <a:pt x="14323" y="7275"/>
                  <a:pt x="14096" y="7124"/>
                </a:cubicBezTo>
                <a:cubicBezTo>
                  <a:pt x="13868" y="6972"/>
                  <a:pt x="13679" y="6896"/>
                  <a:pt x="13527" y="6896"/>
                </a:cubicBezTo>
                <a:cubicBezTo>
                  <a:pt x="13376" y="6896"/>
                  <a:pt x="13072" y="6858"/>
                  <a:pt x="12618" y="6783"/>
                </a:cubicBezTo>
                <a:cubicBezTo>
                  <a:pt x="12163" y="6707"/>
                  <a:pt x="11860" y="6669"/>
                  <a:pt x="11708" y="6669"/>
                </a:cubicBezTo>
                <a:cubicBezTo>
                  <a:pt x="11557" y="6669"/>
                  <a:pt x="11216" y="6631"/>
                  <a:pt x="10685" y="6555"/>
                </a:cubicBezTo>
                <a:cubicBezTo>
                  <a:pt x="10155" y="6479"/>
                  <a:pt x="9776" y="6479"/>
                  <a:pt x="9549" y="6555"/>
                </a:cubicBezTo>
                <a:cubicBezTo>
                  <a:pt x="8791" y="6555"/>
                  <a:pt x="8298" y="6555"/>
                  <a:pt x="8071" y="6555"/>
                </a:cubicBezTo>
                <a:cubicBezTo>
                  <a:pt x="7843" y="6555"/>
                  <a:pt x="7540" y="6517"/>
                  <a:pt x="7161" y="6441"/>
                </a:cubicBezTo>
                <a:cubicBezTo>
                  <a:pt x="6783" y="6366"/>
                  <a:pt x="6555" y="6252"/>
                  <a:pt x="6479" y="6100"/>
                </a:cubicBezTo>
                <a:cubicBezTo>
                  <a:pt x="6404" y="5949"/>
                  <a:pt x="6366" y="5722"/>
                  <a:pt x="6366" y="5418"/>
                </a:cubicBezTo>
                <a:cubicBezTo>
                  <a:pt x="6366" y="5267"/>
                  <a:pt x="6441" y="4736"/>
                  <a:pt x="6593" y="3827"/>
                </a:cubicBezTo>
                <a:cubicBezTo>
                  <a:pt x="6972" y="2387"/>
                  <a:pt x="7389" y="1591"/>
                  <a:pt x="7843" y="1440"/>
                </a:cubicBezTo>
                <a:cubicBezTo>
                  <a:pt x="8298" y="1288"/>
                  <a:pt x="11026" y="1061"/>
                  <a:pt x="16028" y="758"/>
                </a:cubicBezTo>
                <a:cubicBezTo>
                  <a:pt x="17165" y="682"/>
                  <a:pt x="18453" y="606"/>
                  <a:pt x="19893" y="530"/>
                </a:cubicBezTo>
                <a:cubicBezTo>
                  <a:pt x="21333" y="455"/>
                  <a:pt x="22469" y="341"/>
                  <a:pt x="23303" y="189"/>
                </a:cubicBezTo>
                <a:cubicBezTo>
                  <a:pt x="24137" y="38"/>
                  <a:pt x="24553" y="0"/>
                  <a:pt x="24553" y="76"/>
                </a:cubicBezTo>
                <a:cubicBezTo>
                  <a:pt x="25463" y="76"/>
                  <a:pt x="25918" y="379"/>
                  <a:pt x="25918" y="985"/>
                </a:cubicBezTo>
                <a:cubicBezTo>
                  <a:pt x="25918" y="1819"/>
                  <a:pt x="23151" y="13186"/>
                  <a:pt x="17619" y="35087"/>
                </a:cubicBezTo>
                <a:cubicBezTo>
                  <a:pt x="12087" y="56988"/>
                  <a:pt x="9245" y="68469"/>
                  <a:pt x="9094" y="69530"/>
                </a:cubicBezTo>
                <a:cubicBezTo>
                  <a:pt x="9094" y="69682"/>
                  <a:pt x="9094" y="69985"/>
                  <a:pt x="9094" y="70440"/>
                </a:cubicBezTo>
                <a:cubicBezTo>
                  <a:pt x="9094" y="70894"/>
                  <a:pt x="9056" y="71273"/>
                  <a:pt x="8980" y="71576"/>
                </a:cubicBezTo>
                <a:lnTo>
                  <a:pt x="8980" y="722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5A72C-CED0-4C6E-94D1-CC43E64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658" y="2427088"/>
            <a:ext cx="39104" cy="75707"/>
          </a:xfrm>
          <a:custGeom xmlns:a="http://schemas.openxmlformats.org/drawingml/2006/main">
            <a:pathLst>
              <a:path w="39104" h="75707">
                <a:moveTo>
                  <a:pt x="14778" y="10003"/>
                </a:moveTo>
                <a:lnTo>
                  <a:pt x="13300" y="10572"/>
                </a:lnTo>
                <a:cubicBezTo>
                  <a:pt x="12239" y="10951"/>
                  <a:pt x="10723" y="11329"/>
                  <a:pt x="8753" y="11708"/>
                </a:cubicBezTo>
                <a:cubicBezTo>
                  <a:pt x="6783" y="12087"/>
                  <a:pt x="4585" y="12353"/>
                  <a:pt x="2160" y="12504"/>
                </a:cubicBezTo>
                <a:lnTo>
                  <a:pt x="0" y="12504"/>
                </a:lnTo>
                <a:lnTo>
                  <a:pt x="0" y="7275"/>
                </a:lnTo>
                <a:lnTo>
                  <a:pt x="2160" y="7275"/>
                </a:lnTo>
                <a:cubicBezTo>
                  <a:pt x="5722" y="7124"/>
                  <a:pt x="9018" y="6555"/>
                  <a:pt x="12049" y="5570"/>
                </a:cubicBezTo>
                <a:cubicBezTo>
                  <a:pt x="15081" y="4585"/>
                  <a:pt x="17203" y="3675"/>
                  <a:pt x="18415" y="2842"/>
                </a:cubicBezTo>
                <a:cubicBezTo>
                  <a:pt x="19628" y="2008"/>
                  <a:pt x="20689" y="1175"/>
                  <a:pt x="21598" y="341"/>
                </a:cubicBezTo>
                <a:cubicBezTo>
                  <a:pt x="21750" y="114"/>
                  <a:pt x="22204" y="0"/>
                  <a:pt x="22962" y="0"/>
                </a:cubicBezTo>
                <a:cubicBezTo>
                  <a:pt x="23644" y="0"/>
                  <a:pt x="24288" y="227"/>
                  <a:pt x="24894" y="682"/>
                </a:cubicBezTo>
                <a:lnTo>
                  <a:pt x="24894" y="34670"/>
                </a:lnTo>
                <a:lnTo>
                  <a:pt x="25008" y="68772"/>
                </a:lnTo>
                <a:cubicBezTo>
                  <a:pt x="25539" y="69303"/>
                  <a:pt x="25993" y="69644"/>
                  <a:pt x="26372" y="69796"/>
                </a:cubicBezTo>
                <a:cubicBezTo>
                  <a:pt x="26751" y="69947"/>
                  <a:pt x="27661" y="70099"/>
                  <a:pt x="29100" y="70250"/>
                </a:cubicBezTo>
                <a:cubicBezTo>
                  <a:pt x="30540" y="70402"/>
                  <a:pt x="32890" y="70478"/>
                  <a:pt x="36148" y="70478"/>
                </a:cubicBezTo>
                <a:lnTo>
                  <a:pt x="39104" y="70478"/>
                </a:lnTo>
                <a:lnTo>
                  <a:pt x="39104" y="75707"/>
                </a:lnTo>
                <a:lnTo>
                  <a:pt x="37853" y="75707"/>
                </a:lnTo>
                <a:cubicBezTo>
                  <a:pt x="36262" y="75479"/>
                  <a:pt x="30237" y="75366"/>
                  <a:pt x="19779" y="75366"/>
                </a:cubicBezTo>
                <a:cubicBezTo>
                  <a:pt x="9473" y="75366"/>
                  <a:pt x="3524" y="75479"/>
                  <a:pt x="1932" y="75707"/>
                </a:cubicBezTo>
                <a:lnTo>
                  <a:pt x="568" y="75707"/>
                </a:lnTo>
                <a:lnTo>
                  <a:pt x="568" y="70478"/>
                </a:lnTo>
                <a:lnTo>
                  <a:pt x="3524" y="70478"/>
                </a:lnTo>
                <a:cubicBezTo>
                  <a:pt x="5191" y="70478"/>
                  <a:pt x="6631" y="70478"/>
                  <a:pt x="7843" y="70478"/>
                </a:cubicBezTo>
                <a:cubicBezTo>
                  <a:pt x="9056" y="70478"/>
                  <a:pt x="10003" y="70440"/>
                  <a:pt x="10685" y="70364"/>
                </a:cubicBezTo>
                <a:cubicBezTo>
                  <a:pt x="11367" y="70288"/>
                  <a:pt x="11974" y="70174"/>
                  <a:pt x="12504" y="70023"/>
                </a:cubicBezTo>
                <a:cubicBezTo>
                  <a:pt x="13035" y="69871"/>
                  <a:pt x="13338" y="69796"/>
                  <a:pt x="13413" y="69796"/>
                </a:cubicBezTo>
                <a:cubicBezTo>
                  <a:pt x="13489" y="69796"/>
                  <a:pt x="13717" y="69606"/>
                  <a:pt x="14096" y="69227"/>
                </a:cubicBezTo>
                <a:cubicBezTo>
                  <a:pt x="14474" y="68848"/>
                  <a:pt x="14702" y="68697"/>
                  <a:pt x="14778" y="68772"/>
                </a:cubicBezTo>
                <a:lnTo>
                  <a:pt x="14778" y="10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1D68B-627C-4BF4-81A6-7795C2A8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658" y="2427088"/>
            <a:ext cx="39104" cy="75707"/>
          </a:xfrm>
          <a:custGeom xmlns:a="http://schemas.openxmlformats.org/drawingml/2006/main">
            <a:pathLst>
              <a:path w="39104" h="75707" fill="none">
                <a:moveTo>
                  <a:pt x="14778" y="10003"/>
                </a:moveTo>
                <a:lnTo>
                  <a:pt x="13300" y="10572"/>
                </a:lnTo>
                <a:cubicBezTo>
                  <a:pt x="12239" y="10951"/>
                  <a:pt x="10723" y="11329"/>
                  <a:pt x="8753" y="11708"/>
                </a:cubicBezTo>
                <a:cubicBezTo>
                  <a:pt x="6783" y="12087"/>
                  <a:pt x="4585" y="12353"/>
                  <a:pt x="2160" y="12504"/>
                </a:cubicBezTo>
                <a:lnTo>
                  <a:pt x="0" y="12504"/>
                </a:lnTo>
                <a:lnTo>
                  <a:pt x="0" y="7275"/>
                </a:lnTo>
                <a:lnTo>
                  <a:pt x="2160" y="7275"/>
                </a:lnTo>
                <a:cubicBezTo>
                  <a:pt x="5722" y="7124"/>
                  <a:pt x="9018" y="6555"/>
                  <a:pt x="12049" y="5570"/>
                </a:cubicBezTo>
                <a:cubicBezTo>
                  <a:pt x="15081" y="4585"/>
                  <a:pt x="17203" y="3675"/>
                  <a:pt x="18415" y="2842"/>
                </a:cubicBezTo>
                <a:cubicBezTo>
                  <a:pt x="19628" y="2008"/>
                  <a:pt x="20689" y="1175"/>
                  <a:pt x="21598" y="341"/>
                </a:cubicBezTo>
                <a:cubicBezTo>
                  <a:pt x="21750" y="114"/>
                  <a:pt x="22204" y="0"/>
                  <a:pt x="22962" y="0"/>
                </a:cubicBezTo>
                <a:cubicBezTo>
                  <a:pt x="23644" y="0"/>
                  <a:pt x="24288" y="227"/>
                  <a:pt x="24894" y="682"/>
                </a:cubicBezTo>
                <a:lnTo>
                  <a:pt x="24894" y="34670"/>
                </a:lnTo>
                <a:lnTo>
                  <a:pt x="25008" y="68772"/>
                </a:lnTo>
                <a:cubicBezTo>
                  <a:pt x="25539" y="69303"/>
                  <a:pt x="25993" y="69644"/>
                  <a:pt x="26372" y="69796"/>
                </a:cubicBezTo>
                <a:cubicBezTo>
                  <a:pt x="26751" y="69947"/>
                  <a:pt x="27661" y="70099"/>
                  <a:pt x="29100" y="70250"/>
                </a:cubicBezTo>
                <a:cubicBezTo>
                  <a:pt x="30540" y="70402"/>
                  <a:pt x="32890" y="70478"/>
                  <a:pt x="36148" y="70478"/>
                </a:cubicBezTo>
                <a:lnTo>
                  <a:pt x="39104" y="70478"/>
                </a:lnTo>
                <a:lnTo>
                  <a:pt x="39104" y="75707"/>
                </a:lnTo>
                <a:lnTo>
                  <a:pt x="37853" y="75707"/>
                </a:lnTo>
                <a:cubicBezTo>
                  <a:pt x="36262" y="75479"/>
                  <a:pt x="30237" y="75366"/>
                  <a:pt x="19779" y="75366"/>
                </a:cubicBezTo>
                <a:cubicBezTo>
                  <a:pt x="9473" y="75366"/>
                  <a:pt x="3524" y="75479"/>
                  <a:pt x="1932" y="75707"/>
                </a:cubicBezTo>
                <a:lnTo>
                  <a:pt x="568" y="75707"/>
                </a:lnTo>
                <a:lnTo>
                  <a:pt x="568" y="70478"/>
                </a:lnTo>
                <a:lnTo>
                  <a:pt x="3524" y="70478"/>
                </a:lnTo>
                <a:cubicBezTo>
                  <a:pt x="5191" y="70478"/>
                  <a:pt x="6631" y="70478"/>
                  <a:pt x="7843" y="70478"/>
                </a:cubicBezTo>
                <a:cubicBezTo>
                  <a:pt x="9056" y="70478"/>
                  <a:pt x="10003" y="70440"/>
                  <a:pt x="10685" y="70364"/>
                </a:cubicBezTo>
                <a:cubicBezTo>
                  <a:pt x="11367" y="70288"/>
                  <a:pt x="11974" y="70174"/>
                  <a:pt x="12504" y="70023"/>
                </a:cubicBezTo>
                <a:cubicBezTo>
                  <a:pt x="13035" y="69871"/>
                  <a:pt x="13338" y="69796"/>
                  <a:pt x="13413" y="69796"/>
                </a:cubicBezTo>
                <a:cubicBezTo>
                  <a:pt x="13489" y="69796"/>
                  <a:pt x="13717" y="69606"/>
                  <a:pt x="14096" y="69227"/>
                </a:cubicBezTo>
                <a:cubicBezTo>
                  <a:pt x="14474" y="68848"/>
                  <a:pt x="14702" y="68697"/>
                  <a:pt x="14778" y="68772"/>
                </a:cubicBezTo>
                <a:lnTo>
                  <a:pt x="14778" y="100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A9E40-E3F7-4FE6-A10F-A4A9C5D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57" y="2291796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500" y="0"/>
                </a:lnTo>
                <a:cubicBezTo>
                  <a:pt x="288925" y="0"/>
                  <a:pt x="293182" y="847"/>
                  <a:pt x="297269" y="2541"/>
                </a:cubicBezTo>
                <a:cubicBezTo>
                  <a:pt x="301358" y="4234"/>
                  <a:pt x="304969" y="6646"/>
                  <a:pt x="308098" y="9776"/>
                </a:cubicBezTo>
                <a:cubicBezTo>
                  <a:pt x="311228" y="12905"/>
                  <a:pt x="313639" y="16514"/>
                  <a:pt x="315332" y="20603"/>
                </a:cubicBezTo>
                <a:cubicBezTo>
                  <a:pt x="317026" y="24692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0"/>
                  <a:pt x="317029" y="197818"/>
                  <a:pt x="315335" y="201907"/>
                </a:cubicBezTo>
                <a:cubicBezTo>
                  <a:pt x="313641" y="205995"/>
                  <a:pt x="311229" y="209605"/>
                  <a:pt x="308100" y="212736"/>
                </a:cubicBezTo>
                <a:cubicBezTo>
                  <a:pt x="304969" y="215864"/>
                  <a:pt x="301360" y="218276"/>
                  <a:pt x="297272" y="219971"/>
                </a:cubicBezTo>
                <a:cubicBezTo>
                  <a:pt x="293182" y="221664"/>
                  <a:pt x="288925" y="222511"/>
                  <a:pt x="284500" y="222512"/>
                </a:cubicBezTo>
                <a:lnTo>
                  <a:pt x="33377" y="222512"/>
                </a:lnTo>
                <a:cubicBezTo>
                  <a:pt x="28950" y="222511"/>
                  <a:pt x="24692" y="221664"/>
                  <a:pt x="20603" y="219971"/>
                </a:cubicBezTo>
                <a:cubicBezTo>
                  <a:pt x="16514" y="218276"/>
                  <a:pt x="12905" y="215864"/>
                  <a:pt x="9776" y="212734"/>
                </a:cubicBezTo>
                <a:cubicBezTo>
                  <a:pt x="6646" y="209605"/>
                  <a:pt x="4233" y="205995"/>
                  <a:pt x="2541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5" y="6645"/>
                  <a:pt x="16514" y="4233"/>
                  <a:pt x="20602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104AA-7C4F-43FD-A6D6-0534FD38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57" y="2291796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500" y="0"/>
                </a:lnTo>
                <a:cubicBezTo>
                  <a:pt x="288925" y="0"/>
                  <a:pt x="293182" y="847"/>
                  <a:pt x="297269" y="2541"/>
                </a:cubicBezTo>
                <a:cubicBezTo>
                  <a:pt x="301358" y="4234"/>
                  <a:pt x="304969" y="6646"/>
                  <a:pt x="308098" y="9776"/>
                </a:cubicBezTo>
                <a:cubicBezTo>
                  <a:pt x="311228" y="12905"/>
                  <a:pt x="313639" y="16514"/>
                  <a:pt x="315332" y="20603"/>
                </a:cubicBezTo>
                <a:cubicBezTo>
                  <a:pt x="317026" y="24692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0"/>
                  <a:pt x="317029" y="197818"/>
                  <a:pt x="315335" y="201907"/>
                </a:cubicBezTo>
                <a:cubicBezTo>
                  <a:pt x="313641" y="205995"/>
                  <a:pt x="311229" y="209605"/>
                  <a:pt x="308100" y="212736"/>
                </a:cubicBezTo>
                <a:cubicBezTo>
                  <a:pt x="304969" y="215864"/>
                  <a:pt x="301360" y="218276"/>
                  <a:pt x="297272" y="219971"/>
                </a:cubicBezTo>
                <a:cubicBezTo>
                  <a:pt x="293182" y="221664"/>
                  <a:pt x="288925" y="222511"/>
                  <a:pt x="284500" y="222512"/>
                </a:cubicBezTo>
                <a:lnTo>
                  <a:pt x="33377" y="222512"/>
                </a:lnTo>
                <a:cubicBezTo>
                  <a:pt x="28950" y="222511"/>
                  <a:pt x="24692" y="221664"/>
                  <a:pt x="20603" y="219971"/>
                </a:cubicBezTo>
                <a:cubicBezTo>
                  <a:pt x="16514" y="218276"/>
                  <a:pt x="12905" y="215864"/>
                  <a:pt x="9776" y="212734"/>
                </a:cubicBezTo>
                <a:cubicBezTo>
                  <a:pt x="6646" y="209605"/>
                  <a:pt x="4233" y="205995"/>
                  <a:pt x="2541" y="201907"/>
                </a:cubicBezTo>
                <a:cubicBezTo>
                  <a:pt x="846" y="197818"/>
                  <a:pt x="0" y="193560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5" y="6645"/>
                  <a:pt x="16514" y="4233"/>
                  <a:pt x="20602" y="2540"/>
                </a:cubicBezTo>
                <a:cubicBezTo>
                  <a:pt x="24692" y="847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B85450"/>
            </a:solidFill>
            <a:miter/>
          </a:ln>
        </p:spPr>
      </p:sp>
      <p:sp>
        <p:nvSpPr>
          <p:cNvPr id="138" name="Text ...">
            <a:extLst xmlns:a="http://schemas.openxmlformats.org/drawingml/2006/main">
              <a:ext uri="{FF2B5EF4-FFF2-40B4-BE49-F238E27FC236}">
                <a16:creationId xmlns:a16="http://schemas.microsoft.com/office/drawing/2014/main" id="{B9A7379F-B3DB-4B42-AAFA-3BBA844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641" y="2452785"/>
            <a:ext cx="104278" cy="15987"/>
          </a:xfrm>
          <a:custGeom xmlns:a="http://schemas.openxmlformats.org/drawingml/2006/main">
            <a:pathLst>
              <a:path w="104278" h="15987">
                <a:moveTo>
                  <a:pt x="0" y="15987"/>
                </a:moveTo>
                <a:lnTo>
                  <a:pt x="0" y="0"/>
                </a:lnTo>
                <a:lnTo>
                  <a:pt x="15909" y="0"/>
                </a:lnTo>
                <a:lnTo>
                  <a:pt x="15909" y="15987"/>
                </a:lnTo>
                <a:lnTo>
                  <a:pt x="0" y="15987"/>
                </a:lnTo>
                <a:close/>
                <a:moveTo>
                  <a:pt x="44185" y="15987"/>
                </a:moveTo>
                <a:lnTo>
                  <a:pt x="44185" y="0"/>
                </a:lnTo>
                <a:lnTo>
                  <a:pt x="60094" y="0"/>
                </a:lnTo>
                <a:lnTo>
                  <a:pt x="60094" y="15987"/>
                </a:lnTo>
                <a:lnTo>
                  <a:pt x="44185" y="15987"/>
                </a:lnTo>
                <a:close/>
                <a:moveTo>
                  <a:pt x="88369" y="15987"/>
                </a:moveTo>
                <a:lnTo>
                  <a:pt x="88369" y="0"/>
                </a:lnTo>
                <a:lnTo>
                  <a:pt x="104278" y="0"/>
                </a:lnTo>
                <a:lnTo>
                  <a:pt x="104278" y="15987"/>
                </a:lnTo>
                <a:lnTo>
                  <a:pt x="88369" y="15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B8244-62C2-4CD4-B630-233E4DA0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67" y="2577882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1" y="846"/>
                  <a:pt x="297270" y="2538"/>
                </a:cubicBezTo>
                <a:cubicBezTo>
                  <a:pt x="301358" y="4233"/>
                  <a:pt x="304968" y="6645"/>
                  <a:pt x="308099" y="9775"/>
                </a:cubicBezTo>
                <a:cubicBezTo>
                  <a:pt x="311227" y="12904"/>
                  <a:pt x="313639" y="16514"/>
                  <a:pt x="315332" y="20602"/>
                </a:cubicBezTo>
                <a:cubicBezTo>
                  <a:pt x="317026" y="24691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1"/>
                  <a:pt x="317026" y="197818"/>
                  <a:pt x="315331" y="201907"/>
                </a:cubicBezTo>
                <a:cubicBezTo>
                  <a:pt x="313639" y="205995"/>
                  <a:pt x="311227" y="209605"/>
                  <a:pt x="308099" y="212736"/>
                </a:cubicBezTo>
                <a:cubicBezTo>
                  <a:pt x="304968" y="215864"/>
                  <a:pt x="301358" y="218276"/>
                  <a:pt x="297270" y="219971"/>
                </a:cubicBezTo>
                <a:cubicBezTo>
                  <a:pt x="293181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5" y="215864"/>
                  <a:pt x="9776" y="212736"/>
                </a:cubicBezTo>
                <a:cubicBezTo>
                  <a:pt x="6646" y="209605"/>
                  <a:pt x="4234" y="205995"/>
                  <a:pt x="2541" y="201907"/>
                </a:cubicBezTo>
                <a:cubicBezTo>
                  <a:pt x="846" y="197818"/>
                  <a:pt x="0" y="193561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3" y="6645"/>
                  <a:pt x="16512" y="4233"/>
                  <a:pt x="20602" y="2538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ACBFD-3066-4992-BD9B-68B62454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67" y="2577882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498" y="0"/>
                </a:lnTo>
                <a:cubicBezTo>
                  <a:pt x="288923" y="0"/>
                  <a:pt x="293181" y="846"/>
                  <a:pt x="297270" y="2538"/>
                </a:cubicBezTo>
                <a:cubicBezTo>
                  <a:pt x="301358" y="4233"/>
                  <a:pt x="304968" y="6645"/>
                  <a:pt x="308099" y="9775"/>
                </a:cubicBezTo>
                <a:cubicBezTo>
                  <a:pt x="311227" y="12904"/>
                  <a:pt x="313639" y="16514"/>
                  <a:pt x="315332" y="20602"/>
                </a:cubicBezTo>
                <a:cubicBezTo>
                  <a:pt x="317026" y="24691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1"/>
                  <a:pt x="317026" y="197818"/>
                  <a:pt x="315331" y="201907"/>
                </a:cubicBezTo>
                <a:cubicBezTo>
                  <a:pt x="313639" y="205995"/>
                  <a:pt x="311227" y="209605"/>
                  <a:pt x="308099" y="212736"/>
                </a:cubicBezTo>
                <a:cubicBezTo>
                  <a:pt x="304968" y="215864"/>
                  <a:pt x="301358" y="218276"/>
                  <a:pt x="297270" y="219971"/>
                </a:cubicBezTo>
                <a:cubicBezTo>
                  <a:pt x="293181" y="221665"/>
                  <a:pt x="288923" y="222512"/>
                  <a:pt x="284498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2" y="219971"/>
                </a:cubicBezTo>
                <a:cubicBezTo>
                  <a:pt x="16514" y="218276"/>
                  <a:pt x="12905" y="215864"/>
                  <a:pt x="9776" y="212736"/>
                </a:cubicBezTo>
                <a:cubicBezTo>
                  <a:pt x="6646" y="209605"/>
                  <a:pt x="4234" y="205995"/>
                  <a:pt x="2541" y="201907"/>
                </a:cubicBezTo>
                <a:cubicBezTo>
                  <a:pt x="846" y="197818"/>
                  <a:pt x="0" y="193561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39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3" y="6645"/>
                  <a:pt x="16512" y="4233"/>
                  <a:pt x="20602" y="2538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B8545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CFFAD-4EE3-4323-98C9-CDAB2F2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976" y="2635816"/>
            <a:ext cx="79587" cy="146312"/>
          </a:xfrm>
          <a:custGeom xmlns:a="http://schemas.openxmlformats.org/drawingml/2006/main">
            <a:pathLst>
              <a:path w="79587" h="146312">
                <a:moveTo>
                  <a:pt x="10129" y="139399"/>
                </a:moveTo>
                <a:cubicBezTo>
                  <a:pt x="10344" y="139399"/>
                  <a:pt x="10665" y="139506"/>
                  <a:pt x="11094" y="139720"/>
                </a:cubicBezTo>
                <a:cubicBezTo>
                  <a:pt x="11523" y="139935"/>
                  <a:pt x="12112" y="140095"/>
                  <a:pt x="12863" y="140203"/>
                </a:cubicBezTo>
                <a:cubicBezTo>
                  <a:pt x="13613" y="140310"/>
                  <a:pt x="14256" y="140363"/>
                  <a:pt x="14792" y="140363"/>
                </a:cubicBezTo>
                <a:cubicBezTo>
                  <a:pt x="16185" y="140363"/>
                  <a:pt x="17472" y="139667"/>
                  <a:pt x="18651" y="138273"/>
                </a:cubicBezTo>
                <a:cubicBezTo>
                  <a:pt x="19830" y="136880"/>
                  <a:pt x="20687" y="135326"/>
                  <a:pt x="21223" y="133611"/>
                </a:cubicBezTo>
                <a:cubicBezTo>
                  <a:pt x="22295" y="130716"/>
                  <a:pt x="24117" y="122517"/>
                  <a:pt x="26690" y="109011"/>
                </a:cubicBezTo>
                <a:cubicBezTo>
                  <a:pt x="29262" y="95505"/>
                  <a:pt x="31728" y="82642"/>
                  <a:pt x="34086" y="70423"/>
                </a:cubicBezTo>
                <a:cubicBezTo>
                  <a:pt x="36444" y="58203"/>
                  <a:pt x="37623" y="52040"/>
                  <a:pt x="37623" y="51933"/>
                </a:cubicBezTo>
                <a:lnTo>
                  <a:pt x="37623" y="51450"/>
                </a:lnTo>
                <a:lnTo>
                  <a:pt x="30066" y="51450"/>
                </a:lnTo>
                <a:cubicBezTo>
                  <a:pt x="25029" y="51450"/>
                  <a:pt x="22349" y="51343"/>
                  <a:pt x="22027" y="51129"/>
                </a:cubicBezTo>
                <a:cubicBezTo>
                  <a:pt x="21598" y="50807"/>
                  <a:pt x="21384" y="50271"/>
                  <a:pt x="21384" y="49521"/>
                </a:cubicBezTo>
                <a:lnTo>
                  <a:pt x="22510" y="45019"/>
                </a:lnTo>
                <a:cubicBezTo>
                  <a:pt x="22724" y="44483"/>
                  <a:pt x="23153" y="44215"/>
                  <a:pt x="23796" y="44215"/>
                </a:cubicBezTo>
                <a:cubicBezTo>
                  <a:pt x="24439" y="44215"/>
                  <a:pt x="26958" y="44162"/>
                  <a:pt x="31353" y="44054"/>
                </a:cubicBezTo>
                <a:cubicBezTo>
                  <a:pt x="36498" y="44054"/>
                  <a:pt x="39070" y="44001"/>
                  <a:pt x="39070" y="43894"/>
                </a:cubicBezTo>
                <a:cubicBezTo>
                  <a:pt x="39070" y="43679"/>
                  <a:pt x="39553" y="41000"/>
                  <a:pt x="40517" y="35855"/>
                </a:cubicBezTo>
                <a:cubicBezTo>
                  <a:pt x="41482" y="30710"/>
                  <a:pt x="42125" y="27601"/>
                  <a:pt x="42447" y="26529"/>
                </a:cubicBezTo>
                <a:cubicBezTo>
                  <a:pt x="46413" y="8843"/>
                  <a:pt x="54237" y="0"/>
                  <a:pt x="65921" y="0"/>
                </a:cubicBezTo>
                <a:cubicBezTo>
                  <a:pt x="69887" y="214"/>
                  <a:pt x="73156" y="1393"/>
                  <a:pt x="75729" y="3537"/>
                </a:cubicBezTo>
                <a:cubicBezTo>
                  <a:pt x="78301" y="5681"/>
                  <a:pt x="79587" y="8521"/>
                  <a:pt x="79587" y="12059"/>
                </a:cubicBezTo>
                <a:cubicBezTo>
                  <a:pt x="79587" y="15917"/>
                  <a:pt x="78462" y="18704"/>
                  <a:pt x="76211" y="20419"/>
                </a:cubicBezTo>
                <a:cubicBezTo>
                  <a:pt x="73960" y="22134"/>
                  <a:pt x="71709" y="23046"/>
                  <a:pt x="69458" y="23153"/>
                </a:cubicBezTo>
                <a:cubicBezTo>
                  <a:pt x="64742" y="23153"/>
                  <a:pt x="62384" y="20902"/>
                  <a:pt x="62384" y="16400"/>
                </a:cubicBezTo>
                <a:cubicBezTo>
                  <a:pt x="62384" y="14363"/>
                  <a:pt x="62973" y="12595"/>
                  <a:pt x="64152" y="11094"/>
                </a:cubicBezTo>
                <a:cubicBezTo>
                  <a:pt x="65331" y="9593"/>
                  <a:pt x="66618" y="8468"/>
                  <a:pt x="68011" y="7718"/>
                </a:cubicBezTo>
                <a:lnTo>
                  <a:pt x="69458" y="6914"/>
                </a:lnTo>
                <a:cubicBezTo>
                  <a:pt x="67743" y="6271"/>
                  <a:pt x="66135" y="5949"/>
                  <a:pt x="64635" y="5949"/>
                </a:cubicBezTo>
                <a:cubicBezTo>
                  <a:pt x="63348" y="5949"/>
                  <a:pt x="62116" y="6485"/>
                  <a:pt x="60937" y="7557"/>
                </a:cubicBezTo>
                <a:cubicBezTo>
                  <a:pt x="59758" y="8629"/>
                  <a:pt x="58954" y="10129"/>
                  <a:pt x="58525" y="12059"/>
                </a:cubicBezTo>
                <a:cubicBezTo>
                  <a:pt x="57775" y="15167"/>
                  <a:pt x="56917" y="19348"/>
                  <a:pt x="55952" y="24600"/>
                </a:cubicBezTo>
                <a:cubicBezTo>
                  <a:pt x="54988" y="29852"/>
                  <a:pt x="54130" y="34300"/>
                  <a:pt x="53380" y="37945"/>
                </a:cubicBezTo>
                <a:cubicBezTo>
                  <a:pt x="52630" y="41589"/>
                  <a:pt x="52254" y="43519"/>
                  <a:pt x="52254" y="43733"/>
                </a:cubicBezTo>
                <a:cubicBezTo>
                  <a:pt x="52254" y="43947"/>
                  <a:pt x="55202" y="44054"/>
                  <a:pt x="61097" y="44054"/>
                </a:cubicBezTo>
                <a:cubicBezTo>
                  <a:pt x="65921" y="44054"/>
                  <a:pt x="68708" y="44108"/>
                  <a:pt x="69458" y="44215"/>
                </a:cubicBezTo>
                <a:cubicBezTo>
                  <a:pt x="70208" y="44322"/>
                  <a:pt x="70798" y="44644"/>
                  <a:pt x="71227" y="45180"/>
                </a:cubicBezTo>
                <a:cubicBezTo>
                  <a:pt x="71334" y="45609"/>
                  <a:pt x="71227" y="46520"/>
                  <a:pt x="70905" y="47913"/>
                </a:cubicBezTo>
                <a:cubicBezTo>
                  <a:pt x="70584" y="49307"/>
                  <a:pt x="70316" y="50164"/>
                  <a:pt x="70101" y="50486"/>
                </a:cubicBezTo>
                <a:cubicBezTo>
                  <a:pt x="69887" y="51022"/>
                  <a:pt x="69405" y="51290"/>
                  <a:pt x="68654" y="51290"/>
                </a:cubicBezTo>
                <a:cubicBezTo>
                  <a:pt x="67904" y="51290"/>
                  <a:pt x="65010" y="51343"/>
                  <a:pt x="59972" y="51450"/>
                </a:cubicBezTo>
                <a:lnTo>
                  <a:pt x="50968" y="51450"/>
                </a:lnTo>
                <a:lnTo>
                  <a:pt x="47270" y="71066"/>
                </a:lnTo>
                <a:cubicBezTo>
                  <a:pt x="42125" y="97649"/>
                  <a:pt x="38534" y="114263"/>
                  <a:pt x="36498" y="120909"/>
                </a:cubicBezTo>
                <a:cubicBezTo>
                  <a:pt x="33604" y="130020"/>
                  <a:pt x="29852" y="136773"/>
                  <a:pt x="25243" y="141167"/>
                </a:cubicBezTo>
                <a:cubicBezTo>
                  <a:pt x="21277" y="144597"/>
                  <a:pt x="17365" y="146312"/>
                  <a:pt x="13506" y="146312"/>
                </a:cubicBezTo>
                <a:cubicBezTo>
                  <a:pt x="10076" y="146312"/>
                  <a:pt x="6967" y="145294"/>
                  <a:pt x="4180" y="143257"/>
                </a:cubicBezTo>
                <a:cubicBezTo>
                  <a:pt x="1393" y="141221"/>
                  <a:pt x="0" y="138327"/>
                  <a:pt x="0" y="134575"/>
                </a:cubicBezTo>
                <a:cubicBezTo>
                  <a:pt x="0" y="130609"/>
                  <a:pt x="1125" y="127715"/>
                  <a:pt x="3376" y="125893"/>
                </a:cubicBezTo>
                <a:cubicBezTo>
                  <a:pt x="5627" y="124071"/>
                  <a:pt x="7878" y="123160"/>
                  <a:pt x="10129" y="123160"/>
                </a:cubicBezTo>
                <a:cubicBezTo>
                  <a:pt x="14846" y="123160"/>
                  <a:pt x="17204" y="125411"/>
                  <a:pt x="17204" y="129913"/>
                </a:cubicBezTo>
                <a:cubicBezTo>
                  <a:pt x="17204" y="131949"/>
                  <a:pt x="16614" y="133718"/>
                  <a:pt x="15435" y="135218"/>
                </a:cubicBezTo>
                <a:cubicBezTo>
                  <a:pt x="14256" y="136719"/>
                  <a:pt x="12970" y="137844"/>
                  <a:pt x="11576" y="138595"/>
                </a:cubicBezTo>
                <a:lnTo>
                  <a:pt x="10129" y="139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98A46-5CCB-4066-9788-2635077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976" y="2635816"/>
            <a:ext cx="79587" cy="146312"/>
          </a:xfrm>
          <a:custGeom xmlns:a="http://schemas.openxmlformats.org/drawingml/2006/main">
            <a:pathLst>
              <a:path w="79587" h="146312" fill="none">
                <a:moveTo>
                  <a:pt x="10129" y="139399"/>
                </a:moveTo>
                <a:cubicBezTo>
                  <a:pt x="10344" y="139399"/>
                  <a:pt x="10665" y="139506"/>
                  <a:pt x="11094" y="139720"/>
                </a:cubicBezTo>
                <a:cubicBezTo>
                  <a:pt x="11523" y="139935"/>
                  <a:pt x="12112" y="140095"/>
                  <a:pt x="12863" y="140203"/>
                </a:cubicBezTo>
                <a:cubicBezTo>
                  <a:pt x="13613" y="140310"/>
                  <a:pt x="14256" y="140363"/>
                  <a:pt x="14792" y="140363"/>
                </a:cubicBezTo>
                <a:cubicBezTo>
                  <a:pt x="16185" y="140363"/>
                  <a:pt x="17472" y="139667"/>
                  <a:pt x="18651" y="138273"/>
                </a:cubicBezTo>
                <a:cubicBezTo>
                  <a:pt x="19830" y="136880"/>
                  <a:pt x="20687" y="135326"/>
                  <a:pt x="21223" y="133611"/>
                </a:cubicBezTo>
                <a:cubicBezTo>
                  <a:pt x="22295" y="130716"/>
                  <a:pt x="24117" y="122517"/>
                  <a:pt x="26690" y="109011"/>
                </a:cubicBezTo>
                <a:cubicBezTo>
                  <a:pt x="29262" y="95505"/>
                  <a:pt x="31728" y="82642"/>
                  <a:pt x="34086" y="70423"/>
                </a:cubicBezTo>
                <a:cubicBezTo>
                  <a:pt x="36444" y="58203"/>
                  <a:pt x="37623" y="52040"/>
                  <a:pt x="37623" y="51933"/>
                </a:cubicBezTo>
                <a:lnTo>
                  <a:pt x="37623" y="51450"/>
                </a:lnTo>
                <a:lnTo>
                  <a:pt x="30066" y="51450"/>
                </a:lnTo>
                <a:cubicBezTo>
                  <a:pt x="25029" y="51450"/>
                  <a:pt x="22349" y="51343"/>
                  <a:pt x="22027" y="51129"/>
                </a:cubicBezTo>
                <a:cubicBezTo>
                  <a:pt x="21598" y="50807"/>
                  <a:pt x="21384" y="50271"/>
                  <a:pt x="21384" y="49521"/>
                </a:cubicBezTo>
                <a:lnTo>
                  <a:pt x="22510" y="45019"/>
                </a:lnTo>
                <a:cubicBezTo>
                  <a:pt x="22724" y="44483"/>
                  <a:pt x="23153" y="44215"/>
                  <a:pt x="23796" y="44215"/>
                </a:cubicBezTo>
                <a:cubicBezTo>
                  <a:pt x="24439" y="44215"/>
                  <a:pt x="26958" y="44162"/>
                  <a:pt x="31353" y="44054"/>
                </a:cubicBezTo>
                <a:cubicBezTo>
                  <a:pt x="36498" y="44054"/>
                  <a:pt x="39070" y="44001"/>
                  <a:pt x="39070" y="43894"/>
                </a:cubicBezTo>
                <a:cubicBezTo>
                  <a:pt x="39070" y="43679"/>
                  <a:pt x="39553" y="41000"/>
                  <a:pt x="40517" y="35855"/>
                </a:cubicBezTo>
                <a:cubicBezTo>
                  <a:pt x="41482" y="30710"/>
                  <a:pt x="42125" y="27601"/>
                  <a:pt x="42447" y="26529"/>
                </a:cubicBezTo>
                <a:cubicBezTo>
                  <a:pt x="46413" y="8843"/>
                  <a:pt x="54237" y="0"/>
                  <a:pt x="65921" y="0"/>
                </a:cubicBezTo>
                <a:cubicBezTo>
                  <a:pt x="69887" y="214"/>
                  <a:pt x="73156" y="1393"/>
                  <a:pt x="75729" y="3537"/>
                </a:cubicBezTo>
                <a:cubicBezTo>
                  <a:pt x="78301" y="5681"/>
                  <a:pt x="79587" y="8521"/>
                  <a:pt x="79587" y="12059"/>
                </a:cubicBezTo>
                <a:cubicBezTo>
                  <a:pt x="79587" y="15917"/>
                  <a:pt x="78462" y="18704"/>
                  <a:pt x="76211" y="20419"/>
                </a:cubicBezTo>
                <a:cubicBezTo>
                  <a:pt x="73960" y="22134"/>
                  <a:pt x="71709" y="23046"/>
                  <a:pt x="69458" y="23153"/>
                </a:cubicBezTo>
                <a:cubicBezTo>
                  <a:pt x="64742" y="23153"/>
                  <a:pt x="62384" y="20902"/>
                  <a:pt x="62384" y="16400"/>
                </a:cubicBezTo>
                <a:cubicBezTo>
                  <a:pt x="62384" y="14363"/>
                  <a:pt x="62973" y="12595"/>
                  <a:pt x="64152" y="11094"/>
                </a:cubicBezTo>
                <a:cubicBezTo>
                  <a:pt x="65331" y="9593"/>
                  <a:pt x="66618" y="8468"/>
                  <a:pt x="68011" y="7718"/>
                </a:cubicBezTo>
                <a:lnTo>
                  <a:pt x="69458" y="6914"/>
                </a:lnTo>
                <a:cubicBezTo>
                  <a:pt x="67743" y="6271"/>
                  <a:pt x="66135" y="5949"/>
                  <a:pt x="64635" y="5949"/>
                </a:cubicBezTo>
                <a:cubicBezTo>
                  <a:pt x="63348" y="5949"/>
                  <a:pt x="62116" y="6485"/>
                  <a:pt x="60937" y="7557"/>
                </a:cubicBezTo>
                <a:cubicBezTo>
                  <a:pt x="59758" y="8629"/>
                  <a:pt x="58954" y="10129"/>
                  <a:pt x="58525" y="12059"/>
                </a:cubicBezTo>
                <a:cubicBezTo>
                  <a:pt x="57775" y="15167"/>
                  <a:pt x="56917" y="19348"/>
                  <a:pt x="55952" y="24600"/>
                </a:cubicBezTo>
                <a:cubicBezTo>
                  <a:pt x="54988" y="29852"/>
                  <a:pt x="54130" y="34300"/>
                  <a:pt x="53380" y="37945"/>
                </a:cubicBezTo>
                <a:cubicBezTo>
                  <a:pt x="52630" y="41589"/>
                  <a:pt x="52254" y="43519"/>
                  <a:pt x="52254" y="43733"/>
                </a:cubicBezTo>
                <a:cubicBezTo>
                  <a:pt x="52254" y="43947"/>
                  <a:pt x="55202" y="44054"/>
                  <a:pt x="61097" y="44054"/>
                </a:cubicBezTo>
                <a:cubicBezTo>
                  <a:pt x="65921" y="44054"/>
                  <a:pt x="68708" y="44108"/>
                  <a:pt x="69458" y="44215"/>
                </a:cubicBezTo>
                <a:cubicBezTo>
                  <a:pt x="70208" y="44322"/>
                  <a:pt x="70798" y="44644"/>
                  <a:pt x="71227" y="45180"/>
                </a:cubicBezTo>
                <a:cubicBezTo>
                  <a:pt x="71334" y="45609"/>
                  <a:pt x="71227" y="46520"/>
                  <a:pt x="70905" y="47913"/>
                </a:cubicBezTo>
                <a:cubicBezTo>
                  <a:pt x="70584" y="49307"/>
                  <a:pt x="70316" y="50164"/>
                  <a:pt x="70101" y="50486"/>
                </a:cubicBezTo>
                <a:cubicBezTo>
                  <a:pt x="69887" y="51022"/>
                  <a:pt x="69405" y="51290"/>
                  <a:pt x="68654" y="51290"/>
                </a:cubicBezTo>
                <a:cubicBezTo>
                  <a:pt x="67904" y="51290"/>
                  <a:pt x="65010" y="51343"/>
                  <a:pt x="59972" y="51450"/>
                </a:cubicBezTo>
                <a:lnTo>
                  <a:pt x="50968" y="51450"/>
                </a:lnTo>
                <a:lnTo>
                  <a:pt x="47270" y="71066"/>
                </a:lnTo>
                <a:cubicBezTo>
                  <a:pt x="42125" y="97649"/>
                  <a:pt x="38534" y="114263"/>
                  <a:pt x="36498" y="120909"/>
                </a:cubicBezTo>
                <a:cubicBezTo>
                  <a:pt x="33604" y="130020"/>
                  <a:pt x="29852" y="136773"/>
                  <a:pt x="25243" y="141167"/>
                </a:cubicBezTo>
                <a:cubicBezTo>
                  <a:pt x="21277" y="144597"/>
                  <a:pt x="17365" y="146312"/>
                  <a:pt x="13506" y="146312"/>
                </a:cubicBezTo>
                <a:cubicBezTo>
                  <a:pt x="10076" y="146312"/>
                  <a:pt x="6967" y="145294"/>
                  <a:pt x="4180" y="143257"/>
                </a:cubicBezTo>
                <a:cubicBezTo>
                  <a:pt x="1393" y="141221"/>
                  <a:pt x="0" y="138327"/>
                  <a:pt x="0" y="134575"/>
                </a:cubicBezTo>
                <a:cubicBezTo>
                  <a:pt x="0" y="130609"/>
                  <a:pt x="1125" y="127715"/>
                  <a:pt x="3376" y="125893"/>
                </a:cubicBezTo>
                <a:cubicBezTo>
                  <a:pt x="5627" y="124071"/>
                  <a:pt x="7878" y="123160"/>
                  <a:pt x="10129" y="123160"/>
                </a:cubicBezTo>
                <a:cubicBezTo>
                  <a:pt x="14846" y="123160"/>
                  <a:pt x="17204" y="125411"/>
                  <a:pt x="17204" y="129913"/>
                </a:cubicBezTo>
                <a:cubicBezTo>
                  <a:pt x="17204" y="131949"/>
                  <a:pt x="16614" y="133718"/>
                  <a:pt x="15435" y="135218"/>
                </a:cubicBezTo>
                <a:cubicBezTo>
                  <a:pt x="14256" y="136719"/>
                  <a:pt x="12970" y="137844"/>
                  <a:pt x="11576" y="138595"/>
                </a:cubicBezTo>
                <a:lnTo>
                  <a:pt x="10129" y="1393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000000">
                <a:alpha val="4200"/>
              </a:srgbClr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1E4CD-530B-4333-B637-CDD1F34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78" y="2632407"/>
            <a:ext cx="50698" cy="51608"/>
          </a:xfrm>
          <a:custGeom xmlns:a="http://schemas.openxmlformats.org/drawingml/2006/main">
            <a:pathLst>
              <a:path w="50698" h="51608">
                <a:moveTo>
                  <a:pt x="17278" y="7161"/>
                </a:moveTo>
                <a:cubicBezTo>
                  <a:pt x="17278" y="5267"/>
                  <a:pt x="16558" y="4320"/>
                  <a:pt x="15119" y="4320"/>
                </a:cubicBezTo>
                <a:cubicBezTo>
                  <a:pt x="13300" y="4320"/>
                  <a:pt x="11405" y="5418"/>
                  <a:pt x="9435" y="7616"/>
                </a:cubicBezTo>
                <a:cubicBezTo>
                  <a:pt x="7465" y="9814"/>
                  <a:pt x="5835" y="13186"/>
                  <a:pt x="4547" y="17733"/>
                </a:cubicBezTo>
                <a:cubicBezTo>
                  <a:pt x="4471" y="17809"/>
                  <a:pt x="4395" y="17923"/>
                  <a:pt x="4320" y="18074"/>
                </a:cubicBezTo>
                <a:cubicBezTo>
                  <a:pt x="4244" y="18226"/>
                  <a:pt x="4206" y="18339"/>
                  <a:pt x="4206" y="18415"/>
                </a:cubicBezTo>
                <a:cubicBezTo>
                  <a:pt x="4206" y="18491"/>
                  <a:pt x="4130" y="18567"/>
                  <a:pt x="3979" y="18642"/>
                </a:cubicBezTo>
                <a:cubicBezTo>
                  <a:pt x="3827" y="18718"/>
                  <a:pt x="3713" y="18756"/>
                  <a:pt x="3638" y="18756"/>
                </a:cubicBezTo>
                <a:cubicBezTo>
                  <a:pt x="3562" y="18756"/>
                  <a:pt x="3410" y="18756"/>
                  <a:pt x="3183" y="18756"/>
                </a:cubicBezTo>
                <a:cubicBezTo>
                  <a:pt x="2956" y="18756"/>
                  <a:pt x="2652" y="18756"/>
                  <a:pt x="2273" y="18756"/>
                </a:cubicBezTo>
                <a:lnTo>
                  <a:pt x="682" y="18756"/>
                </a:lnTo>
                <a:cubicBezTo>
                  <a:pt x="227" y="18301"/>
                  <a:pt x="0" y="17960"/>
                  <a:pt x="0" y="17733"/>
                </a:cubicBezTo>
                <a:cubicBezTo>
                  <a:pt x="0" y="17203"/>
                  <a:pt x="303" y="16104"/>
                  <a:pt x="909" y="14437"/>
                </a:cubicBezTo>
                <a:cubicBezTo>
                  <a:pt x="1516" y="12769"/>
                  <a:pt x="2425" y="10799"/>
                  <a:pt x="3638" y="8526"/>
                </a:cubicBezTo>
                <a:cubicBezTo>
                  <a:pt x="4850" y="6252"/>
                  <a:pt x="6517" y="4320"/>
                  <a:pt x="8639" y="2728"/>
                </a:cubicBezTo>
                <a:cubicBezTo>
                  <a:pt x="10761" y="1137"/>
                  <a:pt x="13148" y="303"/>
                  <a:pt x="15801" y="227"/>
                </a:cubicBezTo>
                <a:cubicBezTo>
                  <a:pt x="18983" y="227"/>
                  <a:pt x="21446" y="1137"/>
                  <a:pt x="23189" y="2956"/>
                </a:cubicBezTo>
                <a:cubicBezTo>
                  <a:pt x="24932" y="4774"/>
                  <a:pt x="25842" y="6896"/>
                  <a:pt x="25918" y="9321"/>
                </a:cubicBezTo>
                <a:cubicBezTo>
                  <a:pt x="25918" y="10610"/>
                  <a:pt x="25804" y="11595"/>
                  <a:pt x="25577" y="12277"/>
                </a:cubicBezTo>
                <a:cubicBezTo>
                  <a:pt x="25577" y="12731"/>
                  <a:pt x="25008" y="14399"/>
                  <a:pt x="23871" y="17278"/>
                </a:cubicBezTo>
                <a:cubicBezTo>
                  <a:pt x="22735" y="20158"/>
                  <a:pt x="21560" y="23530"/>
                  <a:pt x="20348" y="27395"/>
                </a:cubicBezTo>
                <a:cubicBezTo>
                  <a:pt x="19135" y="31260"/>
                  <a:pt x="18453" y="34633"/>
                  <a:pt x="18301" y="37512"/>
                </a:cubicBezTo>
                <a:cubicBezTo>
                  <a:pt x="18301" y="39558"/>
                  <a:pt x="18491" y="41226"/>
                  <a:pt x="18870" y="42514"/>
                </a:cubicBezTo>
                <a:cubicBezTo>
                  <a:pt x="19855" y="45773"/>
                  <a:pt x="22242" y="47402"/>
                  <a:pt x="26031" y="47402"/>
                </a:cubicBezTo>
                <a:cubicBezTo>
                  <a:pt x="28835" y="47402"/>
                  <a:pt x="31450" y="46114"/>
                  <a:pt x="33875" y="43537"/>
                </a:cubicBezTo>
                <a:cubicBezTo>
                  <a:pt x="36300" y="40960"/>
                  <a:pt x="38194" y="37967"/>
                  <a:pt x="39558" y="34557"/>
                </a:cubicBezTo>
                <a:cubicBezTo>
                  <a:pt x="40922" y="31147"/>
                  <a:pt x="42021" y="28002"/>
                  <a:pt x="42855" y="25122"/>
                </a:cubicBezTo>
                <a:cubicBezTo>
                  <a:pt x="43689" y="22242"/>
                  <a:pt x="44105" y="20158"/>
                  <a:pt x="44105" y="18870"/>
                </a:cubicBezTo>
                <a:cubicBezTo>
                  <a:pt x="44105" y="17127"/>
                  <a:pt x="43802" y="15611"/>
                  <a:pt x="43196" y="14323"/>
                </a:cubicBezTo>
                <a:cubicBezTo>
                  <a:pt x="42590" y="13035"/>
                  <a:pt x="41908" y="12049"/>
                  <a:pt x="41150" y="11367"/>
                </a:cubicBezTo>
                <a:cubicBezTo>
                  <a:pt x="40392" y="10685"/>
                  <a:pt x="39710" y="10003"/>
                  <a:pt x="39104" y="9321"/>
                </a:cubicBezTo>
                <a:cubicBezTo>
                  <a:pt x="38497" y="8639"/>
                  <a:pt x="38194" y="7806"/>
                  <a:pt x="38194" y="6820"/>
                </a:cubicBezTo>
                <a:cubicBezTo>
                  <a:pt x="38194" y="5153"/>
                  <a:pt x="38914" y="3600"/>
                  <a:pt x="40354" y="2160"/>
                </a:cubicBezTo>
                <a:cubicBezTo>
                  <a:pt x="41794" y="720"/>
                  <a:pt x="43347" y="0"/>
                  <a:pt x="45015" y="0"/>
                </a:cubicBezTo>
                <a:cubicBezTo>
                  <a:pt x="46455" y="0"/>
                  <a:pt x="47743" y="682"/>
                  <a:pt x="48880" y="2046"/>
                </a:cubicBezTo>
                <a:cubicBezTo>
                  <a:pt x="50016" y="3410"/>
                  <a:pt x="50623" y="5608"/>
                  <a:pt x="50698" y="8639"/>
                </a:cubicBezTo>
                <a:cubicBezTo>
                  <a:pt x="50698" y="10685"/>
                  <a:pt x="50244" y="13830"/>
                  <a:pt x="49334" y="18074"/>
                </a:cubicBezTo>
                <a:cubicBezTo>
                  <a:pt x="48425" y="22318"/>
                  <a:pt x="47023" y="27054"/>
                  <a:pt x="45128" y="32283"/>
                </a:cubicBezTo>
                <a:cubicBezTo>
                  <a:pt x="43234" y="37512"/>
                  <a:pt x="40544" y="42021"/>
                  <a:pt x="37058" y="45810"/>
                </a:cubicBezTo>
                <a:cubicBezTo>
                  <a:pt x="33572" y="49600"/>
                  <a:pt x="29555" y="51532"/>
                  <a:pt x="25008" y="51608"/>
                </a:cubicBezTo>
                <a:cubicBezTo>
                  <a:pt x="20158" y="51608"/>
                  <a:pt x="16293" y="50357"/>
                  <a:pt x="13413" y="47857"/>
                </a:cubicBezTo>
                <a:cubicBezTo>
                  <a:pt x="10610" y="45431"/>
                  <a:pt x="9208" y="41832"/>
                  <a:pt x="9208" y="37058"/>
                </a:cubicBezTo>
                <a:cubicBezTo>
                  <a:pt x="9208" y="34708"/>
                  <a:pt x="9511" y="32283"/>
                  <a:pt x="10117" y="29782"/>
                </a:cubicBezTo>
                <a:cubicBezTo>
                  <a:pt x="10723" y="27282"/>
                  <a:pt x="12277" y="22848"/>
                  <a:pt x="14778" y="16483"/>
                </a:cubicBezTo>
                <a:cubicBezTo>
                  <a:pt x="16445" y="11633"/>
                  <a:pt x="17278" y="8526"/>
                  <a:pt x="17278" y="7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9F93E-E1CE-4BBA-86E9-00F04304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78" y="2632407"/>
            <a:ext cx="50698" cy="51608"/>
          </a:xfrm>
          <a:custGeom xmlns:a="http://schemas.openxmlformats.org/drawingml/2006/main">
            <a:pathLst>
              <a:path w="50698" h="51608" fill="none">
                <a:moveTo>
                  <a:pt x="17278" y="7161"/>
                </a:moveTo>
                <a:cubicBezTo>
                  <a:pt x="17278" y="5267"/>
                  <a:pt x="16558" y="4320"/>
                  <a:pt x="15119" y="4320"/>
                </a:cubicBezTo>
                <a:cubicBezTo>
                  <a:pt x="13300" y="4320"/>
                  <a:pt x="11405" y="5418"/>
                  <a:pt x="9435" y="7616"/>
                </a:cubicBezTo>
                <a:cubicBezTo>
                  <a:pt x="7465" y="9814"/>
                  <a:pt x="5835" y="13186"/>
                  <a:pt x="4547" y="17733"/>
                </a:cubicBezTo>
                <a:cubicBezTo>
                  <a:pt x="4471" y="17809"/>
                  <a:pt x="4395" y="17923"/>
                  <a:pt x="4320" y="18074"/>
                </a:cubicBezTo>
                <a:cubicBezTo>
                  <a:pt x="4244" y="18226"/>
                  <a:pt x="4206" y="18339"/>
                  <a:pt x="4206" y="18415"/>
                </a:cubicBezTo>
                <a:cubicBezTo>
                  <a:pt x="4206" y="18491"/>
                  <a:pt x="4130" y="18567"/>
                  <a:pt x="3979" y="18642"/>
                </a:cubicBezTo>
                <a:cubicBezTo>
                  <a:pt x="3827" y="18718"/>
                  <a:pt x="3713" y="18756"/>
                  <a:pt x="3638" y="18756"/>
                </a:cubicBezTo>
                <a:cubicBezTo>
                  <a:pt x="3562" y="18756"/>
                  <a:pt x="3410" y="18756"/>
                  <a:pt x="3183" y="18756"/>
                </a:cubicBezTo>
                <a:cubicBezTo>
                  <a:pt x="2956" y="18756"/>
                  <a:pt x="2652" y="18756"/>
                  <a:pt x="2273" y="18756"/>
                </a:cubicBezTo>
                <a:lnTo>
                  <a:pt x="682" y="18756"/>
                </a:lnTo>
                <a:cubicBezTo>
                  <a:pt x="227" y="18301"/>
                  <a:pt x="0" y="17960"/>
                  <a:pt x="0" y="17733"/>
                </a:cubicBezTo>
                <a:cubicBezTo>
                  <a:pt x="0" y="17203"/>
                  <a:pt x="303" y="16104"/>
                  <a:pt x="909" y="14437"/>
                </a:cubicBezTo>
                <a:cubicBezTo>
                  <a:pt x="1516" y="12769"/>
                  <a:pt x="2425" y="10799"/>
                  <a:pt x="3638" y="8526"/>
                </a:cubicBezTo>
                <a:cubicBezTo>
                  <a:pt x="4850" y="6252"/>
                  <a:pt x="6517" y="4320"/>
                  <a:pt x="8639" y="2728"/>
                </a:cubicBezTo>
                <a:cubicBezTo>
                  <a:pt x="10761" y="1137"/>
                  <a:pt x="13148" y="303"/>
                  <a:pt x="15801" y="227"/>
                </a:cubicBezTo>
                <a:cubicBezTo>
                  <a:pt x="18983" y="227"/>
                  <a:pt x="21446" y="1137"/>
                  <a:pt x="23189" y="2956"/>
                </a:cubicBezTo>
                <a:cubicBezTo>
                  <a:pt x="24932" y="4774"/>
                  <a:pt x="25842" y="6896"/>
                  <a:pt x="25918" y="9321"/>
                </a:cubicBezTo>
                <a:cubicBezTo>
                  <a:pt x="25918" y="10610"/>
                  <a:pt x="25804" y="11595"/>
                  <a:pt x="25577" y="12277"/>
                </a:cubicBezTo>
                <a:cubicBezTo>
                  <a:pt x="25577" y="12731"/>
                  <a:pt x="25008" y="14399"/>
                  <a:pt x="23871" y="17278"/>
                </a:cubicBezTo>
                <a:cubicBezTo>
                  <a:pt x="22735" y="20158"/>
                  <a:pt x="21560" y="23530"/>
                  <a:pt x="20348" y="27395"/>
                </a:cubicBezTo>
                <a:cubicBezTo>
                  <a:pt x="19135" y="31260"/>
                  <a:pt x="18453" y="34633"/>
                  <a:pt x="18301" y="37512"/>
                </a:cubicBezTo>
                <a:cubicBezTo>
                  <a:pt x="18301" y="39558"/>
                  <a:pt x="18491" y="41226"/>
                  <a:pt x="18870" y="42514"/>
                </a:cubicBezTo>
                <a:cubicBezTo>
                  <a:pt x="19855" y="45773"/>
                  <a:pt x="22242" y="47402"/>
                  <a:pt x="26031" y="47402"/>
                </a:cubicBezTo>
                <a:cubicBezTo>
                  <a:pt x="28835" y="47402"/>
                  <a:pt x="31450" y="46114"/>
                  <a:pt x="33875" y="43537"/>
                </a:cubicBezTo>
                <a:cubicBezTo>
                  <a:pt x="36300" y="40960"/>
                  <a:pt x="38194" y="37967"/>
                  <a:pt x="39558" y="34557"/>
                </a:cubicBezTo>
                <a:cubicBezTo>
                  <a:pt x="40922" y="31147"/>
                  <a:pt x="42021" y="28002"/>
                  <a:pt x="42855" y="25122"/>
                </a:cubicBezTo>
                <a:cubicBezTo>
                  <a:pt x="43689" y="22242"/>
                  <a:pt x="44105" y="20158"/>
                  <a:pt x="44105" y="18870"/>
                </a:cubicBezTo>
                <a:cubicBezTo>
                  <a:pt x="44105" y="17127"/>
                  <a:pt x="43802" y="15611"/>
                  <a:pt x="43196" y="14323"/>
                </a:cubicBezTo>
                <a:cubicBezTo>
                  <a:pt x="42590" y="13035"/>
                  <a:pt x="41908" y="12049"/>
                  <a:pt x="41150" y="11367"/>
                </a:cubicBezTo>
                <a:cubicBezTo>
                  <a:pt x="40392" y="10685"/>
                  <a:pt x="39710" y="10003"/>
                  <a:pt x="39104" y="9321"/>
                </a:cubicBezTo>
                <a:cubicBezTo>
                  <a:pt x="38497" y="8639"/>
                  <a:pt x="38194" y="7806"/>
                  <a:pt x="38194" y="6820"/>
                </a:cubicBezTo>
                <a:cubicBezTo>
                  <a:pt x="38194" y="5153"/>
                  <a:pt x="38914" y="3600"/>
                  <a:pt x="40354" y="2160"/>
                </a:cubicBezTo>
                <a:cubicBezTo>
                  <a:pt x="41794" y="720"/>
                  <a:pt x="43347" y="0"/>
                  <a:pt x="45015" y="0"/>
                </a:cubicBezTo>
                <a:cubicBezTo>
                  <a:pt x="46455" y="0"/>
                  <a:pt x="47743" y="682"/>
                  <a:pt x="48880" y="2046"/>
                </a:cubicBezTo>
                <a:cubicBezTo>
                  <a:pt x="50016" y="3410"/>
                  <a:pt x="50623" y="5608"/>
                  <a:pt x="50698" y="8639"/>
                </a:cubicBezTo>
                <a:cubicBezTo>
                  <a:pt x="50698" y="10685"/>
                  <a:pt x="50244" y="13830"/>
                  <a:pt x="49334" y="18074"/>
                </a:cubicBezTo>
                <a:cubicBezTo>
                  <a:pt x="48425" y="22318"/>
                  <a:pt x="47023" y="27054"/>
                  <a:pt x="45128" y="32283"/>
                </a:cubicBezTo>
                <a:cubicBezTo>
                  <a:pt x="43234" y="37512"/>
                  <a:pt x="40544" y="42021"/>
                  <a:pt x="37058" y="45810"/>
                </a:cubicBezTo>
                <a:cubicBezTo>
                  <a:pt x="33572" y="49600"/>
                  <a:pt x="29555" y="51532"/>
                  <a:pt x="25008" y="51608"/>
                </a:cubicBezTo>
                <a:cubicBezTo>
                  <a:pt x="20158" y="51608"/>
                  <a:pt x="16293" y="50357"/>
                  <a:pt x="13413" y="47857"/>
                </a:cubicBezTo>
                <a:cubicBezTo>
                  <a:pt x="10610" y="45431"/>
                  <a:pt x="9208" y="41832"/>
                  <a:pt x="9208" y="37058"/>
                </a:cubicBezTo>
                <a:cubicBezTo>
                  <a:pt x="9208" y="34708"/>
                  <a:pt x="9511" y="32283"/>
                  <a:pt x="10117" y="29782"/>
                </a:cubicBezTo>
                <a:cubicBezTo>
                  <a:pt x="10723" y="27282"/>
                  <a:pt x="12277" y="22848"/>
                  <a:pt x="14778" y="16483"/>
                </a:cubicBezTo>
                <a:cubicBezTo>
                  <a:pt x="16445" y="11633"/>
                  <a:pt x="17278" y="8526"/>
                  <a:pt x="17278" y="71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4984B-BACF-4F75-BE98-BE92CDF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910" y="2632521"/>
            <a:ext cx="60247" cy="51494"/>
          </a:xfrm>
          <a:custGeom xmlns:a="http://schemas.openxmlformats.org/drawingml/2006/main">
            <a:pathLst>
              <a:path w="60247" h="51494">
                <a:moveTo>
                  <a:pt x="0" y="17619"/>
                </a:moveTo>
                <a:cubicBezTo>
                  <a:pt x="0" y="17013"/>
                  <a:pt x="341" y="15839"/>
                  <a:pt x="1023" y="14096"/>
                </a:cubicBezTo>
                <a:cubicBezTo>
                  <a:pt x="1705" y="12353"/>
                  <a:pt x="2652" y="10382"/>
                  <a:pt x="3865" y="8184"/>
                </a:cubicBezTo>
                <a:cubicBezTo>
                  <a:pt x="5077" y="5987"/>
                  <a:pt x="6745" y="4092"/>
                  <a:pt x="8867" y="2501"/>
                </a:cubicBezTo>
                <a:cubicBezTo>
                  <a:pt x="10988" y="909"/>
                  <a:pt x="13224" y="76"/>
                  <a:pt x="15573" y="0"/>
                </a:cubicBezTo>
                <a:cubicBezTo>
                  <a:pt x="19059" y="0"/>
                  <a:pt x="21674" y="947"/>
                  <a:pt x="23417" y="2842"/>
                </a:cubicBezTo>
                <a:cubicBezTo>
                  <a:pt x="25160" y="4736"/>
                  <a:pt x="26031" y="6972"/>
                  <a:pt x="26031" y="9549"/>
                </a:cubicBezTo>
                <a:cubicBezTo>
                  <a:pt x="26031" y="10913"/>
                  <a:pt x="24743" y="15156"/>
                  <a:pt x="22166" y="22280"/>
                </a:cubicBezTo>
                <a:cubicBezTo>
                  <a:pt x="19590" y="29404"/>
                  <a:pt x="18301" y="34746"/>
                  <a:pt x="18301" y="38308"/>
                </a:cubicBezTo>
                <a:cubicBezTo>
                  <a:pt x="18301" y="41567"/>
                  <a:pt x="18832" y="43840"/>
                  <a:pt x="19893" y="45128"/>
                </a:cubicBezTo>
                <a:cubicBezTo>
                  <a:pt x="20954" y="46417"/>
                  <a:pt x="22545" y="47099"/>
                  <a:pt x="24667" y="47174"/>
                </a:cubicBezTo>
                <a:cubicBezTo>
                  <a:pt x="26789" y="47250"/>
                  <a:pt x="28797" y="46606"/>
                  <a:pt x="30692" y="45242"/>
                </a:cubicBezTo>
                <a:cubicBezTo>
                  <a:pt x="32586" y="43878"/>
                  <a:pt x="33988" y="42590"/>
                  <a:pt x="34898" y="41377"/>
                </a:cubicBezTo>
                <a:lnTo>
                  <a:pt x="36148" y="39445"/>
                </a:lnTo>
                <a:cubicBezTo>
                  <a:pt x="36300" y="39142"/>
                  <a:pt x="37740" y="33382"/>
                  <a:pt x="40468" y="22166"/>
                </a:cubicBezTo>
                <a:cubicBezTo>
                  <a:pt x="42741" y="13072"/>
                  <a:pt x="44105" y="7768"/>
                  <a:pt x="44560" y="6252"/>
                </a:cubicBezTo>
                <a:cubicBezTo>
                  <a:pt x="45015" y="4736"/>
                  <a:pt x="45545" y="3638"/>
                  <a:pt x="46151" y="2956"/>
                </a:cubicBezTo>
                <a:cubicBezTo>
                  <a:pt x="47440" y="1819"/>
                  <a:pt x="48804" y="1250"/>
                  <a:pt x="50244" y="1250"/>
                </a:cubicBezTo>
                <a:cubicBezTo>
                  <a:pt x="51532" y="1250"/>
                  <a:pt x="52479" y="1629"/>
                  <a:pt x="53086" y="2387"/>
                </a:cubicBezTo>
                <a:cubicBezTo>
                  <a:pt x="53692" y="3145"/>
                  <a:pt x="53995" y="3865"/>
                  <a:pt x="53995" y="4547"/>
                </a:cubicBezTo>
                <a:lnTo>
                  <a:pt x="45356" y="40695"/>
                </a:lnTo>
                <a:cubicBezTo>
                  <a:pt x="45280" y="41074"/>
                  <a:pt x="45242" y="41680"/>
                  <a:pt x="45242" y="42514"/>
                </a:cubicBezTo>
                <a:cubicBezTo>
                  <a:pt x="45242" y="44408"/>
                  <a:pt x="45507" y="45659"/>
                  <a:pt x="46038" y="46265"/>
                </a:cubicBezTo>
                <a:cubicBezTo>
                  <a:pt x="46568" y="46871"/>
                  <a:pt x="47364" y="47212"/>
                  <a:pt x="48425" y="47288"/>
                </a:cubicBezTo>
                <a:cubicBezTo>
                  <a:pt x="50092" y="47061"/>
                  <a:pt x="51418" y="45886"/>
                  <a:pt x="52403" y="43764"/>
                </a:cubicBezTo>
                <a:cubicBezTo>
                  <a:pt x="53389" y="41642"/>
                  <a:pt x="54525" y="38308"/>
                  <a:pt x="55814" y="33761"/>
                </a:cubicBezTo>
                <a:cubicBezTo>
                  <a:pt x="55965" y="33155"/>
                  <a:pt x="56723" y="32852"/>
                  <a:pt x="58087" y="32852"/>
                </a:cubicBezTo>
                <a:cubicBezTo>
                  <a:pt x="59527" y="32852"/>
                  <a:pt x="60247" y="33193"/>
                  <a:pt x="60247" y="33875"/>
                </a:cubicBezTo>
                <a:cubicBezTo>
                  <a:pt x="60171" y="34254"/>
                  <a:pt x="60095" y="34784"/>
                  <a:pt x="60020" y="35466"/>
                </a:cubicBezTo>
                <a:cubicBezTo>
                  <a:pt x="59944" y="36148"/>
                  <a:pt x="59603" y="37361"/>
                  <a:pt x="58997" y="39104"/>
                </a:cubicBezTo>
                <a:cubicBezTo>
                  <a:pt x="58390" y="40847"/>
                  <a:pt x="57746" y="42476"/>
                  <a:pt x="57064" y="43992"/>
                </a:cubicBezTo>
                <a:cubicBezTo>
                  <a:pt x="56382" y="45507"/>
                  <a:pt x="55435" y="46947"/>
                  <a:pt x="54222" y="48311"/>
                </a:cubicBezTo>
                <a:cubicBezTo>
                  <a:pt x="53010" y="49675"/>
                  <a:pt x="51646" y="50623"/>
                  <a:pt x="50130" y="51153"/>
                </a:cubicBezTo>
                <a:cubicBezTo>
                  <a:pt x="49524" y="51305"/>
                  <a:pt x="48614" y="51380"/>
                  <a:pt x="47402" y="51380"/>
                </a:cubicBezTo>
                <a:cubicBezTo>
                  <a:pt x="42400" y="51380"/>
                  <a:pt x="38952" y="49258"/>
                  <a:pt x="37058" y="45015"/>
                </a:cubicBezTo>
                <a:cubicBezTo>
                  <a:pt x="36906" y="45090"/>
                  <a:pt x="36489" y="45469"/>
                  <a:pt x="35807" y="46151"/>
                </a:cubicBezTo>
                <a:cubicBezTo>
                  <a:pt x="35125" y="46833"/>
                  <a:pt x="34443" y="47402"/>
                  <a:pt x="33761" y="47857"/>
                </a:cubicBezTo>
                <a:cubicBezTo>
                  <a:pt x="33079" y="48311"/>
                  <a:pt x="32245" y="48880"/>
                  <a:pt x="31260" y="49562"/>
                </a:cubicBezTo>
                <a:cubicBezTo>
                  <a:pt x="30275" y="50244"/>
                  <a:pt x="29176" y="50698"/>
                  <a:pt x="27964" y="50926"/>
                </a:cubicBezTo>
                <a:cubicBezTo>
                  <a:pt x="26751" y="51153"/>
                  <a:pt x="25463" y="51343"/>
                  <a:pt x="24099" y="51494"/>
                </a:cubicBezTo>
                <a:cubicBezTo>
                  <a:pt x="20764" y="51494"/>
                  <a:pt x="17809" y="50812"/>
                  <a:pt x="15232" y="49448"/>
                </a:cubicBezTo>
                <a:cubicBezTo>
                  <a:pt x="11292" y="47099"/>
                  <a:pt x="9321" y="43082"/>
                  <a:pt x="9321" y="37399"/>
                </a:cubicBezTo>
                <a:cubicBezTo>
                  <a:pt x="9321" y="33079"/>
                  <a:pt x="10647" y="27433"/>
                  <a:pt x="13300" y="20461"/>
                </a:cubicBezTo>
                <a:cubicBezTo>
                  <a:pt x="15952" y="13489"/>
                  <a:pt x="17278" y="9056"/>
                  <a:pt x="17278" y="7161"/>
                </a:cubicBezTo>
                <a:cubicBezTo>
                  <a:pt x="17278" y="7086"/>
                  <a:pt x="17278" y="7010"/>
                  <a:pt x="17278" y="6934"/>
                </a:cubicBezTo>
                <a:cubicBezTo>
                  <a:pt x="17278" y="6252"/>
                  <a:pt x="17278" y="5797"/>
                  <a:pt x="17278" y="5570"/>
                </a:cubicBezTo>
                <a:cubicBezTo>
                  <a:pt x="17278" y="5343"/>
                  <a:pt x="17127" y="5077"/>
                  <a:pt x="16824" y="4774"/>
                </a:cubicBezTo>
                <a:cubicBezTo>
                  <a:pt x="16521" y="4471"/>
                  <a:pt x="16104" y="4320"/>
                  <a:pt x="15573" y="4320"/>
                </a:cubicBezTo>
                <a:lnTo>
                  <a:pt x="15119" y="4320"/>
                </a:lnTo>
                <a:cubicBezTo>
                  <a:pt x="13376" y="4320"/>
                  <a:pt x="11784" y="5040"/>
                  <a:pt x="10344" y="6479"/>
                </a:cubicBezTo>
                <a:cubicBezTo>
                  <a:pt x="8904" y="7919"/>
                  <a:pt x="7768" y="9473"/>
                  <a:pt x="6934" y="11140"/>
                </a:cubicBezTo>
                <a:cubicBezTo>
                  <a:pt x="6100" y="12807"/>
                  <a:pt x="5456" y="14399"/>
                  <a:pt x="5002" y="15914"/>
                </a:cubicBezTo>
                <a:cubicBezTo>
                  <a:pt x="4547" y="17430"/>
                  <a:pt x="4244" y="18264"/>
                  <a:pt x="4092" y="18415"/>
                </a:cubicBezTo>
                <a:cubicBezTo>
                  <a:pt x="3941" y="18567"/>
                  <a:pt x="3334" y="18642"/>
                  <a:pt x="2273" y="18642"/>
                </a:cubicBezTo>
                <a:lnTo>
                  <a:pt x="682" y="18642"/>
                </a:lnTo>
                <a:cubicBezTo>
                  <a:pt x="227" y="18188"/>
                  <a:pt x="0" y="17847"/>
                  <a:pt x="0" y="17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C8232-3854-4932-88F3-6B4AFB9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910" y="2632521"/>
            <a:ext cx="60247" cy="51494"/>
          </a:xfrm>
          <a:custGeom xmlns:a="http://schemas.openxmlformats.org/drawingml/2006/main">
            <a:pathLst>
              <a:path w="60247" h="51494" fill="none">
                <a:moveTo>
                  <a:pt x="0" y="17619"/>
                </a:moveTo>
                <a:cubicBezTo>
                  <a:pt x="0" y="17013"/>
                  <a:pt x="341" y="15839"/>
                  <a:pt x="1023" y="14096"/>
                </a:cubicBezTo>
                <a:cubicBezTo>
                  <a:pt x="1705" y="12353"/>
                  <a:pt x="2652" y="10382"/>
                  <a:pt x="3865" y="8184"/>
                </a:cubicBezTo>
                <a:cubicBezTo>
                  <a:pt x="5077" y="5987"/>
                  <a:pt x="6745" y="4092"/>
                  <a:pt x="8867" y="2501"/>
                </a:cubicBezTo>
                <a:cubicBezTo>
                  <a:pt x="10988" y="909"/>
                  <a:pt x="13224" y="76"/>
                  <a:pt x="15573" y="0"/>
                </a:cubicBezTo>
                <a:cubicBezTo>
                  <a:pt x="19059" y="0"/>
                  <a:pt x="21674" y="947"/>
                  <a:pt x="23417" y="2842"/>
                </a:cubicBezTo>
                <a:cubicBezTo>
                  <a:pt x="25160" y="4736"/>
                  <a:pt x="26031" y="6972"/>
                  <a:pt x="26031" y="9549"/>
                </a:cubicBezTo>
                <a:cubicBezTo>
                  <a:pt x="26031" y="10913"/>
                  <a:pt x="24743" y="15156"/>
                  <a:pt x="22166" y="22280"/>
                </a:cubicBezTo>
                <a:cubicBezTo>
                  <a:pt x="19590" y="29404"/>
                  <a:pt x="18301" y="34746"/>
                  <a:pt x="18301" y="38308"/>
                </a:cubicBezTo>
                <a:cubicBezTo>
                  <a:pt x="18301" y="41567"/>
                  <a:pt x="18832" y="43840"/>
                  <a:pt x="19893" y="45128"/>
                </a:cubicBezTo>
                <a:cubicBezTo>
                  <a:pt x="20954" y="46417"/>
                  <a:pt x="22545" y="47099"/>
                  <a:pt x="24667" y="47174"/>
                </a:cubicBezTo>
                <a:cubicBezTo>
                  <a:pt x="26789" y="47250"/>
                  <a:pt x="28797" y="46606"/>
                  <a:pt x="30692" y="45242"/>
                </a:cubicBezTo>
                <a:cubicBezTo>
                  <a:pt x="32586" y="43878"/>
                  <a:pt x="33988" y="42590"/>
                  <a:pt x="34898" y="41377"/>
                </a:cubicBezTo>
                <a:lnTo>
                  <a:pt x="36148" y="39445"/>
                </a:lnTo>
                <a:cubicBezTo>
                  <a:pt x="36300" y="39142"/>
                  <a:pt x="37740" y="33382"/>
                  <a:pt x="40468" y="22166"/>
                </a:cubicBezTo>
                <a:cubicBezTo>
                  <a:pt x="42741" y="13072"/>
                  <a:pt x="44105" y="7768"/>
                  <a:pt x="44560" y="6252"/>
                </a:cubicBezTo>
                <a:cubicBezTo>
                  <a:pt x="45015" y="4736"/>
                  <a:pt x="45545" y="3638"/>
                  <a:pt x="46151" y="2956"/>
                </a:cubicBezTo>
                <a:cubicBezTo>
                  <a:pt x="47440" y="1819"/>
                  <a:pt x="48804" y="1250"/>
                  <a:pt x="50244" y="1250"/>
                </a:cubicBezTo>
                <a:cubicBezTo>
                  <a:pt x="51532" y="1250"/>
                  <a:pt x="52479" y="1629"/>
                  <a:pt x="53086" y="2387"/>
                </a:cubicBezTo>
                <a:cubicBezTo>
                  <a:pt x="53692" y="3145"/>
                  <a:pt x="53995" y="3865"/>
                  <a:pt x="53995" y="4547"/>
                </a:cubicBezTo>
                <a:lnTo>
                  <a:pt x="45356" y="40695"/>
                </a:lnTo>
                <a:cubicBezTo>
                  <a:pt x="45280" y="41074"/>
                  <a:pt x="45242" y="41680"/>
                  <a:pt x="45242" y="42514"/>
                </a:cubicBezTo>
                <a:cubicBezTo>
                  <a:pt x="45242" y="44408"/>
                  <a:pt x="45507" y="45659"/>
                  <a:pt x="46038" y="46265"/>
                </a:cubicBezTo>
                <a:cubicBezTo>
                  <a:pt x="46568" y="46871"/>
                  <a:pt x="47364" y="47212"/>
                  <a:pt x="48425" y="47288"/>
                </a:cubicBezTo>
                <a:cubicBezTo>
                  <a:pt x="50092" y="47061"/>
                  <a:pt x="51418" y="45886"/>
                  <a:pt x="52403" y="43764"/>
                </a:cubicBezTo>
                <a:cubicBezTo>
                  <a:pt x="53389" y="41642"/>
                  <a:pt x="54525" y="38308"/>
                  <a:pt x="55814" y="33761"/>
                </a:cubicBezTo>
                <a:cubicBezTo>
                  <a:pt x="55965" y="33155"/>
                  <a:pt x="56723" y="32852"/>
                  <a:pt x="58087" y="32852"/>
                </a:cubicBezTo>
                <a:cubicBezTo>
                  <a:pt x="59527" y="32852"/>
                  <a:pt x="60247" y="33193"/>
                  <a:pt x="60247" y="33875"/>
                </a:cubicBezTo>
                <a:cubicBezTo>
                  <a:pt x="60171" y="34254"/>
                  <a:pt x="60095" y="34784"/>
                  <a:pt x="60020" y="35466"/>
                </a:cubicBezTo>
                <a:cubicBezTo>
                  <a:pt x="59944" y="36148"/>
                  <a:pt x="59603" y="37361"/>
                  <a:pt x="58997" y="39104"/>
                </a:cubicBezTo>
                <a:cubicBezTo>
                  <a:pt x="58390" y="40847"/>
                  <a:pt x="57746" y="42476"/>
                  <a:pt x="57064" y="43992"/>
                </a:cubicBezTo>
                <a:cubicBezTo>
                  <a:pt x="56382" y="45507"/>
                  <a:pt x="55435" y="46947"/>
                  <a:pt x="54222" y="48311"/>
                </a:cubicBezTo>
                <a:cubicBezTo>
                  <a:pt x="53010" y="49675"/>
                  <a:pt x="51646" y="50623"/>
                  <a:pt x="50130" y="51153"/>
                </a:cubicBezTo>
                <a:cubicBezTo>
                  <a:pt x="49524" y="51305"/>
                  <a:pt x="48614" y="51380"/>
                  <a:pt x="47402" y="51380"/>
                </a:cubicBezTo>
                <a:cubicBezTo>
                  <a:pt x="42400" y="51380"/>
                  <a:pt x="38952" y="49258"/>
                  <a:pt x="37058" y="45015"/>
                </a:cubicBezTo>
                <a:cubicBezTo>
                  <a:pt x="36906" y="45090"/>
                  <a:pt x="36489" y="45469"/>
                  <a:pt x="35807" y="46151"/>
                </a:cubicBezTo>
                <a:cubicBezTo>
                  <a:pt x="35125" y="46833"/>
                  <a:pt x="34443" y="47402"/>
                  <a:pt x="33761" y="47857"/>
                </a:cubicBezTo>
                <a:cubicBezTo>
                  <a:pt x="33079" y="48311"/>
                  <a:pt x="32245" y="48880"/>
                  <a:pt x="31260" y="49562"/>
                </a:cubicBezTo>
                <a:cubicBezTo>
                  <a:pt x="30275" y="50244"/>
                  <a:pt x="29176" y="50698"/>
                  <a:pt x="27964" y="50926"/>
                </a:cubicBezTo>
                <a:cubicBezTo>
                  <a:pt x="26751" y="51153"/>
                  <a:pt x="25463" y="51343"/>
                  <a:pt x="24099" y="51494"/>
                </a:cubicBezTo>
                <a:cubicBezTo>
                  <a:pt x="20764" y="51494"/>
                  <a:pt x="17809" y="50812"/>
                  <a:pt x="15232" y="49448"/>
                </a:cubicBezTo>
                <a:cubicBezTo>
                  <a:pt x="11292" y="47099"/>
                  <a:pt x="9321" y="43082"/>
                  <a:pt x="9321" y="37399"/>
                </a:cubicBezTo>
                <a:cubicBezTo>
                  <a:pt x="9321" y="33079"/>
                  <a:pt x="10647" y="27433"/>
                  <a:pt x="13300" y="20461"/>
                </a:cubicBezTo>
                <a:cubicBezTo>
                  <a:pt x="15952" y="13489"/>
                  <a:pt x="17278" y="9056"/>
                  <a:pt x="17278" y="7161"/>
                </a:cubicBezTo>
                <a:cubicBezTo>
                  <a:pt x="17278" y="7086"/>
                  <a:pt x="17278" y="7010"/>
                  <a:pt x="17278" y="6934"/>
                </a:cubicBezTo>
                <a:cubicBezTo>
                  <a:pt x="17278" y="6252"/>
                  <a:pt x="17278" y="5797"/>
                  <a:pt x="17278" y="5570"/>
                </a:cubicBezTo>
                <a:cubicBezTo>
                  <a:pt x="17278" y="5343"/>
                  <a:pt x="17127" y="5077"/>
                  <a:pt x="16824" y="4774"/>
                </a:cubicBezTo>
                <a:cubicBezTo>
                  <a:pt x="16521" y="4471"/>
                  <a:pt x="16104" y="4320"/>
                  <a:pt x="15573" y="4320"/>
                </a:cubicBezTo>
                <a:lnTo>
                  <a:pt x="15119" y="4320"/>
                </a:lnTo>
                <a:cubicBezTo>
                  <a:pt x="13376" y="4320"/>
                  <a:pt x="11784" y="5040"/>
                  <a:pt x="10344" y="6479"/>
                </a:cubicBezTo>
                <a:cubicBezTo>
                  <a:pt x="8904" y="7919"/>
                  <a:pt x="7768" y="9473"/>
                  <a:pt x="6934" y="11140"/>
                </a:cubicBezTo>
                <a:cubicBezTo>
                  <a:pt x="6100" y="12807"/>
                  <a:pt x="5456" y="14399"/>
                  <a:pt x="5002" y="15914"/>
                </a:cubicBezTo>
                <a:cubicBezTo>
                  <a:pt x="4547" y="17430"/>
                  <a:pt x="4244" y="18264"/>
                  <a:pt x="4092" y="18415"/>
                </a:cubicBezTo>
                <a:cubicBezTo>
                  <a:pt x="3941" y="18567"/>
                  <a:pt x="3334" y="18642"/>
                  <a:pt x="2273" y="18642"/>
                </a:cubicBezTo>
                <a:lnTo>
                  <a:pt x="682" y="18642"/>
                </a:lnTo>
                <a:cubicBezTo>
                  <a:pt x="227" y="18188"/>
                  <a:pt x="0" y="17847"/>
                  <a:pt x="0" y="176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DD4BA-1B92-405E-8E24-BFF747F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863" y="2603799"/>
            <a:ext cx="25918" cy="80291"/>
          </a:xfrm>
          <a:custGeom xmlns:a="http://schemas.openxmlformats.org/drawingml/2006/main">
            <a:pathLst>
              <a:path w="25918" h="80291">
                <a:moveTo>
                  <a:pt x="8980" y="72258"/>
                </a:moveTo>
                <a:cubicBezTo>
                  <a:pt x="8980" y="74759"/>
                  <a:pt x="9927" y="76010"/>
                  <a:pt x="11822" y="76010"/>
                </a:cubicBezTo>
                <a:cubicBezTo>
                  <a:pt x="14626" y="76010"/>
                  <a:pt x="17013" y="72031"/>
                  <a:pt x="18983" y="64074"/>
                </a:cubicBezTo>
                <a:cubicBezTo>
                  <a:pt x="19438" y="62558"/>
                  <a:pt x="19817" y="61763"/>
                  <a:pt x="20120" y="61687"/>
                </a:cubicBezTo>
                <a:cubicBezTo>
                  <a:pt x="20272" y="61611"/>
                  <a:pt x="20651" y="61573"/>
                  <a:pt x="21257" y="61573"/>
                </a:cubicBezTo>
                <a:lnTo>
                  <a:pt x="21712" y="61573"/>
                </a:lnTo>
                <a:cubicBezTo>
                  <a:pt x="22394" y="61573"/>
                  <a:pt x="22848" y="61573"/>
                  <a:pt x="23076" y="61573"/>
                </a:cubicBezTo>
                <a:cubicBezTo>
                  <a:pt x="23303" y="61573"/>
                  <a:pt x="23493" y="61649"/>
                  <a:pt x="23644" y="61800"/>
                </a:cubicBezTo>
                <a:cubicBezTo>
                  <a:pt x="23796" y="61952"/>
                  <a:pt x="23871" y="62217"/>
                  <a:pt x="23871" y="62596"/>
                </a:cubicBezTo>
                <a:cubicBezTo>
                  <a:pt x="23796" y="63051"/>
                  <a:pt x="23682" y="63657"/>
                  <a:pt x="23530" y="64415"/>
                </a:cubicBezTo>
                <a:cubicBezTo>
                  <a:pt x="23379" y="65173"/>
                  <a:pt x="22962" y="66613"/>
                  <a:pt x="22280" y="68735"/>
                </a:cubicBezTo>
                <a:cubicBezTo>
                  <a:pt x="21598" y="70856"/>
                  <a:pt x="20840" y="72637"/>
                  <a:pt x="20007" y="74077"/>
                </a:cubicBezTo>
                <a:cubicBezTo>
                  <a:pt x="19173" y="75517"/>
                  <a:pt x="17998" y="76919"/>
                  <a:pt x="16483" y="78283"/>
                </a:cubicBezTo>
                <a:cubicBezTo>
                  <a:pt x="14967" y="79647"/>
                  <a:pt x="13224" y="80291"/>
                  <a:pt x="11254" y="80216"/>
                </a:cubicBezTo>
                <a:cubicBezTo>
                  <a:pt x="8526" y="80216"/>
                  <a:pt x="5987" y="79382"/>
                  <a:pt x="3638" y="77715"/>
                </a:cubicBezTo>
                <a:cubicBezTo>
                  <a:pt x="1288" y="76048"/>
                  <a:pt x="76" y="73244"/>
                  <a:pt x="0" y="69303"/>
                </a:cubicBezTo>
                <a:cubicBezTo>
                  <a:pt x="0" y="68394"/>
                  <a:pt x="38" y="67749"/>
                  <a:pt x="114" y="67370"/>
                </a:cubicBezTo>
                <a:lnTo>
                  <a:pt x="7502" y="38043"/>
                </a:lnTo>
                <a:cubicBezTo>
                  <a:pt x="12277" y="18718"/>
                  <a:pt x="14664" y="8753"/>
                  <a:pt x="14664" y="8147"/>
                </a:cubicBezTo>
                <a:cubicBezTo>
                  <a:pt x="14664" y="7919"/>
                  <a:pt x="14626" y="7730"/>
                  <a:pt x="14550" y="7578"/>
                </a:cubicBezTo>
                <a:cubicBezTo>
                  <a:pt x="14474" y="7427"/>
                  <a:pt x="14323" y="7275"/>
                  <a:pt x="14096" y="7124"/>
                </a:cubicBezTo>
                <a:cubicBezTo>
                  <a:pt x="13868" y="6972"/>
                  <a:pt x="13679" y="6896"/>
                  <a:pt x="13527" y="6896"/>
                </a:cubicBezTo>
                <a:cubicBezTo>
                  <a:pt x="13376" y="6896"/>
                  <a:pt x="13072" y="6858"/>
                  <a:pt x="12618" y="6783"/>
                </a:cubicBezTo>
                <a:cubicBezTo>
                  <a:pt x="12163" y="6707"/>
                  <a:pt x="11860" y="6669"/>
                  <a:pt x="11708" y="6669"/>
                </a:cubicBezTo>
                <a:cubicBezTo>
                  <a:pt x="11557" y="6669"/>
                  <a:pt x="11216" y="6631"/>
                  <a:pt x="10685" y="6555"/>
                </a:cubicBezTo>
                <a:cubicBezTo>
                  <a:pt x="10155" y="6479"/>
                  <a:pt x="9776" y="6479"/>
                  <a:pt x="9549" y="6555"/>
                </a:cubicBezTo>
                <a:cubicBezTo>
                  <a:pt x="8791" y="6555"/>
                  <a:pt x="8298" y="6555"/>
                  <a:pt x="8071" y="6555"/>
                </a:cubicBezTo>
                <a:cubicBezTo>
                  <a:pt x="7843" y="6555"/>
                  <a:pt x="7540" y="6517"/>
                  <a:pt x="7161" y="6441"/>
                </a:cubicBezTo>
                <a:cubicBezTo>
                  <a:pt x="6783" y="6366"/>
                  <a:pt x="6555" y="6252"/>
                  <a:pt x="6479" y="6100"/>
                </a:cubicBezTo>
                <a:cubicBezTo>
                  <a:pt x="6404" y="5949"/>
                  <a:pt x="6366" y="5722"/>
                  <a:pt x="6366" y="5418"/>
                </a:cubicBezTo>
                <a:cubicBezTo>
                  <a:pt x="6366" y="5267"/>
                  <a:pt x="6441" y="4736"/>
                  <a:pt x="6593" y="3827"/>
                </a:cubicBezTo>
                <a:cubicBezTo>
                  <a:pt x="6972" y="2387"/>
                  <a:pt x="7389" y="1591"/>
                  <a:pt x="7843" y="1440"/>
                </a:cubicBezTo>
                <a:cubicBezTo>
                  <a:pt x="8298" y="1288"/>
                  <a:pt x="11026" y="1061"/>
                  <a:pt x="16028" y="758"/>
                </a:cubicBezTo>
                <a:cubicBezTo>
                  <a:pt x="17165" y="682"/>
                  <a:pt x="18453" y="606"/>
                  <a:pt x="19893" y="530"/>
                </a:cubicBezTo>
                <a:cubicBezTo>
                  <a:pt x="21333" y="455"/>
                  <a:pt x="22469" y="341"/>
                  <a:pt x="23303" y="189"/>
                </a:cubicBezTo>
                <a:cubicBezTo>
                  <a:pt x="24137" y="38"/>
                  <a:pt x="24553" y="0"/>
                  <a:pt x="24553" y="76"/>
                </a:cubicBezTo>
                <a:cubicBezTo>
                  <a:pt x="25463" y="76"/>
                  <a:pt x="25918" y="379"/>
                  <a:pt x="25918" y="985"/>
                </a:cubicBezTo>
                <a:cubicBezTo>
                  <a:pt x="25918" y="1819"/>
                  <a:pt x="23151" y="13186"/>
                  <a:pt x="17619" y="35087"/>
                </a:cubicBezTo>
                <a:cubicBezTo>
                  <a:pt x="12087" y="56988"/>
                  <a:pt x="9245" y="68469"/>
                  <a:pt x="9094" y="69530"/>
                </a:cubicBezTo>
                <a:cubicBezTo>
                  <a:pt x="9094" y="69682"/>
                  <a:pt x="9094" y="69985"/>
                  <a:pt x="9094" y="70440"/>
                </a:cubicBezTo>
                <a:cubicBezTo>
                  <a:pt x="9094" y="70894"/>
                  <a:pt x="9056" y="71273"/>
                  <a:pt x="8980" y="71576"/>
                </a:cubicBezTo>
                <a:lnTo>
                  <a:pt x="8980" y="72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351D0-BACD-4CEF-99F1-85D37DA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863" y="2603799"/>
            <a:ext cx="25918" cy="80291"/>
          </a:xfrm>
          <a:custGeom xmlns:a="http://schemas.openxmlformats.org/drawingml/2006/main">
            <a:pathLst>
              <a:path w="25918" h="80291" fill="none">
                <a:moveTo>
                  <a:pt x="8980" y="72258"/>
                </a:moveTo>
                <a:cubicBezTo>
                  <a:pt x="8980" y="74759"/>
                  <a:pt x="9927" y="76010"/>
                  <a:pt x="11822" y="76010"/>
                </a:cubicBezTo>
                <a:cubicBezTo>
                  <a:pt x="14626" y="76010"/>
                  <a:pt x="17013" y="72031"/>
                  <a:pt x="18983" y="64074"/>
                </a:cubicBezTo>
                <a:cubicBezTo>
                  <a:pt x="19438" y="62558"/>
                  <a:pt x="19817" y="61763"/>
                  <a:pt x="20120" y="61687"/>
                </a:cubicBezTo>
                <a:cubicBezTo>
                  <a:pt x="20272" y="61611"/>
                  <a:pt x="20651" y="61573"/>
                  <a:pt x="21257" y="61573"/>
                </a:cubicBezTo>
                <a:lnTo>
                  <a:pt x="21712" y="61573"/>
                </a:lnTo>
                <a:cubicBezTo>
                  <a:pt x="22394" y="61573"/>
                  <a:pt x="22848" y="61573"/>
                  <a:pt x="23076" y="61573"/>
                </a:cubicBezTo>
                <a:cubicBezTo>
                  <a:pt x="23303" y="61573"/>
                  <a:pt x="23493" y="61649"/>
                  <a:pt x="23644" y="61800"/>
                </a:cubicBezTo>
                <a:cubicBezTo>
                  <a:pt x="23796" y="61952"/>
                  <a:pt x="23871" y="62217"/>
                  <a:pt x="23871" y="62596"/>
                </a:cubicBezTo>
                <a:cubicBezTo>
                  <a:pt x="23796" y="63051"/>
                  <a:pt x="23682" y="63657"/>
                  <a:pt x="23530" y="64415"/>
                </a:cubicBezTo>
                <a:cubicBezTo>
                  <a:pt x="23379" y="65173"/>
                  <a:pt x="22962" y="66613"/>
                  <a:pt x="22280" y="68735"/>
                </a:cubicBezTo>
                <a:cubicBezTo>
                  <a:pt x="21598" y="70856"/>
                  <a:pt x="20840" y="72637"/>
                  <a:pt x="20007" y="74077"/>
                </a:cubicBezTo>
                <a:cubicBezTo>
                  <a:pt x="19173" y="75517"/>
                  <a:pt x="17998" y="76919"/>
                  <a:pt x="16483" y="78283"/>
                </a:cubicBezTo>
                <a:cubicBezTo>
                  <a:pt x="14967" y="79647"/>
                  <a:pt x="13224" y="80291"/>
                  <a:pt x="11254" y="80216"/>
                </a:cubicBezTo>
                <a:cubicBezTo>
                  <a:pt x="8526" y="80216"/>
                  <a:pt x="5987" y="79382"/>
                  <a:pt x="3638" y="77715"/>
                </a:cubicBezTo>
                <a:cubicBezTo>
                  <a:pt x="1288" y="76048"/>
                  <a:pt x="76" y="73244"/>
                  <a:pt x="0" y="69303"/>
                </a:cubicBezTo>
                <a:cubicBezTo>
                  <a:pt x="0" y="68394"/>
                  <a:pt x="38" y="67749"/>
                  <a:pt x="114" y="67370"/>
                </a:cubicBezTo>
                <a:lnTo>
                  <a:pt x="7502" y="38043"/>
                </a:lnTo>
                <a:cubicBezTo>
                  <a:pt x="12277" y="18718"/>
                  <a:pt x="14664" y="8753"/>
                  <a:pt x="14664" y="8147"/>
                </a:cubicBezTo>
                <a:cubicBezTo>
                  <a:pt x="14664" y="7919"/>
                  <a:pt x="14626" y="7730"/>
                  <a:pt x="14550" y="7578"/>
                </a:cubicBezTo>
                <a:cubicBezTo>
                  <a:pt x="14474" y="7427"/>
                  <a:pt x="14323" y="7275"/>
                  <a:pt x="14096" y="7124"/>
                </a:cubicBezTo>
                <a:cubicBezTo>
                  <a:pt x="13868" y="6972"/>
                  <a:pt x="13679" y="6896"/>
                  <a:pt x="13527" y="6896"/>
                </a:cubicBezTo>
                <a:cubicBezTo>
                  <a:pt x="13376" y="6896"/>
                  <a:pt x="13072" y="6858"/>
                  <a:pt x="12618" y="6783"/>
                </a:cubicBezTo>
                <a:cubicBezTo>
                  <a:pt x="12163" y="6707"/>
                  <a:pt x="11860" y="6669"/>
                  <a:pt x="11708" y="6669"/>
                </a:cubicBezTo>
                <a:cubicBezTo>
                  <a:pt x="11557" y="6669"/>
                  <a:pt x="11216" y="6631"/>
                  <a:pt x="10685" y="6555"/>
                </a:cubicBezTo>
                <a:cubicBezTo>
                  <a:pt x="10155" y="6479"/>
                  <a:pt x="9776" y="6479"/>
                  <a:pt x="9549" y="6555"/>
                </a:cubicBezTo>
                <a:cubicBezTo>
                  <a:pt x="8791" y="6555"/>
                  <a:pt x="8298" y="6555"/>
                  <a:pt x="8071" y="6555"/>
                </a:cubicBezTo>
                <a:cubicBezTo>
                  <a:pt x="7843" y="6555"/>
                  <a:pt x="7540" y="6517"/>
                  <a:pt x="7161" y="6441"/>
                </a:cubicBezTo>
                <a:cubicBezTo>
                  <a:pt x="6783" y="6366"/>
                  <a:pt x="6555" y="6252"/>
                  <a:pt x="6479" y="6100"/>
                </a:cubicBezTo>
                <a:cubicBezTo>
                  <a:pt x="6404" y="5949"/>
                  <a:pt x="6366" y="5722"/>
                  <a:pt x="6366" y="5418"/>
                </a:cubicBezTo>
                <a:cubicBezTo>
                  <a:pt x="6366" y="5267"/>
                  <a:pt x="6441" y="4736"/>
                  <a:pt x="6593" y="3827"/>
                </a:cubicBezTo>
                <a:cubicBezTo>
                  <a:pt x="6972" y="2387"/>
                  <a:pt x="7389" y="1591"/>
                  <a:pt x="7843" y="1440"/>
                </a:cubicBezTo>
                <a:cubicBezTo>
                  <a:pt x="8298" y="1288"/>
                  <a:pt x="11026" y="1061"/>
                  <a:pt x="16028" y="758"/>
                </a:cubicBezTo>
                <a:cubicBezTo>
                  <a:pt x="17165" y="682"/>
                  <a:pt x="18453" y="606"/>
                  <a:pt x="19893" y="530"/>
                </a:cubicBezTo>
                <a:cubicBezTo>
                  <a:pt x="21333" y="455"/>
                  <a:pt x="22469" y="341"/>
                  <a:pt x="23303" y="189"/>
                </a:cubicBezTo>
                <a:cubicBezTo>
                  <a:pt x="24137" y="38"/>
                  <a:pt x="24553" y="0"/>
                  <a:pt x="24553" y="76"/>
                </a:cubicBezTo>
                <a:cubicBezTo>
                  <a:pt x="25463" y="76"/>
                  <a:pt x="25918" y="379"/>
                  <a:pt x="25918" y="985"/>
                </a:cubicBezTo>
                <a:cubicBezTo>
                  <a:pt x="25918" y="1819"/>
                  <a:pt x="23151" y="13186"/>
                  <a:pt x="17619" y="35087"/>
                </a:cubicBezTo>
                <a:cubicBezTo>
                  <a:pt x="12087" y="56988"/>
                  <a:pt x="9245" y="68469"/>
                  <a:pt x="9094" y="69530"/>
                </a:cubicBezTo>
                <a:cubicBezTo>
                  <a:pt x="9094" y="69682"/>
                  <a:pt x="9094" y="69985"/>
                  <a:pt x="9094" y="70440"/>
                </a:cubicBezTo>
                <a:cubicBezTo>
                  <a:pt x="9094" y="70894"/>
                  <a:pt x="9056" y="71273"/>
                  <a:pt x="8980" y="71576"/>
                </a:cubicBezTo>
                <a:lnTo>
                  <a:pt x="8980" y="722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19581-8D6E-4A70-B9B6-22707F8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907" y="2713174"/>
            <a:ext cx="45356" cy="75707"/>
          </a:xfrm>
          <a:custGeom xmlns:a="http://schemas.openxmlformats.org/drawingml/2006/main">
            <a:pathLst>
              <a:path w="45356" h="75707">
                <a:moveTo>
                  <a:pt x="6707" y="26941"/>
                </a:moveTo>
                <a:cubicBezTo>
                  <a:pt x="4661" y="26941"/>
                  <a:pt x="3031" y="26259"/>
                  <a:pt x="1819" y="24894"/>
                </a:cubicBezTo>
                <a:cubicBezTo>
                  <a:pt x="606" y="23530"/>
                  <a:pt x="0" y="21863"/>
                  <a:pt x="0" y="19893"/>
                </a:cubicBezTo>
                <a:cubicBezTo>
                  <a:pt x="0" y="14512"/>
                  <a:pt x="2008" y="9852"/>
                  <a:pt x="6025" y="5911"/>
                </a:cubicBezTo>
                <a:cubicBezTo>
                  <a:pt x="10041" y="1970"/>
                  <a:pt x="15043" y="0"/>
                  <a:pt x="21030" y="0"/>
                </a:cubicBezTo>
                <a:cubicBezTo>
                  <a:pt x="27926" y="0"/>
                  <a:pt x="33685" y="2122"/>
                  <a:pt x="38308" y="6366"/>
                </a:cubicBezTo>
                <a:cubicBezTo>
                  <a:pt x="42931" y="10610"/>
                  <a:pt x="45280" y="16104"/>
                  <a:pt x="45356" y="22848"/>
                </a:cubicBezTo>
                <a:cubicBezTo>
                  <a:pt x="45356" y="26107"/>
                  <a:pt x="44598" y="29214"/>
                  <a:pt x="43082" y="32170"/>
                </a:cubicBezTo>
                <a:cubicBezTo>
                  <a:pt x="41567" y="35125"/>
                  <a:pt x="39748" y="37702"/>
                  <a:pt x="37626" y="39899"/>
                </a:cubicBezTo>
                <a:cubicBezTo>
                  <a:pt x="35504" y="42097"/>
                  <a:pt x="32473" y="44901"/>
                  <a:pt x="28532" y="48311"/>
                </a:cubicBezTo>
                <a:cubicBezTo>
                  <a:pt x="25804" y="50660"/>
                  <a:pt x="22015" y="54146"/>
                  <a:pt x="17165" y="58769"/>
                </a:cubicBezTo>
                <a:lnTo>
                  <a:pt x="10458" y="65135"/>
                </a:lnTo>
                <a:lnTo>
                  <a:pt x="19097" y="65249"/>
                </a:lnTo>
                <a:cubicBezTo>
                  <a:pt x="30995" y="65249"/>
                  <a:pt x="37323" y="65059"/>
                  <a:pt x="38081" y="64680"/>
                </a:cubicBezTo>
                <a:cubicBezTo>
                  <a:pt x="38611" y="64529"/>
                  <a:pt x="39520" y="61156"/>
                  <a:pt x="40809" y="54563"/>
                </a:cubicBezTo>
                <a:lnTo>
                  <a:pt x="40809" y="54222"/>
                </a:lnTo>
                <a:lnTo>
                  <a:pt x="45356" y="54222"/>
                </a:lnTo>
                <a:lnTo>
                  <a:pt x="45356" y="54563"/>
                </a:lnTo>
                <a:cubicBezTo>
                  <a:pt x="45280" y="54791"/>
                  <a:pt x="44787" y="58239"/>
                  <a:pt x="43878" y="64908"/>
                </a:cubicBezTo>
                <a:cubicBezTo>
                  <a:pt x="42969" y="71576"/>
                  <a:pt x="42400" y="75062"/>
                  <a:pt x="42173" y="75366"/>
                </a:cubicBezTo>
                <a:lnTo>
                  <a:pt x="42173" y="75707"/>
                </a:lnTo>
                <a:lnTo>
                  <a:pt x="0" y="75707"/>
                </a:lnTo>
                <a:lnTo>
                  <a:pt x="0" y="73547"/>
                </a:lnTo>
                <a:lnTo>
                  <a:pt x="0" y="72183"/>
                </a:lnTo>
                <a:cubicBezTo>
                  <a:pt x="0" y="71652"/>
                  <a:pt x="227" y="71084"/>
                  <a:pt x="682" y="70478"/>
                </a:cubicBezTo>
                <a:cubicBezTo>
                  <a:pt x="1137" y="69871"/>
                  <a:pt x="2273" y="68545"/>
                  <a:pt x="4092" y="66499"/>
                </a:cubicBezTo>
                <a:cubicBezTo>
                  <a:pt x="6290" y="64074"/>
                  <a:pt x="8184" y="61952"/>
                  <a:pt x="9776" y="60133"/>
                </a:cubicBezTo>
                <a:cubicBezTo>
                  <a:pt x="10458" y="59375"/>
                  <a:pt x="11746" y="57973"/>
                  <a:pt x="13641" y="55927"/>
                </a:cubicBezTo>
                <a:cubicBezTo>
                  <a:pt x="15535" y="53881"/>
                  <a:pt x="16824" y="52479"/>
                  <a:pt x="17506" y="51721"/>
                </a:cubicBezTo>
                <a:cubicBezTo>
                  <a:pt x="18188" y="50964"/>
                  <a:pt x="19287" y="49713"/>
                  <a:pt x="20802" y="47970"/>
                </a:cubicBezTo>
                <a:cubicBezTo>
                  <a:pt x="22318" y="46227"/>
                  <a:pt x="23379" y="44939"/>
                  <a:pt x="23985" y="44105"/>
                </a:cubicBezTo>
                <a:cubicBezTo>
                  <a:pt x="24591" y="43272"/>
                  <a:pt x="25463" y="42135"/>
                  <a:pt x="26600" y="40695"/>
                </a:cubicBezTo>
                <a:cubicBezTo>
                  <a:pt x="27736" y="39255"/>
                  <a:pt x="28532" y="38043"/>
                  <a:pt x="28987" y="37058"/>
                </a:cubicBezTo>
                <a:cubicBezTo>
                  <a:pt x="29441" y="36072"/>
                  <a:pt x="30010" y="34974"/>
                  <a:pt x="30692" y="33761"/>
                </a:cubicBezTo>
                <a:cubicBezTo>
                  <a:pt x="31374" y="32549"/>
                  <a:pt x="31866" y="31336"/>
                  <a:pt x="32170" y="30123"/>
                </a:cubicBezTo>
                <a:cubicBezTo>
                  <a:pt x="32473" y="28911"/>
                  <a:pt x="32738" y="27774"/>
                  <a:pt x="32965" y="26713"/>
                </a:cubicBezTo>
                <a:cubicBezTo>
                  <a:pt x="33193" y="25652"/>
                  <a:pt x="33306" y="24402"/>
                  <a:pt x="33306" y="22962"/>
                </a:cubicBezTo>
                <a:cubicBezTo>
                  <a:pt x="33306" y="18188"/>
                  <a:pt x="32018" y="14058"/>
                  <a:pt x="29441" y="10572"/>
                </a:cubicBezTo>
                <a:cubicBezTo>
                  <a:pt x="26865" y="7086"/>
                  <a:pt x="23189" y="5343"/>
                  <a:pt x="18415" y="5343"/>
                </a:cubicBezTo>
                <a:cubicBezTo>
                  <a:pt x="15914" y="5343"/>
                  <a:pt x="13717" y="5987"/>
                  <a:pt x="11822" y="7275"/>
                </a:cubicBezTo>
                <a:cubicBezTo>
                  <a:pt x="9927" y="8563"/>
                  <a:pt x="8601" y="9814"/>
                  <a:pt x="7843" y="11026"/>
                </a:cubicBezTo>
                <a:cubicBezTo>
                  <a:pt x="7086" y="12239"/>
                  <a:pt x="6707" y="12959"/>
                  <a:pt x="6707" y="13186"/>
                </a:cubicBezTo>
                <a:cubicBezTo>
                  <a:pt x="6707" y="13262"/>
                  <a:pt x="6896" y="13300"/>
                  <a:pt x="7275" y="13300"/>
                </a:cubicBezTo>
                <a:cubicBezTo>
                  <a:pt x="8639" y="13300"/>
                  <a:pt x="10041" y="13830"/>
                  <a:pt x="11481" y="14891"/>
                </a:cubicBezTo>
                <a:cubicBezTo>
                  <a:pt x="12921" y="15952"/>
                  <a:pt x="13641" y="17695"/>
                  <a:pt x="13641" y="20120"/>
                </a:cubicBezTo>
                <a:cubicBezTo>
                  <a:pt x="13641" y="22015"/>
                  <a:pt x="13035" y="23606"/>
                  <a:pt x="11822" y="24894"/>
                </a:cubicBezTo>
                <a:cubicBezTo>
                  <a:pt x="10610" y="26183"/>
                  <a:pt x="8904" y="26865"/>
                  <a:pt x="6707" y="26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8F142-2E5F-4D9C-A25F-E73A097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907" y="2713174"/>
            <a:ext cx="45356" cy="75707"/>
          </a:xfrm>
          <a:custGeom xmlns:a="http://schemas.openxmlformats.org/drawingml/2006/main">
            <a:pathLst>
              <a:path w="45356" h="75707" fill="none">
                <a:moveTo>
                  <a:pt x="6707" y="26941"/>
                </a:moveTo>
                <a:cubicBezTo>
                  <a:pt x="4661" y="26941"/>
                  <a:pt x="3031" y="26259"/>
                  <a:pt x="1819" y="24894"/>
                </a:cubicBezTo>
                <a:cubicBezTo>
                  <a:pt x="606" y="23530"/>
                  <a:pt x="0" y="21863"/>
                  <a:pt x="0" y="19893"/>
                </a:cubicBezTo>
                <a:cubicBezTo>
                  <a:pt x="0" y="14512"/>
                  <a:pt x="2008" y="9852"/>
                  <a:pt x="6025" y="5911"/>
                </a:cubicBezTo>
                <a:cubicBezTo>
                  <a:pt x="10041" y="1970"/>
                  <a:pt x="15043" y="0"/>
                  <a:pt x="21030" y="0"/>
                </a:cubicBezTo>
                <a:cubicBezTo>
                  <a:pt x="27926" y="0"/>
                  <a:pt x="33685" y="2122"/>
                  <a:pt x="38308" y="6366"/>
                </a:cubicBezTo>
                <a:cubicBezTo>
                  <a:pt x="42931" y="10610"/>
                  <a:pt x="45280" y="16104"/>
                  <a:pt x="45356" y="22848"/>
                </a:cubicBezTo>
                <a:cubicBezTo>
                  <a:pt x="45356" y="26107"/>
                  <a:pt x="44598" y="29214"/>
                  <a:pt x="43082" y="32170"/>
                </a:cubicBezTo>
                <a:cubicBezTo>
                  <a:pt x="41567" y="35125"/>
                  <a:pt x="39748" y="37702"/>
                  <a:pt x="37626" y="39899"/>
                </a:cubicBezTo>
                <a:cubicBezTo>
                  <a:pt x="35504" y="42097"/>
                  <a:pt x="32473" y="44901"/>
                  <a:pt x="28532" y="48311"/>
                </a:cubicBezTo>
                <a:cubicBezTo>
                  <a:pt x="25804" y="50660"/>
                  <a:pt x="22015" y="54146"/>
                  <a:pt x="17165" y="58769"/>
                </a:cubicBezTo>
                <a:lnTo>
                  <a:pt x="10458" y="65135"/>
                </a:lnTo>
                <a:lnTo>
                  <a:pt x="19097" y="65249"/>
                </a:lnTo>
                <a:cubicBezTo>
                  <a:pt x="30995" y="65249"/>
                  <a:pt x="37323" y="65059"/>
                  <a:pt x="38081" y="64680"/>
                </a:cubicBezTo>
                <a:cubicBezTo>
                  <a:pt x="38611" y="64529"/>
                  <a:pt x="39520" y="61156"/>
                  <a:pt x="40809" y="54563"/>
                </a:cubicBezTo>
                <a:lnTo>
                  <a:pt x="40809" y="54222"/>
                </a:lnTo>
                <a:lnTo>
                  <a:pt x="45356" y="54222"/>
                </a:lnTo>
                <a:lnTo>
                  <a:pt x="45356" y="54563"/>
                </a:lnTo>
                <a:cubicBezTo>
                  <a:pt x="45280" y="54791"/>
                  <a:pt x="44787" y="58239"/>
                  <a:pt x="43878" y="64908"/>
                </a:cubicBezTo>
                <a:cubicBezTo>
                  <a:pt x="42969" y="71576"/>
                  <a:pt x="42400" y="75062"/>
                  <a:pt x="42173" y="75366"/>
                </a:cubicBezTo>
                <a:lnTo>
                  <a:pt x="42173" y="75707"/>
                </a:lnTo>
                <a:lnTo>
                  <a:pt x="0" y="75707"/>
                </a:lnTo>
                <a:lnTo>
                  <a:pt x="0" y="73547"/>
                </a:lnTo>
                <a:lnTo>
                  <a:pt x="0" y="72183"/>
                </a:lnTo>
                <a:cubicBezTo>
                  <a:pt x="0" y="71652"/>
                  <a:pt x="227" y="71084"/>
                  <a:pt x="682" y="70478"/>
                </a:cubicBezTo>
                <a:cubicBezTo>
                  <a:pt x="1137" y="69871"/>
                  <a:pt x="2273" y="68545"/>
                  <a:pt x="4092" y="66499"/>
                </a:cubicBezTo>
                <a:cubicBezTo>
                  <a:pt x="6290" y="64074"/>
                  <a:pt x="8184" y="61952"/>
                  <a:pt x="9776" y="60133"/>
                </a:cubicBezTo>
                <a:cubicBezTo>
                  <a:pt x="10458" y="59375"/>
                  <a:pt x="11746" y="57973"/>
                  <a:pt x="13641" y="55927"/>
                </a:cubicBezTo>
                <a:cubicBezTo>
                  <a:pt x="15535" y="53881"/>
                  <a:pt x="16824" y="52479"/>
                  <a:pt x="17506" y="51721"/>
                </a:cubicBezTo>
                <a:cubicBezTo>
                  <a:pt x="18188" y="50964"/>
                  <a:pt x="19287" y="49713"/>
                  <a:pt x="20802" y="47970"/>
                </a:cubicBezTo>
                <a:cubicBezTo>
                  <a:pt x="22318" y="46227"/>
                  <a:pt x="23379" y="44939"/>
                  <a:pt x="23985" y="44105"/>
                </a:cubicBezTo>
                <a:cubicBezTo>
                  <a:pt x="24591" y="43272"/>
                  <a:pt x="25463" y="42135"/>
                  <a:pt x="26600" y="40695"/>
                </a:cubicBezTo>
                <a:cubicBezTo>
                  <a:pt x="27736" y="39255"/>
                  <a:pt x="28532" y="38043"/>
                  <a:pt x="28987" y="37058"/>
                </a:cubicBezTo>
                <a:cubicBezTo>
                  <a:pt x="29441" y="36072"/>
                  <a:pt x="30010" y="34974"/>
                  <a:pt x="30692" y="33761"/>
                </a:cubicBezTo>
                <a:cubicBezTo>
                  <a:pt x="31374" y="32549"/>
                  <a:pt x="31866" y="31336"/>
                  <a:pt x="32170" y="30123"/>
                </a:cubicBezTo>
                <a:cubicBezTo>
                  <a:pt x="32473" y="28911"/>
                  <a:pt x="32738" y="27774"/>
                  <a:pt x="32965" y="26713"/>
                </a:cubicBezTo>
                <a:cubicBezTo>
                  <a:pt x="33193" y="25652"/>
                  <a:pt x="33306" y="24402"/>
                  <a:pt x="33306" y="22962"/>
                </a:cubicBezTo>
                <a:cubicBezTo>
                  <a:pt x="33306" y="18188"/>
                  <a:pt x="32018" y="14058"/>
                  <a:pt x="29441" y="10572"/>
                </a:cubicBezTo>
                <a:cubicBezTo>
                  <a:pt x="26865" y="7086"/>
                  <a:pt x="23189" y="5343"/>
                  <a:pt x="18415" y="5343"/>
                </a:cubicBezTo>
                <a:cubicBezTo>
                  <a:pt x="15914" y="5343"/>
                  <a:pt x="13717" y="5987"/>
                  <a:pt x="11822" y="7275"/>
                </a:cubicBezTo>
                <a:cubicBezTo>
                  <a:pt x="9927" y="8563"/>
                  <a:pt x="8601" y="9814"/>
                  <a:pt x="7843" y="11026"/>
                </a:cubicBezTo>
                <a:cubicBezTo>
                  <a:pt x="7086" y="12239"/>
                  <a:pt x="6707" y="12959"/>
                  <a:pt x="6707" y="13186"/>
                </a:cubicBezTo>
                <a:cubicBezTo>
                  <a:pt x="6707" y="13262"/>
                  <a:pt x="6896" y="13300"/>
                  <a:pt x="7275" y="13300"/>
                </a:cubicBezTo>
                <a:cubicBezTo>
                  <a:pt x="8639" y="13300"/>
                  <a:pt x="10041" y="13830"/>
                  <a:pt x="11481" y="14891"/>
                </a:cubicBezTo>
                <a:cubicBezTo>
                  <a:pt x="12921" y="15952"/>
                  <a:pt x="13641" y="17695"/>
                  <a:pt x="13641" y="20120"/>
                </a:cubicBezTo>
                <a:cubicBezTo>
                  <a:pt x="13641" y="22015"/>
                  <a:pt x="13035" y="23606"/>
                  <a:pt x="11822" y="24894"/>
                </a:cubicBezTo>
                <a:cubicBezTo>
                  <a:pt x="10610" y="26183"/>
                  <a:pt x="8904" y="26865"/>
                  <a:pt x="6707" y="269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000000">
                <a:alpha val="2970"/>
              </a:srgbClr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32D1D-2BF9-4AF2-8DA1-8893EB7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57" y="2577882"/>
            <a:ext cx="317875" cy="222512"/>
          </a:xfrm>
          <a:custGeom xmlns:a="http://schemas.openxmlformats.org/drawingml/2006/main">
            <a:pathLst>
              <a:path w="317875" h="222512">
                <a:moveTo>
                  <a:pt x="33377" y="0"/>
                </a:moveTo>
                <a:lnTo>
                  <a:pt x="284500" y="0"/>
                </a:lnTo>
                <a:cubicBezTo>
                  <a:pt x="288925" y="0"/>
                  <a:pt x="293182" y="846"/>
                  <a:pt x="297269" y="2538"/>
                </a:cubicBezTo>
                <a:cubicBezTo>
                  <a:pt x="301358" y="4233"/>
                  <a:pt x="304969" y="6645"/>
                  <a:pt x="308098" y="9775"/>
                </a:cubicBezTo>
                <a:cubicBezTo>
                  <a:pt x="311228" y="12904"/>
                  <a:pt x="313639" y="16514"/>
                  <a:pt x="315332" y="20602"/>
                </a:cubicBezTo>
                <a:cubicBezTo>
                  <a:pt x="317026" y="24691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1"/>
                  <a:pt x="317029" y="197818"/>
                  <a:pt x="315335" y="201907"/>
                </a:cubicBezTo>
                <a:cubicBezTo>
                  <a:pt x="313641" y="205995"/>
                  <a:pt x="311229" y="209605"/>
                  <a:pt x="308100" y="212736"/>
                </a:cubicBezTo>
                <a:cubicBezTo>
                  <a:pt x="304969" y="215864"/>
                  <a:pt x="301360" y="218276"/>
                  <a:pt x="297272" y="219971"/>
                </a:cubicBezTo>
                <a:cubicBezTo>
                  <a:pt x="293182" y="221665"/>
                  <a:pt x="288925" y="222512"/>
                  <a:pt x="284500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3" y="219971"/>
                </a:cubicBezTo>
                <a:cubicBezTo>
                  <a:pt x="16514" y="218276"/>
                  <a:pt x="12905" y="215864"/>
                  <a:pt x="9776" y="212736"/>
                </a:cubicBezTo>
                <a:cubicBezTo>
                  <a:pt x="6646" y="209605"/>
                  <a:pt x="4233" y="205995"/>
                  <a:pt x="2541" y="201907"/>
                </a:cubicBezTo>
                <a:cubicBezTo>
                  <a:pt x="846" y="197818"/>
                  <a:pt x="0" y="193561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5" y="6645"/>
                  <a:pt x="16514" y="4233"/>
                  <a:pt x="20602" y="2538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4716E-A110-417B-9897-A509829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57" y="2577882"/>
            <a:ext cx="317875" cy="222512"/>
          </a:xfrm>
          <a:custGeom xmlns:a="http://schemas.openxmlformats.org/drawingml/2006/main">
            <a:pathLst>
              <a:path w="317875" h="222512" fill="none">
                <a:moveTo>
                  <a:pt x="33377" y="0"/>
                </a:moveTo>
                <a:lnTo>
                  <a:pt x="284500" y="0"/>
                </a:lnTo>
                <a:cubicBezTo>
                  <a:pt x="288925" y="0"/>
                  <a:pt x="293182" y="846"/>
                  <a:pt x="297269" y="2538"/>
                </a:cubicBezTo>
                <a:cubicBezTo>
                  <a:pt x="301358" y="4233"/>
                  <a:pt x="304969" y="6645"/>
                  <a:pt x="308098" y="9775"/>
                </a:cubicBezTo>
                <a:cubicBezTo>
                  <a:pt x="311228" y="12904"/>
                  <a:pt x="313639" y="16514"/>
                  <a:pt x="315332" y="20602"/>
                </a:cubicBezTo>
                <a:cubicBezTo>
                  <a:pt x="317026" y="24691"/>
                  <a:pt x="317874" y="28950"/>
                  <a:pt x="317875" y="33376"/>
                </a:cubicBezTo>
                <a:lnTo>
                  <a:pt x="317875" y="189135"/>
                </a:lnTo>
                <a:cubicBezTo>
                  <a:pt x="317874" y="193561"/>
                  <a:pt x="317029" y="197818"/>
                  <a:pt x="315335" y="201907"/>
                </a:cubicBezTo>
                <a:cubicBezTo>
                  <a:pt x="313641" y="205995"/>
                  <a:pt x="311229" y="209605"/>
                  <a:pt x="308100" y="212736"/>
                </a:cubicBezTo>
                <a:cubicBezTo>
                  <a:pt x="304969" y="215864"/>
                  <a:pt x="301360" y="218276"/>
                  <a:pt x="297272" y="219971"/>
                </a:cubicBezTo>
                <a:cubicBezTo>
                  <a:pt x="293182" y="221665"/>
                  <a:pt x="288925" y="222512"/>
                  <a:pt x="284500" y="222512"/>
                </a:cubicBezTo>
                <a:lnTo>
                  <a:pt x="33377" y="222512"/>
                </a:lnTo>
                <a:cubicBezTo>
                  <a:pt x="28950" y="222512"/>
                  <a:pt x="24692" y="221665"/>
                  <a:pt x="20603" y="219971"/>
                </a:cubicBezTo>
                <a:cubicBezTo>
                  <a:pt x="16514" y="218276"/>
                  <a:pt x="12905" y="215864"/>
                  <a:pt x="9776" y="212736"/>
                </a:cubicBezTo>
                <a:cubicBezTo>
                  <a:pt x="6646" y="209605"/>
                  <a:pt x="4233" y="205995"/>
                  <a:pt x="2541" y="201907"/>
                </a:cubicBezTo>
                <a:cubicBezTo>
                  <a:pt x="846" y="197818"/>
                  <a:pt x="0" y="193561"/>
                  <a:pt x="1" y="189135"/>
                </a:cubicBezTo>
                <a:lnTo>
                  <a:pt x="1" y="33376"/>
                </a:lnTo>
                <a:cubicBezTo>
                  <a:pt x="0" y="28950"/>
                  <a:pt x="846" y="24691"/>
                  <a:pt x="2541" y="20602"/>
                </a:cubicBezTo>
                <a:cubicBezTo>
                  <a:pt x="4233" y="16514"/>
                  <a:pt x="6644" y="12904"/>
                  <a:pt x="9775" y="9775"/>
                </a:cubicBezTo>
                <a:cubicBezTo>
                  <a:pt x="12905" y="6645"/>
                  <a:pt x="16514" y="4233"/>
                  <a:pt x="20602" y="2538"/>
                </a:cubicBezTo>
                <a:cubicBezTo>
                  <a:pt x="24692" y="846"/>
                  <a:pt x="28950" y="0"/>
                  <a:pt x="333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B8545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6B43A-AA12-46D9-9FB5-A2D545D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282" y="2635812"/>
            <a:ext cx="79577" cy="146293"/>
          </a:xfrm>
          <a:custGeom xmlns:a="http://schemas.openxmlformats.org/drawingml/2006/main">
            <a:pathLst>
              <a:path w="79577" h="146293">
                <a:moveTo>
                  <a:pt x="10128" y="139380"/>
                </a:moveTo>
                <a:cubicBezTo>
                  <a:pt x="10342" y="139380"/>
                  <a:pt x="10664" y="139487"/>
                  <a:pt x="11093" y="139702"/>
                </a:cubicBezTo>
                <a:cubicBezTo>
                  <a:pt x="11521" y="139916"/>
                  <a:pt x="12111" y="140077"/>
                  <a:pt x="12861" y="140184"/>
                </a:cubicBezTo>
                <a:cubicBezTo>
                  <a:pt x="13611" y="140291"/>
                  <a:pt x="14254" y="140345"/>
                  <a:pt x="14790" y="140345"/>
                </a:cubicBezTo>
                <a:cubicBezTo>
                  <a:pt x="16183" y="140345"/>
                  <a:pt x="17469" y="139648"/>
                  <a:pt x="18648" y="138255"/>
                </a:cubicBezTo>
                <a:cubicBezTo>
                  <a:pt x="19827" y="136862"/>
                  <a:pt x="20685" y="135308"/>
                  <a:pt x="21221" y="133593"/>
                </a:cubicBezTo>
                <a:cubicBezTo>
                  <a:pt x="22292" y="130699"/>
                  <a:pt x="24114" y="122500"/>
                  <a:pt x="26686" y="108996"/>
                </a:cubicBezTo>
                <a:cubicBezTo>
                  <a:pt x="29259" y="95492"/>
                  <a:pt x="31724" y="82631"/>
                  <a:pt x="34081" y="70414"/>
                </a:cubicBezTo>
                <a:cubicBezTo>
                  <a:pt x="36439" y="58196"/>
                  <a:pt x="37618" y="52033"/>
                  <a:pt x="37618" y="51926"/>
                </a:cubicBezTo>
                <a:lnTo>
                  <a:pt x="37618" y="51444"/>
                </a:lnTo>
                <a:lnTo>
                  <a:pt x="30062" y="51444"/>
                </a:lnTo>
                <a:cubicBezTo>
                  <a:pt x="25025" y="51444"/>
                  <a:pt x="22346" y="51337"/>
                  <a:pt x="22024" y="51122"/>
                </a:cubicBezTo>
                <a:cubicBezTo>
                  <a:pt x="21596" y="50801"/>
                  <a:pt x="21381" y="50265"/>
                  <a:pt x="21381" y="49515"/>
                </a:cubicBezTo>
                <a:lnTo>
                  <a:pt x="22507" y="45013"/>
                </a:lnTo>
                <a:cubicBezTo>
                  <a:pt x="22721" y="44477"/>
                  <a:pt x="23150" y="44209"/>
                  <a:pt x="23793" y="44209"/>
                </a:cubicBezTo>
                <a:cubicBezTo>
                  <a:pt x="24436" y="44209"/>
                  <a:pt x="26954" y="44156"/>
                  <a:pt x="31348" y="44049"/>
                </a:cubicBezTo>
                <a:cubicBezTo>
                  <a:pt x="36493" y="44049"/>
                  <a:pt x="39065" y="43995"/>
                  <a:pt x="39065" y="43888"/>
                </a:cubicBezTo>
                <a:cubicBezTo>
                  <a:pt x="39065" y="43674"/>
                  <a:pt x="39547" y="40994"/>
                  <a:pt x="40512" y="35850"/>
                </a:cubicBezTo>
                <a:cubicBezTo>
                  <a:pt x="41476" y="30705"/>
                  <a:pt x="42120" y="27597"/>
                  <a:pt x="42441" y="26526"/>
                </a:cubicBezTo>
                <a:cubicBezTo>
                  <a:pt x="46406" y="8842"/>
                  <a:pt x="54230" y="0"/>
                  <a:pt x="65912" y="0"/>
                </a:cubicBezTo>
                <a:cubicBezTo>
                  <a:pt x="69878" y="214"/>
                  <a:pt x="73146" y="1393"/>
                  <a:pt x="75719" y="3537"/>
                </a:cubicBezTo>
                <a:cubicBezTo>
                  <a:pt x="78291" y="5680"/>
                  <a:pt x="79577" y="8520"/>
                  <a:pt x="79577" y="12057"/>
                </a:cubicBezTo>
                <a:cubicBezTo>
                  <a:pt x="79577" y="15915"/>
                  <a:pt x="78452" y="18702"/>
                  <a:pt x="76201" y="20417"/>
                </a:cubicBezTo>
                <a:cubicBezTo>
                  <a:pt x="73950" y="22132"/>
                  <a:pt x="71700" y="23042"/>
                  <a:pt x="69449" y="23150"/>
                </a:cubicBezTo>
                <a:cubicBezTo>
                  <a:pt x="64733" y="23150"/>
                  <a:pt x="62375" y="20899"/>
                  <a:pt x="62375" y="16398"/>
                </a:cubicBezTo>
                <a:cubicBezTo>
                  <a:pt x="62375" y="14361"/>
                  <a:pt x="62965" y="12593"/>
                  <a:pt x="64144" y="11093"/>
                </a:cubicBezTo>
                <a:cubicBezTo>
                  <a:pt x="65323" y="9592"/>
                  <a:pt x="66609" y="8467"/>
                  <a:pt x="68002" y="7717"/>
                </a:cubicBezTo>
                <a:lnTo>
                  <a:pt x="69449" y="6913"/>
                </a:lnTo>
                <a:cubicBezTo>
                  <a:pt x="67734" y="6270"/>
                  <a:pt x="66127" y="5948"/>
                  <a:pt x="64626" y="5948"/>
                </a:cubicBezTo>
                <a:cubicBezTo>
                  <a:pt x="63340" y="5948"/>
                  <a:pt x="62108" y="6484"/>
                  <a:pt x="60929" y="7556"/>
                </a:cubicBezTo>
                <a:cubicBezTo>
                  <a:pt x="59750" y="8628"/>
                  <a:pt x="58946" y="10128"/>
                  <a:pt x="58517" y="12057"/>
                </a:cubicBezTo>
                <a:cubicBezTo>
                  <a:pt x="57767" y="15165"/>
                  <a:pt x="56910" y="19345"/>
                  <a:pt x="55945" y="24597"/>
                </a:cubicBezTo>
                <a:cubicBezTo>
                  <a:pt x="54980" y="29848"/>
                  <a:pt x="54123" y="34296"/>
                  <a:pt x="53373" y="37940"/>
                </a:cubicBezTo>
                <a:cubicBezTo>
                  <a:pt x="52623" y="41584"/>
                  <a:pt x="52247" y="43513"/>
                  <a:pt x="52247" y="43727"/>
                </a:cubicBezTo>
                <a:cubicBezTo>
                  <a:pt x="52247" y="43941"/>
                  <a:pt x="55195" y="44049"/>
                  <a:pt x="61089" y="44049"/>
                </a:cubicBezTo>
                <a:cubicBezTo>
                  <a:pt x="65912" y="44049"/>
                  <a:pt x="68699" y="44102"/>
                  <a:pt x="69449" y="44209"/>
                </a:cubicBezTo>
                <a:cubicBezTo>
                  <a:pt x="70199" y="44317"/>
                  <a:pt x="70789" y="44638"/>
                  <a:pt x="71217" y="45174"/>
                </a:cubicBezTo>
                <a:cubicBezTo>
                  <a:pt x="71325" y="45603"/>
                  <a:pt x="71217" y="46514"/>
                  <a:pt x="70896" y="47907"/>
                </a:cubicBezTo>
                <a:cubicBezTo>
                  <a:pt x="70574" y="49300"/>
                  <a:pt x="70306" y="50158"/>
                  <a:pt x="70092" y="50479"/>
                </a:cubicBezTo>
                <a:cubicBezTo>
                  <a:pt x="69878" y="51015"/>
                  <a:pt x="69395" y="51283"/>
                  <a:pt x="68645" y="51283"/>
                </a:cubicBezTo>
                <a:cubicBezTo>
                  <a:pt x="67895" y="51283"/>
                  <a:pt x="65001" y="51337"/>
                  <a:pt x="59964" y="51444"/>
                </a:cubicBezTo>
                <a:lnTo>
                  <a:pt x="50961" y="51444"/>
                </a:lnTo>
                <a:lnTo>
                  <a:pt x="47264" y="71057"/>
                </a:lnTo>
                <a:cubicBezTo>
                  <a:pt x="42120" y="97636"/>
                  <a:pt x="38529" y="114248"/>
                  <a:pt x="36493" y="120893"/>
                </a:cubicBezTo>
                <a:cubicBezTo>
                  <a:pt x="33599" y="130002"/>
                  <a:pt x="29848" y="136754"/>
                  <a:pt x="25240" y="141149"/>
                </a:cubicBezTo>
                <a:cubicBezTo>
                  <a:pt x="21274" y="144578"/>
                  <a:pt x="17362" y="146293"/>
                  <a:pt x="13504" y="146293"/>
                </a:cubicBezTo>
                <a:cubicBezTo>
                  <a:pt x="10074" y="146293"/>
                  <a:pt x="6966" y="145275"/>
                  <a:pt x="4180" y="143239"/>
                </a:cubicBezTo>
                <a:cubicBezTo>
                  <a:pt x="1393" y="141202"/>
                  <a:pt x="0" y="138308"/>
                  <a:pt x="0" y="134557"/>
                </a:cubicBezTo>
                <a:cubicBezTo>
                  <a:pt x="0" y="130592"/>
                  <a:pt x="1125" y="127698"/>
                  <a:pt x="3376" y="125876"/>
                </a:cubicBezTo>
                <a:cubicBezTo>
                  <a:pt x="5627" y="124054"/>
                  <a:pt x="7877" y="123143"/>
                  <a:pt x="10128" y="123143"/>
                </a:cubicBezTo>
                <a:cubicBezTo>
                  <a:pt x="14844" y="123143"/>
                  <a:pt x="17201" y="125394"/>
                  <a:pt x="17201" y="129895"/>
                </a:cubicBezTo>
                <a:cubicBezTo>
                  <a:pt x="17201" y="131932"/>
                  <a:pt x="16612" y="133700"/>
                  <a:pt x="15433" y="135200"/>
                </a:cubicBezTo>
                <a:cubicBezTo>
                  <a:pt x="14254" y="136701"/>
                  <a:pt x="12968" y="137826"/>
                  <a:pt x="11575" y="138576"/>
                </a:cubicBezTo>
                <a:lnTo>
                  <a:pt x="10128" y="13938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7DD91-AEA7-4FB8-A1CF-465B92A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282" y="2635812"/>
            <a:ext cx="79577" cy="146293"/>
          </a:xfrm>
          <a:custGeom xmlns:a="http://schemas.openxmlformats.org/drawingml/2006/main">
            <a:pathLst>
              <a:path w="79577" h="146293" fill="none">
                <a:moveTo>
                  <a:pt x="10128" y="139380"/>
                </a:moveTo>
                <a:cubicBezTo>
                  <a:pt x="10342" y="139380"/>
                  <a:pt x="10664" y="139487"/>
                  <a:pt x="11093" y="139702"/>
                </a:cubicBezTo>
                <a:cubicBezTo>
                  <a:pt x="11521" y="139916"/>
                  <a:pt x="12111" y="140077"/>
                  <a:pt x="12861" y="140184"/>
                </a:cubicBezTo>
                <a:cubicBezTo>
                  <a:pt x="13611" y="140291"/>
                  <a:pt x="14254" y="140345"/>
                  <a:pt x="14790" y="140345"/>
                </a:cubicBezTo>
                <a:cubicBezTo>
                  <a:pt x="16183" y="140345"/>
                  <a:pt x="17469" y="139648"/>
                  <a:pt x="18648" y="138255"/>
                </a:cubicBezTo>
                <a:cubicBezTo>
                  <a:pt x="19827" y="136862"/>
                  <a:pt x="20685" y="135308"/>
                  <a:pt x="21221" y="133593"/>
                </a:cubicBezTo>
                <a:cubicBezTo>
                  <a:pt x="22292" y="130699"/>
                  <a:pt x="24114" y="122500"/>
                  <a:pt x="26686" y="108996"/>
                </a:cubicBezTo>
                <a:cubicBezTo>
                  <a:pt x="29259" y="95492"/>
                  <a:pt x="31724" y="82631"/>
                  <a:pt x="34081" y="70414"/>
                </a:cubicBezTo>
                <a:cubicBezTo>
                  <a:pt x="36439" y="58196"/>
                  <a:pt x="37618" y="52033"/>
                  <a:pt x="37618" y="51926"/>
                </a:cubicBezTo>
                <a:lnTo>
                  <a:pt x="37618" y="51444"/>
                </a:lnTo>
                <a:lnTo>
                  <a:pt x="30062" y="51444"/>
                </a:lnTo>
                <a:cubicBezTo>
                  <a:pt x="25025" y="51444"/>
                  <a:pt x="22346" y="51337"/>
                  <a:pt x="22024" y="51122"/>
                </a:cubicBezTo>
                <a:cubicBezTo>
                  <a:pt x="21596" y="50801"/>
                  <a:pt x="21381" y="50265"/>
                  <a:pt x="21381" y="49515"/>
                </a:cubicBezTo>
                <a:lnTo>
                  <a:pt x="22507" y="45013"/>
                </a:lnTo>
                <a:cubicBezTo>
                  <a:pt x="22721" y="44477"/>
                  <a:pt x="23150" y="44209"/>
                  <a:pt x="23793" y="44209"/>
                </a:cubicBezTo>
                <a:cubicBezTo>
                  <a:pt x="24436" y="44209"/>
                  <a:pt x="26954" y="44156"/>
                  <a:pt x="31348" y="44049"/>
                </a:cubicBezTo>
                <a:cubicBezTo>
                  <a:pt x="36493" y="44049"/>
                  <a:pt x="39065" y="43995"/>
                  <a:pt x="39065" y="43888"/>
                </a:cubicBezTo>
                <a:cubicBezTo>
                  <a:pt x="39065" y="43674"/>
                  <a:pt x="39547" y="40994"/>
                  <a:pt x="40512" y="35850"/>
                </a:cubicBezTo>
                <a:cubicBezTo>
                  <a:pt x="41476" y="30705"/>
                  <a:pt x="42120" y="27597"/>
                  <a:pt x="42441" y="26526"/>
                </a:cubicBezTo>
                <a:cubicBezTo>
                  <a:pt x="46406" y="8842"/>
                  <a:pt x="54230" y="0"/>
                  <a:pt x="65912" y="0"/>
                </a:cubicBezTo>
                <a:cubicBezTo>
                  <a:pt x="69878" y="214"/>
                  <a:pt x="73146" y="1393"/>
                  <a:pt x="75719" y="3537"/>
                </a:cubicBezTo>
                <a:cubicBezTo>
                  <a:pt x="78291" y="5680"/>
                  <a:pt x="79577" y="8520"/>
                  <a:pt x="79577" y="12057"/>
                </a:cubicBezTo>
                <a:cubicBezTo>
                  <a:pt x="79577" y="15915"/>
                  <a:pt x="78452" y="18702"/>
                  <a:pt x="76201" y="20417"/>
                </a:cubicBezTo>
                <a:cubicBezTo>
                  <a:pt x="73950" y="22132"/>
                  <a:pt x="71700" y="23042"/>
                  <a:pt x="69449" y="23150"/>
                </a:cubicBezTo>
                <a:cubicBezTo>
                  <a:pt x="64733" y="23150"/>
                  <a:pt x="62375" y="20899"/>
                  <a:pt x="62375" y="16398"/>
                </a:cubicBezTo>
                <a:cubicBezTo>
                  <a:pt x="62375" y="14361"/>
                  <a:pt x="62965" y="12593"/>
                  <a:pt x="64144" y="11093"/>
                </a:cubicBezTo>
                <a:cubicBezTo>
                  <a:pt x="65323" y="9592"/>
                  <a:pt x="66609" y="8467"/>
                  <a:pt x="68002" y="7717"/>
                </a:cubicBezTo>
                <a:lnTo>
                  <a:pt x="69449" y="6913"/>
                </a:lnTo>
                <a:cubicBezTo>
                  <a:pt x="67734" y="6270"/>
                  <a:pt x="66127" y="5948"/>
                  <a:pt x="64626" y="5948"/>
                </a:cubicBezTo>
                <a:cubicBezTo>
                  <a:pt x="63340" y="5948"/>
                  <a:pt x="62108" y="6484"/>
                  <a:pt x="60929" y="7556"/>
                </a:cubicBezTo>
                <a:cubicBezTo>
                  <a:pt x="59750" y="8628"/>
                  <a:pt x="58946" y="10128"/>
                  <a:pt x="58517" y="12057"/>
                </a:cubicBezTo>
                <a:cubicBezTo>
                  <a:pt x="57767" y="15165"/>
                  <a:pt x="56910" y="19345"/>
                  <a:pt x="55945" y="24597"/>
                </a:cubicBezTo>
                <a:cubicBezTo>
                  <a:pt x="54980" y="29848"/>
                  <a:pt x="54123" y="34296"/>
                  <a:pt x="53373" y="37940"/>
                </a:cubicBezTo>
                <a:cubicBezTo>
                  <a:pt x="52623" y="41584"/>
                  <a:pt x="52247" y="43513"/>
                  <a:pt x="52247" y="43727"/>
                </a:cubicBezTo>
                <a:cubicBezTo>
                  <a:pt x="52247" y="43941"/>
                  <a:pt x="55195" y="44049"/>
                  <a:pt x="61089" y="44049"/>
                </a:cubicBezTo>
                <a:cubicBezTo>
                  <a:pt x="65912" y="44049"/>
                  <a:pt x="68699" y="44102"/>
                  <a:pt x="69449" y="44209"/>
                </a:cubicBezTo>
                <a:cubicBezTo>
                  <a:pt x="70199" y="44317"/>
                  <a:pt x="70789" y="44638"/>
                  <a:pt x="71217" y="45174"/>
                </a:cubicBezTo>
                <a:cubicBezTo>
                  <a:pt x="71325" y="45603"/>
                  <a:pt x="71217" y="46514"/>
                  <a:pt x="70896" y="47907"/>
                </a:cubicBezTo>
                <a:cubicBezTo>
                  <a:pt x="70574" y="49300"/>
                  <a:pt x="70306" y="50158"/>
                  <a:pt x="70092" y="50479"/>
                </a:cubicBezTo>
                <a:cubicBezTo>
                  <a:pt x="69878" y="51015"/>
                  <a:pt x="69395" y="51283"/>
                  <a:pt x="68645" y="51283"/>
                </a:cubicBezTo>
                <a:cubicBezTo>
                  <a:pt x="67895" y="51283"/>
                  <a:pt x="65001" y="51337"/>
                  <a:pt x="59964" y="51444"/>
                </a:cubicBezTo>
                <a:lnTo>
                  <a:pt x="50961" y="51444"/>
                </a:lnTo>
                <a:lnTo>
                  <a:pt x="47264" y="71057"/>
                </a:lnTo>
                <a:cubicBezTo>
                  <a:pt x="42120" y="97636"/>
                  <a:pt x="38529" y="114248"/>
                  <a:pt x="36493" y="120893"/>
                </a:cubicBezTo>
                <a:cubicBezTo>
                  <a:pt x="33599" y="130002"/>
                  <a:pt x="29848" y="136754"/>
                  <a:pt x="25240" y="141149"/>
                </a:cubicBezTo>
                <a:cubicBezTo>
                  <a:pt x="21274" y="144578"/>
                  <a:pt x="17362" y="146293"/>
                  <a:pt x="13504" y="146293"/>
                </a:cubicBezTo>
                <a:cubicBezTo>
                  <a:pt x="10074" y="146293"/>
                  <a:pt x="6966" y="145275"/>
                  <a:pt x="4180" y="143239"/>
                </a:cubicBezTo>
                <a:cubicBezTo>
                  <a:pt x="1393" y="141202"/>
                  <a:pt x="0" y="138308"/>
                  <a:pt x="0" y="134557"/>
                </a:cubicBezTo>
                <a:cubicBezTo>
                  <a:pt x="0" y="130592"/>
                  <a:pt x="1125" y="127698"/>
                  <a:pt x="3376" y="125876"/>
                </a:cubicBezTo>
                <a:cubicBezTo>
                  <a:pt x="5627" y="124054"/>
                  <a:pt x="7877" y="123143"/>
                  <a:pt x="10128" y="123143"/>
                </a:cubicBezTo>
                <a:cubicBezTo>
                  <a:pt x="14844" y="123143"/>
                  <a:pt x="17201" y="125394"/>
                  <a:pt x="17201" y="129895"/>
                </a:cubicBezTo>
                <a:cubicBezTo>
                  <a:pt x="17201" y="131932"/>
                  <a:pt x="16612" y="133700"/>
                  <a:pt x="15433" y="135200"/>
                </a:cubicBezTo>
                <a:cubicBezTo>
                  <a:pt x="14254" y="136701"/>
                  <a:pt x="12968" y="137826"/>
                  <a:pt x="11575" y="138576"/>
                </a:cubicBezTo>
                <a:lnTo>
                  <a:pt x="10128" y="1393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" cap="flat">
            <a:solidFill>
              <a:srgbClr val="333333">
                <a:alpha val="4200"/>
              </a:srgbClr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B27A1-F18E-4D4D-A269-0E1E03B8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71" y="2632403"/>
            <a:ext cx="50692" cy="51601"/>
          </a:xfrm>
          <a:custGeom xmlns:a="http://schemas.openxmlformats.org/drawingml/2006/main">
            <a:pathLst>
              <a:path w="50692" h="51601">
                <a:moveTo>
                  <a:pt x="17276" y="7160"/>
                </a:moveTo>
                <a:cubicBezTo>
                  <a:pt x="17276" y="5266"/>
                  <a:pt x="16556" y="4319"/>
                  <a:pt x="15117" y="4319"/>
                </a:cubicBezTo>
                <a:cubicBezTo>
                  <a:pt x="13298" y="4319"/>
                  <a:pt x="11404" y="5418"/>
                  <a:pt x="9434" y="7615"/>
                </a:cubicBezTo>
                <a:cubicBezTo>
                  <a:pt x="7464" y="9813"/>
                  <a:pt x="5834" y="13184"/>
                  <a:pt x="4546" y="17731"/>
                </a:cubicBezTo>
                <a:cubicBezTo>
                  <a:pt x="4471" y="17806"/>
                  <a:pt x="4395" y="17920"/>
                  <a:pt x="4319" y="18072"/>
                </a:cubicBezTo>
                <a:cubicBezTo>
                  <a:pt x="4243" y="18223"/>
                  <a:pt x="4205" y="18337"/>
                  <a:pt x="4205" y="18413"/>
                </a:cubicBezTo>
                <a:cubicBezTo>
                  <a:pt x="4205" y="18488"/>
                  <a:pt x="4130" y="18564"/>
                  <a:pt x="3978" y="18640"/>
                </a:cubicBezTo>
                <a:cubicBezTo>
                  <a:pt x="3826" y="18716"/>
                  <a:pt x="3713" y="18754"/>
                  <a:pt x="3637" y="18754"/>
                </a:cubicBezTo>
                <a:cubicBezTo>
                  <a:pt x="3561" y="18754"/>
                  <a:pt x="3410" y="18754"/>
                  <a:pt x="3182" y="18754"/>
                </a:cubicBezTo>
                <a:cubicBezTo>
                  <a:pt x="2955" y="18754"/>
                  <a:pt x="2652" y="18754"/>
                  <a:pt x="2273" y="18754"/>
                </a:cubicBezTo>
                <a:lnTo>
                  <a:pt x="682" y="18754"/>
                </a:lnTo>
                <a:cubicBezTo>
                  <a:pt x="227" y="18299"/>
                  <a:pt x="0" y="17958"/>
                  <a:pt x="0" y="17731"/>
                </a:cubicBezTo>
                <a:cubicBezTo>
                  <a:pt x="0" y="17200"/>
                  <a:pt x="303" y="16102"/>
                  <a:pt x="909" y="14435"/>
                </a:cubicBezTo>
                <a:cubicBezTo>
                  <a:pt x="1515" y="12768"/>
                  <a:pt x="2425" y="10798"/>
                  <a:pt x="3637" y="8524"/>
                </a:cubicBezTo>
                <a:cubicBezTo>
                  <a:pt x="4849" y="6251"/>
                  <a:pt x="6516" y="4319"/>
                  <a:pt x="8638" y="2728"/>
                </a:cubicBezTo>
                <a:cubicBezTo>
                  <a:pt x="10760" y="1137"/>
                  <a:pt x="13146" y="303"/>
                  <a:pt x="15799" y="227"/>
                </a:cubicBezTo>
                <a:cubicBezTo>
                  <a:pt x="18981" y="227"/>
                  <a:pt x="21444" y="1137"/>
                  <a:pt x="23186" y="2955"/>
                </a:cubicBezTo>
                <a:cubicBezTo>
                  <a:pt x="24929" y="4774"/>
                  <a:pt x="25838" y="6895"/>
                  <a:pt x="25914" y="9320"/>
                </a:cubicBezTo>
                <a:cubicBezTo>
                  <a:pt x="25914" y="10608"/>
                  <a:pt x="25800" y="11593"/>
                  <a:pt x="25573" y="12275"/>
                </a:cubicBezTo>
                <a:cubicBezTo>
                  <a:pt x="25573" y="12730"/>
                  <a:pt x="25005" y="14397"/>
                  <a:pt x="23868" y="17276"/>
                </a:cubicBezTo>
                <a:cubicBezTo>
                  <a:pt x="22732" y="20155"/>
                  <a:pt x="21557" y="23527"/>
                  <a:pt x="20345" y="27392"/>
                </a:cubicBezTo>
                <a:cubicBezTo>
                  <a:pt x="19132" y="31256"/>
                  <a:pt x="18451" y="34628"/>
                  <a:pt x="18299" y="37507"/>
                </a:cubicBezTo>
                <a:cubicBezTo>
                  <a:pt x="18299" y="39553"/>
                  <a:pt x="18488" y="41220"/>
                  <a:pt x="18867" y="42508"/>
                </a:cubicBezTo>
                <a:cubicBezTo>
                  <a:pt x="19852" y="45766"/>
                  <a:pt x="22239" y="47396"/>
                  <a:pt x="26028" y="47396"/>
                </a:cubicBezTo>
                <a:cubicBezTo>
                  <a:pt x="28831" y="47396"/>
                  <a:pt x="31445" y="46107"/>
                  <a:pt x="33870" y="43531"/>
                </a:cubicBezTo>
                <a:cubicBezTo>
                  <a:pt x="36295" y="40955"/>
                  <a:pt x="38189" y="37962"/>
                  <a:pt x="39553" y="34552"/>
                </a:cubicBezTo>
                <a:cubicBezTo>
                  <a:pt x="40917" y="31142"/>
                  <a:pt x="42016" y="27998"/>
                  <a:pt x="42849" y="25119"/>
                </a:cubicBezTo>
                <a:cubicBezTo>
                  <a:pt x="43683" y="22239"/>
                  <a:pt x="44099" y="20155"/>
                  <a:pt x="44099" y="18867"/>
                </a:cubicBezTo>
                <a:cubicBezTo>
                  <a:pt x="44099" y="17125"/>
                  <a:pt x="43796" y="15609"/>
                  <a:pt x="43190" y="14321"/>
                </a:cubicBezTo>
                <a:cubicBezTo>
                  <a:pt x="42584" y="13033"/>
                  <a:pt x="41902" y="12048"/>
                  <a:pt x="41144" y="11366"/>
                </a:cubicBezTo>
                <a:cubicBezTo>
                  <a:pt x="40387" y="10684"/>
                  <a:pt x="39705" y="10002"/>
                  <a:pt x="39098" y="9320"/>
                </a:cubicBezTo>
                <a:cubicBezTo>
                  <a:pt x="38492" y="8638"/>
                  <a:pt x="38189" y="7805"/>
                  <a:pt x="38189" y="6820"/>
                </a:cubicBezTo>
                <a:cubicBezTo>
                  <a:pt x="38189" y="5153"/>
                  <a:pt x="38909" y="3599"/>
                  <a:pt x="40349" y="2160"/>
                </a:cubicBezTo>
                <a:cubicBezTo>
                  <a:pt x="41788" y="720"/>
                  <a:pt x="43342" y="0"/>
                  <a:pt x="45009" y="0"/>
                </a:cubicBezTo>
                <a:cubicBezTo>
                  <a:pt x="46448" y="0"/>
                  <a:pt x="47737" y="682"/>
                  <a:pt x="48873" y="2046"/>
                </a:cubicBezTo>
                <a:cubicBezTo>
                  <a:pt x="50010" y="3410"/>
                  <a:pt x="50616" y="5607"/>
                  <a:pt x="50692" y="8638"/>
                </a:cubicBezTo>
                <a:cubicBezTo>
                  <a:pt x="50692" y="10684"/>
                  <a:pt x="50237" y="13828"/>
                  <a:pt x="49328" y="18072"/>
                </a:cubicBezTo>
                <a:cubicBezTo>
                  <a:pt x="48418" y="22315"/>
                  <a:pt x="47017" y="27051"/>
                  <a:pt x="45122" y="32279"/>
                </a:cubicBezTo>
                <a:cubicBezTo>
                  <a:pt x="43228" y="37507"/>
                  <a:pt x="40538" y="42016"/>
                  <a:pt x="37053" y="45804"/>
                </a:cubicBezTo>
                <a:cubicBezTo>
                  <a:pt x="33567" y="49593"/>
                  <a:pt x="29551" y="51525"/>
                  <a:pt x="25005" y="51601"/>
                </a:cubicBezTo>
                <a:cubicBezTo>
                  <a:pt x="20155" y="51601"/>
                  <a:pt x="16291" y="50351"/>
                  <a:pt x="13412" y="47850"/>
                </a:cubicBezTo>
                <a:cubicBezTo>
                  <a:pt x="10608" y="45425"/>
                  <a:pt x="9206" y="41826"/>
                  <a:pt x="9206" y="37053"/>
                </a:cubicBezTo>
                <a:cubicBezTo>
                  <a:pt x="9206" y="34704"/>
                  <a:pt x="9509" y="32279"/>
                  <a:pt x="10116" y="29779"/>
                </a:cubicBezTo>
                <a:cubicBezTo>
                  <a:pt x="10722" y="27278"/>
                  <a:pt x="12275" y="22845"/>
                  <a:pt x="14776" y="16480"/>
                </a:cubicBezTo>
                <a:cubicBezTo>
                  <a:pt x="16443" y="11631"/>
                  <a:pt x="17276" y="8524"/>
                  <a:pt x="17276" y="716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35C36-8C12-4967-A2D1-6578EE29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71" y="2632403"/>
            <a:ext cx="50692" cy="51601"/>
          </a:xfrm>
          <a:custGeom xmlns:a="http://schemas.openxmlformats.org/drawingml/2006/main">
            <a:pathLst>
              <a:path w="50692" h="51601" fill="none">
                <a:moveTo>
                  <a:pt x="17276" y="7160"/>
                </a:moveTo>
                <a:cubicBezTo>
                  <a:pt x="17276" y="5266"/>
                  <a:pt x="16556" y="4319"/>
                  <a:pt x="15117" y="4319"/>
                </a:cubicBezTo>
                <a:cubicBezTo>
                  <a:pt x="13298" y="4319"/>
                  <a:pt x="11404" y="5418"/>
                  <a:pt x="9434" y="7615"/>
                </a:cubicBezTo>
                <a:cubicBezTo>
                  <a:pt x="7464" y="9813"/>
                  <a:pt x="5834" y="13184"/>
                  <a:pt x="4546" y="17731"/>
                </a:cubicBezTo>
                <a:cubicBezTo>
                  <a:pt x="4471" y="17806"/>
                  <a:pt x="4395" y="17920"/>
                  <a:pt x="4319" y="18072"/>
                </a:cubicBezTo>
                <a:cubicBezTo>
                  <a:pt x="4243" y="18223"/>
                  <a:pt x="4205" y="18337"/>
                  <a:pt x="4205" y="18413"/>
                </a:cubicBezTo>
                <a:cubicBezTo>
                  <a:pt x="4205" y="18488"/>
                  <a:pt x="4130" y="18564"/>
                  <a:pt x="3978" y="18640"/>
                </a:cubicBezTo>
                <a:cubicBezTo>
                  <a:pt x="3826" y="18716"/>
                  <a:pt x="3713" y="18754"/>
                  <a:pt x="3637" y="18754"/>
                </a:cubicBezTo>
                <a:cubicBezTo>
                  <a:pt x="3561" y="18754"/>
                  <a:pt x="3410" y="18754"/>
                  <a:pt x="3182" y="18754"/>
                </a:cubicBezTo>
                <a:cubicBezTo>
                  <a:pt x="2955" y="18754"/>
                  <a:pt x="2652" y="18754"/>
                  <a:pt x="2273" y="18754"/>
                </a:cubicBezTo>
                <a:lnTo>
                  <a:pt x="682" y="18754"/>
                </a:lnTo>
                <a:cubicBezTo>
                  <a:pt x="227" y="18299"/>
                  <a:pt x="0" y="17958"/>
                  <a:pt x="0" y="17731"/>
                </a:cubicBezTo>
                <a:cubicBezTo>
                  <a:pt x="0" y="17200"/>
                  <a:pt x="303" y="16102"/>
                  <a:pt x="909" y="14435"/>
                </a:cubicBezTo>
                <a:cubicBezTo>
                  <a:pt x="1515" y="12768"/>
                  <a:pt x="2425" y="10798"/>
                  <a:pt x="3637" y="8524"/>
                </a:cubicBezTo>
                <a:cubicBezTo>
                  <a:pt x="4849" y="6251"/>
                  <a:pt x="6516" y="4319"/>
                  <a:pt x="8638" y="2728"/>
                </a:cubicBezTo>
                <a:cubicBezTo>
                  <a:pt x="10760" y="1137"/>
                  <a:pt x="13146" y="303"/>
                  <a:pt x="15799" y="227"/>
                </a:cubicBezTo>
                <a:cubicBezTo>
                  <a:pt x="18981" y="227"/>
                  <a:pt x="21444" y="1137"/>
                  <a:pt x="23186" y="2955"/>
                </a:cubicBezTo>
                <a:cubicBezTo>
                  <a:pt x="24929" y="4774"/>
                  <a:pt x="25838" y="6895"/>
                  <a:pt x="25914" y="9320"/>
                </a:cubicBezTo>
                <a:cubicBezTo>
                  <a:pt x="25914" y="10608"/>
                  <a:pt x="25800" y="11593"/>
                  <a:pt x="25573" y="12275"/>
                </a:cubicBezTo>
                <a:cubicBezTo>
                  <a:pt x="25573" y="12730"/>
                  <a:pt x="25005" y="14397"/>
                  <a:pt x="23868" y="17276"/>
                </a:cubicBezTo>
                <a:cubicBezTo>
                  <a:pt x="22732" y="20155"/>
                  <a:pt x="21557" y="23527"/>
                  <a:pt x="20345" y="27392"/>
                </a:cubicBezTo>
                <a:cubicBezTo>
                  <a:pt x="19132" y="31256"/>
                  <a:pt x="18451" y="34628"/>
                  <a:pt x="18299" y="37507"/>
                </a:cubicBezTo>
                <a:cubicBezTo>
                  <a:pt x="18299" y="39553"/>
                  <a:pt x="18488" y="41220"/>
                  <a:pt x="18867" y="42508"/>
                </a:cubicBezTo>
                <a:cubicBezTo>
                  <a:pt x="19852" y="45766"/>
                  <a:pt x="22239" y="47396"/>
                  <a:pt x="26028" y="47396"/>
                </a:cubicBezTo>
                <a:cubicBezTo>
                  <a:pt x="28831" y="47396"/>
                  <a:pt x="31445" y="46107"/>
                  <a:pt x="33870" y="43531"/>
                </a:cubicBezTo>
                <a:cubicBezTo>
                  <a:pt x="36295" y="40955"/>
                  <a:pt x="38189" y="37962"/>
                  <a:pt x="39553" y="34552"/>
                </a:cubicBezTo>
                <a:cubicBezTo>
                  <a:pt x="40917" y="31142"/>
                  <a:pt x="42016" y="27998"/>
                  <a:pt x="42849" y="25119"/>
                </a:cubicBezTo>
                <a:cubicBezTo>
                  <a:pt x="43683" y="22239"/>
                  <a:pt x="44099" y="20155"/>
                  <a:pt x="44099" y="18867"/>
                </a:cubicBezTo>
                <a:cubicBezTo>
                  <a:pt x="44099" y="17125"/>
                  <a:pt x="43796" y="15609"/>
                  <a:pt x="43190" y="14321"/>
                </a:cubicBezTo>
                <a:cubicBezTo>
                  <a:pt x="42584" y="13033"/>
                  <a:pt x="41902" y="12048"/>
                  <a:pt x="41144" y="11366"/>
                </a:cubicBezTo>
                <a:cubicBezTo>
                  <a:pt x="40387" y="10684"/>
                  <a:pt x="39705" y="10002"/>
                  <a:pt x="39098" y="9320"/>
                </a:cubicBezTo>
                <a:cubicBezTo>
                  <a:pt x="38492" y="8638"/>
                  <a:pt x="38189" y="7805"/>
                  <a:pt x="38189" y="6820"/>
                </a:cubicBezTo>
                <a:cubicBezTo>
                  <a:pt x="38189" y="5153"/>
                  <a:pt x="38909" y="3599"/>
                  <a:pt x="40349" y="2160"/>
                </a:cubicBezTo>
                <a:cubicBezTo>
                  <a:pt x="41788" y="720"/>
                  <a:pt x="43342" y="0"/>
                  <a:pt x="45009" y="0"/>
                </a:cubicBezTo>
                <a:cubicBezTo>
                  <a:pt x="46448" y="0"/>
                  <a:pt x="47737" y="682"/>
                  <a:pt x="48873" y="2046"/>
                </a:cubicBezTo>
                <a:cubicBezTo>
                  <a:pt x="50010" y="3410"/>
                  <a:pt x="50616" y="5607"/>
                  <a:pt x="50692" y="8638"/>
                </a:cubicBezTo>
                <a:cubicBezTo>
                  <a:pt x="50692" y="10684"/>
                  <a:pt x="50237" y="13828"/>
                  <a:pt x="49328" y="18072"/>
                </a:cubicBezTo>
                <a:cubicBezTo>
                  <a:pt x="48418" y="22315"/>
                  <a:pt x="47017" y="27051"/>
                  <a:pt x="45122" y="32279"/>
                </a:cubicBezTo>
                <a:cubicBezTo>
                  <a:pt x="43228" y="37507"/>
                  <a:pt x="40538" y="42016"/>
                  <a:pt x="37053" y="45804"/>
                </a:cubicBezTo>
                <a:cubicBezTo>
                  <a:pt x="33567" y="49593"/>
                  <a:pt x="29551" y="51525"/>
                  <a:pt x="25005" y="51601"/>
                </a:cubicBezTo>
                <a:cubicBezTo>
                  <a:pt x="20155" y="51601"/>
                  <a:pt x="16291" y="50351"/>
                  <a:pt x="13412" y="47850"/>
                </a:cubicBezTo>
                <a:cubicBezTo>
                  <a:pt x="10608" y="45425"/>
                  <a:pt x="9206" y="41826"/>
                  <a:pt x="9206" y="37053"/>
                </a:cubicBezTo>
                <a:cubicBezTo>
                  <a:pt x="9206" y="34704"/>
                  <a:pt x="9509" y="32279"/>
                  <a:pt x="10116" y="29779"/>
                </a:cubicBezTo>
                <a:cubicBezTo>
                  <a:pt x="10722" y="27278"/>
                  <a:pt x="12275" y="22845"/>
                  <a:pt x="14776" y="16480"/>
                </a:cubicBezTo>
                <a:cubicBezTo>
                  <a:pt x="16443" y="11631"/>
                  <a:pt x="17276" y="8524"/>
                  <a:pt x="17276" y="71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6EFAE-63B0-4317-94F2-C3401C1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96" y="2632517"/>
            <a:ext cx="60239" cy="51487"/>
          </a:xfrm>
          <a:custGeom xmlns:a="http://schemas.openxmlformats.org/drawingml/2006/main">
            <a:pathLst>
              <a:path w="60239" h="51487">
                <a:moveTo>
                  <a:pt x="0" y="17617"/>
                </a:moveTo>
                <a:cubicBezTo>
                  <a:pt x="0" y="17011"/>
                  <a:pt x="341" y="15836"/>
                  <a:pt x="1023" y="14094"/>
                </a:cubicBezTo>
                <a:cubicBezTo>
                  <a:pt x="1705" y="12351"/>
                  <a:pt x="2652" y="10381"/>
                  <a:pt x="3864" y="8183"/>
                </a:cubicBezTo>
                <a:cubicBezTo>
                  <a:pt x="5077" y="5986"/>
                  <a:pt x="6744" y="4092"/>
                  <a:pt x="8865" y="2500"/>
                </a:cubicBezTo>
                <a:cubicBezTo>
                  <a:pt x="10987" y="909"/>
                  <a:pt x="13222" y="76"/>
                  <a:pt x="15571" y="0"/>
                </a:cubicBezTo>
                <a:cubicBezTo>
                  <a:pt x="19057" y="0"/>
                  <a:pt x="21671" y="947"/>
                  <a:pt x="23414" y="2841"/>
                </a:cubicBezTo>
                <a:cubicBezTo>
                  <a:pt x="25156" y="4736"/>
                  <a:pt x="26028" y="6971"/>
                  <a:pt x="26028" y="9547"/>
                </a:cubicBezTo>
                <a:cubicBezTo>
                  <a:pt x="26028" y="10911"/>
                  <a:pt x="24740" y="15154"/>
                  <a:pt x="22163" y="22277"/>
                </a:cubicBezTo>
                <a:cubicBezTo>
                  <a:pt x="19587" y="29400"/>
                  <a:pt x="18299" y="34742"/>
                  <a:pt x="18299" y="38303"/>
                </a:cubicBezTo>
                <a:cubicBezTo>
                  <a:pt x="18299" y="41561"/>
                  <a:pt x="18829" y="43834"/>
                  <a:pt x="19890" y="45122"/>
                </a:cubicBezTo>
                <a:cubicBezTo>
                  <a:pt x="20951" y="46411"/>
                  <a:pt x="22542" y="47092"/>
                  <a:pt x="24664" y="47168"/>
                </a:cubicBezTo>
                <a:cubicBezTo>
                  <a:pt x="26785" y="47244"/>
                  <a:pt x="28793" y="46600"/>
                  <a:pt x="30688" y="45236"/>
                </a:cubicBezTo>
                <a:cubicBezTo>
                  <a:pt x="32582" y="43872"/>
                  <a:pt x="33984" y="42584"/>
                  <a:pt x="34893" y="41372"/>
                </a:cubicBezTo>
                <a:lnTo>
                  <a:pt x="36143" y="39439"/>
                </a:lnTo>
                <a:cubicBezTo>
                  <a:pt x="36295" y="39136"/>
                  <a:pt x="37735" y="33378"/>
                  <a:pt x="40462" y="22163"/>
                </a:cubicBezTo>
                <a:cubicBezTo>
                  <a:pt x="42736" y="13071"/>
                  <a:pt x="44099" y="7767"/>
                  <a:pt x="44554" y="6251"/>
                </a:cubicBezTo>
                <a:cubicBezTo>
                  <a:pt x="45009" y="4736"/>
                  <a:pt x="45539" y="3637"/>
                  <a:pt x="46145" y="2955"/>
                </a:cubicBezTo>
                <a:cubicBezTo>
                  <a:pt x="47433" y="1819"/>
                  <a:pt x="48797" y="1250"/>
                  <a:pt x="50237" y="1250"/>
                </a:cubicBezTo>
                <a:cubicBezTo>
                  <a:pt x="51525" y="1250"/>
                  <a:pt x="52472" y="1629"/>
                  <a:pt x="53078" y="2387"/>
                </a:cubicBezTo>
                <a:cubicBezTo>
                  <a:pt x="53685" y="3145"/>
                  <a:pt x="53988" y="3864"/>
                  <a:pt x="53988" y="4546"/>
                </a:cubicBezTo>
                <a:lnTo>
                  <a:pt x="45350" y="40690"/>
                </a:lnTo>
                <a:cubicBezTo>
                  <a:pt x="45274" y="41069"/>
                  <a:pt x="45236" y="41675"/>
                  <a:pt x="45236" y="42508"/>
                </a:cubicBezTo>
                <a:cubicBezTo>
                  <a:pt x="45236" y="44403"/>
                  <a:pt x="45501" y="45653"/>
                  <a:pt x="46032" y="46259"/>
                </a:cubicBezTo>
                <a:cubicBezTo>
                  <a:pt x="46562" y="46865"/>
                  <a:pt x="47358" y="47206"/>
                  <a:pt x="48418" y="47282"/>
                </a:cubicBezTo>
                <a:cubicBezTo>
                  <a:pt x="50085" y="47055"/>
                  <a:pt x="51411" y="45880"/>
                  <a:pt x="52397" y="43758"/>
                </a:cubicBezTo>
                <a:cubicBezTo>
                  <a:pt x="53382" y="41637"/>
                  <a:pt x="54518" y="38303"/>
                  <a:pt x="55806" y="33757"/>
                </a:cubicBezTo>
                <a:cubicBezTo>
                  <a:pt x="55958" y="33150"/>
                  <a:pt x="56716" y="32847"/>
                  <a:pt x="58079" y="32847"/>
                </a:cubicBezTo>
                <a:cubicBezTo>
                  <a:pt x="59519" y="32847"/>
                  <a:pt x="60239" y="33188"/>
                  <a:pt x="60239" y="33870"/>
                </a:cubicBezTo>
                <a:cubicBezTo>
                  <a:pt x="60163" y="34249"/>
                  <a:pt x="60087" y="34779"/>
                  <a:pt x="60012" y="35461"/>
                </a:cubicBezTo>
                <a:cubicBezTo>
                  <a:pt x="59936" y="36143"/>
                  <a:pt x="59595" y="37356"/>
                  <a:pt x="58989" y="39098"/>
                </a:cubicBezTo>
                <a:cubicBezTo>
                  <a:pt x="58383" y="40841"/>
                  <a:pt x="57738" y="42470"/>
                  <a:pt x="57057" y="43986"/>
                </a:cubicBezTo>
                <a:cubicBezTo>
                  <a:pt x="56375" y="45501"/>
                  <a:pt x="55427" y="46941"/>
                  <a:pt x="54215" y="48305"/>
                </a:cubicBezTo>
                <a:cubicBezTo>
                  <a:pt x="53003" y="49669"/>
                  <a:pt x="51639" y="50616"/>
                  <a:pt x="50123" y="51146"/>
                </a:cubicBezTo>
                <a:cubicBezTo>
                  <a:pt x="49517" y="51298"/>
                  <a:pt x="48608" y="51374"/>
                  <a:pt x="47396" y="51374"/>
                </a:cubicBezTo>
                <a:cubicBezTo>
                  <a:pt x="42395" y="51374"/>
                  <a:pt x="38947" y="49252"/>
                  <a:pt x="37053" y="45009"/>
                </a:cubicBezTo>
                <a:cubicBezTo>
                  <a:pt x="36901" y="45084"/>
                  <a:pt x="36484" y="45463"/>
                  <a:pt x="35802" y="46145"/>
                </a:cubicBezTo>
                <a:cubicBezTo>
                  <a:pt x="35120" y="46827"/>
                  <a:pt x="34438" y="47396"/>
                  <a:pt x="33757" y="47850"/>
                </a:cubicBezTo>
                <a:cubicBezTo>
                  <a:pt x="33075" y="48305"/>
                  <a:pt x="32241" y="48873"/>
                  <a:pt x="31256" y="49555"/>
                </a:cubicBezTo>
                <a:cubicBezTo>
                  <a:pt x="30271" y="50237"/>
                  <a:pt x="29172" y="50692"/>
                  <a:pt x="27960" y="50919"/>
                </a:cubicBezTo>
                <a:cubicBezTo>
                  <a:pt x="26748" y="51146"/>
                  <a:pt x="25459" y="51336"/>
                  <a:pt x="24096" y="51487"/>
                </a:cubicBezTo>
                <a:cubicBezTo>
                  <a:pt x="20762" y="51487"/>
                  <a:pt x="17806" y="50805"/>
                  <a:pt x="15230" y="49441"/>
                </a:cubicBezTo>
                <a:cubicBezTo>
                  <a:pt x="11290" y="47092"/>
                  <a:pt x="9320" y="43077"/>
                  <a:pt x="9320" y="37394"/>
                </a:cubicBezTo>
                <a:cubicBezTo>
                  <a:pt x="9320" y="33075"/>
                  <a:pt x="10646" y="27430"/>
                  <a:pt x="13298" y="20459"/>
                </a:cubicBezTo>
                <a:cubicBezTo>
                  <a:pt x="15950" y="13487"/>
                  <a:pt x="17276" y="9055"/>
                  <a:pt x="17276" y="7160"/>
                </a:cubicBezTo>
                <a:cubicBezTo>
                  <a:pt x="17276" y="7085"/>
                  <a:pt x="17276" y="7009"/>
                  <a:pt x="17276" y="6933"/>
                </a:cubicBezTo>
                <a:cubicBezTo>
                  <a:pt x="17276" y="6251"/>
                  <a:pt x="17276" y="5797"/>
                  <a:pt x="17276" y="5569"/>
                </a:cubicBezTo>
                <a:cubicBezTo>
                  <a:pt x="17276" y="5342"/>
                  <a:pt x="17125" y="5077"/>
                  <a:pt x="16821" y="4774"/>
                </a:cubicBezTo>
                <a:cubicBezTo>
                  <a:pt x="16518" y="4471"/>
                  <a:pt x="16102" y="4319"/>
                  <a:pt x="15571" y="4319"/>
                </a:cubicBezTo>
                <a:lnTo>
                  <a:pt x="15117" y="4319"/>
                </a:lnTo>
                <a:cubicBezTo>
                  <a:pt x="13374" y="4319"/>
                  <a:pt x="11783" y="5039"/>
                  <a:pt x="10343" y="6479"/>
                </a:cubicBezTo>
                <a:cubicBezTo>
                  <a:pt x="8903" y="7918"/>
                  <a:pt x="7767" y="9472"/>
                  <a:pt x="6933" y="11139"/>
                </a:cubicBezTo>
                <a:cubicBezTo>
                  <a:pt x="6100" y="12806"/>
                  <a:pt x="5456" y="14397"/>
                  <a:pt x="5001" y="15912"/>
                </a:cubicBezTo>
                <a:cubicBezTo>
                  <a:pt x="4546" y="17428"/>
                  <a:pt x="4243" y="18261"/>
                  <a:pt x="4092" y="18413"/>
                </a:cubicBezTo>
                <a:cubicBezTo>
                  <a:pt x="3940" y="18564"/>
                  <a:pt x="3334" y="18640"/>
                  <a:pt x="2273" y="18640"/>
                </a:cubicBezTo>
                <a:lnTo>
                  <a:pt x="682" y="18640"/>
                </a:lnTo>
                <a:cubicBezTo>
                  <a:pt x="227" y="18185"/>
                  <a:pt x="0" y="17844"/>
                  <a:pt x="0" y="1761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2A2D9-E157-42E9-93FF-8347C904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96" y="2632517"/>
            <a:ext cx="60239" cy="51487"/>
          </a:xfrm>
          <a:custGeom xmlns:a="http://schemas.openxmlformats.org/drawingml/2006/main">
            <a:pathLst>
              <a:path w="60239" h="51487" fill="none">
                <a:moveTo>
                  <a:pt x="0" y="17617"/>
                </a:moveTo>
                <a:cubicBezTo>
                  <a:pt x="0" y="17011"/>
                  <a:pt x="341" y="15836"/>
                  <a:pt x="1023" y="14094"/>
                </a:cubicBezTo>
                <a:cubicBezTo>
                  <a:pt x="1705" y="12351"/>
                  <a:pt x="2652" y="10381"/>
                  <a:pt x="3864" y="8183"/>
                </a:cubicBezTo>
                <a:cubicBezTo>
                  <a:pt x="5077" y="5986"/>
                  <a:pt x="6744" y="4092"/>
                  <a:pt x="8865" y="2500"/>
                </a:cubicBezTo>
                <a:cubicBezTo>
                  <a:pt x="10987" y="909"/>
                  <a:pt x="13222" y="76"/>
                  <a:pt x="15571" y="0"/>
                </a:cubicBezTo>
                <a:cubicBezTo>
                  <a:pt x="19057" y="0"/>
                  <a:pt x="21671" y="947"/>
                  <a:pt x="23414" y="2841"/>
                </a:cubicBezTo>
                <a:cubicBezTo>
                  <a:pt x="25156" y="4736"/>
                  <a:pt x="26028" y="6971"/>
                  <a:pt x="26028" y="9547"/>
                </a:cubicBezTo>
                <a:cubicBezTo>
                  <a:pt x="26028" y="10911"/>
                  <a:pt x="24740" y="15154"/>
                  <a:pt x="22163" y="22277"/>
                </a:cubicBezTo>
                <a:cubicBezTo>
                  <a:pt x="19587" y="29400"/>
                  <a:pt x="18299" y="34742"/>
                  <a:pt x="18299" y="38303"/>
                </a:cubicBezTo>
                <a:cubicBezTo>
                  <a:pt x="18299" y="41561"/>
                  <a:pt x="18829" y="43834"/>
                  <a:pt x="19890" y="45122"/>
                </a:cubicBezTo>
                <a:cubicBezTo>
                  <a:pt x="20951" y="46411"/>
                  <a:pt x="22542" y="47092"/>
                  <a:pt x="24664" y="47168"/>
                </a:cubicBezTo>
                <a:cubicBezTo>
                  <a:pt x="26785" y="47244"/>
                  <a:pt x="28793" y="46600"/>
                  <a:pt x="30688" y="45236"/>
                </a:cubicBezTo>
                <a:cubicBezTo>
                  <a:pt x="32582" y="43872"/>
                  <a:pt x="33984" y="42584"/>
                  <a:pt x="34893" y="41372"/>
                </a:cubicBezTo>
                <a:lnTo>
                  <a:pt x="36143" y="39439"/>
                </a:lnTo>
                <a:cubicBezTo>
                  <a:pt x="36295" y="39136"/>
                  <a:pt x="37735" y="33378"/>
                  <a:pt x="40462" y="22163"/>
                </a:cubicBezTo>
                <a:cubicBezTo>
                  <a:pt x="42736" y="13071"/>
                  <a:pt x="44099" y="7767"/>
                  <a:pt x="44554" y="6251"/>
                </a:cubicBezTo>
                <a:cubicBezTo>
                  <a:pt x="45009" y="4736"/>
                  <a:pt x="45539" y="3637"/>
                  <a:pt x="46145" y="2955"/>
                </a:cubicBezTo>
                <a:cubicBezTo>
                  <a:pt x="47433" y="1819"/>
                  <a:pt x="48797" y="1250"/>
                  <a:pt x="50237" y="1250"/>
                </a:cubicBezTo>
                <a:cubicBezTo>
                  <a:pt x="51525" y="1250"/>
                  <a:pt x="52472" y="1629"/>
                  <a:pt x="53078" y="2387"/>
                </a:cubicBezTo>
                <a:cubicBezTo>
                  <a:pt x="53685" y="3145"/>
                  <a:pt x="53988" y="3864"/>
                  <a:pt x="53988" y="4546"/>
                </a:cubicBezTo>
                <a:lnTo>
                  <a:pt x="45350" y="40690"/>
                </a:lnTo>
                <a:cubicBezTo>
                  <a:pt x="45274" y="41069"/>
                  <a:pt x="45236" y="41675"/>
                  <a:pt x="45236" y="42508"/>
                </a:cubicBezTo>
                <a:cubicBezTo>
                  <a:pt x="45236" y="44403"/>
                  <a:pt x="45501" y="45653"/>
                  <a:pt x="46032" y="46259"/>
                </a:cubicBezTo>
                <a:cubicBezTo>
                  <a:pt x="46562" y="46865"/>
                  <a:pt x="47358" y="47206"/>
                  <a:pt x="48418" y="47282"/>
                </a:cubicBezTo>
                <a:cubicBezTo>
                  <a:pt x="50085" y="47055"/>
                  <a:pt x="51411" y="45880"/>
                  <a:pt x="52397" y="43758"/>
                </a:cubicBezTo>
                <a:cubicBezTo>
                  <a:pt x="53382" y="41637"/>
                  <a:pt x="54518" y="38303"/>
                  <a:pt x="55806" y="33757"/>
                </a:cubicBezTo>
                <a:cubicBezTo>
                  <a:pt x="55958" y="33150"/>
                  <a:pt x="56716" y="32847"/>
                  <a:pt x="58079" y="32847"/>
                </a:cubicBezTo>
                <a:cubicBezTo>
                  <a:pt x="59519" y="32847"/>
                  <a:pt x="60239" y="33188"/>
                  <a:pt x="60239" y="33870"/>
                </a:cubicBezTo>
                <a:cubicBezTo>
                  <a:pt x="60163" y="34249"/>
                  <a:pt x="60087" y="34779"/>
                  <a:pt x="60012" y="35461"/>
                </a:cubicBezTo>
                <a:cubicBezTo>
                  <a:pt x="59936" y="36143"/>
                  <a:pt x="59595" y="37356"/>
                  <a:pt x="58989" y="39098"/>
                </a:cubicBezTo>
                <a:cubicBezTo>
                  <a:pt x="58383" y="40841"/>
                  <a:pt x="57738" y="42470"/>
                  <a:pt x="57057" y="43986"/>
                </a:cubicBezTo>
                <a:cubicBezTo>
                  <a:pt x="56375" y="45501"/>
                  <a:pt x="55427" y="46941"/>
                  <a:pt x="54215" y="48305"/>
                </a:cubicBezTo>
                <a:cubicBezTo>
                  <a:pt x="53003" y="49669"/>
                  <a:pt x="51639" y="50616"/>
                  <a:pt x="50123" y="51146"/>
                </a:cubicBezTo>
                <a:cubicBezTo>
                  <a:pt x="49517" y="51298"/>
                  <a:pt x="48608" y="51374"/>
                  <a:pt x="47396" y="51374"/>
                </a:cubicBezTo>
                <a:cubicBezTo>
                  <a:pt x="42395" y="51374"/>
                  <a:pt x="38947" y="49252"/>
                  <a:pt x="37053" y="45009"/>
                </a:cubicBezTo>
                <a:cubicBezTo>
                  <a:pt x="36901" y="45084"/>
                  <a:pt x="36484" y="45463"/>
                  <a:pt x="35802" y="46145"/>
                </a:cubicBezTo>
                <a:cubicBezTo>
                  <a:pt x="35120" y="46827"/>
                  <a:pt x="34438" y="47396"/>
                  <a:pt x="33757" y="47850"/>
                </a:cubicBezTo>
                <a:cubicBezTo>
                  <a:pt x="33075" y="48305"/>
                  <a:pt x="32241" y="48873"/>
                  <a:pt x="31256" y="49555"/>
                </a:cubicBezTo>
                <a:cubicBezTo>
                  <a:pt x="30271" y="50237"/>
                  <a:pt x="29172" y="50692"/>
                  <a:pt x="27960" y="50919"/>
                </a:cubicBezTo>
                <a:cubicBezTo>
                  <a:pt x="26748" y="51146"/>
                  <a:pt x="25459" y="51336"/>
                  <a:pt x="24096" y="51487"/>
                </a:cubicBezTo>
                <a:cubicBezTo>
                  <a:pt x="20762" y="51487"/>
                  <a:pt x="17806" y="50805"/>
                  <a:pt x="15230" y="49441"/>
                </a:cubicBezTo>
                <a:cubicBezTo>
                  <a:pt x="11290" y="47092"/>
                  <a:pt x="9320" y="43077"/>
                  <a:pt x="9320" y="37394"/>
                </a:cubicBezTo>
                <a:cubicBezTo>
                  <a:pt x="9320" y="33075"/>
                  <a:pt x="10646" y="27430"/>
                  <a:pt x="13298" y="20459"/>
                </a:cubicBezTo>
                <a:cubicBezTo>
                  <a:pt x="15950" y="13487"/>
                  <a:pt x="17276" y="9055"/>
                  <a:pt x="17276" y="7160"/>
                </a:cubicBezTo>
                <a:cubicBezTo>
                  <a:pt x="17276" y="7085"/>
                  <a:pt x="17276" y="7009"/>
                  <a:pt x="17276" y="6933"/>
                </a:cubicBezTo>
                <a:cubicBezTo>
                  <a:pt x="17276" y="6251"/>
                  <a:pt x="17276" y="5797"/>
                  <a:pt x="17276" y="5569"/>
                </a:cubicBezTo>
                <a:cubicBezTo>
                  <a:pt x="17276" y="5342"/>
                  <a:pt x="17125" y="5077"/>
                  <a:pt x="16821" y="4774"/>
                </a:cubicBezTo>
                <a:cubicBezTo>
                  <a:pt x="16518" y="4471"/>
                  <a:pt x="16102" y="4319"/>
                  <a:pt x="15571" y="4319"/>
                </a:cubicBezTo>
                <a:lnTo>
                  <a:pt x="15117" y="4319"/>
                </a:lnTo>
                <a:cubicBezTo>
                  <a:pt x="13374" y="4319"/>
                  <a:pt x="11783" y="5039"/>
                  <a:pt x="10343" y="6479"/>
                </a:cubicBezTo>
                <a:cubicBezTo>
                  <a:pt x="8903" y="7918"/>
                  <a:pt x="7767" y="9472"/>
                  <a:pt x="6933" y="11139"/>
                </a:cubicBezTo>
                <a:cubicBezTo>
                  <a:pt x="6100" y="12806"/>
                  <a:pt x="5456" y="14397"/>
                  <a:pt x="5001" y="15912"/>
                </a:cubicBezTo>
                <a:cubicBezTo>
                  <a:pt x="4546" y="17428"/>
                  <a:pt x="4243" y="18261"/>
                  <a:pt x="4092" y="18413"/>
                </a:cubicBezTo>
                <a:cubicBezTo>
                  <a:pt x="3940" y="18564"/>
                  <a:pt x="3334" y="18640"/>
                  <a:pt x="2273" y="18640"/>
                </a:cubicBezTo>
                <a:lnTo>
                  <a:pt x="682" y="18640"/>
                </a:lnTo>
                <a:cubicBezTo>
                  <a:pt x="227" y="18185"/>
                  <a:pt x="0" y="17844"/>
                  <a:pt x="0" y="176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A9C81-55A3-4791-B4CA-A034FE4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140" y="2603799"/>
            <a:ext cx="25914" cy="80281"/>
          </a:xfrm>
          <a:custGeom xmlns:a="http://schemas.openxmlformats.org/drawingml/2006/main">
            <a:pathLst>
              <a:path w="25914" h="80281">
                <a:moveTo>
                  <a:pt x="8979" y="72249"/>
                </a:moveTo>
                <a:cubicBezTo>
                  <a:pt x="8979" y="74749"/>
                  <a:pt x="9926" y="76000"/>
                  <a:pt x="11820" y="76000"/>
                </a:cubicBezTo>
                <a:cubicBezTo>
                  <a:pt x="14624" y="76000"/>
                  <a:pt x="17011" y="72022"/>
                  <a:pt x="18981" y="64065"/>
                </a:cubicBezTo>
                <a:cubicBezTo>
                  <a:pt x="19436" y="62550"/>
                  <a:pt x="19814" y="61754"/>
                  <a:pt x="20118" y="61679"/>
                </a:cubicBezTo>
                <a:cubicBezTo>
                  <a:pt x="20269" y="61603"/>
                  <a:pt x="20648" y="61565"/>
                  <a:pt x="21254" y="61565"/>
                </a:cubicBezTo>
                <a:lnTo>
                  <a:pt x="21709" y="61565"/>
                </a:lnTo>
                <a:cubicBezTo>
                  <a:pt x="22391" y="61565"/>
                  <a:pt x="22845" y="61565"/>
                  <a:pt x="23073" y="61565"/>
                </a:cubicBezTo>
                <a:cubicBezTo>
                  <a:pt x="23300" y="61565"/>
                  <a:pt x="23489" y="61641"/>
                  <a:pt x="23641" y="61792"/>
                </a:cubicBezTo>
                <a:cubicBezTo>
                  <a:pt x="23792" y="61944"/>
                  <a:pt x="23868" y="62209"/>
                  <a:pt x="23868" y="62588"/>
                </a:cubicBezTo>
                <a:cubicBezTo>
                  <a:pt x="23792" y="63043"/>
                  <a:pt x="23679" y="63649"/>
                  <a:pt x="23527" y="64406"/>
                </a:cubicBezTo>
                <a:cubicBezTo>
                  <a:pt x="23376" y="65164"/>
                  <a:pt x="22959" y="66604"/>
                  <a:pt x="22277" y="68725"/>
                </a:cubicBezTo>
                <a:cubicBezTo>
                  <a:pt x="21595" y="70847"/>
                  <a:pt x="20837" y="72628"/>
                  <a:pt x="20004" y="74067"/>
                </a:cubicBezTo>
                <a:cubicBezTo>
                  <a:pt x="19170" y="75507"/>
                  <a:pt x="17996" y="76909"/>
                  <a:pt x="16480" y="78273"/>
                </a:cubicBezTo>
                <a:cubicBezTo>
                  <a:pt x="14965" y="79637"/>
                  <a:pt x="13222" y="80281"/>
                  <a:pt x="11252" y="80205"/>
                </a:cubicBezTo>
                <a:cubicBezTo>
                  <a:pt x="8524" y="80205"/>
                  <a:pt x="5986" y="79371"/>
                  <a:pt x="3637" y="77704"/>
                </a:cubicBezTo>
                <a:cubicBezTo>
                  <a:pt x="1288" y="76037"/>
                  <a:pt x="76" y="73234"/>
                  <a:pt x="0" y="69294"/>
                </a:cubicBezTo>
                <a:cubicBezTo>
                  <a:pt x="0" y="68384"/>
                  <a:pt x="38" y="67740"/>
                  <a:pt x="114" y="67362"/>
                </a:cubicBezTo>
                <a:lnTo>
                  <a:pt x="7501" y="38038"/>
                </a:lnTo>
                <a:cubicBezTo>
                  <a:pt x="12275" y="18716"/>
                  <a:pt x="14662" y="8752"/>
                  <a:pt x="14662" y="8146"/>
                </a:cubicBezTo>
                <a:cubicBezTo>
                  <a:pt x="14662" y="7918"/>
                  <a:pt x="14624" y="7729"/>
                  <a:pt x="14548" y="7577"/>
                </a:cubicBezTo>
                <a:cubicBezTo>
                  <a:pt x="14473" y="7426"/>
                  <a:pt x="14321" y="7274"/>
                  <a:pt x="14094" y="7123"/>
                </a:cubicBezTo>
                <a:cubicBezTo>
                  <a:pt x="13866" y="6971"/>
                  <a:pt x="13677" y="6895"/>
                  <a:pt x="13525" y="6895"/>
                </a:cubicBezTo>
                <a:cubicBezTo>
                  <a:pt x="13374" y="6895"/>
                  <a:pt x="13071" y="6857"/>
                  <a:pt x="12616" y="6782"/>
                </a:cubicBezTo>
                <a:cubicBezTo>
                  <a:pt x="12161" y="6706"/>
                  <a:pt x="11858" y="6668"/>
                  <a:pt x="11707" y="6668"/>
                </a:cubicBezTo>
                <a:cubicBezTo>
                  <a:pt x="11555" y="6668"/>
                  <a:pt x="11214" y="6630"/>
                  <a:pt x="10684" y="6554"/>
                </a:cubicBezTo>
                <a:cubicBezTo>
                  <a:pt x="10153" y="6479"/>
                  <a:pt x="9775" y="6479"/>
                  <a:pt x="9547" y="6554"/>
                </a:cubicBezTo>
                <a:cubicBezTo>
                  <a:pt x="8790" y="6554"/>
                  <a:pt x="8297" y="6554"/>
                  <a:pt x="8070" y="6554"/>
                </a:cubicBezTo>
                <a:cubicBezTo>
                  <a:pt x="7842" y="6554"/>
                  <a:pt x="7539" y="6516"/>
                  <a:pt x="7160" y="6441"/>
                </a:cubicBezTo>
                <a:cubicBezTo>
                  <a:pt x="6782" y="6365"/>
                  <a:pt x="6554" y="6251"/>
                  <a:pt x="6479" y="6100"/>
                </a:cubicBezTo>
                <a:cubicBezTo>
                  <a:pt x="6403" y="5948"/>
                  <a:pt x="6365" y="5721"/>
                  <a:pt x="6365" y="5418"/>
                </a:cubicBezTo>
                <a:cubicBezTo>
                  <a:pt x="6365" y="5266"/>
                  <a:pt x="6441" y="4736"/>
                  <a:pt x="6592" y="3827"/>
                </a:cubicBezTo>
                <a:cubicBezTo>
                  <a:pt x="6971" y="2387"/>
                  <a:pt x="7388" y="1591"/>
                  <a:pt x="7842" y="1440"/>
                </a:cubicBezTo>
                <a:cubicBezTo>
                  <a:pt x="8297" y="1288"/>
                  <a:pt x="11025" y="1061"/>
                  <a:pt x="16026" y="758"/>
                </a:cubicBezTo>
                <a:cubicBezTo>
                  <a:pt x="17162" y="682"/>
                  <a:pt x="18451" y="606"/>
                  <a:pt x="19890" y="530"/>
                </a:cubicBezTo>
                <a:cubicBezTo>
                  <a:pt x="21330" y="455"/>
                  <a:pt x="22466" y="341"/>
                  <a:pt x="23300" y="189"/>
                </a:cubicBezTo>
                <a:cubicBezTo>
                  <a:pt x="24133" y="38"/>
                  <a:pt x="24550" y="0"/>
                  <a:pt x="24550" y="76"/>
                </a:cubicBezTo>
                <a:cubicBezTo>
                  <a:pt x="25459" y="76"/>
                  <a:pt x="25914" y="379"/>
                  <a:pt x="25914" y="985"/>
                </a:cubicBezTo>
                <a:cubicBezTo>
                  <a:pt x="25914" y="1819"/>
                  <a:pt x="23148" y="13184"/>
                  <a:pt x="17617" y="35083"/>
                </a:cubicBezTo>
                <a:cubicBezTo>
                  <a:pt x="12086" y="56981"/>
                  <a:pt x="9244" y="68460"/>
                  <a:pt x="9093" y="69521"/>
                </a:cubicBezTo>
                <a:cubicBezTo>
                  <a:pt x="9093" y="69673"/>
                  <a:pt x="9093" y="69976"/>
                  <a:pt x="9093" y="70430"/>
                </a:cubicBezTo>
                <a:cubicBezTo>
                  <a:pt x="9093" y="70885"/>
                  <a:pt x="9055" y="71264"/>
                  <a:pt x="8979" y="71567"/>
                </a:cubicBezTo>
                <a:lnTo>
                  <a:pt x="8979" y="72249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FCA3B-E0C9-4B48-B7E7-D9CDDFC7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140" y="2603799"/>
            <a:ext cx="25914" cy="80281"/>
          </a:xfrm>
          <a:custGeom xmlns:a="http://schemas.openxmlformats.org/drawingml/2006/main">
            <a:pathLst>
              <a:path w="25914" h="80281" fill="none">
                <a:moveTo>
                  <a:pt x="8979" y="72249"/>
                </a:moveTo>
                <a:cubicBezTo>
                  <a:pt x="8979" y="74749"/>
                  <a:pt x="9926" y="76000"/>
                  <a:pt x="11820" y="76000"/>
                </a:cubicBezTo>
                <a:cubicBezTo>
                  <a:pt x="14624" y="76000"/>
                  <a:pt x="17011" y="72022"/>
                  <a:pt x="18981" y="64065"/>
                </a:cubicBezTo>
                <a:cubicBezTo>
                  <a:pt x="19436" y="62550"/>
                  <a:pt x="19814" y="61754"/>
                  <a:pt x="20118" y="61679"/>
                </a:cubicBezTo>
                <a:cubicBezTo>
                  <a:pt x="20269" y="61603"/>
                  <a:pt x="20648" y="61565"/>
                  <a:pt x="21254" y="61565"/>
                </a:cubicBezTo>
                <a:lnTo>
                  <a:pt x="21709" y="61565"/>
                </a:lnTo>
                <a:cubicBezTo>
                  <a:pt x="22391" y="61565"/>
                  <a:pt x="22845" y="61565"/>
                  <a:pt x="23073" y="61565"/>
                </a:cubicBezTo>
                <a:cubicBezTo>
                  <a:pt x="23300" y="61565"/>
                  <a:pt x="23489" y="61641"/>
                  <a:pt x="23641" y="61792"/>
                </a:cubicBezTo>
                <a:cubicBezTo>
                  <a:pt x="23792" y="61944"/>
                  <a:pt x="23868" y="62209"/>
                  <a:pt x="23868" y="62588"/>
                </a:cubicBezTo>
                <a:cubicBezTo>
                  <a:pt x="23792" y="63043"/>
                  <a:pt x="23679" y="63649"/>
                  <a:pt x="23527" y="64406"/>
                </a:cubicBezTo>
                <a:cubicBezTo>
                  <a:pt x="23376" y="65164"/>
                  <a:pt x="22959" y="66604"/>
                  <a:pt x="22277" y="68725"/>
                </a:cubicBezTo>
                <a:cubicBezTo>
                  <a:pt x="21595" y="70847"/>
                  <a:pt x="20837" y="72628"/>
                  <a:pt x="20004" y="74067"/>
                </a:cubicBezTo>
                <a:cubicBezTo>
                  <a:pt x="19170" y="75507"/>
                  <a:pt x="17996" y="76909"/>
                  <a:pt x="16480" y="78273"/>
                </a:cubicBezTo>
                <a:cubicBezTo>
                  <a:pt x="14965" y="79637"/>
                  <a:pt x="13222" y="80281"/>
                  <a:pt x="11252" y="80205"/>
                </a:cubicBezTo>
                <a:cubicBezTo>
                  <a:pt x="8524" y="80205"/>
                  <a:pt x="5986" y="79371"/>
                  <a:pt x="3637" y="77704"/>
                </a:cubicBezTo>
                <a:cubicBezTo>
                  <a:pt x="1288" y="76037"/>
                  <a:pt x="76" y="73234"/>
                  <a:pt x="0" y="69294"/>
                </a:cubicBezTo>
                <a:cubicBezTo>
                  <a:pt x="0" y="68384"/>
                  <a:pt x="38" y="67740"/>
                  <a:pt x="114" y="67362"/>
                </a:cubicBezTo>
                <a:lnTo>
                  <a:pt x="7501" y="38038"/>
                </a:lnTo>
                <a:cubicBezTo>
                  <a:pt x="12275" y="18716"/>
                  <a:pt x="14662" y="8752"/>
                  <a:pt x="14662" y="8146"/>
                </a:cubicBezTo>
                <a:cubicBezTo>
                  <a:pt x="14662" y="7918"/>
                  <a:pt x="14624" y="7729"/>
                  <a:pt x="14548" y="7577"/>
                </a:cubicBezTo>
                <a:cubicBezTo>
                  <a:pt x="14473" y="7426"/>
                  <a:pt x="14321" y="7274"/>
                  <a:pt x="14094" y="7123"/>
                </a:cubicBezTo>
                <a:cubicBezTo>
                  <a:pt x="13866" y="6971"/>
                  <a:pt x="13677" y="6895"/>
                  <a:pt x="13525" y="6895"/>
                </a:cubicBezTo>
                <a:cubicBezTo>
                  <a:pt x="13374" y="6895"/>
                  <a:pt x="13071" y="6857"/>
                  <a:pt x="12616" y="6782"/>
                </a:cubicBezTo>
                <a:cubicBezTo>
                  <a:pt x="12161" y="6706"/>
                  <a:pt x="11858" y="6668"/>
                  <a:pt x="11707" y="6668"/>
                </a:cubicBezTo>
                <a:cubicBezTo>
                  <a:pt x="11555" y="6668"/>
                  <a:pt x="11214" y="6630"/>
                  <a:pt x="10684" y="6554"/>
                </a:cubicBezTo>
                <a:cubicBezTo>
                  <a:pt x="10153" y="6479"/>
                  <a:pt x="9775" y="6479"/>
                  <a:pt x="9547" y="6554"/>
                </a:cubicBezTo>
                <a:cubicBezTo>
                  <a:pt x="8790" y="6554"/>
                  <a:pt x="8297" y="6554"/>
                  <a:pt x="8070" y="6554"/>
                </a:cubicBezTo>
                <a:cubicBezTo>
                  <a:pt x="7842" y="6554"/>
                  <a:pt x="7539" y="6516"/>
                  <a:pt x="7160" y="6441"/>
                </a:cubicBezTo>
                <a:cubicBezTo>
                  <a:pt x="6782" y="6365"/>
                  <a:pt x="6554" y="6251"/>
                  <a:pt x="6479" y="6100"/>
                </a:cubicBezTo>
                <a:cubicBezTo>
                  <a:pt x="6403" y="5948"/>
                  <a:pt x="6365" y="5721"/>
                  <a:pt x="6365" y="5418"/>
                </a:cubicBezTo>
                <a:cubicBezTo>
                  <a:pt x="6365" y="5266"/>
                  <a:pt x="6441" y="4736"/>
                  <a:pt x="6592" y="3827"/>
                </a:cubicBezTo>
                <a:cubicBezTo>
                  <a:pt x="6971" y="2387"/>
                  <a:pt x="7388" y="1591"/>
                  <a:pt x="7842" y="1440"/>
                </a:cubicBezTo>
                <a:cubicBezTo>
                  <a:pt x="8297" y="1288"/>
                  <a:pt x="11025" y="1061"/>
                  <a:pt x="16026" y="758"/>
                </a:cubicBezTo>
                <a:cubicBezTo>
                  <a:pt x="17162" y="682"/>
                  <a:pt x="18451" y="606"/>
                  <a:pt x="19890" y="530"/>
                </a:cubicBezTo>
                <a:cubicBezTo>
                  <a:pt x="21330" y="455"/>
                  <a:pt x="22466" y="341"/>
                  <a:pt x="23300" y="189"/>
                </a:cubicBezTo>
                <a:cubicBezTo>
                  <a:pt x="24133" y="38"/>
                  <a:pt x="24550" y="0"/>
                  <a:pt x="24550" y="76"/>
                </a:cubicBezTo>
                <a:cubicBezTo>
                  <a:pt x="25459" y="76"/>
                  <a:pt x="25914" y="379"/>
                  <a:pt x="25914" y="985"/>
                </a:cubicBezTo>
                <a:cubicBezTo>
                  <a:pt x="25914" y="1819"/>
                  <a:pt x="23148" y="13184"/>
                  <a:pt x="17617" y="35083"/>
                </a:cubicBezTo>
                <a:cubicBezTo>
                  <a:pt x="12086" y="56981"/>
                  <a:pt x="9244" y="68460"/>
                  <a:pt x="9093" y="69521"/>
                </a:cubicBezTo>
                <a:cubicBezTo>
                  <a:pt x="9093" y="69673"/>
                  <a:pt x="9093" y="69976"/>
                  <a:pt x="9093" y="70430"/>
                </a:cubicBezTo>
                <a:cubicBezTo>
                  <a:pt x="9093" y="70885"/>
                  <a:pt x="9055" y="71264"/>
                  <a:pt x="8979" y="71567"/>
                </a:cubicBezTo>
                <a:lnTo>
                  <a:pt x="8979" y="72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622E8-26AB-47D0-BB47-D682506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292" y="2713274"/>
            <a:ext cx="47168" cy="78083"/>
          </a:xfrm>
          <a:custGeom xmlns:a="http://schemas.openxmlformats.org/drawingml/2006/main">
            <a:pathLst>
              <a:path w="47168" h="78083">
                <a:moveTo>
                  <a:pt x="9661" y="22959"/>
                </a:moveTo>
                <a:cubicBezTo>
                  <a:pt x="7615" y="22959"/>
                  <a:pt x="6024" y="22315"/>
                  <a:pt x="4887" y="21027"/>
                </a:cubicBezTo>
                <a:cubicBezTo>
                  <a:pt x="3751" y="19739"/>
                  <a:pt x="3145" y="18072"/>
                  <a:pt x="3069" y="16026"/>
                </a:cubicBezTo>
                <a:cubicBezTo>
                  <a:pt x="3069" y="11858"/>
                  <a:pt x="4887" y="8146"/>
                  <a:pt x="8524" y="4887"/>
                </a:cubicBezTo>
                <a:cubicBezTo>
                  <a:pt x="12161" y="1629"/>
                  <a:pt x="16556" y="0"/>
                  <a:pt x="21709" y="0"/>
                </a:cubicBezTo>
                <a:cubicBezTo>
                  <a:pt x="24361" y="0"/>
                  <a:pt x="26028" y="38"/>
                  <a:pt x="26710" y="114"/>
                </a:cubicBezTo>
                <a:cubicBezTo>
                  <a:pt x="32317" y="1023"/>
                  <a:pt x="36598" y="3031"/>
                  <a:pt x="39553" y="6138"/>
                </a:cubicBezTo>
                <a:cubicBezTo>
                  <a:pt x="42508" y="9244"/>
                  <a:pt x="44024" y="12616"/>
                  <a:pt x="44099" y="16253"/>
                </a:cubicBezTo>
                <a:cubicBezTo>
                  <a:pt x="44099" y="20193"/>
                  <a:pt x="42811" y="24020"/>
                  <a:pt x="40235" y="27733"/>
                </a:cubicBezTo>
                <a:cubicBezTo>
                  <a:pt x="37659" y="31445"/>
                  <a:pt x="34098" y="34135"/>
                  <a:pt x="29551" y="35802"/>
                </a:cubicBezTo>
                <a:lnTo>
                  <a:pt x="29210" y="36030"/>
                </a:lnTo>
                <a:cubicBezTo>
                  <a:pt x="29210" y="36105"/>
                  <a:pt x="29551" y="36219"/>
                  <a:pt x="30233" y="36371"/>
                </a:cubicBezTo>
                <a:cubicBezTo>
                  <a:pt x="30915" y="36522"/>
                  <a:pt x="32014" y="36863"/>
                  <a:pt x="33529" y="37394"/>
                </a:cubicBezTo>
                <a:cubicBezTo>
                  <a:pt x="35045" y="37924"/>
                  <a:pt x="36484" y="38720"/>
                  <a:pt x="37848" y="39780"/>
                </a:cubicBezTo>
                <a:cubicBezTo>
                  <a:pt x="44062" y="43796"/>
                  <a:pt x="47168" y="49100"/>
                  <a:pt x="47168" y="55693"/>
                </a:cubicBezTo>
                <a:cubicBezTo>
                  <a:pt x="47168" y="61679"/>
                  <a:pt x="44819" y="66907"/>
                  <a:pt x="40121" y="71377"/>
                </a:cubicBezTo>
                <a:cubicBezTo>
                  <a:pt x="35424" y="75848"/>
                  <a:pt x="29475" y="78083"/>
                  <a:pt x="22277" y="78083"/>
                </a:cubicBezTo>
                <a:cubicBezTo>
                  <a:pt x="16215" y="78083"/>
                  <a:pt x="10987" y="76454"/>
                  <a:pt x="6592" y="73196"/>
                </a:cubicBezTo>
                <a:cubicBezTo>
                  <a:pt x="2197" y="69938"/>
                  <a:pt x="0" y="65808"/>
                  <a:pt x="0" y="60807"/>
                </a:cubicBezTo>
                <a:cubicBezTo>
                  <a:pt x="0" y="58686"/>
                  <a:pt x="682" y="56981"/>
                  <a:pt x="2046" y="55693"/>
                </a:cubicBezTo>
                <a:cubicBezTo>
                  <a:pt x="3410" y="54404"/>
                  <a:pt x="5115" y="53723"/>
                  <a:pt x="7160" y="53647"/>
                </a:cubicBezTo>
                <a:cubicBezTo>
                  <a:pt x="9282" y="53647"/>
                  <a:pt x="11025" y="54329"/>
                  <a:pt x="12389" y="55693"/>
                </a:cubicBezTo>
                <a:cubicBezTo>
                  <a:pt x="13753" y="57057"/>
                  <a:pt x="14435" y="58761"/>
                  <a:pt x="14435" y="60807"/>
                </a:cubicBezTo>
                <a:cubicBezTo>
                  <a:pt x="14435" y="61641"/>
                  <a:pt x="14321" y="62398"/>
                  <a:pt x="14094" y="63080"/>
                </a:cubicBezTo>
                <a:cubicBezTo>
                  <a:pt x="13866" y="63762"/>
                  <a:pt x="13601" y="64369"/>
                  <a:pt x="13298" y="64899"/>
                </a:cubicBezTo>
                <a:cubicBezTo>
                  <a:pt x="12995" y="65429"/>
                  <a:pt x="12578" y="65884"/>
                  <a:pt x="12048" y="66263"/>
                </a:cubicBezTo>
                <a:cubicBezTo>
                  <a:pt x="11517" y="66642"/>
                  <a:pt x="11063" y="66945"/>
                  <a:pt x="10684" y="67172"/>
                </a:cubicBezTo>
                <a:cubicBezTo>
                  <a:pt x="10305" y="67399"/>
                  <a:pt x="9926" y="67551"/>
                  <a:pt x="9547" y="67627"/>
                </a:cubicBezTo>
                <a:cubicBezTo>
                  <a:pt x="9168" y="67703"/>
                  <a:pt x="8865" y="67816"/>
                  <a:pt x="8638" y="67968"/>
                </a:cubicBezTo>
                <a:lnTo>
                  <a:pt x="8183" y="68081"/>
                </a:lnTo>
                <a:cubicBezTo>
                  <a:pt x="12048" y="71491"/>
                  <a:pt x="16746" y="73196"/>
                  <a:pt x="22277" y="73196"/>
                </a:cubicBezTo>
                <a:cubicBezTo>
                  <a:pt x="26445" y="73196"/>
                  <a:pt x="29589" y="71188"/>
                  <a:pt x="31711" y="67172"/>
                </a:cubicBezTo>
                <a:cubicBezTo>
                  <a:pt x="32999" y="64672"/>
                  <a:pt x="33643" y="60845"/>
                  <a:pt x="33643" y="55693"/>
                </a:cubicBezTo>
                <a:lnTo>
                  <a:pt x="33643" y="53419"/>
                </a:lnTo>
                <a:cubicBezTo>
                  <a:pt x="33643" y="46221"/>
                  <a:pt x="31218" y="41410"/>
                  <a:pt x="26369" y="38985"/>
                </a:cubicBezTo>
                <a:cubicBezTo>
                  <a:pt x="25232" y="38530"/>
                  <a:pt x="22921" y="38265"/>
                  <a:pt x="19436" y="38189"/>
                </a:cubicBezTo>
                <a:lnTo>
                  <a:pt x="14662" y="38076"/>
                </a:lnTo>
                <a:lnTo>
                  <a:pt x="14321" y="37848"/>
                </a:lnTo>
                <a:cubicBezTo>
                  <a:pt x="14169" y="37621"/>
                  <a:pt x="14094" y="37015"/>
                  <a:pt x="14094" y="36030"/>
                </a:cubicBezTo>
                <a:cubicBezTo>
                  <a:pt x="14094" y="34666"/>
                  <a:pt x="14397" y="33984"/>
                  <a:pt x="15003" y="33984"/>
                </a:cubicBezTo>
                <a:cubicBezTo>
                  <a:pt x="17125" y="33984"/>
                  <a:pt x="19322" y="33794"/>
                  <a:pt x="21595" y="33416"/>
                </a:cubicBezTo>
                <a:cubicBezTo>
                  <a:pt x="24171" y="33037"/>
                  <a:pt x="26520" y="31445"/>
                  <a:pt x="28642" y="28642"/>
                </a:cubicBezTo>
                <a:cubicBezTo>
                  <a:pt x="30764" y="25838"/>
                  <a:pt x="31824" y="21595"/>
                  <a:pt x="31824" y="15912"/>
                </a:cubicBezTo>
                <a:lnTo>
                  <a:pt x="31824" y="15003"/>
                </a:lnTo>
                <a:cubicBezTo>
                  <a:pt x="31824" y="10684"/>
                  <a:pt x="30498" y="7691"/>
                  <a:pt x="27846" y="6024"/>
                </a:cubicBezTo>
                <a:cubicBezTo>
                  <a:pt x="26179" y="4963"/>
                  <a:pt x="24399" y="4433"/>
                  <a:pt x="22504" y="4433"/>
                </a:cubicBezTo>
                <a:cubicBezTo>
                  <a:pt x="20080" y="4433"/>
                  <a:pt x="17844" y="4849"/>
                  <a:pt x="15799" y="5683"/>
                </a:cubicBezTo>
                <a:cubicBezTo>
                  <a:pt x="13753" y="6516"/>
                  <a:pt x="12313" y="7388"/>
                  <a:pt x="11479" y="8297"/>
                </a:cubicBezTo>
                <a:cubicBezTo>
                  <a:pt x="10646" y="9206"/>
                  <a:pt x="10229" y="9661"/>
                  <a:pt x="10229" y="9661"/>
                </a:cubicBezTo>
                <a:lnTo>
                  <a:pt x="10570" y="9661"/>
                </a:lnTo>
                <a:cubicBezTo>
                  <a:pt x="10798" y="9737"/>
                  <a:pt x="11101" y="9813"/>
                  <a:pt x="11479" y="9888"/>
                </a:cubicBezTo>
                <a:cubicBezTo>
                  <a:pt x="11858" y="9964"/>
                  <a:pt x="12237" y="10153"/>
                  <a:pt x="12616" y="10457"/>
                </a:cubicBezTo>
                <a:cubicBezTo>
                  <a:pt x="12995" y="10760"/>
                  <a:pt x="13450" y="11025"/>
                  <a:pt x="13980" y="11252"/>
                </a:cubicBezTo>
                <a:cubicBezTo>
                  <a:pt x="14510" y="11479"/>
                  <a:pt x="14889" y="11896"/>
                  <a:pt x="15117" y="12502"/>
                </a:cubicBezTo>
                <a:cubicBezTo>
                  <a:pt x="15344" y="13109"/>
                  <a:pt x="15647" y="13677"/>
                  <a:pt x="16026" y="14207"/>
                </a:cubicBezTo>
                <a:cubicBezTo>
                  <a:pt x="16405" y="14738"/>
                  <a:pt x="16518" y="15495"/>
                  <a:pt x="16367" y="16480"/>
                </a:cubicBezTo>
                <a:cubicBezTo>
                  <a:pt x="16367" y="18147"/>
                  <a:pt x="15836" y="19625"/>
                  <a:pt x="14776" y="20913"/>
                </a:cubicBezTo>
                <a:cubicBezTo>
                  <a:pt x="13715" y="22201"/>
                  <a:pt x="12010" y="22883"/>
                  <a:pt x="9661" y="22959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83E77-FD0D-41BE-9EB6-7D5B811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292" y="2713274"/>
            <a:ext cx="47168" cy="78083"/>
          </a:xfrm>
          <a:custGeom xmlns:a="http://schemas.openxmlformats.org/drawingml/2006/main">
            <a:pathLst>
              <a:path w="47168" h="78083" fill="none">
                <a:moveTo>
                  <a:pt x="9661" y="22959"/>
                </a:moveTo>
                <a:cubicBezTo>
                  <a:pt x="7615" y="22959"/>
                  <a:pt x="6024" y="22315"/>
                  <a:pt x="4887" y="21027"/>
                </a:cubicBezTo>
                <a:cubicBezTo>
                  <a:pt x="3751" y="19739"/>
                  <a:pt x="3145" y="18072"/>
                  <a:pt x="3069" y="16026"/>
                </a:cubicBezTo>
                <a:cubicBezTo>
                  <a:pt x="3069" y="11858"/>
                  <a:pt x="4887" y="8146"/>
                  <a:pt x="8524" y="4887"/>
                </a:cubicBezTo>
                <a:cubicBezTo>
                  <a:pt x="12161" y="1629"/>
                  <a:pt x="16556" y="0"/>
                  <a:pt x="21709" y="0"/>
                </a:cubicBezTo>
                <a:cubicBezTo>
                  <a:pt x="24361" y="0"/>
                  <a:pt x="26028" y="38"/>
                  <a:pt x="26710" y="114"/>
                </a:cubicBezTo>
                <a:cubicBezTo>
                  <a:pt x="32317" y="1023"/>
                  <a:pt x="36598" y="3031"/>
                  <a:pt x="39553" y="6138"/>
                </a:cubicBezTo>
                <a:cubicBezTo>
                  <a:pt x="42508" y="9244"/>
                  <a:pt x="44024" y="12616"/>
                  <a:pt x="44099" y="16253"/>
                </a:cubicBezTo>
                <a:cubicBezTo>
                  <a:pt x="44099" y="20193"/>
                  <a:pt x="42811" y="24020"/>
                  <a:pt x="40235" y="27733"/>
                </a:cubicBezTo>
                <a:cubicBezTo>
                  <a:pt x="37659" y="31445"/>
                  <a:pt x="34098" y="34135"/>
                  <a:pt x="29551" y="35802"/>
                </a:cubicBezTo>
                <a:lnTo>
                  <a:pt x="29210" y="36030"/>
                </a:lnTo>
                <a:cubicBezTo>
                  <a:pt x="29210" y="36105"/>
                  <a:pt x="29551" y="36219"/>
                  <a:pt x="30233" y="36371"/>
                </a:cubicBezTo>
                <a:cubicBezTo>
                  <a:pt x="30915" y="36522"/>
                  <a:pt x="32014" y="36863"/>
                  <a:pt x="33529" y="37394"/>
                </a:cubicBezTo>
                <a:cubicBezTo>
                  <a:pt x="35045" y="37924"/>
                  <a:pt x="36484" y="38720"/>
                  <a:pt x="37848" y="39780"/>
                </a:cubicBezTo>
                <a:cubicBezTo>
                  <a:pt x="44062" y="43796"/>
                  <a:pt x="47168" y="49100"/>
                  <a:pt x="47168" y="55693"/>
                </a:cubicBezTo>
                <a:cubicBezTo>
                  <a:pt x="47168" y="61679"/>
                  <a:pt x="44819" y="66907"/>
                  <a:pt x="40121" y="71377"/>
                </a:cubicBezTo>
                <a:cubicBezTo>
                  <a:pt x="35424" y="75848"/>
                  <a:pt x="29475" y="78083"/>
                  <a:pt x="22277" y="78083"/>
                </a:cubicBezTo>
                <a:cubicBezTo>
                  <a:pt x="16215" y="78083"/>
                  <a:pt x="10987" y="76454"/>
                  <a:pt x="6592" y="73196"/>
                </a:cubicBezTo>
                <a:cubicBezTo>
                  <a:pt x="2197" y="69938"/>
                  <a:pt x="0" y="65808"/>
                  <a:pt x="0" y="60807"/>
                </a:cubicBezTo>
                <a:cubicBezTo>
                  <a:pt x="0" y="58686"/>
                  <a:pt x="682" y="56981"/>
                  <a:pt x="2046" y="55693"/>
                </a:cubicBezTo>
                <a:cubicBezTo>
                  <a:pt x="3410" y="54404"/>
                  <a:pt x="5115" y="53723"/>
                  <a:pt x="7160" y="53647"/>
                </a:cubicBezTo>
                <a:cubicBezTo>
                  <a:pt x="9282" y="53647"/>
                  <a:pt x="11025" y="54329"/>
                  <a:pt x="12389" y="55693"/>
                </a:cubicBezTo>
                <a:cubicBezTo>
                  <a:pt x="13753" y="57057"/>
                  <a:pt x="14435" y="58761"/>
                  <a:pt x="14435" y="60807"/>
                </a:cubicBezTo>
                <a:cubicBezTo>
                  <a:pt x="14435" y="61641"/>
                  <a:pt x="14321" y="62398"/>
                  <a:pt x="14094" y="63080"/>
                </a:cubicBezTo>
                <a:cubicBezTo>
                  <a:pt x="13866" y="63762"/>
                  <a:pt x="13601" y="64369"/>
                  <a:pt x="13298" y="64899"/>
                </a:cubicBezTo>
                <a:cubicBezTo>
                  <a:pt x="12995" y="65429"/>
                  <a:pt x="12578" y="65884"/>
                  <a:pt x="12048" y="66263"/>
                </a:cubicBezTo>
                <a:cubicBezTo>
                  <a:pt x="11517" y="66642"/>
                  <a:pt x="11063" y="66945"/>
                  <a:pt x="10684" y="67172"/>
                </a:cubicBezTo>
                <a:cubicBezTo>
                  <a:pt x="10305" y="67399"/>
                  <a:pt x="9926" y="67551"/>
                  <a:pt x="9547" y="67627"/>
                </a:cubicBezTo>
                <a:cubicBezTo>
                  <a:pt x="9168" y="67703"/>
                  <a:pt x="8865" y="67816"/>
                  <a:pt x="8638" y="67968"/>
                </a:cubicBezTo>
                <a:lnTo>
                  <a:pt x="8183" y="68081"/>
                </a:lnTo>
                <a:cubicBezTo>
                  <a:pt x="12048" y="71491"/>
                  <a:pt x="16746" y="73196"/>
                  <a:pt x="22277" y="73196"/>
                </a:cubicBezTo>
                <a:cubicBezTo>
                  <a:pt x="26445" y="73196"/>
                  <a:pt x="29589" y="71188"/>
                  <a:pt x="31711" y="67172"/>
                </a:cubicBezTo>
                <a:cubicBezTo>
                  <a:pt x="32999" y="64672"/>
                  <a:pt x="33643" y="60845"/>
                  <a:pt x="33643" y="55693"/>
                </a:cubicBezTo>
                <a:lnTo>
                  <a:pt x="33643" y="53419"/>
                </a:lnTo>
                <a:cubicBezTo>
                  <a:pt x="33643" y="46221"/>
                  <a:pt x="31218" y="41410"/>
                  <a:pt x="26369" y="38985"/>
                </a:cubicBezTo>
                <a:cubicBezTo>
                  <a:pt x="25232" y="38530"/>
                  <a:pt x="22921" y="38265"/>
                  <a:pt x="19436" y="38189"/>
                </a:cubicBezTo>
                <a:lnTo>
                  <a:pt x="14662" y="38076"/>
                </a:lnTo>
                <a:lnTo>
                  <a:pt x="14321" y="37848"/>
                </a:lnTo>
                <a:cubicBezTo>
                  <a:pt x="14169" y="37621"/>
                  <a:pt x="14094" y="37015"/>
                  <a:pt x="14094" y="36030"/>
                </a:cubicBezTo>
                <a:cubicBezTo>
                  <a:pt x="14094" y="34666"/>
                  <a:pt x="14397" y="33984"/>
                  <a:pt x="15003" y="33984"/>
                </a:cubicBezTo>
                <a:cubicBezTo>
                  <a:pt x="17125" y="33984"/>
                  <a:pt x="19322" y="33794"/>
                  <a:pt x="21595" y="33416"/>
                </a:cubicBezTo>
                <a:cubicBezTo>
                  <a:pt x="24171" y="33037"/>
                  <a:pt x="26520" y="31445"/>
                  <a:pt x="28642" y="28642"/>
                </a:cubicBezTo>
                <a:cubicBezTo>
                  <a:pt x="30764" y="25838"/>
                  <a:pt x="31824" y="21595"/>
                  <a:pt x="31824" y="15912"/>
                </a:cubicBezTo>
                <a:lnTo>
                  <a:pt x="31824" y="15003"/>
                </a:lnTo>
                <a:cubicBezTo>
                  <a:pt x="31824" y="10684"/>
                  <a:pt x="30498" y="7691"/>
                  <a:pt x="27846" y="6024"/>
                </a:cubicBezTo>
                <a:cubicBezTo>
                  <a:pt x="26179" y="4963"/>
                  <a:pt x="24399" y="4433"/>
                  <a:pt x="22504" y="4433"/>
                </a:cubicBezTo>
                <a:cubicBezTo>
                  <a:pt x="20080" y="4433"/>
                  <a:pt x="17844" y="4849"/>
                  <a:pt x="15799" y="5683"/>
                </a:cubicBezTo>
                <a:cubicBezTo>
                  <a:pt x="13753" y="6516"/>
                  <a:pt x="12313" y="7388"/>
                  <a:pt x="11479" y="8297"/>
                </a:cubicBezTo>
                <a:cubicBezTo>
                  <a:pt x="10646" y="9206"/>
                  <a:pt x="10229" y="9661"/>
                  <a:pt x="10229" y="9661"/>
                </a:cubicBezTo>
                <a:lnTo>
                  <a:pt x="10570" y="9661"/>
                </a:lnTo>
                <a:cubicBezTo>
                  <a:pt x="10798" y="9737"/>
                  <a:pt x="11101" y="9813"/>
                  <a:pt x="11479" y="9888"/>
                </a:cubicBezTo>
                <a:cubicBezTo>
                  <a:pt x="11858" y="9964"/>
                  <a:pt x="12237" y="10153"/>
                  <a:pt x="12616" y="10457"/>
                </a:cubicBezTo>
                <a:cubicBezTo>
                  <a:pt x="12995" y="10760"/>
                  <a:pt x="13450" y="11025"/>
                  <a:pt x="13980" y="11252"/>
                </a:cubicBezTo>
                <a:cubicBezTo>
                  <a:pt x="14510" y="11479"/>
                  <a:pt x="14889" y="11896"/>
                  <a:pt x="15117" y="12502"/>
                </a:cubicBezTo>
                <a:cubicBezTo>
                  <a:pt x="15344" y="13109"/>
                  <a:pt x="15647" y="13677"/>
                  <a:pt x="16026" y="14207"/>
                </a:cubicBezTo>
                <a:cubicBezTo>
                  <a:pt x="16405" y="14738"/>
                  <a:pt x="16518" y="15495"/>
                  <a:pt x="16367" y="16480"/>
                </a:cubicBezTo>
                <a:cubicBezTo>
                  <a:pt x="16367" y="18147"/>
                  <a:pt x="15836" y="19625"/>
                  <a:pt x="14776" y="20913"/>
                </a:cubicBezTo>
                <a:cubicBezTo>
                  <a:pt x="13715" y="22201"/>
                  <a:pt x="12010" y="22883"/>
                  <a:pt x="9661" y="229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333333">
                <a:alpha val="2970"/>
              </a:srgbClr>
            </a:solidFill>
            <a:miter/>
          </a:ln>
        </p:spPr>
      </p:sp>
      <p:sp>
        <p:nvSpPr>
          <p:cNvPr id="163" name="Text V">
            <a:extLst xmlns:a="http://schemas.openxmlformats.org/drawingml/2006/main">
              <a:ext uri="{FF2B5EF4-FFF2-40B4-BE49-F238E27FC236}">
                <a16:creationId xmlns:a16="http://schemas.microsoft.com/office/drawing/2014/main" id="{3A0F3773-1642-4FA1-B39A-1999ACB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735" y="2935712"/>
            <a:ext cx="111908" cy="107562"/>
          </a:xfrm>
          <a:custGeom xmlns:a="http://schemas.openxmlformats.org/drawingml/2006/main">
            <a:pathLst>
              <a:path w="111908" h="107562">
                <a:moveTo>
                  <a:pt x="111908" y="0"/>
                </a:moveTo>
                <a:lnTo>
                  <a:pt x="111908" y="2794"/>
                </a:lnTo>
                <a:cubicBezTo>
                  <a:pt x="108079" y="3415"/>
                  <a:pt x="104665" y="5460"/>
                  <a:pt x="101664" y="8930"/>
                </a:cubicBezTo>
                <a:cubicBezTo>
                  <a:pt x="99491" y="11516"/>
                  <a:pt x="96257" y="17599"/>
                  <a:pt x="91963" y="27177"/>
                </a:cubicBezTo>
                <a:lnTo>
                  <a:pt x="55721" y="107562"/>
                </a:lnTo>
                <a:lnTo>
                  <a:pt x="53160" y="107562"/>
                </a:lnTo>
                <a:lnTo>
                  <a:pt x="17073" y="23934"/>
                </a:lnTo>
                <a:cubicBezTo>
                  <a:pt x="12727" y="13831"/>
                  <a:pt x="9817" y="7898"/>
                  <a:pt x="8343" y="6136"/>
                </a:cubicBezTo>
                <a:cubicBezTo>
                  <a:pt x="6868" y="4373"/>
                  <a:pt x="4087" y="3259"/>
                  <a:pt x="0" y="2794"/>
                </a:cubicBezTo>
                <a:lnTo>
                  <a:pt x="0" y="0"/>
                </a:lnTo>
                <a:lnTo>
                  <a:pt x="50444" y="0"/>
                </a:lnTo>
                <a:lnTo>
                  <a:pt x="50444" y="2794"/>
                </a:lnTo>
                <a:lnTo>
                  <a:pt x="48737" y="2794"/>
                </a:lnTo>
                <a:cubicBezTo>
                  <a:pt x="44184" y="2794"/>
                  <a:pt x="41079" y="3367"/>
                  <a:pt x="39424" y="4513"/>
                </a:cubicBezTo>
                <a:cubicBezTo>
                  <a:pt x="38234" y="5294"/>
                  <a:pt x="37639" y="6440"/>
                  <a:pt x="37639" y="7950"/>
                </a:cubicBezTo>
                <a:cubicBezTo>
                  <a:pt x="37639" y="8888"/>
                  <a:pt x="37846" y="9994"/>
                  <a:pt x="38260" y="11270"/>
                </a:cubicBezTo>
                <a:cubicBezTo>
                  <a:pt x="38674" y="12546"/>
                  <a:pt x="40071" y="15955"/>
                  <a:pt x="42450" y="21499"/>
                </a:cubicBezTo>
                <a:lnTo>
                  <a:pt x="64879" y="73828"/>
                </a:lnTo>
                <a:lnTo>
                  <a:pt x="85677" y="27220"/>
                </a:lnTo>
                <a:cubicBezTo>
                  <a:pt x="88160" y="21584"/>
                  <a:pt x="89687" y="17806"/>
                  <a:pt x="90256" y="15885"/>
                </a:cubicBezTo>
                <a:cubicBezTo>
                  <a:pt x="90825" y="13963"/>
                  <a:pt x="91109" y="12326"/>
                  <a:pt x="91109" y="10974"/>
                </a:cubicBezTo>
                <a:cubicBezTo>
                  <a:pt x="91109" y="9417"/>
                  <a:pt x="90696" y="8041"/>
                  <a:pt x="89868" y="6846"/>
                </a:cubicBezTo>
                <a:cubicBezTo>
                  <a:pt x="89040" y="5651"/>
                  <a:pt x="87824" y="4742"/>
                  <a:pt x="86220" y="4118"/>
                </a:cubicBezTo>
                <a:cubicBezTo>
                  <a:pt x="83996" y="3235"/>
                  <a:pt x="81047" y="2794"/>
                  <a:pt x="77373" y="2794"/>
                </a:cubicBezTo>
                <a:lnTo>
                  <a:pt x="77373" y="0"/>
                </a:lnTo>
                <a:lnTo>
                  <a:pt x="1119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ulnerability">
            <a:extLst xmlns:a="http://schemas.openxmlformats.org/drawingml/2006/main">
              <a:ext uri="{FF2B5EF4-FFF2-40B4-BE49-F238E27FC236}">
                <a16:creationId xmlns:a16="http://schemas.microsoft.com/office/drawing/2014/main" id="{572F6589-12C0-4BE1-BE64-440193E9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572" y="2933384"/>
            <a:ext cx="788484" cy="141864"/>
          </a:xfrm>
          <a:custGeom xmlns:a="http://schemas.openxmlformats.org/drawingml/2006/main">
            <a:pathLst>
              <a:path w="788484" h="141864">
                <a:moveTo>
                  <a:pt x="70544" y="34923"/>
                </a:moveTo>
                <a:lnTo>
                  <a:pt x="70544" y="91730"/>
                </a:lnTo>
                <a:cubicBezTo>
                  <a:pt x="70544" y="97300"/>
                  <a:pt x="71061" y="100775"/>
                  <a:pt x="72096" y="102154"/>
                </a:cubicBezTo>
                <a:cubicBezTo>
                  <a:pt x="73131" y="103533"/>
                  <a:pt x="75226" y="104404"/>
                  <a:pt x="78382" y="104768"/>
                </a:cubicBezTo>
                <a:lnTo>
                  <a:pt x="78382" y="107562"/>
                </a:lnTo>
                <a:lnTo>
                  <a:pt x="48814" y="107562"/>
                </a:lnTo>
                <a:lnTo>
                  <a:pt x="48814" y="97861"/>
                </a:lnTo>
                <a:cubicBezTo>
                  <a:pt x="45348" y="102000"/>
                  <a:pt x="41881" y="105014"/>
                  <a:pt x="38415" y="106902"/>
                </a:cubicBezTo>
                <a:cubicBezTo>
                  <a:pt x="34949" y="108791"/>
                  <a:pt x="31068" y="109735"/>
                  <a:pt x="26774" y="109735"/>
                </a:cubicBezTo>
                <a:cubicBezTo>
                  <a:pt x="22687" y="109735"/>
                  <a:pt x="19052" y="108480"/>
                  <a:pt x="15870" y="105971"/>
                </a:cubicBezTo>
                <a:cubicBezTo>
                  <a:pt x="12689" y="103462"/>
                  <a:pt x="10554" y="100526"/>
                  <a:pt x="9468" y="97163"/>
                </a:cubicBezTo>
                <a:cubicBezTo>
                  <a:pt x="8381" y="93800"/>
                  <a:pt x="7838" y="87928"/>
                  <a:pt x="7838" y="79546"/>
                </a:cubicBezTo>
                <a:lnTo>
                  <a:pt x="7838" y="50754"/>
                </a:lnTo>
                <a:cubicBezTo>
                  <a:pt x="7838" y="45204"/>
                  <a:pt x="7334" y="41748"/>
                  <a:pt x="6325" y="40387"/>
                </a:cubicBezTo>
                <a:cubicBezTo>
                  <a:pt x="5316" y="39025"/>
                  <a:pt x="3208" y="38135"/>
                  <a:pt x="0" y="37717"/>
                </a:cubicBezTo>
                <a:lnTo>
                  <a:pt x="0" y="34923"/>
                </a:lnTo>
                <a:lnTo>
                  <a:pt x="29568" y="34923"/>
                </a:lnTo>
                <a:lnTo>
                  <a:pt x="29568" y="84574"/>
                </a:lnTo>
                <a:cubicBezTo>
                  <a:pt x="29568" y="89754"/>
                  <a:pt x="29814" y="93095"/>
                  <a:pt x="30305" y="94597"/>
                </a:cubicBezTo>
                <a:cubicBezTo>
                  <a:pt x="30797" y="96099"/>
                  <a:pt x="31573" y="97239"/>
                  <a:pt x="32633" y="98016"/>
                </a:cubicBezTo>
                <a:cubicBezTo>
                  <a:pt x="33694" y="98792"/>
                  <a:pt x="34923" y="99181"/>
                  <a:pt x="36320" y="99181"/>
                </a:cubicBezTo>
                <a:cubicBezTo>
                  <a:pt x="38182" y="99181"/>
                  <a:pt x="39864" y="98689"/>
                  <a:pt x="41364" y="97706"/>
                </a:cubicBezTo>
                <a:cubicBezTo>
                  <a:pt x="43434" y="96361"/>
                  <a:pt x="45917" y="93645"/>
                  <a:pt x="48814" y="89557"/>
                </a:cubicBezTo>
                <a:lnTo>
                  <a:pt x="48814" y="50754"/>
                </a:lnTo>
                <a:cubicBezTo>
                  <a:pt x="48814" y="45204"/>
                  <a:pt x="48310" y="41748"/>
                  <a:pt x="47301" y="40387"/>
                </a:cubicBezTo>
                <a:cubicBezTo>
                  <a:pt x="46292" y="39025"/>
                  <a:pt x="44184" y="38135"/>
                  <a:pt x="40976" y="37717"/>
                </a:cubicBezTo>
                <a:lnTo>
                  <a:pt x="40976" y="34923"/>
                </a:lnTo>
                <a:lnTo>
                  <a:pt x="70544" y="34923"/>
                </a:lnTo>
                <a:close/>
                <a:moveTo>
                  <a:pt x="117238" y="2328"/>
                </a:moveTo>
                <a:lnTo>
                  <a:pt x="117238" y="92506"/>
                </a:lnTo>
                <a:cubicBezTo>
                  <a:pt x="117238" y="97628"/>
                  <a:pt x="117833" y="100901"/>
                  <a:pt x="119023" y="102324"/>
                </a:cubicBezTo>
                <a:cubicBezTo>
                  <a:pt x="120213" y="103746"/>
                  <a:pt x="122541" y="104561"/>
                  <a:pt x="126008" y="104768"/>
                </a:cubicBezTo>
                <a:lnTo>
                  <a:pt x="126008" y="107562"/>
                </a:lnTo>
                <a:lnTo>
                  <a:pt x="86817" y="107562"/>
                </a:lnTo>
                <a:lnTo>
                  <a:pt x="86817" y="104768"/>
                </a:lnTo>
                <a:cubicBezTo>
                  <a:pt x="90024" y="104665"/>
                  <a:pt x="92404" y="103733"/>
                  <a:pt x="93956" y="101974"/>
                </a:cubicBezTo>
                <a:cubicBezTo>
                  <a:pt x="94991" y="100784"/>
                  <a:pt x="95509" y="97628"/>
                  <a:pt x="95509" y="92506"/>
                </a:cubicBezTo>
                <a:lnTo>
                  <a:pt x="95509" y="17384"/>
                </a:lnTo>
                <a:cubicBezTo>
                  <a:pt x="95509" y="12281"/>
                  <a:pt x="94914" y="9014"/>
                  <a:pt x="93724" y="7584"/>
                </a:cubicBezTo>
                <a:cubicBezTo>
                  <a:pt x="92534" y="6151"/>
                  <a:pt x="90231" y="5331"/>
                  <a:pt x="86817" y="5122"/>
                </a:cubicBezTo>
                <a:lnTo>
                  <a:pt x="86817" y="2328"/>
                </a:lnTo>
                <a:lnTo>
                  <a:pt x="117238" y="2328"/>
                </a:lnTo>
                <a:close/>
                <a:moveTo>
                  <a:pt x="162666" y="34923"/>
                </a:moveTo>
                <a:lnTo>
                  <a:pt x="162666" y="44391"/>
                </a:lnTo>
                <a:cubicBezTo>
                  <a:pt x="166391" y="40328"/>
                  <a:pt x="169961" y="37372"/>
                  <a:pt x="173376" y="35524"/>
                </a:cubicBezTo>
                <a:cubicBezTo>
                  <a:pt x="176791" y="33675"/>
                  <a:pt x="180464" y="32750"/>
                  <a:pt x="184396" y="32750"/>
                </a:cubicBezTo>
                <a:cubicBezTo>
                  <a:pt x="189104" y="32750"/>
                  <a:pt x="193010" y="34058"/>
                  <a:pt x="196114" y="36674"/>
                </a:cubicBezTo>
                <a:cubicBezTo>
                  <a:pt x="199219" y="39290"/>
                  <a:pt x="201288" y="42540"/>
                  <a:pt x="202323" y="46425"/>
                </a:cubicBezTo>
                <a:cubicBezTo>
                  <a:pt x="203151" y="49379"/>
                  <a:pt x="203565" y="55053"/>
                  <a:pt x="203565" y="63445"/>
                </a:cubicBezTo>
                <a:lnTo>
                  <a:pt x="203565" y="91730"/>
                </a:lnTo>
                <a:cubicBezTo>
                  <a:pt x="203565" y="97318"/>
                  <a:pt x="204069" y="100797"/>
                  <a:pt x="205078" y="102168"/>
                </a:cubicBezTo>
                <a:cubicBezTo>
                  <a:pt x="206087" y="103539"/>
                  <a:pt x="208195" y="104406"/>
                  <a:pt x="211403" y="104768"/>
                </a:cubicBezTo>
                <a:lnTo>
                  <a:pt x="211403" y="107562"/>
                </a:lnTo>
                <a:lnTo>
                  <a:pt x="174695" y="107562"/>
                </a:lnTo>
                <a:lnTo>
                  <a:pt x="174695" y="104768"/>
                </a:lnTo>
                <a:cubicBezTo>
                  <a:pt x="177437" y="104406"/>
                  <a:pt x="179403" y="103268"/>
                  <a:pt x="180593" y="101353"/>
                </a:cubicBezTo>
                <a:cubicBezTo>
                  <a:pt x="181421" y="100060"/>
                  <a:pt x="181835" y="96852"/>
                  <a:pt x="181835" y="91730"/>
                </a:cubicBezTo>
                <a:lnTo>
                  <a:pt x="181835" y="59446"/>
                </a:lnTo>
                <a:cubicBezTo>
                  <a:pt x="181835" y="53496"/>
                  <a:pt x="181602" y="49745"/>
                  <a:pt x="181137" y="48193"/>
                </a:cubicBezTo>
                <a:cubicBezTo>
                  <a:pt x="180671" y="46641"/>
                  <a:pt x="179882" y="45438"/>
                  <a:pt x="178770" y="44585"/>
                </a:cubicBezTo>
                <a:cubicBezTo>
                  <a:pt x="177657" y="43731"/>
                  <a:pt x="176428" y="43304"/>
                  <a:pt x="175083" y="43304"/>
                </a:cubicBezTo>
                <a:cubicBezTo>
                  <a:pt x="170634" y="43304"/>
                  <a:pt x="166495" y="46512"/>
                  <a:pt x="162666" y="52927"/>
                </a:cubicBezTo>
                <a:lnTo>
                  <a:pt x="162666" y="91730"/>
                </a:lnTo>
                <a:cubicBezTo>
                  <a:pt x="162666" y="97163"/>
                  <a:pt x="163171" y="100603"/>
                  <a:pt x="164180" y="102052"/>
                </a:cubicBezTo>
                <a:cubicBezTo>
                  <a:pt x="165188" y="103501"/>
                  <a:pt x="167064" y="104406"/>
                  <a:pt x="169806" y="104768"/>
                </a:cubicBezTo>
                <a:lnTo>
                  <a:pt x="169806" y="107562"/>
                </a:lnTo>
                <a:lnTo>
                  <a:pt x="133098" y="107562"/>
                </a:lnTo>
                <a:lnTo>
                  <a:pt x="133098" y="104768"/>
                </a:lnTo>
                <a:cubicBezTo>
                  <a:pt x="136151" y="104458"/>
                  <a:pt x="138324" y="103475"/>
                  <a:pt x="139617" y="101819"/>
                </a:cubicBezTo>
                <a:cubicBezTo>
                  <a:pt x="140497" y="100681"/>
                  <a:pt x="140937" y="97318"/>
                  <a:pt x="140937" y="91730"/>
                </a:cubicBezTo>
                <a:lnTo>
                  <a:pt x="140937" y="50754"/>
                </a:lnTo>
                <a:cubicBezTo>
                  <a:pt x="140937" y="45204"/>
                  <a:pt x="140432" y="41748"/>
                  <a:pt x="139423" y="40387"/>
                </a:cubicBezTo>
                <a:cubicBezTo>
                  <a:pt x="138414" y="39025"/>
                  <a:pt x="136306" y="38135"/>
                  <a:pt x="133098" y="37717"/>
                </a:cubicBezTo>
                <a:lnTo>
                  <a:pt x="133098" y="34923"/>
                </a:lnTo>
                <a:lnTo>
                  <a:pt x="162666" y="34923"/>
                </a:lnTo>
                <a:close/>
                <a:moveTo>
                  <a:pt x="282854" y="68604"/>
                </a:moveTo>
                <a:lnTo>
                  <a:pt x="243042" y="68604"/>
                </a:lnTo>
                <a:cubicBezTo>
                  <a:pt x="243508" y="78253"/>
                  <a:pt x="246069" y="85878"/>
                  <a:pt x="250725" y="91481"/>
                </a:cubicBezTo>
                <a:cubicBezTo>
                  <a:pt x="254295" y="95786"/>
                  <a:pt x="258589" y="97939"/>
                  <a:pt x="263607" y="97939"/>
                </a:cubicBezTo>
                <a:cubicBezTo>
                  <a:pt x="266712" y="97939"/>
                  <a:pt x="269531" y="97072"/>
                  <a:pt x="272067" y="95339"/>
                </a:cubicBezTo>
                <a:cubicBezTo>
                  <a:pt x="274602" y="93606"/>
                  <a:pt x="277318" y="90489"/>
                  <a:pt x="280215" y="85987"/>
                </a:cubicBezTo>
                <a:lnTo>
                  <a:pt x="282854" y="87695"/>
                </a:lnTo>
                <a:cubicBezTo>
                  <a:pt x="278922" y="95714"/>
                  <a:pt x="274576" y="101392"/>
                  <a:pt x="269816" y="104729"/>
                </a:cubicBezTo>
                <a:cubicBezTo>
                  <a:pt x="265056" y="108066"/>
                  <a:pt x="259546" y="109735"/>
                  <a:pt x="253286" y="109735"/>
                </a:cubicBezTo>
                <a:cubicBezTo>
                  <a:pt x="242525" y="109735"/>
                  <a:pt x="234376" y="105592"/>
                  <a:pt x="228840" y="97306"/>
                </a:cubicBezTo>
                <a:cubicBezTo>
                  <a:pt x="224391" y="90625"/>
                  <a:pt x="222166" y="82339"/>
                  <a:pt x="222166" y="72448"/>
                </a:cubicBezTo>
                <a:cubicBezTo>
                  <a:pt x="222166" y="60328"/>
                  <a:pt x="225438" y="50682"/>
                  <a:pt x="231983" y="43510"/>
                </a:cubicBezTo>
                <a:cubicBezTo>
                  <a:pt x="238528" y="36337"/>
                  <a:pt x="246198" y="32750"/>
                  <a:pt x="254993" y="32750"/>
                </a:cubicBezTo>
                <a:cubicBezTo>
                  <a:pt x="262340" y="32750"/>
                  <a:pt x="268717" y="35763"/>
                  <a:pt x="274123" y="41791"/>
                </a:cubicBezTo>
                <a:cubicBezTo>
                  <a:pt x="279530" y="47818"/>
                  <a:pt x="282440" y="56756"/>
                  <a:pt x="282854" y="68604"/>
                </a:cubicBezTo>
                <a:moveTo>
                  <a:pt x="263763" y="63482"/>
                </a:moveTo>
                <a:cubicBezTo>
                  <a:pt x="263763" y="55152"/>
                  <a:pt x="263310" y="49435"/>
                  <a:pt x="262405" y="46331"/>
                </a:cubicBezTo>
                <a:cubicBezTo>
                  <a:pt x="261499" y="43227"/>
                  <a:pt x="260089" y="40873"/>
                  <a:pt x="258175" y="39269"/>
                </a:cubicBezTo>
                <a:cubicBezTo>
                  <a:pt x="257089" y="38337"/>
                  <a:pt x="255640" y="37872"/>
                  <a:pt x="253829" y="37872"/>
                </a:cubicBezTo>
                <a:cubicBezTo>
                  <a:pt x="251139" y="37872"/>
                  <a:pt x="248940" y="39191"/>
                  <a:pt x="247233" y="41830"/>
                </a:cubicBezTo>
                <a:cubicBezTo>
                  <a:pt x="244180" y="46434"/>
                  <a:pt x="242654" y="52746"/>
                  <a:pt x="242654" y="60766"/>
                </a:cubicBezTo>
                <a:lnTo>
                  <a:pt x="242654" y="63482"/>
                </a:lnTo>
                <a:lnTo>
                  <a:pt x="263763" y="63482"/>
                </a:lnTo>
                <a:close/>
                <a:moveTo>
                  <a:pt x="322068" y="34923"/>
                </a:moveTo>
                <a:lnTo>
                  <a:pt x="322068" y="51375"/>
                </a:lnTo>
                <a:cubicBezTo>
                  <a:pt x="326880" y="43873"/>
                  <a:pt x="331096" y="38894"/>
                  <a:pt x="334718" y="36436"/>
                </a:cubicBezTo>
                <a:cubicBezTo>
                  <a:pt x="338339" y="33979"/>
                  <a:pt x="341832" y="32750"/>
                  <a:pt x="345195" y="32750"/>
                </a:cubicBezTo>
                <a:cubicBezTo>
                  <a:pt x="348092" y="32750"/>
                  <a:pt x="350407" y="33645"/>
                  <a:pt x="352140" y="35437"/>
                </a:cubicBezTo>
                <a:cubicBezTo>
                  <a:pt x="353874" y="37228"/>
                  <a:pt x="354740" y="39759"/>
                  <a:pt x="354740" y="43030"/>
                </a:cubicBezTo>
                <a:cubicBezTo>
                  <a:pt x="354740" y="46509"/>
                  <a:pt x="353899" y="49210"/>
                  <a:pt x="352218" y="51133"/>
                </a:cubicBezTo>
                <a:cubicBezTo>
                  <a:pt x="350537" y="53053"/>
                  <a:pt x="348506" y="54014"/>
                  <a:pt x="346126" y="54014"/>
                </a:cubicBezTo>
                <a:cubicBezTo>
                  <a:pt x="343384" y="54014"/>
                  <a:pt x="341004" y="53134"/>
                  <a:pt x="338986" y="51375"/>
                </a:cubicBezTo>
                <a:cubicBezTo>
                  <a:pt x="336968" y="49616"/>
                  <a:pt x="335778" y="48633"/>
                  <a:pt x="335416" y="48426"/>
                </a:cubicBezTo>
                <a:cubicBezTo>
                  <a:pt x="334899" y="48116"/>
                  <a:pt x="334304" y="47961"/>
                  <a:pt x="333631" y="47961"/>
                </a:cubicBezTo>
                <a:cubicBezTo>
                  <a:pt x="332131" y="47961"/>
                  <a:pt x="330708" y="48530"/>
                  <a:pt x="329363" y="49668"/>
                </a:cubicBezTo>
                <a:cubicBezTo>
                  <a:pt x="327242" y="51427"/>
                  <a:pt x="325638" y="53936"/>
                  <a:pt x="324551" y="57196"/>
                </a:cubicBezTo>
                <a:cubicBezTo>
                  <a:pt x="322896" y="62214"/>
                  <a:pt x="322068" y="67750"/>
                  <a:pt x="322068" y="73803"/>
                </a:cubicBezTo>
                <a:lnTo>
                  <a:pt x="322068" y="90489"/>
                </a:lnTo>
                <a:lnTo>
                  <a:pt x="322146" y="94835"/>
                </a:lnTo>
                <a:cubicBezTo>
                  <a:pt x="322146" y="97784"/>
                  <a:pt x="322327" y="99672"/>
                  <a:pt x="322689" y="100500"/>
                </a:cubicBezTo>
                <a:cubicBezTo>
                  <a:pt x="323310" y="101897"/>
                  <a:pt x="324228" y="102919"/>
                  <a:pt x="325444" y="103565"/>
                </a:cubicBezTo>
                <a:cubicBezTo>
                  <a:pt x="326660" y="104212"/>
                  <a:pt x="328716" y="104613"/>
                  <a:pt x="331614" y="104768"/>
                </a:cubicBezTo>
                <a:lnTo>
                  <a:pt x="331614" y="107562"/>
                </a:lnTo>
                <a:lnTo>
                  <a:pt x="292423" y="107562"/>
                </a:lnTo>
                <a:lnTo>
                  <a:pt x="292423" y="104768"/>
                </a:lnTo>
                <a:cubicBezTo>
                  <a:pt x="295579" y="104509"/>
                  <a:pt x="297713" y="103643"/>
                  <a:pt x="298825" y="102168"/>
                </a:cubicBezTo>
                <a:cubicBezTo>
                  <a:pt x="299937" y="100694"/>
                  <a:pt x="300494" y="96801"/>
                  <a:pt x="300494" y="90489"/>
                </a:cubicBezTo>
                <a:lnTo>
                  <a:pt x="300494" y="50289"/>
                </a:lnTo>
                <a:cubicBezTo>
                  <a:pt x="300494" y="46124"/>
                  <a:pt x="300287" y="43469"/>
                  <a:pt x="299873" y="42324"/>
                </a:cubicBezTo>
                <a:cubicBezTo>
                  <a:pt x="299355" y="40866"/>
                  <a:pt x="298605" y="39799"/>
                  <a:pt x="297622" y="39123"/>
                </a:cubicBezTo>
                <a:cubicBezTo>
                  <a:pt x="296639" y="38446"/>
                  <a:pt x="294906" y="37977"/>
                  <a:pt x="292423" y="37717"/>
                </a:cubicBezTo>
                <a:lnTo>
                  <a:pt x="292423" y="34923"/>
                </a:lnTo>
                <a:lnTo>
                  <a:pt x="322068" y="34923"/>
                </a:lnTo>
                <a:close/>
                <a:moveTo>
                  <a:pt x="402570" y="96852"/>
                </a:moveTo>
                <a:cubicBezTo>
                  <a:pt x="393723" y="104716"/>
                  <a:pt x="385782" y="108648"/>
                  <a:pt x="378745" y="108648"/>
                </a:cubicBezTo>
                <a:cubicBezTo>
                  <a:pt x="374606" y="108648"/>
                  <a:pt x="371166" y="107286"/>
                  <a:pt x="368424" y="104562"/>
                </a:cubicBezTo>
                <a:cubicBezTo>
                  <a:pt x="365682" y="101836"/>
                  <a:pt x="364311" y="98423"/>
                  <a:pt x="364311" y="94323"/>
                </a:cubicBezTo>
                <a:cubicBezTo>
                  <a:pt x="364311" y="88768"/>
                  <a:pt x="366691" y="83771"/>
                  <a:pt x="371450" y="79333"/>
                </a:cubicBezTo>
                <a:cubicBezTo>
                  <a:pt x="376210" y="74895"/>
                  <a:pt x="386584" y="68990"/>
                  <a:pt x="402570" y="61619"/>
                </a:cubicBezTo>
                <a:lnTo>
                  <a:pt x="402570" y="54324"/>
                </a:lnTo>
                <a:cubicBezTo>
                  <a:pt x="402570" y="48840"/>
                  <a:pt x="402273" y="45387"/>
                  <a:pt x="401678" y="43964"/>
                </a:cubicBezTo>
                <a:cubicBezTo>
                  <a:pt x="401083" y="42541"/>
                  <a:pt x="399958" y="41299"/>
                  <a:pt x="398302" y="40239"/>
                </a:cubicBezTo>
                <a:cubicBezTo>
                  <a:pt x="396647" y="39178"/>
                  <a:pt x="394784" y="38648"/>
                  <a:pt x="392714" y="38648"/>
                </a:cubicBezTo>
                <a:cubicBezTo>
                  <a:pt x="389352" y="38648"/>
                  <a:pt x="386584" y="39398"/>
                  <a:pt x="384411" y="40898"/>
                </a:cubicBezTo>
                <a:cubicBezTo>
                  <a:pt x="383065" y="41830"/>
                  <a:pt x="382393" y="42916"/>
                  <a:pt x="382393" y="44158"/>
                </a:cubicBezTo>
                <a:cubicBezTo>
                  <a:pt x="382393" y="45244"/>
                  <a:pt x="383117" y="46589"/>
                  <a:pt x="384566" y="48193"/>
                </a:cubicBezTo>
                <a:cubicBezTo>
                  <a:pt x="386532" y="50418"/>
                  <a:pt x="387515" y="52565"/>
                  <a:pt x="387515" y="54635"/>
                </a:cubicBezTo>
                <a:cubicBezTo>
                  <a:pt x="387515" y="57170"/>
                  <a:pt x="386571" y="59330"/>
                  <a:pt x="384682" y="61115"/>
                </a:cubicBezTo>
                <a:cubicBezTo>
                  <a:pt x="382794" y="62900"/>
                  <a:pt x="380323" y="63792"/>
                  <a:pt x="377271" y="63792"/>
                </a:cubicBezTo>
                <a:cubicBezTo>
                  <a:pt x="374011" y="63792"/>
                  <a:pt x="371282" y="62809"/>
                  <a:pt x="369083" y="60843"/>
                </a:cubicBezTo>
                <a:cubicBezTo>
                  <a:pt x="366885" y="58877"/>
                  <a:pt x="365785" y="56575"/>
                  <a:pt x="365785" y="53936"/>
                </a:cubicBezTo>
                <a:cubicBezTo>
                  <a:pt x="365785" y="50211"/>
                  <a:pt x="367260" y="46654"/>
                  <a:pt x="370209" y="43265"/>
                </a:cubicBezTo>
                <a:cubicBezTo>
                  <a:pt x="373158" y="39877"/>
                  <a:pt x="377271" y="37277"/>
                  <a:pt x="382548" y="35466"/>
                </a:cubicBezTo>
                <a:cubicBezTo>
                  <a:pt x="387825" y="33655"/>
                  <a:pt x="393309" y="32750"/>
                  <a:pt x="399001" y="32750"/>
                </a:cubicBezTo>
                <a:cubicBezTo>
                  <a:pt x="405882" y="32750"/>
                  <a:pt x="411327" y="34215"/>
                  <a:pt x="415337" y="37147"/>
                </a:cubicBezTo>
                <a:cubicBezTo>
                  <a:pt x="419346" y="40076"/>
                  <a:pt x="421946" y="43252"/>
                  <a:pt x="423136" y="46675"/>
                </a:cubicBezTo>
                <a:cubicBezTo>
                  <a:pt x="423860" y="48853"/>
                  <a:pt x="424223" y="53857"/>
                  <a:pt x="424223" y="61687"/>
                </a:cubicBezTo>
                <a:lnTo>
                  <a:pt x="424223" y="89924"/>
                </a:lnTo>
                <a:cubicBezTo>
                  <a:pt x="424223" y="93243"/>
                  <a:pt x="424352" y="95331"/>
                  <a:pt x="424611" y="96188"/>
                </a:cubicBezTo>
                <a:cubicBezTo>
                  <a:pt x="424869" y="97043"/>
                  <a:pt x="425257" y="97679"/>
                  <a:pt x="425775" y="98094"/>
                </a:cubicBezTo>
                <a:cubicBezTo>
                  <a:pt x="426292" y="98508"/>
                  <a:pt x="426887" y="98715"/>
                  <a:pt x="427560" y="98715"/>
                </a:cubicBezTo>
                <a:cubicBezTo>
                  <a:pt x="428905" y="98715"/>
                  <a:pt x="430276" y="97758"/>
                  <a:pt x="431673" y="95843"/>
                </a:cubicBezTo>
                <a:lnTo>
                  <a:pt x="434001" y="97706"/>
                </a:lnTo>
                <a:cubicBezTo>
                  <a:pt x="431414" y="101535"/>
                  <a:pt x="428737" y="104315"/>
                  <a:pt x="425969" y="106049"/>
                </a:cubicBezTo>
                <a:cubicBezTo>
                  <a:pt x="423201" y="107782"/>
                  <a:pt x="420058" y="108648"/>
                  <a:pt x="416540" y="108648"/>
                </a:cubicBezTo>
                <a:cubicBezTo>
                  <a:pt x="412401" y="108648"/>
                  <a:pt x="409167" y="107672"/>
                  <a:pt x="406839" y="105719"/>
                </a:cubicBezTo>
                <a:cubicBezTo>
                  <a:pt x="404511" y="103766"/>
                  <a:pt x="403088" y="100810"/>
                  <a:pt x="402570" y="96852"/>
                </a:cubicBezTo>
                <a:moveTo>
                  <a:pt x="402570" y="91109"/>
                </a:moveTo>
                <a:lnTo>
                  <a:pt x="402570" y="66833"/>
                </a:lnTo>
                <a:cubicBezTo>
                  <a:pt x="396310" y="70524"/>
                  <a:pt x="391654" y="74476"/>
                  <a:pt x="388601" y="78688"/>
                </a:cubicBezTo>
                <a:cubicBezTo>
                  <a:pt x="386584" y="81494"/>
                  <a:pt x="385575" y="84328"/>
                  <a:pt x="385575" y="87188"/>
                </a:cubicBezTo>
                <a:cubicBezTo>
                  <a:pt x="385575" y="89579"/>
                  <a:pt x="386428" y="91685"/>
                  <a:pt x="388136" y="93506"/>
                </a:cubicBezTo>
                <a:cubicBezTo>
                  <a:pt x="389429" y="94909"/>
                  <a:pt x="391240" y="95611"/>
                  <a:pt x="393568" y="95611"/>
                </a:cubicBezTo>
                <a:cubicBezTo>
                  <a:pt x="396155" y="95611"/>
                  <a:pt x="399156" y="94110"/>
                  <a:pt x="402570" y="91109"/>
                </a:cubicBezTo>
                <a:close/>
                <a:moveTo>
                  <a:pt x="470087" y="2328"/>
                </a:moveTo>
                <a:lnTo>
                  <a:pt x="470087" y="42218"/>
                </a:lnTo>
                <a:cubicBezTo>
                  <a:pt x="476192" y="35906"/>
                  <a:pt x="482866" y="32750"/>
                  <a:pt x="490109" y="32750"/>
                </a:cubicBezTo>
                <a:cubicBezTo>
                  <a:pt x="495076" y="32750"/>
                  <a:pt x="499758" y="34213"/>
                  <a:pt x="504156" y="37139"/>
                </a:cubicBezTo>
                <a:cubicBezTo>
                  <a:pt x="508554" y="40066"/>
                  <a:pt x="511994" y="44222"/>
                  <a:pt x="514477" y="49607"/>
                </a:cubicBezTo>
                <a:cubicBezTo>
                  <a:pt x="516961" y="54993"/>
                  <a:pt x="518203" y="61208"/>
                  <a:pt x="518203" y="68252"/>
                </a:cubicBezTo>
                <a:cubicBezTo>
                  <a:pt x="518203" y="76176"/>
                  <a:pt x="516625" y="83375"/>
                  <a:pt x="513469" y="89848"/>
                </a:cubicBezTo>
                <a:cubicBezTo>
                  <a:pt x="510313" y="96322"/>
                  <a:pt x="506096" y="101255"/>
                  <a:pt x="500819" y="104647"/>
                </a:cubicBezTo>
                <a:cubicBezTo>
                  <a:pt x="495542" y="108039"/>
                  <a:pt x="489514" y="109735"/>
                  <a:pt x="482737" y="109735"/>
                </a:cubicBezTo>
                <a:cubicBezTo>
                  <a:pt x="478805" y="109735"/>
                  <a:pt x="475312" y="109114"/>
                  <a:pt x="472260" y="107872"/>
                </a:cubicBezTo>
                <a:cubicBezTo>
                  <a:pt x="469207" y="106631"/>
                  <a:pt x="466206" y="104613"/>
                  <a:pt x="463257" y="101819"/>
                </a:cubicBezTo>
                <a:lnTo>
                  <a:pt x="451229" y="109735"/>
                </a:lnTo>
                <a:lnTo>
                  <a:pt x="448590" y="109735"/>
                </a:lnTo>
                <a:lnTo>
                  <a:pt x="448590" y="17384"/>
                </a:lnTo>
                <a:cubicBezTo>
                  <a:pt x="448590" y="13166"/>
                  <a:pt x="448409" y="10563"/>
                  <a:pt x="448047" y="9575"/>
                </a:cubicBezTo>
                <a:cubicBezTo>
                  <a:pt x="447529" y="8116"/>
                  <a:pt x="446714" y="7035"/>
                  <a:pt x="445602" y="6332"/>
                </a:cubicBezTo>
                <a:cubicBezTo>
                  <a:pt x="444490" y="5629"/>
                  <a:pt x="442614" y="5225"/>
                  <a:pt x="439976" y="5122"/>
                </a:cubicBezTo>
                <a:lnTo>
                  <a:pt x="439976" y="2328"/>
                </a:lnTo>
                <a:lnTo>
                  <a:pt x="470087" y="2328"/>
                </a:lnTo>
                <a:moveTo>
                  <a:pt x="470087" y="49134"/>
                </a:moveTo>
                <a:lnTo>
                  <a:pt x="470087" y="81457"/>
                </a:lnTo>
                <a:cubicBezTo>
                  <a:pt x="470087" y="88036"/>
                  <a:pt x="470242" y="92232"/>
                  <a:pt x="470552" y="94046"/>
                </a:cubicBezTo>
                <a:cubicBezTo>
                  <a:pt x="471070" y="97102"/>
                  <a:pt x="472311" y="99576"/>
                  <a:pt x="474277" y="101467"/>
                </a:cubicBezTo>
                <a:cubicBezTo>
                  <a:pt x="476244" y="103357"/>
                  <a:pt x="478753" y="104303"/>
                  <a:pt x="481805" y="104303"/>
                </a:cubicBezTo>
                <a:cubicBezTo>
                  <a:pt x="484444" y="104303"/>
                  <a:pt x="486707" y="103552"/>
                  <a:pt x="488596" y="102050"/>
                </a:cubicBezTo>
                <a:cubicBezTo>
                  <a:pt x="490484" y="100548"/>
                  <a:pt x="492062" y="97569"/>
                  <a:pt x="493330" y="93115"/>
                </a:cubicBezTo>
                <a:cubicBezTo>
                  <a:pt x="494597" y="88659"/>
                  <a:pt x="495231" y="80629"/>
                  <a:pt x="495231" y="69026"/>
                </a:cubicBezTo>
                <a:cubicBezTo>
                  <a:pt x="495231" y="57888"/>
                  <a:pt x="493834" y="50247"/>
                  <a:pt x="491040" y="46103"/>
                </a:cubicBezTo>
                <a:cubicBezTo>
                  <a:pt x="489023" y="43099"/>
                  <a:pt x="486306" y="41597"/>
                  <a:pt x="482892" y="41597"/>
                </a:cubicBezTo>
                <a:cubicBezTo>
                  <a:pt x="478442" y="41597"/>
                  <a:pt x="474174" y="44109"/>
                  <a:pt x="470087" y="49134"/>
                </a:cubicBezTo>
                <a:close/>
                <a:moveTo>
                  <a:pt x="547824" y="0"/>
                </a:moveTo>
                <a:cubicBezTo>
                  <a:pt x="551187" y="0"/>
                  <a:pt x="554032" y="1181"/>
                  <a:pt x="556360" y="3543"/>
                </a:cubicBezTo>
                <a:cubicBezTo>
                  <a:pt x="558689" y="5904"/>
                  <a:pt x="559853" y="8745"/>
                  <a:pt x="559853" y="12068"/>
                </a:cubicBezTo>
                <a:cubicBezTo>
                  <a:pt x="559853" y="15390"/>
                  <a:pt x="558676" y="18220"/>
                  <a:pt x="556322" y="20556"/>
                </a:cubicBezTo>
                <a:cubicBezTo>
                  <a:pt x="553968" y="22891"/>
                  <a:pt x="551135" y="24058"/>
                  <a:pt x="547824" y="24058"/>
                </a:cubicBezTo>
                <a:cubicBezTo>
                  <a:pt x="544513" y="24058"/>
                  <a:pt x="541693" y="22891"/>
                  <a:pt x="539365" y="20556"/>
                </a:cubicBezTo>
                <a:cubicBezTo>
                  <a:pt x="537037" y="18220"/>
                  <a:pt x="535872" y="15390"/>
                  <a:pt x="535872" y="12068"/>
                </a:cubicBezTo>
                <a:cubicBezTo>
                  <a:pt x="535872" y="8745"/>
                  <a:pt x="537037" y="5904"/>
                  <a:pt x="539365" y="3543"/>
                </a:cubicBezTo>
                <a:cubicBezTo>
                  <a:pt x="541693" y="1181"/>
                  <a:pt x="544513" y="0"/>
                  <a:pt x="547824" y="0"/>
                </a:cubicBezTo>
                <a:moveTo>
                  <a:pt x="558689" y="34923"/>
                </a:moveTo>
                <a:lnTo>
                  <a:pt x="558689" y="92506"/>
                </a:lnTo>
                <a:cubicBezTo>
                  <a:pt x="558689" y="97628"/>
                  <a:pt x="559284" y="100901"/>
                  <a:pt x="560474" y="102324"/>
                </a:cubicBezTo>
                <a:cubicBezTo>
                  <a:pt x="561664" y="103746"/>
                  <a:pt x="563992" y="104561"/>
                  <a:pt x="567458" y="104768"/>
                </a:cubicBezTo>
                <a:lnTo>
                  <a:pt x="567458" y="107562"/>
                </a:lnTo>
                <a:lnTo>
                  <a:pt x="528267" y="107562"/>
                </a:lnTo>
                <a:lnTo>
                  <a:pt x="528267" y="104768"/>
                </a:lnTo>
                <a:cubicBezTo>
                  <a:pt x="531475" y="104665"/>
                  <a:pt x="533855" y="103733"/>
                  <a:pt x="535407" y="101974"/>
                </a:cubicBezTo>
                <a:cubicBezTo>
                  <a:pt x="536442" y="100784"/>
                  <a:pt x="536959" y="97628"/>
                  <a:pt x="536959" y="92506"/>
                </a:cubicBezTo>
                <a:lnTo>
                  <a:pt x="536959" y="50133"/>
                </a:lnTo>
                <a:cubicBezTo>
                  <a:pt x="536959" y="44947"/>
                  <a:pt x="536364" y="41633"/>
                  <a:pt x="535174" y="40193"/>
                </a:cubicBezTo>
                <a:cubicBezTo>
                  <a:pt x="533984" y="38752"/>
                  <a:pt x="531682" y="37927"/>
                  <a:pt x="528267" y="37717"/>
                </a:cubicBezTo>
                <a:lnTo>
                  <a:pt x="528267" y="34923"/>
                </a:lnTo>
                <a:lnTo>
                  <a:pt x="558689" y="34923"/>
                </a:lnTo>
                <a:close/>
                <a:moveTo>
                  <a:pt x="602952" y="2328"/>
                </a:moveTo>
                <a:lnTo>
                  <a:pt x="602952" y="92506"/>
                </a:lnTo>
                <a:cubicBezTo>
                  <a:pt x="602952" y="97628"/>
                  <a:pt x="603547" y="100901"/>
                  <a:pt x="604737" y="102324"/>
                </a:cubicBezTo>
                <a:cubicBezTo>
                  <a:pt x="605927" y="103746"/>
                  <a:pt x="608255" y="104561"/>
                  <a:pt x="611722" y="104768"/>
                </a:cubicBezTo>
                <a:lnTo>
                  <a:pt x="611722" y="107562"/>
                </a:lnTo>
                <a:lnTo>
                  <a:pt x="572531" y="107562"/>
                </a:lnTo>
                <a:lnTo>
                  <a:pt x="572531" y="104768"/>
                </a:lnTo>
                <a:cubicBezTo>
                  <a:pt x="575738" y="104665"/>
                  <a:pt x="578118" y="103733"/>
                  <a:pt x="579671" y="101974"/>
                </a:cubicBezTo>
                <a:cubicBezTo>
                  <a:pt x="580705" y="100784"/>
                  <a:pt x="581223" y="97628"/>
                  <a:pt x="581223" y="92506"/>
                </a:cubicBezTo>
                <a:lnTo>
                  <a:pt x="581223" y="17384"/>
                </a:lnTo>
                <a:cubicBezTo>
                  <a:pt x="581223" y="12281"/>
                  <a:pt x="580628" y="9014"/>
                  <a:pt x="579438" y="7584"/>
                </a:cubicBezTo>
                <a:cubicBezTo>
                  <a:pt x="578248" y="6151"/>
                  <a:pt x="575945" y="5331"/>
                  <a:pt x="572531" y="5122"/>
                </a:cubicBezTo>
                <a:lnTo>
                  <a:pt x="572531" y="2328"/>
                </a:lnTo>
                <a:lnTo>
                  <a:pt x="602952" y="2328"/>
                </a:lnTo>
                <a:close/>
                <a:moveTo>
                  <a:pt x="636195" y="0"/>
                </a:moveTo>
                <a:cubicBezTo>
                  <a:pt x="639557" y="0"/>
                  <a:pt x="642403" y="1181"/>
                  <a:pt x="644731" y="3543"/>
                </a:cubicBezTo>
                <a:cubicBezTo>
                  <a:pt x="647059" y="5904"/>
                  <a:pt x="648223" y="8745"/>
                  <a:pt x="648223" y="12068"/>
                </a:cubicBezTo>
                <a:cubicBezTo>
                  <a:pt x="648223" y="15390"/>
                  <a:pt x="647046" y="18220"/>
                  <a:pt x="644692" y="20556"/>
                </a:cubicBezTo>
                <a:cubicBezTo>
                  <a:pt x="642338" y="22891"/>
                  <a:pt x="639506" y="24058"/>
                  <a:pt x="636195" y="24058"/>
                </a:cubicBezTo>
                <a:cubicBezTo>
                  <a:pt x="632883" y="24058"/>
                  <a:pt x="630064" y="22891"/>
                  <a:pt x="627735" y="20556"/>
                </a:cubicBezTo>
                <a:cubicBezTo>
                  <a:pt x="625407" y="18220"/>
                  <a:pt x="624243" y="15390"/>
                  <a:pt x="624243" y="12068"/>
                </a:cubicBezTo>
                <a:cubicBezTo>
                  <a:pt x="624243" y="8745"/>
                  <a:pt x="625407" y="5904"/>
                  <a:pt x="627735" y="3543"/>
                </a:cubicBezTo>
                <a:cubicBezTo>
                  <a:pt x="630064" y="1181"/>
                  <a:pt x="632883" y="0"/>
                  <a:pt x="636195" y="0"/>
                </a:cubicBezTo>
                <a:moveTo>
                  <a:pt x="647059" y="34923"/>
                </a:moveTo>
                <a:lnTo>
                  <a:pt x="647059" y="92506"/>
                </a:lnTo>
                <a:cubicBezTo>
                  <a:pt x="647059" y="97628"/>
                  <a:pt x="647654" y="100901"/>
                  <a:pt x="648844" y="102324"/>
                </a:cubicBezTo>
                <a:cubicBezTo>
                  <a:pt x="650034" y="103746"/>
                  <a:pt x="652362" y="104561"/>
                  <a:pt x="655829" y="104768"/>
                </a:cubicBezTo>
                <a:lnTo>
                  <a:pt x="655829" y="107562"/>
                </a:lnTo>
                <a:lnTo>
                  <a:pt x="616638" y="107562"/>
                </a:lnTo>
                <a:lnTo>
                  <a:pt x="616638" y="104768"/>
                </a:lnTo>
                <a:cubicBezTo>
                  <a:pt x="619846" y="104665"/>
                  <a:pt x="622225" y="103733"/>
                  <a:pt x="623778" y="101974"/>
                </a:cubicBezTo>
                <a:cubicBezTo>
                  <a:pt x="624812" y="100784"/>
                  <a:pt x="625330" y="97628"/>
                  <a:pt x="625330" y="92506"/>
                </a:cubicBezTo>
                <a:lnTo>
                  <a:pt x="625330" y="50133"/>
                </a:lnTo>
                <a:cubicBezTo>
                  <a:pt x="625330" y="44947"/>
                  <a:pt x="624735" y="41633"/>
                  <a:pt x="623545" y="40193"/>
                </a:cubicBezTo>
                <a:cubicBezTo>
                  <a:pt x="622355" y="38752"/>
                  <a:pt x="620052" y="37927"/>
                  <a:pt x="616638" y="37717"/>
                </a:cubicBezTo>
                <a:lnTo>
                  <a:pt x="616638" y="34923"/>
                </a:lnTo>
                <a:lnTo>
                  <a:pt x="647059" y="34923"/>
                </a:lnTo>
                <a:close/>
                <a:moveTo>
                  <a:pt x="691709" y="8226"/>
                </a:moveTo>
                <a:lnTo>
                  <a:pt x="691709" y="34923"/>
                </a:lnTo>
                <a:lnTo>
                  <a:pt x="708938" y="34923"/>
                </a:lnTo>
                <a:lnTo>
                  <a:pt x="708938" y="42528"/>
                </a:lnTo>
                <a:lnTo>
                  <a:pt x="691709" y="42528"/>
                </a:lnTo>
                <a:lnTo>
                  <a:pt x="691709" y="87428"/>
                </a:lnTo>
                <a:cubicBezTo>
                  <a:pt x="691709" y="91630"/>
                  <a:pt x="691903" y="94341"/>
                  <a:pt x="692291" y="95560"/>
                </a:cubicBezTo>
                <a:cubicBezTo>
                  <a:pt x="692679" y="96779"/>
                  <a:pt x="693365" y="97765"/>
                  <a:pt x="694348" y="98518"/>
                </a:cubicBezTo>
                <a:cubicBezTo>
                  <a:pt x="695331" y="99270"/>
                  <a:pt x="696236" y="99646"/>
                  <a:pt x="697064" y="99646"/>
                </a:cubicBezTo>
                <a:cubicBezTo>
                  <a:pt x="700427" y="99646"/>
                  <a:pt x="703609" y="97059"/>
                  <a:pt x="706610" y="91886"/>
                </a:cubicBezTo>
                <a:lnTo>
                  <a:pt x="708938" y="93610"/>
                </a:lnTo>
                <a:cubicBezTo>
                  <a:pt x="704747" y="103636"/>
                  <a:pt x="697944" y="108648"/>
                  <a:pt x="688528" y="108648"/>
                </a:cubicBezTo>
                <a:cubicBezTo>
                  <a:pt x="683923" y="108648"/>
                  <a:pt x="680030" y="107364"/>
                  <a:pt x="676848" y="104795"/>
                </a:cubicBezTo>
                <a:cubicBezTo>
                  <a:pt x="673666" y="102224"/>
                  <a:pt x="671635" y="99355"/>
                  <a:pt x="670756" y="96188"/>
                </a:cubicBezTo>
                <a:cubicBezTo>
                  <a:pt x="670238" y="94422"/>
                  <a:pt x="669980" y="89645"/>
                  <a:pt x="669980" y="81857"/>
                </a:cubicBezTo>
                <a:lnTo>
                  <a:pt x="669980" y="42528"/>
                </a:lnTo>
                <a:lnTo>
                  <a:pt x="660512" y="42528"/>
                </a:lnTo>
                <a:lnTo>
                  <a:pt x="660512" y="39805"/>
                </a:lnTo>
                <a:cubicBezTo>
                  <a:pt x="667031" y="35190"/>
                  <a:pt x="672580" y="30342"/>
                  <a:pt x="677158" y="25261"/>
                </a:cubicBezTo>
                <a:cubicBezTo>
                  <a:pt x="681737" y="20179"/>
                  <a:pt x="685734" y="14501"/>
                  <a:pt x="689148" y="8226"/>
                </a:cubicBezTo>
                <a:lnTo>
                  <a:pt x="691709" y="8226"/>
                </a:lnTo>
                <a:close/>
                <a:moveTo>
                  <a:pt x="749138" y="110581"/>
                </a:moveTo>
                <a:lnTo>
                  <a:pt x="725701" y="56674"/>
                </a:lnTo>
                <a:cubicBezTo>
                  <a:pt x="722183" y="48509"/>
                  <a:pt x="719583" y="43491"/>
                  <a:pt x="717902" y="41619"/>
                </a:cubicBezTo>
                <a:cubicBezTo>
                  <a:pt x="716220" y="39745"/>
                  <a:pt x="714189" y="38444"/>
                  <a:pt x="711810" y="37717"/>
                </a:cubicBezTo>
                <a:lnTo>
                  <a:pt x="711810" y="34923"/>
                </a:lnTo>
                <a:lnTo>
                  <a:pt x="750380" y="34923"/>
                </a:lnTo>
                <a:lnTo>
                  <a:pt x="750380" y="37717"/>
                </a:lnTo>
                <a:cubicBezTo>
                  <a:pt x="747845" y="37820"/>
                  <a:pt x="746060" y="38314"/>
                  <a:pt x="745025" y="39198"/>
                </a:cubicBezTo>
                <a:cubicBezTo>
                  <a:pt x="743990" y="40081"/>
                  <a:pt x="743473" y="41147"/>
                  <a:pt x="743473" y="42395"/>
                </a:cubicBezTo>
                <a:cubicBezTo>
                  <a:pt x="743473" y="44369"/>
                  <a:pt x="744766" y="48267"/>
                  <a:pt x="747353" y="54089"/>
                </a:cubicBezTo>
                <a:lnTo>
                  <a:pt x="759770" y="82626"/>
                </a:lnTo>
                <a:lnTo>
                  <a:pt x="768229" y="60574"/>
                </a:lnTo>
                <a:cubicBezTo>
                  <a:pt x="771282" y="52721"/>
                  <a:pt x="772808" y="47260"/>
                  <a:pt x="772808" y="44192"/>
                </a:cubicBezTo>
                <a:cubicBezTo>
                  <a:pt x="772808" y="42268"/>
                  <a:pt x="772174" y="40733"/>
                  <a:pt x="770907" y="39589"/>
                </a:cubicBezTo>
                <a:cubicBezTo>
                  <a:pt x="769639" y="38444"/>
                  <a:pt x="767401" y="37820"/>
                  <a:pt x="764194" y="37717"/>
                </a:cubicBezTo>
                <a:lnTo>
                  <a:pt x="764194" y="34923"/>
                </a:lnTo>
                <a:lnTo>
                  <a:pt x="788484" y="34923"/>
                </a:lnTo>
                <a:lnTo>
                  <a:pt x="788484" y="37717"/>
                </a:lnTo>
                <a:cubicBezTo>
                  <a:pt x="786104" y="37977"/>
                  <a:pt x="784164" y="38900"/>
                  <a:pt x="782664" y="40486"/>
                </a:cubicBezTo>
                <a:cubicBezTo>
                  <a:pt x="781163" y="42072"/>
                  <a:pt x="778654" y="47468"/>
                  <a:pt x="775136" y="56674"/>
                </a:cubicBezTo>
                <a:lnTo>
                  <a:pt x="754415" y="110511"/>
                </a:lnTo>
                <a:cubicBezTo>
                  <a:pt x="749190" y="123963"/>
                  <a:pt x="745309" y="132241"/>
                  <a:pt x="742774" y="135345"/>
                </a:cubicBezTo>
                <a:cubicBezTo>
                  <a:pt x="739204" y="139691"/>
                  <a:pt x="734729" y="141864"/>
                  <a:pt x="729348" y="141864"/>
                </a:cubicBezTo>
                <a:cubicBezTo>
                  <a:pt x="725054" y="141864"/>
                  <a:pt x="721575" y="140635"/>
                  <a:pt x="718910" y="138178"/>
                </a:cubicBezTo>
                <a:cubicBezTo>
                  <a:pt x="716246" y="135720"/>
                  <a:pt x="714914" y="132758"/>
                  <a:pt x="714914" y="129292"/>
                </a:cubicBezTo>
                <a:cubicBezTo>
                  <a:pt x="714914" y="126291"/>
                  <a:pt x="715832" y="123807"/>
                  <a:pt x="717669" y="121841"/>
                </a:cubicBezTo>
                <a:cubicBezTo>
                  <a:pt x="719505" y="119875"/>
                  <a:pt x="721769" y="118892"/>
                  <a:pt x="724459" y="118892"/>
                </a:cubicBezTo>
                <a:cubicBezTo>
                  <a:pt x="727046" y="118892"/>
                  <a:pt x="729129" y="119715"/>
                  <a:pt x="730707" y="121361"/>
                </a:cubicBezTo>
                <a:cubicBezTo>
                  <a:pt x="732285" y="123009"/>
                  <a:pt x="733099" y="125557"/>
                  <a:pt x="733151" y="129005"/>
                </a:cubicBezTo>
                <a:cubicBezTo>
                  <a:pt x="733203" y="130962"/>
                  <a:pt x="733436" y="132223"/>
                  <a:pt x="733850" y="132789"/>
                </a:cubicBezTo>
                <a:cubicBezTo>
                  <a:pt x="734264" y="133355"/>
                  <a:pt x="734859" y="133638"/>
                  <a:pt x="735635" y="133638"/>
                </a:cubicBezTo>
                <a:cubicBezTo>
                  <a:pt x="736876" y="133638"/>
                  <a:pt x="738196" y="132891"/>
                  <a:pt x="739592" y="131397"/>
                </a:cubicBezTo>
                <a:cubicBezTo>
                  <a:pt x="741662" y="129233"/>
                  <a:pt x="744094" y="124289"/>
                  <a:pt x="746887" y="116564"/>
                </a:cubicBezTo>
                <a:lnTo>
                  <a:pt x="749138" y="110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Dataset">
            <a:extLst xmlns:a="http://schemas.openxmlformats.org/drawingml/2006/main">
              <a:ext uri="{FF2B5EF4-FFF2-40B4-BE49-F238E27FC236}">
                <a16:creationId xmlns:a16="http://schemas.microsoft.com/office/drawing/2014/main" id="{8F6383DD-5FE2-48E9-A094-9B51D72A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926" y="3118490"/>
            <a:ext cx="508290" cy="107407"/>
          </a:xfrm>
          <a:custGeom xmlns:a="http://schemas.openxmlformats.org/drawingml/2006/main">
            <a:pathLst>
              <a:path w="508290" h="107407">
                <a:moveTo>
                  <a:pt x="0" y="105234"/>
                </a:moveTo>
                <a:lnTo>
                  <a:pt x="0" y="102440"/>
                </a:lnTo>
                <a:lnTo>
                  <a:pt x="3492" y="102440"/>
                </a:lnTo>
                <a:cubicBezTo>
                  <a:pt x="6545" y="102440"/>
                  <a:pt x="8886" y="101959"/>
                  <a:pt x="10516" y="100997"/>
                </a:cubicBezTo>
                <a:cubicBezTo>
                  <a:pt x="12145" y="100035"/>
                  <a:pt x="13348" y="98722"/>
                  <a:pt x="14124" y="97058"/>
                </a:cubicBezTo>
                <a:cubicBezTo>
                  <a:pt x="14590" y="95966"/>
                  <a:pt x="14823" y="92689"/>
                  <a:pt x="14823" y="87229"/>
                </a:cubicBezTo>
                <a:lnTo>
                  <a:pt x="14823" y="18005"/>
                </a:lnTo>
                <a:cubicBezTo>
                  <a:pt x="14823" y="12596"/>
                  <a:pt x="14538" y="9217"/>
                  <a:pt x="13969" y="7865"/>
                </a:cubicBezTo>
                <a:cubicBezTo>
                  <a:pt x="13400" y="6512"/>
                  <a:pt x="12249" y="5328"/>
                  <a:pt x="10516" y="4314"/>
                </a:cubicBezTo>
                <a:cubicBezTo>
                  <a:pt x="8782" y="3301"/>
                  <a:pt x="6441" y="2794"/>
                  <a:pt x="3492" y="2794"/>
                </a:cubicBezTo>
                <a:lnTo>
                  <a:pt x="0" y="2794"/>
                </a:lnTo>
                <a:lnTo>
                  <a:pt x="0" y="0"/>
                </a:lnTo>
                <a:lnTo>
                  <a:pt x="47107" y="0"/>
                </a:lnTo>
                <a:cubicBezTo>
                  <a:pt x="59679" y="0"/>
                  <a:pt x="69794" y="1707"/>
                  <a:pt x="77451" y="5122"/>
                </a:cubicBezTo>
                <a:cubicBezTo>
                  <a:pt x="86815" y="9313"/>
                  <a:pt x="93916" y="15651"/>
                  <a:pt x="98754" y="24135"/>
                </a:cubicBezTo>
                <a:cubicBezTo>
                  <a:pt x="103591" y="32620"/>
                  <a:pt x="106010" y="42218"/>
                  <a:pt x="106010" y="52927"/>
                </a:cubicBezTo>
                <a:cubicBezTo>
                  <a:pt x="106010" y="60326"/>
                  <a:pt x="104820" y="67142"/>
                  <a:pt x="102440" y="73377"/>
                </a:cubicBezTo>
                <a:cubicBezTo>
                  <a:pt x="100060" y="79611"/>
                  <a:pt x="96982" y="84759"/>
                  <a:pt x="93205" y="88820"/>
                </a:cubicBezTo>
                <a:cubicBezTo>
                  <a:pt x="89428" y="92881"/>
                  <a:pt x="85069" y="96141"/>
                  <a:pt x="80128" y="98598"/>
                </a:cubicBezTo>
                <a:cubicBezTo>
                  <a:pt x="75187" y="101056"/>
                  <a:pt x="69147" y="102957"/>
                  <a:pt x="62007" y="104303"/>
                </a:cubicBezTo>
                <a:cubicBezTo>
                  <a:pt x="58851" y="104923"/>
                  <a:pt x="53884" y="105234"/>
                  <a:pt x="47107" y="105234"/>
                </a:cubicBezTo>
                <a:lnTo>
                  <a:pt x="0" y="105234"/>
                </a:lnTo>
                <a:moveTo>
                  <a:pt x="40122" y="5898"/>
                </a:moveTo>
                <a:lnTo>
                  <a:pt x="40122" y="87937"/>
                </a:lnTo>
                <a:cubicBezTo>
                  <a:pt x="40122" y="92280"/>
                  <a:pt x="40329" y="94943"/>
                  <a:pt x="40743" y="95926"/>
                </a:cubicBezTo>
                <a:cubicBezTo>
                  <a:pt x="41157" y="96907"/>
                  <a:pt x="41856" y="97656"/>
                  <a:pt x="42839" y="98172"/>
                </a:cubicBezTo>
                <a:cubicBezTo>
                  <a:pt x="44235" y="98948"/>
                  <a:pt x="46253" y="99336"/>
                  <a:pt x="48892" y="99336"/>
                </a:cubicBezTo>
                <a:cubicBezTo>
                  <a:pt x="57532" y="99336"/>
                  <a:pt x="64128" y="96389"/>
                  <a:pt x="68681" y="90496"/>
                </a:cubicBezTo>
                <a:cubicBezTo>
                  <a:pt x="74890" y="82535"/>
                  <a:pt x="77994" y="70180"/>
                  <a:pt x="77994" y="53432"/>
                </a:cubicBezTo>
                <a:cubicBezTo>
                  <a:pt x="77994" y="39940"/>
                  <a:pt x="75873" y="29161"/>
                  <a:pt x="71630" y="21097"/>
                </a:cubicBezTo>
                <a:cubicBezTo>
                  <a:pt x="68267" y="14790"/>
                  <a:pt x="63947" y="10499"/>
                  <a:pt x="58670" y="8224"/>
                </a:cubicBezTo>
                <a:cubicBezTo>
                  <a:pt x="54945" y="6622"/>
                  <a:pt x="48762" y="5846"/>
                  <a:pt x="40122" y="5898"/>
                </a:cubicBezTo>
                <a:close/>
                <a:moveTo>
                  <a:pt x="158056" y="94524"/>
                </a:moveTo>
                <a:cubicBezTo>
                  <a:pt x="149209" y="102388"/>
                  <a:pt x="141267" y="106320"/>
                  <a:pt x="134231" y="106320"/>
                </a:cubicBezTo>
                <a:cubicBezTo>
                  <a:pt x="130092" y="106320"/>
                  <a:pt x="126651" y="104958"/>
                  <a:pt x="123909" y="102234"/>
                </a:cubicBezTo>
                <a:cubicBezTo>
                  <a:pt x="121167" y="99508"/>
                  <a:pt x="119796" y="96095"/>
                  <a:pt x="119796" y="91995"/>
                </a:cubicBezTo>
                <a:cubicBezTo>
                  <a:pt x="119796" y="86439"/>
                  <a:pt x="122176" y="81443"/>
                  <a:pt x="126936" y="77005"/>
                </a:cubicBezTo>
                <a:cubicBezTo>
                  <a:pt x="131696" y="72566"/>
                  <a:pt x="142069" y="66662"/>
                  <a:pt x="158056" y="59291"/>
                </a:cubicBezTo>
                <a:lnTo>
                  <a:pt x="158056" y="51996"/>
                </a:lnTo>
                <a:cubicBezTo>
                  <a:pt x="158056" y="46512"/>
                  <a:pt x="157758" y="43058"/>
                  <a:pt x="157163" y="41636"/>
                </a:cubicBezTo>
                <a:cubicBezTo>
                  <a:pt x="156568" y="40213"/>
                  <a:pt x="155443" y="38971"/>
                  <a:pt x="153788" y="37911"/>
                </a:cubicBezTo>
                <a:cubicBezTo>
                  <a:pt x="152132" y="36850"/>
                  <a:pt x="150269" y="36320"/>
                  <a:pt x="148200" y="36320"/>
                </a:cubicBezTo>
                <a:cubicBezTo>
                  <a:pt x="144837" y="36320"/>
                  <a:pt x="142069" y="37070"/>
                  <a:pt x="139896" y="38570"/>
                </a:cubicBezTo>
                <a:cubicBezTo>
                  <a:pt x="138551" y="39501"/>
                  <a:pt x="137878" y="40588"/>
                  <a:pt x="137878" y="41830"/>
                </a:cubicBezTo>
                <a:cubicBezTo>
                  <a:pt x="137878" y="42916"/>
                  <a:pt x="138603" y="44261"/>
                  <a:pt x="140051" y="45865"/>
                </a:cubicBezTo>
                <a:cubicBezTo>
                  <a:pt x="142017" y="48090"/>
                  <a:pt x="143000" y="50237"/>
                  <a:pt x="143000" y="52306"/>
                </a:cubicBezTo>
                <a:cubicBezTo>
                  <a:pt x="143000" y="54842"/>
                  <a:pt x="142056" y="57002"/>
                  <a:pt x="140168" y="58787"/>
                </a:cubicBezTo>
                <a:cubicBezTo>
                  <a:pt x="138279" y="60572"/>
                  <a:pt x="135809" y="61464"/>
                  <a:pt x="132756" y="61464"/>
                </a:cubicBezTo>
                <a:cubicBezTo>
                  <a:pt x="129497" y="61464"/>
                  <a:pt x="126768" y="60481"/>
                  <a:pt x="124569" y="58515"/>
                </a:cubicBezTo>
                <a:cubicBezTo>
                  <a:pt x="122370" y="56549"/>
                  <a:pt x="121271" y="54247"/>
                  <a:pt x="121271" y="51608"/>
                </a:cubicBezTo>
                <a:cubicBezTo>
                  <a:pt x="121271" y="47883"/>
                  <a:pt x="122745" y="44326"/>
                  <a:pt x="125694" y="40937"/>
                </a:cubicBezTo>
                <a:cubicBezTo>
                  <a:pt x="128643" y="37548"/>
                  <a:pt x="132756" y="34949"/>
                  <a:pt x="138034" y="33138"/>
                </a:cubicBezTo>
                <a:cubicBezTo>
                  <a:pt x="143311" y="31327"/>
                  <a:pt x="148795" y="30422"/>
                  <a:pt x="154486" y="30422"/>
                </a:cubicBezTo>
                <a:cubicBezTo>
                  <a:pt x="161367" y="30422"/>
                  <a:pt x="166812" y="31887"/>
                  <a:pt x="170822" y="34818"/>
                </a:cubicBezTo>
                <a:cubicBezTo>
                  <a:pt x="174832" y="37748"/>
                  <a:pt x="177432" y="40924"/>
                  <a:pt x="178622" y="44347"/>
                </a:cubicBezTo>
                <a:cubicBezTo>
                  <a:pt x="179346" y="46525"/>
                  <a:pt x="179708" y="51529"/>
                  <a:pt x="179708" y="59359"/>
                </a:cubicBezTo>
                <a:lnTo>
                  <a:pt x="179708" y="87595"/>
                </a:lnTo>
                <a:cubicBezTo>
                  <a:pt x="179708" y="90915"/>
                  <a:pt x="179837" y="93003"/>
                  <a:pt x="180096" y="93860"/>
                </a:cubicBezTo>
                <a:cubicBezTo>
                  <a:pt x="180355" y="94715"/>
                  <a:pt x="180743" y="95350"/>
                  <a:pt x="181260" y="95766"/>
                </a:cubicBezTo>
                <a:cubicBezTo>
                  <a:pt x="181778" y="96180"/>
                  <a:pt x="182372" y="96387"/>
                  <a:pt x="183045" y="96387"/>
                </a:cubicBezTo>
                <a:cubicBezTo>
                  <a:pt x="184390" y="96387"/>
                  <a:pt x="185761" y="95430"/>
                  <a:pt x="187158" y="93515"/>
                </a:cubicBezTo>
                <a:lnTo>
                  <a:pt x="189486" y="95378"/>
                </a:lnTo>
                <a:cubicBezTo>
                  <a:pt x="186900" y="99206"/>
                  <a:pt x="184222" y="101987"/>
                  <a:pt x="181454" y="103720"/>
                </a:cubicBezTo>
                <a:cubicBezTo>
                  <a:pt x="178686" y="105454"/>
                  <a:pt x="175543" y="106320"/>
                  <a:pt x="172025" y="106320"/>
                </a:cubicBezTo>
                <a:cubicBezTo>
                  <a:pt x="167886" y="106320"/>
                  <a:pt x="164652" y="105344"/>
                  <a:pt x="162324" y="103391"/>
                </a:cubicBezTo>
                <a:cubicBezTo>
                  <a:pt x="159996" y="101438"/>
                  <a:pt x="158573" y="98482"/>
                  <a:pt x="158056" y="94524"/>
                </a:cubicBezTo>
                <a:moveTo>
                  <a:pt x="158056" y="88781"/>
                </a:moveTo>
                <a:lnTo>
                  <a:pt x="158056" y="64505"/>
                </a:lnTo>
                <a:cubicBezTo>
                  <a:pt x="151796" y="68196"/>
                  <a:pt x="147139" y="72148"/>
                  <a:pt x="144087" y="76359"/>
                </a:cubicBezTo>
                <a:cubicBezTo>
                  <a:pt x="142069" y="79166"/>
                  <a:pt x="141060" y="82000"/>
                  <a:pt x="141060" y="84860"/>
                </a:cubicBezTo>
                <a:cubicBezTo>
                  <a:pt x="141060" y="87251"/>
                  <a:pt x="141914" y="89357"/>
                  <a:pt x="143621" y="91177"/>
                </a:cubicBezTo>
                <a:cubicBezTo>
                  <a:pt x="144915" y="92581"/>
                  <a:pt x="146725" y="93282"/>
                  <a:pt x="149054" y="93282"/>
                </a:cubicBezTo>
                <a:cubicBezTo>
                  <a:pt x="151641" y="93282"/>
                  <a:pt x="154641" y="91782"/>
                  <a:pt x="158056" y="88781"/>
                </a:cubicBezTo>
                <a:close/>
                <a:moveTo>
                  <a:pt x="226272" y="5898"/>
                </a:moveTo>
                <a:lnTo>
                  <a:pt x="226272" y="32595"/>
                </a:lnTo>
                <a:lnTo>
                  <a:pt x="243500" y="32595"/>
                </a:lnTo>
                <a:lnTo>
                  <a:pt x="243500" y="40200"/>
                </a:lnTo>
                <a:lnTo>
                  <a:pt x="226272" y="40200"/>
                </a:lnTo>
                <a:lnTo>
                  <a:pt x="226272" y="85100"/>
                </a:lnTo>
                <a:cubicBezTo>
                  <a:pt x="226272" y="89302"/>
                  <a:pt x="226466" y="92012"/>
                  <a:pt x="226854" y="93232"/>
                </a:cubicBezTo>
                <a:cubicBezTo>
                  <a:pt x="227242" y="94451"/>
                  <a:pt x="227927" y="95437"/>
                  <a:pt x="228910" y="96190"/>
                </a:cubicBezTo>
                <a:cubicBezTo>
                  <a:pt x="229893" y="96942"/>
                  <a:pt x="230799" y="97318"/>
                  <a:pt x="231627" y="97318"/>
                </a:cubicBezTo>
                <a:cubicBezTo>
                  <a:pt x="234990" y="97318"/>
                  <a:pt x="238171" y="94731"/>
                  <a:pt x="241172" y="89557"/>
                </a:cubicBezTo>
                <a:lnTo>
                  <a:pt x="243500" y="91282"/>
                </a:lnTo>
                <a:cubicBezTo>
                  <a:pt x="239310" y="101307"/>
                  <a:pt x="232506" y="106320"/>
                  <a:pt x="223090" y="106320"/>
                </a:cubicBezTo>
                <a:cubicBezTo>
                  <a:pt x="218485" y="106320"/>
                  <a:pt x="214592" y="105036"/>
                  <a:pt x="211410" y="102467"/>
                </a:cubicBezTo>
                <a:cubicBezTo>
                  <a:pt x="208228" y="99896"/>
                  <a:pt x="206198" y="97027"/>
                  <a:pt x="205318" y="93860"/>
                </a:cubicBezTo>
                <a:cubicBezTo>
                  <a:pt x="204801" y="92094"/>
                  <a:pt x="204542" y="87317"/>
                  <a:pt x="204542" y="79529"/>
                </a:cubicBezTo>
                <a:lnTo>
                  <a:pt x="204542" y="40200"/>
                </a:lnTo>
                <a:lnTo>
                  <a:pt x="195074" y="40200"/>
                </a:lnTo>
                <a:lnTo>
                  <a:pt x="195074" y="37476"/>
                </a:lnTo>
                <a:cubicBezTo>
                  <a:pt x="201593" y="32862"/>
                  <a:pt x="207142" y="28014"/>
                  <a:pt x="211721" y="22933"/>
                </a:cubicBezTo>
                <a:cubicBezTo>
                  <a:pt x="216299" y="17851"/>
                  <a:pt x="220296" y="12173"/>
                  <a:pt x="223711" y="5898"/>
                </a:cubicBezTo>
                <a:lnTo>
                  <a:pt x="226272" y="5898"/>
                </a:lnTo>
                <a:close/>
                <a:moveTo>
                  <a:pt x="290451" y="94524"/>
                </a:moveTo>
                <a:cubicBezTo>
                  <a:pt x="281604" y="102388"/>
                  <a:pt x="273662" y="106320"/>
                  <a:pt x="266626" y="106320"/>
                </a:cubicBezTo>
                <a:cubicBezTo>
                  <a:pt x="262487" y="106320"/>
                  <a:pt x="259046" y="104958"/>
                  <a:pt x="256304" y="102234"/>
                </a:cubicBezTo>
                <a:cubicBezTo>
                  <a:pt x="253562" y="99508"/>
                  <a:pt x="252191" y="96095"/>
                  <a:pt x="252191" y="91995"/>
                </a:cubicBezTo>
                <a:cubicBezTo>
                  <a:pt x="252191" y="86439"/>
                  <a:pt x="254571" y="81443"/>
                  <a:pt x="259331" y="77005"/>
                </a:cubicBezTo>
                <a:cubicBezTo>
                  <a:pt x="264091" y="72566"/>
                  <a:pt x="274464" y="66662"/>
                  <a:pt x="290451" y="59291"/>
                </a:cubicBezTo>
                <a:lnTo>
                  <a:pt x="290451" y="51996"/>
                </a:lnTo>
                <a:cubicBezTo>
                  <a:pt x="290451" y="46512"/>
                  <a:pt x="290153" y="43058"/>
                  <a:pt x="289558" y="41636"/>
                </a:cubicBezTo>
                <a:cubicBezTo>
                  <a:pt x="288963" y="40213"/>
                  <a:pt x="287838" y="38971"/>
                  <a:pt x="286182" y="37911"/>
                </a:cubicBezTo>
                <a:cubicBezTo>
                  <a:pt x="284527" y="36850"/>
                  <a:pt x="282664" y="36320"/>
                  <a:pt x="280595" y="36320"/>
                </a:cubicBezTo>
                <a:cubicBezTo>
                  <a:pt x="277232" y="36320"/>
                  <a:pt x="274464" y="37070"/>
                  <a:pt x="272291" y="38570"/>
                </a:cubicBezTo>
                <a:cubicBezTo>
                  <a:pt x="270946" y="39501"/>
                  <a:pt x="270273" y="40588"/>
                  <a:pt x="270273" y="41830"/>
                </a:cubicBezTo>
                <a:cubicBezTo>
                  <a:pt x="270273" y="42916"/>
                  <a:pt x="270998" y="44261"/>
                  <a:pt x="272446" y="45865"/>
                </a:cubicBezTo>
                <a:cubicBezTo>
                  <a:pt x="274412" y="48090"/>
                  <a:pt x="275395" y="50237"/>
                  <a:pt x="275395" y="52306"/>
                </a:cubicBezTo>
                <a:cubicBezTo>
                  <a:pt x="275395" y="54842"/>
                  <a:pt x="274451" y="57002"/>
                  <a:pt x="272563" y="58787"/>
                </a:cubicBezTo>
                <a:cubicBezTo>
                  <a:pt x="270674" y="60572"/>
                  <a:pt x="268204" y="61464"/>
                  <a:pt x="265151" y="61464"/>
                </a:cubicBezTo>
                <a:cubicBezTo>
                  <a:pt x="261892" y="61464"/>
                  <a:pt x="259163" y="60481"/>
                  <a:pt x="256964" y="58515"/>
                </a:cubicBezTo>
                <a:cubicBezTo>
                  <a:pt x="254765" y="56549"/>
                  <a:pt x="253666" y="54247"/>
                  <a:pt x="253666" y="51608"/>
                </a:cubicBezTo>
                <a:cubicBezTo>
                  <a:pt x="253666" y="47883"/>
                  <a:pt x="255140" y="44326"/>
                  <a:pt x="258089" y="40937"/>
                </a:cubicBezTo>
                <a:cubicBezTo>
                  <a:pt x="261038" y="37548"/>
                  <a:pt x="265151" y="34949"/>
                  <a:pt x="270428" y="33138"/>
                </a:cubicBezTo>
                <a:cubicBezTo>
                  <a:pt x="275706" y="31327"/>
                  <a:pt x="281190" y="30422"/>
                  <a:pt x="286881" y="30422"/>
                </a:cubicBezTo>
                <a:cubicBezTo>
                  <a:pt x="293762" y="30422"/>
                  <a:pt x="299207" y="31887"/>
                  <a:pt x="303217" y="34818"/>
                </a:cubicBezTo>
                <a:cubicBezTo>
                  <a:pt x="307227" y="37748"/>
                  <a:pt x="309826" y="40924"/>
                  <a:pt x="311016" y="44347"/>
                </a:cubicBezTo>
                <a:cubicBezTo>
                  <a:pt x="311741" y="46525"/>
                  <a:pt x="312103" y="51529"/>
                  <a:pt x="312103" y="59359"/>
                </a:cubicBezTo>
                <a:lnTo>
                  <a:pt x="312103" y="87595"/>
                </a:lnTo>
                <a:cubicBezTo>
                  <a:pt x="312103" y="90915"/>
                  <a:pt x="312232" y="93003"/>
                  <a:pt x="312491" y="93860"/>
                </a:cubicBezTo>
                <a:cubicBezTo>
                  <a:pt x="312750" y="94715"/>
                  <a:pt x="313138" y="95350"/>
                  <a:pt x="313655" y="95766"/>
                </a:cubicBezTo>
                <a:cubicBezTo>
                  <a:pt x="314172" y="96180"/>
                  <a:pt x="314767" y="96387"/>
                  <a:pt x="315440" y="96387"/>
                </a:cubicBezTo>
                <a:cubicBezTo>
                  <a:pt x="316785" y="96387"/>
                  <a:pt x="318156" y="95430"/>
                  <a:pt x="319553" y="93515"/>
                </a:cubicBezTo>
                <a:lnTo>
                  <a:pt x="321881" y="95378"/>
                </a:lnTo>
                <a:cubicBezTo>
                  <a:pt x="319294" y="99206"/>
                  <a:pt x="316617" y="101987"/>
                  <a:pt x="313849" y="103720"/>
                </a:cubicBezTo>
                <a:cubicBezTo>
                  <a:pt x="311081" y="105454"/>
                  <a:pt x="307938" y="106320"/>
                  <a:pt x="304420" y="106320"/>
                </a:cubicBezTo>
                <a:cubicBezTo>
                  <a:pt x="300281" y="106320"/>
                  <a:pt x="297047" y="105344"/>
                  <a:pt x="294719" y="103391"/>
                </a:cubicBezTo>
                <a:cubicBezTo>
                  <a:pt x="292391" y="101438"/>
                  <a:pt x="290968" y="98482"/>
                  <a:pt x="290451" y="94524"/>
                </a:cubicBezTo>
                <a:moveTo>
                  <a:pt x="290451" y="88781"/>
                </a:moveTo>
                <a:lnTo>
                  <a:pt x="290451" y="64505"/>
                </a:lnTo>
                <a:cubicBezTo>
                  <a:pt x="284191" y="68196"/>
                  <a:pt x="279534" y="72148"/>
                  <a:pt x="276482" y="76359"/>
                </a:cubicBezTo>
                <a:cubicBezTo>
                  <a:pt x="274464" y="79166"/>
                  <a:pt x="273455" y="82000"/>
                  <a:pt x="273455" y="84860"/>
                </a:cubicBezTo>
                <a:cubicBezTo>
                  <a:pt x="273455" y="87251"/>
                  <a:pt x="274309" y="89357"/>
                  <a:pt x="276016" y="91177"/>
                </a:cubicBezTo>
                <a:cubicBezTo>
                  <a:pt x="277309" y="92581"/>
                  <a:pt x="279120" y="93282"/>
                  <a:pt x="281448" y="93282"/>
                </a:cubicBezTo>
                <a:cubicBezTo>
                  <a:pt x="284035" y="93282"/>
                  <a:pt x="287036" y="91782"/>
                  <a:pt x="290451" y="88781"/>
                </a:cubicBezTo>
                <a:close/>
                <a:moveTo>
                  <a:pt x="375740" y="30732"/>
                </a:moveTo>
                <a:lnTo>
                  <a:pt x="376904" y="55566"/>
                </a:lnTo>
                <a:lnTo>
                  <a:pt x="374265" y="55566"/>
                </a:lnTo>
                <a:cubicBezTo>
                  <a:pt x="371110" y="48159"/>
                  <a:pt x="367837" y="43100"/>
                  <a:pt x="364448" y="40389"/>
                </a:cubicBezTo>
                <a:cubicBezTo>
                  <a:pt x="361060" y="37676"/>
                  <a:pt x="357684" y="36320"/>
                  <a:pt x="354321" y="36320"/>
                </a:cubicBezTo>
                <a:cubicBezTo>
                  <a:pt x="352200" y="36320"/>
                  <a:pt x="350389" y="37031"/>
                  <a:pt x="348888" y="38454"/>
                </a:cubicBezTo>
                <a:cubicBezTo>
                  <a:pt x="347388" y="39877"/>
                  <a:pt x="346638" y="41519"/>
                  <a:pt x="346638" y="43382"/>
                </a:cubicBezTo>
                <a:cubicBezTo>
                  <a:pt x="346638" y="44779"/>
                  <a:pt x="347155" y="46124"/>
                  <a:pt x="348190" y="47417"/>
                </a:cubicBezTo>
                <a:cubicBezTo>
                  <a:pt x="349845" y="49539"/>
                  <a:pt x="354476" y="53173"/>
                  <a:pt x="362081" y="58321"/>
                </a:cubicBezTo>
                <a:cubicBezTo>
                  <a:pt x="369687" y="63469"/>
                  <a:pt x="374692" y="67841"/>
                  <a:pt x="377098" y="71436"/>
                </a:cubicBezTo>
                <a:cubicBezTo>
                  <a:pt x="379504" y="75032"/>
                  <a:pt x="380707" y="79055"/>
                  <a:pt x="380707" y="83504"/>
                </a:cubicBezTo>
                <a:cubicBezTo>
                  <a:pt x="380707" y="87540"/>
                  <a:pt x="379698" y="91498"/>
                  <a:pt x="377680" y="95378"/>
                </a:cubicBezTo>
                <a:cubicBezTo>
                  <a:pt x="375662" y="99258"/>
                  <a:pt x="372817" y="102233"/>
                  <a:pt x="369143" y="104303"/>
                </a:cubicBezTo>
                <a:cubicBezTo>
                  <a:pt x="365470" y="106372"/>
                  <a:pt x="361409" y="107407"/>
                  <a:pt x="356959" y="107407"/>
                </a:cubicBezTo>
                <a:cubicBezTo>
                  <a:pt x="353493" y="107407"/>
                  <a:pt x="348862" y="106300"/>
                  <a:pt x="343068" y="104087"/>
                </a:cubicBezTo>
                <a:cubicBezTo>
                  <a:pt x="341516" y="103506"/>
                  <a:pt x="340455" y="103216"/>
                  <a:pt x="339886" y="103216"/>
                </a:cubicBezTo>
                <a:cubicBezTo>
                  <a:pt x="338179" y="103216"/>
                  <a:pt x="336756" y="104509"/>
                  <a:pt x="335618" y="107096"/>
                </a:cubicBezTo>
                <a:lnTo>
                  <a:pt x="333057" y="107096"/>
                </a:lnTo>
                <a:lnTo>
                  <a:pt x="331815" y="81021"/>
                </a:lnTo>
                <a:lnTo>
                  <a:pt x="334454" y="81021"/>
                </a:lnTo>
                <a:cubicBezTo>
                  <a:pt x="336782" y="87850"/>
                  <a:pt x="339977" y="92972"/>
                  <a:pt x="344038" y="96387"/>
                </a:cubicBezTo>
                <a:cubicBezTo>
                  <a:pt x="348099" y="99801"/>
                  <a:pt x="351941" y="101509"/>
                  <a:pt x="355562" y="101509"/>
                </a:cubicBezTo>
                <a:cubicBezTo>
                  <a:pt x="358046" y="101509"/>
                  <a:pt x="360077" y="100746"/>
                  <a:pt x="361655" y="99219"/>
                </a:cubicBezTo>
                <a:cubicBezTo>
                  <a:pt x="363233" y="97693"/>
                  <a:pt x="364022" y="95843"/>
                  <a:pt x="364022" y="93670"/>
                </a:cubicBezTo>
                <a:cubicBezTo>
                  <a:pt x="364022" y="91187"/>
                  <a:pt x="363245" y="89040"/>
                  <a:pt x="361693" y="87229"/>
                </a:cubicBezTo>
                <a:cubicBezTo>
                  <a:pt x="360141" y="85418"/>
                  <a:pt x="356675" y="82676"/>
                  <a:pt x="351294" y="79003"/>
                </a:cubicBezTo>
                <a:cubicBezTo>
                  <a:pt x="343378" y="73519"/>
                  <a:pt x="338256" y="69328"/>
                  <a:pt x="335928" y="66431"/>
                </a:cubicBezTo>
                <a:cubicBezTo>
                  <a:pt x="332513" y="62188"/>
                  <a:pt x="330806" y="57506"/>
                  <a:pt x="330806" y="52384"/>
                </a:cubicBezTo>
                <a:cubicBezTo>
                  <a:pt x="330806" y="46796"/>
                  <a:pt x="332733" y="41739"/>
                  <a:pt x="336588" y="37212"/>
                </a:cubicBezTo>
                <a:cubicBezTo>
                  <a:pt x="340442" y="32685"/>
                  <a:pt x="346017" y="30422"/>
                  <a:pt x="353312" y="30422"/>
                </a:cubicBezTo>
                <a:cubicBezTo>
                  <a:pt x="357244" y="30422"/>
                  <a:pt x="361047" y="31416"/>
                  <a:pt x="364720" y="33405"/>
                </a:cubicBezTo>
                <a:cubicBezTo>
                  <a:pt x="366117" y="34210"/>
                  <a:pt x="367255" y="34612"/>
                  <a:pt x="368135" y="34612"/>
                </a:cubicBezTo>
                <a:cubicBezTo>
                  <a:pt x="369066" y="34612"/>
                  <a:pt x="369816" y="34418"/>
                  <a:pt x="370385" y="34030"/>
                </a:cubicBezTo>
                <a:cubicBezTo>
                  <a:pt x="370954" y="33642"/>
                  <a:pt x="371860" y="32543"/>
                  <a:pt x="373101" y="30732"/>
                </a:cubicBezTo>
                <a:lnTo>
                  <a:pt x="375740" y="30732"/>
                </a:lnTo>
                <a:close/>
                <a:moveTo>
                  <a:pt x="453165" y="66276"/>
                </a:moveTo>
                <a:lnTo>
                  <a:pt x="413353" y="66276"/>
                </a:lnTo>
                <a:cubicBezTo>
                  <a:pt x="413819" y="75925"/>
                  <a:pt x="416380" y="83550"/>
                  <a:pt x="421036" y="89152"/>
                </a:cubicBezTo>
                <a:cubicBezTo>
                  <a:pt x="424606" y="93458"/>
                  <a:pt x="428900" y="95611"/>
                  <a:pt x="433919" y="95611"/>
                </a:cubicBezTo>
                <a:cubicBezTo>
                  <a:pt x="437023" y="95611"/>
                  <a:pt x="439842" y="94744"/>
                  <a:pt x="442378" y="93011"/>
                </a:cubicBezTo>
                <a:cubicBezTo>
                  <a:pt x="444913" y="91278"/>
                  <a:pt x="447629" y="88160"/>
                  <a:pt x="450526" y="83659"/>
                </a:cubicBezTo>
                <a:lnTo>
                  <a:pt x="453165" y="85367"/>
                </a:lnTo>
                <a:cubicBezTo>
                  <a:pt x="449233" y="93386"/>
                  <a:pt x="444887" y="99064"/>
                  <a:pt x="440127" y="102401"/>
                </a:cubicBezTo>
                <a:cubicBezTo>
                  <a:pt x="435367" y="105738"/>
                  <a:pt x="429857" y="107407"/>
                  <a:pt x="423597" y="107407"/>
                </a:cubicBezTo>
                <a:cubicBezTo>
                  <a:pt x="412836" y="107407"/>
                  <a:pt x="404687" y="103264"/>
                  <a:pt x="399151" y="94978"/>
                </a:cubicBezTo>
                <a:cubicBezTo>
                  <a:pt x="394702" y="88297"/>
                  <a:pt x="392477" y="80011"/>
                  <a:pt x="392477" y="70119"/>
                </a:cubicBezTo>
                <a:cubicBezTo>
                  <a:pt x="392477" y="58000"/>
                  <a:pt x="395749" y="48354"/>
                  <a:pt x="402294" y="41182"/>
                </a:cubicBezTo>
                <a:cubicBezTo>
                  <a:pt x="408839" y="34008"/>
                  <a:pt x="416509" y="30422"/>
                  <a:pt x="425304" y="30422"/>
                </a:cubicBezTo>
                <a:cubicBezTo>
                  <a:pt x="432651" y="30422"/>
                  <a:pt x="439028" y="33435"/>
                  <a:pt x="444434" y="39463"/>
                </a:cubicBezTo>
                <a:cubicBezTo>
                  <a:pt x="449841" y="45490"/>
                  <a:pt x="452751" y="54428"/>
                  <a:pt x="453165" y="66276"/>
                </a:cubicBezTo>
                <a:moveTo>
                  <a:pt x="434074" y="61154"/>
                </a:moveTo>
                <a:cubicBezTo>
                  <a:pt x="434074" y="52824"/>
                  <a:pt x="433621" y="47107"/>
                  <a:pt x="432716" y="44003"/>
                </a:cubicBezTo>
                <a:cubicBezTo>
                  <a:pt x="431810" y="40898"/>
                  <a:pt x="430400" y="38544"/>
                  <a:pt x="428486" y="36940"/>
                </a:cubicBezTo>
                <a:cubicBezTo>
                  <a:pt x="427400" y="36009"/>
                  <a:pt x="425951" y="35544"/>
                  <a:pt x="424140" y="35544"/>
                </a:cubicBezTo>
                <a:cubicBezTo>
                  <a:pt x="421450" y="35544"/>
                  <a:pt x="419251" y="36863"/>
                  <a:pt x="417544" y="39501"/>
                </a:cubicBezTo>
                <a:cubicBezTo>
                  <a:pt x="414491" y="44106"/>
                  <a:pt x="412965" y="50418"/>
                  <a:pt x="412965" y="58437"/>
                </a:cubicBezTo>
                <a:lnTo>
                  <a:pt x="412965" y="61154"/>
                </a:lnTo>
                <a:lnTo>
                  <a:pt x="434074" y="61154"/>
                </a:lnTo>
                <a:close/>
                <a:moveTo>
                  <a:pt x="491062" y="5898"/>
                </a:moveTo>
                <a:lnTo>
                  <a:pt x="491062" y="32595"/>
                </a:lnTo>
                <a:lnTo>
                  <a:pt x="508290" y="32595"/>
                </a:lnTo>
                <a:lnTo>
                  <a:pt x="508290" y="40200"/>
                </a:lnTo>
                <a:lnTo>
                  <a:pt x="491062" y="40200"/>
                </a:lnTo>
                <a:lnTo>
                  <a:pt x="491062" y="85100"/>
                </a:lnTo>
                <a:cubicBezTo>
                  <a:pt x="491062" y="89302"/>
                  <a:pt x="491256" y="92012"/>
                  <a:pt x="491644" y="93232"/>
                </a:cubicBezTo>
                <a:cubicBezTo>
                  <a:pt x="492032" y="94451"/>
                  <a:pt x="492717" y="95437"/>
                  <a:pt x="493700" y="96190"/>
                </a:cubicBezTo>
                <a:cubicBezTo>
                  <a:pt x="494683" y="96942"/>
                  <a:pt x="495589" y="97318"/>
                  <a:pt x="496416" y="97318"/>
                </a:cubicBezTo>
                <a:cubicBezTo>
                  <a:pt x="499779" y="97318"/>
                  <a:pt x="502961" y="94731"/>
                  <a:pt x="505962" y="89557"/>
                </a:cubicBezTo>
                <a:lnTo>
                  <a:pt x="508290" y="91282"/>
                </a:lnTo>
                <a:cubicBezTo>
                  <a:pt x="504099" y="101307"/>
                  <a:pt x="497296" y="106320"/>
                  <a:pt x="487880" y="106320"/>
                </a:cubicBezTo>
                <a:cubicBezTo>
                  <a:pt x="483275" y="106320"/>
                  <a:pt x="479382" y="105036"/>
                  <a:pt x="476200" y="102467"/>
                </a:cubicBezTo>
                <a:cubicBezTo>
                  <a:pt x="473018" y="99896"/>
                  <a:pt x="470987" y="97027"/>
                  <a:pt x="470108" y="93860"/>
                </a:cubicBezTo>
                <a:cubicBezTo>
                  <a:pt x="469591" y="92094"/>
                  <a:pt x="469332" y="87317"/>
                  <a:pt x="469332" y="79529"/>
                </a:cubicBezTo>
                <a:lnTo>
                  <a:pt x="469332" y="40200"/>
                </a:lnTo>
                <a:lnTo>
                  <a:pt x="459864" y="40200"/>
                </a:lnTo>
                <a:lnTo>
                  <a:pt x="459864" y="37476"/>
                </a:lnTo>
                <a:cubicBezTo>
                  <a:pt x="466383" y="32862"/>
                  <a:pt x="471932" y="28014"/>
                  <a:pt x="476510" y="22933"/>
                </a:cubicBezTo>
                <a:cubicBezTo>
                  <a:pt x="481089" y="17851"/>
                  <a:pt x="485086" y="12173"/>
                  <a:pt x="488501" y="5898"/>
                </a:cubicBezTo>
                <a:lnTo>
                  <a:pt x="491062" y="58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59EC0-E384-43A1-B932-DAC91D7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76" y="2547128"/>
            <a:ext cx="1086177" cy="3497"/>
          </a:xfrm>
          <a:custGeom xmlns:a="http://schemas.openxmlformats.org/drawingml/2006/main">
            <a:pathLst>
              <a:path w="1086177" h="3497" fill="none">
                <a:moveTo>
                  <a:pt x="0" y="3497"/>
                </a:moveTo>
                <a:lnTo>
                  <a:pt x="576147" y="3497"/>
                </a:lnTo>
                <a:lnTo>
                  <a:pt x="10861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EE7B2-5EC5-41DE-933E-FBF3692A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620" y="2515500"/>
            <a:ext cx="63813" cy="63575"/>
          </a:xfrm>
          <a:custGeom xmlns:a="http://schemas.openxmlformats.org/drawingml/2006/main">
            <a:pathLst>
              <a:path w="63813" h="63575">
                <a:moveTo>
                  <a:pt x="63813" y="31311"/>
                </a:moveTo>
                <a:lnTo>
                  <a:pt x="477" y="63575"/>
                </a:lnTo>
                <a:lnTo>
                  <a:pt x="16132" y="31628"/>
                </a:lnTo>
                <a:lnTo>
                  <a:pt x="0" y="0"/>
                </a:lnTo>
                <a:lnTo>
                  <a:pt x="63813" y="31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90084-0197-463C-B71A-BB1E6CAC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620" y="2515500"/>
            <a:ext cx="63813" cy="63575"/>
          </a:xfrm>
          <a:custGeom xmlns:a="http://schemas.openxmlformats.org/drawingml/2006/main">
            <a:pathLst>
              <a:path w="63813" h="63575" fill="none">
                <a:moveTo>
                  <a:pt x="63813" y="31311"/>
                </a:moveTo>
                <a:lnTo>
                  <a:pt x="477" y="63575"/>
                </a:lnTo>
                <a:lnTo>
                  <a:pt x="16132" y="31628"/>
                </a:lnTo>
                <a:lnTo>
                  <a:pt x="0" y="0"/>
                </a:lnTo>
                <a:lnTo>
                  <a:pt x="63813" y="313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pic>
        <p:nvPicPr>
          <p:cNvPr id="3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3e8c0045946fd"/>
          <a:stretch xmlns:a="http://schemas.openxmlformats.org/drawingml/2006/main"/>
        </p:blipFill>
        <p:spPr>
          <a:xfrm xmlns:a="http://schemas.openxmlformats.org/drawingml/2006/main">
            <a:off x="7513747" y="2238313"/>
            <a:ext cx="623828" cy="623828"/>
          </a:xfrm>
          <a:prstGeom xmlns:a="http://schemas.openxmlformats.org/drawingml/2006/main" prst="rect">
            <a:avLst/>
          </a:prstGeom>
        </p:spPr>
      </p:pic>
      <p:sp>
        <p:nvSpPr>
          <p:cNvPr id="170" name="Text BestBCSD">
            <a:extLst xmlns:a="http://schemas.openxmlformats.org/drawingml/2006/main">
              <a:ext uri="{FF2B5EF4-FFF2-40B4-BE49-F238E27FC236}">
                <a16:creationId xmlns:a16="http://schemas.microsoft.com/office/drawing/2014/main" id="{E8C14FAB-5FA9-4F67-B1D9-119C9A5C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411" y="2925437"/>
            <a:ext cx="744967" cy="109890"/>
          </a:xfrm>
          <a:custGeom xmlns:a="http://schemas.openxmlformats.org/drawingml/2006/main">
            <a:pathLst>
              <a:path w="744967" h="109890">
                <a:moveTo>
                  <a:pt x="67362" y="51763"/>
                </a:moveTo>
                <a:cubicBezTo>
                  <a:pt x="77347" y="54091"/>
                  <a:pt x="84358" y="56911"/>
                  <a:pt x="88393" y="60222"/>
                </a:cubicBezTo>
                <a:cubicBezTo>
                  <a:pt x="94188" y="64930"/>
                  <a:pt x="97085" y="71035"/>
                  <a:pt x="97085" y="78537"/>
                </a:cubicBezTo>
                <a:cubicBezTo>
                  <a:pt x="97085" y="86453"/>
                  <a:pt x="93903" y="92998"/>
                  <a:pt x="87540" y="98172"/>
                </a:cubicBezTo>
                <a:cubicBezTo>
                  <a:pt x="79727" y="104432"/>
                  <a:pt x="68371" y="107562"/>
                  <a:pt x="53471" y="107562"/>
                </a:cubicBezTo>
                <a:lnTo>
                  <a:pt x="0" y="107562"/>
                </a:lnTo>
                <a:lnTo>
                  <a:pt x="0" y="104768"/>
                </a:lnTo>
                <a:cubicBezTo>
                  <a:pt x="4863" y="104768"/>
                  <a:pt x="8162" y="104313"/>
                  <a:pt x="9895" y="103403"/>
                </a:cubicBezTo>
                <a:cubicBezTo>
                  <a:pt x="11628" y="102493"/>
                  <a:pt x="12844" y="101310"/>
                  <a:pt x="13542" y="99855"/>
                </a:cubicBezTo>
                <a:cubicBezTo>
                  <a:pt x="14241" y="98400"/>
                  <a:pt x="14590" y="94812"/>
                  <a:pt x="14590" y="89092"/>
                </a:cubicBezTo>
                <a:lnTo>
                  <a:pt x="14590" y="20798"/>
                </a:lnTo>
                <a:cubicBezTo>
                  <a:pt x="14590" y="15078"/>
                  <a:pt x="14241" y="11478"/>
                  <a:pt x="13542" y="9997"/>
                </a:cubicBezTo>
                <a:cubicBezTo>
                  <a:pt x="12844" y="8514"/>
                  <a:pt x="11615" y="7331"/>
                  <a:pt x="9856" y="6449"/>
                </a:cubicBezTo>
                <a:cubicBezTo>
                  <a:pt x="8097" y="5564"/>
                  <a:pt x="4812" y="5122"/>
                  <a:pt x="0" y="5122"/>
                </a:cubicBezTo>
                <a:lnTo>
                  <a:pt x="0" y="2328"/>
                </a:lnTo>
                <a:lnTo>
                  <a:pt x="50444" y="2328"/>
                </a:lnTo>
                <a:cubicBezTo>
                  <a:pt x="62499" y="2328"/>
                  <a:pt x="71035" y="3402"/>
                  <a:pt x="76054" y="5549"/>
                </a:cubicBezTo>
                <a:cubicBezTo>
                  <a:pt x="81072" y="7696"/>
                  <a:pt x="85030" y="10904"/>
                  <a:pt x="87928" y="15172"/>
                </a:cubicBezTo>
                <a:cubicBezTo>
                  <a:pt x="90825" y="19440"/>
                  <a:pt x="92274" y="23980"/>
                  <a:pt x="92274" y="28792"/>
                </a:cubicBezTo>
                <a:cubicBezTo>
                  <a:pt x="92274" y="33862"/>
                  <a:pt x="90437" y="38376"/>
                  <a:pt x="86764" y="42334"/>
                </a:cubicBezTo>
                <a:cubicBezTo>
                  <a:pt x="83090" y="46292"/>
                  <a:pt x="76623" y="49435"/>
                  <a:pt x="67362" y="51763"/>
                </a:cubicBezTo>
                <a:moveTo>
                  <a:pt x="39113" y="49668"/>
                </a:moveTo>
                <a:cubicBezTo>
                  <a:pt x="46460" y="49668"/>
                  <a:pt x="51880" y="48840"/>
                  <a:pt x="55372" y="47184"/>
                </a:cubicBezTo>
                <a:cubicBezTo>
                  <a:pt x="58864" y="45529"/>
                  <a:pt x="61542" y="43201"/>
                  <a:pt x="63404" y="40200"/>
                </a:cubicBezTo>
                <a:cubicBezTo>
                  <a:pt x="65267" y="37199"/>
                  <a:pt x="66198" y="33371"/>
                  <a:pt x="66198" y="28714"/>
                </a:cubicBezTo>
                <a:cubicBezTo>
                  <a:pt x="66198" y="24058"/>
                  <a:pt x="65280" y="20242"/>
                  <a:pt x="63443" y="17267"/>
                </a:cubicBezTo>
                <a:cubicBezTo>
                  <a:pt x="61606" y="14292"/>
                  <a:pt x="58981" y="12029"/>
                  <a:pt x="55566" y="10477"/>
                </a:cubicBezTo>
                <a:cubicBezTo>
                  <a:pt x="52151" y="8925"/>
                  <a:pt x="46667" y="8175"/>
                  <a:pt x="39113" y="8226"/>
                </a:cubicBezTo>
                <a:lnTo>
                  <a:pt x="39113" y="49668"/>
                </a:lnTo>
                <a:moveTo>
                  <a:pt x="39113" y="55721"/>
                </a:moveTo>
                <a:lnTo>
                  <a:pt x="39113" y="89480"/>
                </a:lnTo>
                <a:lnTo>
                  <a:pt x="39036" y="93312"/>
                </a:lnTo>
                <a:cubicBezTo>
                  <a:pt x="39036" y="96070"/>
                  <a:pt x="39747" y="98151"/>
                  <a:pt x="41170" y="99556"/>
                </a:cubicBezTo>
                <a:cubicBezTo>
                  <a:pt x="42593" y="100961"/>
                  <a:pt x="44701" y="101664"/>
                  <a:pt x="47495" y="101664"/>
                </a:cubicBezTo>
                <a:cubicBezTo>
                  <a:pt x="51634" y="101664"/>
                  <a:pt x="55450" y="100749"/>
                  <a:pt x="58942" y="98919"/>
                </a:cubicBezTo>
                <a:cubicBezTo>
                  <a:pt x="62434" y="97088"/>
                  <a:pt x="65111" y="94433"/>
                  <a:pt x="66974" y="90952"/>
                </a:cubicBezTo>
                <a:cubicBezTo>
                  <a:pt x="68837" y="87471"/>
                  <a:pt x="69768" y="83591"/>
                  <a:pt x="69768" y="79311"/>
                </a:cubicBezTo>
                <a:cubicBezTo>
                  <a:pt x="69768" y="74414"/>
                  <a:pt x="68630" y="70018"/>
                  <a:pt x="66353" y="66125"/>
                </a:cubicBezTo>
                <a:cubicBezTo>
                  <a:pt x="64077" y="62232"/>
                  <a:pt x="60947" y="59512"/>
                  <a:pt x="56963" y="57964"/>
                </a:cubicBezTo>
                <a:cubicBezTo>
                  <a:pt x="52979" y="56417"/>
                  <a:pt x="47029" y="55669"/>
                  <a:pt x="39113" y="55721"/>
                </a:cubicBezTo>
                <a:close/>
                <a:moveTo>
                  <a:pt x="169494" y="68604"/>
                </a:moveTo>
                <a:lnTo>
                  <a:pt x="129682" y="68604"/>
                </a:lnTo>
                <a:cubicBezTo>
                  <a:pt x="130148" y="78253"/>
                  <a:pt x="132709" y="85878"/>
                  <a:pt x="137365" y="91481"/>
                </a:cubicBezTo>
                <a:cubicBezTo>
                  <a:pt x="140935" y="95786"/>
                  <a:pt x="145229" y="97939"/>
                  <a:pt x="150248" y="97939"/>
                </a:cubicBezTo>
                <a:cubicBezTo>
                  <a:pt x="153352" y="97939"/>
                  <a:pt x="156171" y="97072"/>
                  <a:pt x="158707" y="95339"/>
                </a:cubicBezTo>
                <a:cubicBezTo>
                  <a:pt x="161242" y="93606"/>
                  <a:pt x="163958" y="90489"/>
                  <a:pt x="166855" y="85987"/>
                </a:cubicBezTo>
                <a:lnTo>
                  <a:pt x="169494" y="87695"/>
                </a:lnTo>
                <a:cubicBezTo>
                  <a:pt x="165562" y="95714"/>
                  <a:pt x="161216" y="101392"/>
                  <a:pt x="156456" y="104729"/>
                </a:cubicBezTo>
                <a:cubicBezTo>
                  <a:pt x="151696" y="108066"/>
                  <a:pt x="146186" y="109735"/>
                  <a:pt x="139926" y="109735"/>
                </a:cubicBezTo>
                <a:cubicBezTo>
                  <a:pt x="129165" y="109735"/>
                  <a:pt x="121016" y="105592"/>
                  <a:pt x="115480" y="97306"/>
                </a:cubicBezTo>
                <a:cubicBezTo>
                  <a:pt x="111031" y="90625"/>
                  <a:pt x="108806" y="82339"/>
                  <a:pt x="108806" y="72448"/>
                </a:cubicBezTo>
                <a:cubicBezTo>
                  <a:pt x="108806" y="60328"/>
                  <a:pt x="112078" y="50682"/>
                  <a:pt x="118623" y="43510"/>
                </a:cubicBezTo>
                <a:cubicBezTo>
                  <a:pt x="125168" y="36337"/>
                  <a:pt x="132838" y="32750"/>
                  <a:pt x="141633" y="32750"/>
                </a:cubicBezTo>
                <a:cubicBezTo>
                  <a:pt x="148980" y="32750"/>
                  <a:pt x="155357" y="35763"/>
                  <a:pt x="160763" y="41791"/>
                </a:cubicBezTo>
                <a:cubicBezTo>
                  <a:pt x="166170" y="47818"/>
                  <a:pt x="169080" y="56756"/>
                  <a:pt x="169494" y="68604"/>
                </a:cubicBezTo>
                <a:moveTo>
                  <a:pt x="150403" y="63482"/>
                </a:moveTo>
                <a:cubicBezTo>
                  <a:pt x="150403" y="55152"/>
                  <a:pt x="149950" y="49435"/>
                  <a:pt x="149045" y="46331"/>
                </a:cubicBezTo>
                <a:cubicBezTo>
                  <a:pt x="148139" y="43227"/>
                  <a:pt x="146729" y="40873"/>
                  <a:pt x="144815" y="39269"/>
                </a:cubicBezTo>
                <a:cubicBezTo>
                  <a:pt x="143729" y="38337"/>
                  <a:pt x="142280" y="37872"/>
                  <a:pt x="140469" y="37872"/>
                </a:cubicBezTo>
                <a:cubicBezTo>
                  <a:pt x="137779" y="37872"/>
                  <a:pt x="135580" y="39191"/>
                  <a:pt x="133873" y="41830"/>
                </a:cubicBezTo>
                <a:cubicBezTo>
                  <a:pt x="130820" y="46434"/>
                  <a:pt x="129294" y="52746"/>
                  <a:pt x="129294" y="60766"/>
                </a:cubicBezTo>
                <a:lnTo>
                  <a:pt x="129294" y="63482"/>
                </a:lnTo>
                <a:lnTo>
                  <a:pt x="150403" y="63482"/>
                </a:lnTo>
                <a:close/>
                <a:moveTo>
                  <a:pt x="224462" y="33060"/>
                </a:moveTo>
                <a:lnTo>
                  <a:pt x="225626" y="57894"/>
                </a:lnTo>
                <a:lnTo>
                  <a:pt x="222988" y="57894"/>
                </a:lnTo>
                <a:cubicBezTo>
                  <a:pt x="219832" y="50488"/>
                  <a:pt x="216559" y="45429"/>
                  <a:pt x="213170" y="42717"/>
                </a:cubicBezTo>
                <a:cubicBezTo>
                  <a:pt x="209782" y="40004"/>
                  <a:pt x="206406" y="38648"/>
                  <a:pt x="203043" y="38648"/>
                </a:cubicBezTo>
                <a:cubicBezTo>
                  <a:pt x="200922" y="38648"/>
                  <a:pt x="199111" y="39359"/>
                  <a:pt x="197610" y="40782"/>
                </a:cubicBezTo>
                <a:cubicBezTo>
                  <a:pt x="196110" y="42205"/>
                  <a:pt x="195360" y="43847"/>
                  <a:pt x="195360" y="45710"/>
                </a:cubicBezTo>
                <a:cubicBezTo>
                  <a:pt x="195360" y="47107"/>
                  <a:pt x="195877" y="48452"/>
                  <a:pt x="196912" y="49745"/>
                </a:cubicBezTo>
                <a:cubicBezTo>
                  <a:pt x="198568" y="51867"/>
                  <a:pt x="203198" y="55501"/>
                  <a:pt x="210803" y="60649"/>
                </a:cubicBezTo>
                <a:cubicBezTo>
                  <a:pt x="218409" y="65797"/>
                  <a:pt x="223414" y="70169"/>
                  <a:pt x="225820" y="73765"/>
                </a:cubicBezTo>
                <a:cubicBezTo>
                  <a:pt x="228226" y="77360"/>
                  <a:pt x="229429" y="81383"/>
                  <a:pt x="229429" y="85832"/>
                </a:cubicBezTo>
                <a:cubicBezTo>
                  <a:pt x="229429" y="89868"/>
                  <a:pt x="228420" y="93826"/>
                  <a:pt x="226402" y="97706"/>
                </a:cubicBezTo>
                <a:cubicBezTo>
                  <a:pt x="224385" y="101586"/>
                  <a:pt x="221539" y="104561"/>
                  <a:pt x="217866" y="106631"/>
                </a:cubicBezTo>
                <a:cubicBezTo>
                  <a:pt x="214192" y="108700"/>
                  <a:pt x="210131" y="109735"/>
                  <a:pt x="205681" y="109735"/>
                </a:cubicBezTo>
                <a:cubicBezTo>
                  <a:pt x="202215" y="109735"/>
                  <a:pt x="197585" y="108628"/>
                  <a:pt x="191790" y="106415"/>
                </a:cubicBezTo>
                <a:cubicBezTo>
                  <a:pt x="190238" y="105834"/>
                  <a:pt x="189177" y="105544"/>
                  <a:pt x="188608" y="105544"/>
                </a:cubicBezTo>
                <a:cubicBezTo>
                  <a:pt x="186901" y="105544"/>
                  <a:pt x="185478" y="106838"/>
                  <a:pt x="184340" y="109425"/>
                </a:cubicBezTo>
                <a:lnTo>
                  <a:pt x="181779" y="109425"/>
                </a:lnTo>
                <a:lnTo>
                  <a:pt x="180537" y="83349"/>
                </a:lnTo>
                <a:lnTo>
                  <a:pt x="183176" y="83349"/>
                </a:lnTo>
                <a:cubicBezTo>
                  <a:pt x="185504" y="90178"/>
                  <a:pt x="188699" y="95300"/>
                  <a:pt x="192760" y="98715"/>
                </a:cubicBezTo>
                <a:cubicBezTo>
                  <a:pt x="196821" y="102130"/>
                  <a:pt x="200663" y="103837"/>
                  <a:pt x="204285" y="103837"/>
                </a:cubicBezTo>
                <a:cubicBezTo>
                  <a:pt x="206768" y="103837"/>
                  <a:pt x="208799" y="103074"/>
                  <a:pt x="210377" y="101547"/>
                </a:cubicBezTo>
                <a:cubicBezTo>
                  <a:pt x="211955" y="100021"/>
                  <a:pt x="212744" y="98172"/>
                  <a:pt x="212744" y="95999"/>
                </a:cubicBezTo>
                <a:cubicBezTo>
                  <a:pt x="212744" y="93515"/>
                  <a:pt x="211968" y="91368"/>
                  <a:pt x="210415" y="89557"/>
                </a:cubicBezTo>
                <a:cubicBezTo>
                  <a:pt x="208863" y="87747"/>
                  <a:pt x="205397" y="85004"/>
                  <a:pt x="200016" y="81331"/>
                </a:cubicBezTo>
                <a:cubicBezTo>
                  <a:pt x="192100" y="75847"/>
                  <a:pt x="186978" y="71656"/>
                  <a:pt x="184650" y="68759"/>
                </a:cubicBezTo>
                <a:cubicBezTo>
                  <a:pt x="181236" y="64516"/>
                  <a:pt x="179528" y="59834"/>
                  <a:pt x="179528" y="54712"/>
                </a:cubicBezTo>
                <a:cubicBezTo>
                  <a:pt x="179528" y="49125"/>
                  <a:pt x="181455" y="44067"/>
                  <a:pt x="185310" y="39540"/>
                </a:cubicBezTo>
                <a:cubicBezTo>
                  <a:pt x="189164" y="35013"/>
                  <a:pt x="194739" y="32750"/>
                  <a:pt x="202034" y="32750"/>
                </a:cubicBezTo>
                <a:cubicBezTo>
                  <a:pt x="205966" y="32750"/>
                  <a:pt x="209769" y="33744"/>
                  <a:pt x="213442" y="35733"/>
                </a:cubicBezTo>
                <a:cubicBezTo>
                  <a:pt x="214839" y="36538"/>
                  <a:pt x="215977" y="36940"/>
                  <a:pt x="216857" y="36940"/>
                </a:cubicBezTo>
                <a:cubicBezTo>
                  <a:pt x="217788" y="36940"/>
                  <a:pt x="218538" y="36746"/>
                  <a:pt x="219107" y="36358"/>
                </a:cubicBezTo>
                <a:cubicBezTo>
                  <a:pt x="219676" y="35970"/>
                  <a:pt x="220582" y="34871"/>
                  <a:pt x="221824" y="33060"/>
                </a:cubicBezTo>
                <a:lnTo>
                  <a:pt x="224462" y="33060"/>
                </a:lnTo>
                <a:close/>
                <a:moveTo>
                  <a:pt x="269217" y="8226"/>
                </a:moveTo>
                <a:lnTo>
                  <a:pt x="269217" y="34923"/>
                </a:lnTo>
                <a:lnTo>
                  <a:pt x="286445" y="34923"/>
                </a:lnTo>
                <a:lnTo>
                  <a:pt x="286445" y="42528"/>
                </a:lnTo>
                <a:lnTo>
                  <a:pt x="269217" y="42528"/>
                </a:lnTo>
                <a:lnTo>
                  <a:pt x="269217" y="87428"/>
                </a:lnTo>
                <a:cubicBezTo>
                  <a:pt x="269217" y="91630"/>
                  <a:pt x="269411" y="94341"/>
                  <a:pt x="269799" y="95560"/>
                </a:cubicBezTo>
                <a:cubicBezTo>
                  <a:pt x="270187" y="96779"/>
                  <a:pt x="270872" y="97765"/>
                  <a:pt x="271855" y="98518"/>
                </a:cubicBezTo>
                <a:cubicBezTo>
                  <a:pt x="272838" y="99270"/>
                  <a:pt x="273744" y="99646"/>
                  <a:pt x="274571" y="99646"/>
                </a:cubicBezTo>
                <a:cubicBezTo>
                  <a:pt x="277934" y="99646"/>
                  <a:pt x="281116" y="97059"/>
                  <a:pt x="284117" y="91886"/>
                </a:cubicBezTo>
                <a:lnTo>
                  <a:pt x="286445" y="93610"/>
                </a:lnTo>
                <a:cubicBezTo>
                  <a:pt x="282254" y="103636"/>
                  <a:pt x="275451" y="108648"/>
                  <a:pt x="266035" y="108648"/>
                </a:cubicBezTo>
                <a:cubicBezTo>
                  <a:pt x="261430" y="108648"/>
                  <a:pt x="257537" y="107364"/>
                  <a:pt x="254355" y="104795"/>
                </a:cubicBezTo>
                <a:cubicBezTo>
                  <a:pt x="251173" y="102224"/>
                  <a:pt x="249142" y="99355"/>
                  <a:pt x="248263" y="96188"/>
                </a:cubicBezTo>
                <a:cubicBezTo>
                  <a:pt x="247746" y="94422"/>
                  <a:pt x="247487" y="89645"/>
                  <a:pt x="247487" y="81857"/>
                </a:cubicBezTo>
                <a:lnTo>
                  <a:pt x="247487" y="42528"/>
                </a:lnTo>
                <a:lnTo>
                  <a:pt x="238019" y="42528"/>
                </a:lnTo>
                <a:lnTo>
                  <a:pt x="238019" y="39805"/>
                </a:lnTo>
                <a:cubicBezTo>
                  <a:pt x="244538" y="35190"/>
                  <a:pt x="250087" y="30342"/>
                  <a:pt x="254665" y="25261"/>
                </a:cubicBezTo>
                <a:cubicBezTo>
                  <a:pt x="259244" y="20179"/>
                  <a:pt x="263241" y="14501"/>
                  <a:pt x="266656" y="8226"/>
                </a:cubicBezTo>
                <a:lnTo>
                  <a:pt x="269217" y="8226"/>
                </a:lnTo>
                <a:close/>
                <a:moveTo>
                  <a:pt x="398428" y="51763"/>
                </a:moveTo>
                <a:cubicBezTo>
                  <a:pt x="408414" y="54091"/>
                  <a:pt x="415424" y="56911"/>
                  <a:pt x="419460" y="60222"/>
                </a:cubicBezTo>
                <a:cubicBezTo>
                  <a:pt x="425254" y="64930"/>
                  <a:pt x="428151" y="71035"/>
                  <a:pt x="428151" y="78537"/>
                </a:cubicBezTo>
                <a:cubicBezTo>
                  <a:pt x="428151" y="86453"/>
                  <a:pt x="424970" y="92998"/>
                  <a:pt x="418606" y="98172"/>
                </a:cubicBezTo>
                <a:cubicBezTo>
                  <a:pt x="410793" y="104432"/>
                  <a:pt x="399437" y="107562"/>
                  <a:pt x="384537" y="107562"/>
                </a:cubicBezTo>
                <a:lnTo>
                  <a:pt x="331066" y="107562"/>
                </a:lnTo>
                <a:lnTo>
                  <a:pt x="331066" y="104768"/>
                </a:lnTo>
                <a:cubicBezTo>
                  <a:pt x="335930" y="104768"/>
                  <a:pt x="339228" y="104313"/>
                  <a:pt x="340961" y="103403"/>
                </a:cubicBezTo>
                <a:cubicBezTo>
                  <a:pt x="342694" y="102493"/>
                  <a:pt x="343910" y="101310"/>
                  <a:pt x="344608" y="99855"/>
                </a:cubicBezTo>
                <a:cubicBezTo>
                  <a:pt x="345307" y="98400"/>
                  <a:pt x="345656" y="94812"/>
                  <a:pt x="345656" y="89092"/>
                </a:cubicBezTo>
                <a:lnTo>
                  <a:pt x="345656" y="20798"/>
                </a:lnTo>
                <a:cubicBezTo>
                  <a:pt x="345656" y="15078"/>
                  <a:pt x="345307" y="11478"/>
                  <a:pt x="344608" y="9997"/>
                </a:cubicBezTo>
                <a:cubicBezTo>
                  <a:pt x="343910" y="8514"/>
                  <a:pt x="342681" y="7331"/>
                  <a:pt x="340922" y="6449"/>
                </a:cubicBezTo>
                <a:cubicBezTo>
                  <a:pt x="339163" y="5564"/>
                  <a:pt x="335878" y="5122"/>
                  <a:pt x="331066" y="5122"/>
                </a:cubicBezTo>
                <a:lnTo>
                  <a:pt x="331066" y="2328"/>
                </a:lnTo>
                <a:lnTo>
                  <a:pt x="381510" y="2328"/>
                </a:lnTo>
                <a:cubicBezTo>
                  <a:pt x="393565" y="2328"/>
                  <a:pt x="402102" y="3402"/>
                  <a:pt x="407120" y="5549"/>
                </a:cubicBezTo>
                <a:cubicBezTo>
                  <a:pt x="412139" y="7696"/>
                  <a:pt x="416097" y="10904"/>
                  <a:pt x="418994" y="15172"/>
                </a:cubicBezTo>
                <a:cubicBezTo>
                  <a:pt x="421891" y="19440"/>
                  <a:pt x="423340" y="23980"/>
                  <a:pt x="423340" y="28792"/>
                </a:cubicBezTo>
                <a:cubicBezTo>
                  <a:pt x="423340" y="33862"/>
                  <a:pt x="421503" y="38376"/>
                  <a:pt x="417830" y="42334"/>
                </a:cubicBezTo>
                <a:cubicBezTo>
                  <a:pt x="414156" y="46292"/>
                  <a:pt x="407689" y="49435"/>
                  <a:pt x="398428" y="51763"/>
                </a:cubicBezTo>
                <a:moveTo>
                  <a:pt x="370180" y="49668"/>
                </a:moveTo>
                <a:cubicBezTo>
                  <a:pt x="377526" y="49668"/>
                  <a:pt x="382946" y="48840"/>
                  <a:pt x="386438" y="47184"/>
                </a:cubicBezTo>
                <a:cubicBezTo>
                  <a:pt x="389930" y="45529"/>
                  <a:pt x="392608" y="43201"/>
                  <a:pt x="394470" y="40200"/>
                </a:cubicBezTo>
                <a:cubicBezTo>
                  <a:pt x="396333" y="37199"/>
                  <a:pt x="397264" y="33371"/>
                  <a:pt x="397264" y="28714"/>
                </a:cubicBezTo>
                <a:cubicBezTo>
                  <a:pt x="397264" y="24058"/>
                  <a:pt x="396346" y="20242"/>
                  <a:pt x="394509" y="17267"/>
                </a:cubicBezTo>
                <a:cubicBezTo>
                  <a:pt x="392672" y="14292"/>
                  <a:pt x="390047" y="12029"/>
                  <a:pt x="386632" y="10477"/>
                </a:cubicBezTo>
                <a:cubicBezTo>
                  <a:pt x="383217" y="8925"/>
                  <a:pt x="377733" y="8175"/>
                  <a:pt x="370180" y="8226"/>
                </a:cubicBezTo>
                <a:lnTo>
                  <a:pt x="370180" y="49668"/>
                </a:lnTo>
                <a:moveTo>
                  <a:pt x="370180" y="55721"/>
                </a:moveTo>
                <a:lnTo>
                  <a:pt x="370180" y="89480"/>
                </a:lnTo>
                <a:lnTo>
                  <a:pt x="370102" y="93312"/>
                </a:lnTo>
                <a:cubicBezTo>
                  <a:pt x="370102" y="96070"/>
                  <a:pt x="370813" y="98151"/>
                  <a:pt x="372236" y="99556"/>
                </a:cubicBezTo>
                <a:cubicBezTo>
                  <a:pt x="373659" y="100961"/>
                  <a:pt x="375767" y="101664"/>
                  <a:pt x="378561" y="101664"/>
                </a:cubicBezTo>
                <a:cubicBezTo>
                  <a:pt x="382700" y="101664"/>
                  <a:pt x="386516" y="100749"/>
                  <a:pt x="390008" y="98919"/>
                </a:cubicBezTo>
                <a:cubicBezTo>
                  <a:pt x="393500" y="97088"/>
                  <a:pt x="396178" y="94433"/>
                  <a:pt x="398040" y="90952"/>
                </a:cubicBezTo>
                <a:cubicBezTo>
                  <a:pt x="399903" y="87471"/>
                  <a:pt x="400834" y="83591"/>
                  <a:pt x="400834" y="79311"/>
                </a:cubicBezTo>
                <a:cubicBezTo>
                  <a:pt x="400834" y="74414"/>
                  <a:pt x="399696" y="70018"/>
                  <a:pt x="397419" y="66125"/>
                </a:cubicBezTo>
                <a:cubicBezTo>
                  <a:pt x="395143" y="62232"/>
                  <a:pt x="392013" y="59512"/>
                  <a:pt x="388029" y="57964"/>
                </a:cubicBezTo>
                <a:cubicBezTo>
                  <a:pt x="384045" y="56417"/>
                  <a:pt x="378095" y="55669"/>
                  <a:pt x="370180" y="55721"/>
                </a:cubicBezTo>
                <a:close/>
                <a:moveTo>
                  <a:pt x="539829" y="0"/>
                </a:moveTo>
                <a:lnTo>
                  <a:pt x="539829" y="36475"/>
                </a:lnTo>
                <a:lnTo>
                  <a:pt x="536802" y="36475"/>
                </a:lnTo>
                <a:cubicBezTo>
                  <a:pt x="534526" y="26905"/>
                  <a:pt x="530283" y="19572"/>
                  <a:pt x="524075" y="14476"/>
                </a:cubicBezTo>
                <a:cubicBezTo>
                  <a:pt x="517866" y="9378"/>
                  <a:pt x="510830" y="6829"/>
                  <a:pt x="502966" y="6829"/>
                </a:cubicBezTo>
                <a:cubicBezTo>
                  <a:pt x="496395" y="6829"/>
                  <a:pt x="490368" y="8718"/>
                  <a:pt x="484884" y="12495"/>
                </a:cubicBezTo>
                <a:cubicBezTo>
                  <a:pt x="479399" y="16271"/>
                  <a:pt x="475390" y="21212"/>
                  <a:pt x="472855" y="27317"/>
                </a:cubicBezTo>
                <a:cubicBezTo>
                  <a:pt x="469595" y="35130"/>
                  <a:pt x="467966" y="43822"/>
                  <a:pt x="467966" y="53393"/>
                </a:cubicBezTo>
                <a:cubicBezTo>
                  <a:pt x="467966" y="62809"/>
                  <a:pt x="469156" y="71385"/>
                  <a:pt x="471535" y="79119"/>
                </a:cubicBezTo>
                <a:cubicBezTo>
                  <a:pt x="473915" y="86854"/>
                  <a:pt x="477640" y="92700"/>
                  <a:pt x="482711" y="96658"/>
                </a:cubicBezTo>
                <a:cubicBezTo>
                  <a:pt x="487781" y="100616"/>
                  <a:pt x="494352" y="102595"/>
                  <a:pt x="502423" y="102595"/>
                </a:cubicBezTo>
                <a:cubicBezTo>
                  <a:pt x="509045" y="102595"/>
                  <a:pt x="515111" y="101147"/>
                  <a:pt x="520621" y="98249"/>
                </a:cubicBezTo>
                <a:cubicBezTo>
                  <a:pt x="526131" y="95352"/>
                  <a:pt x="531939" y="90359"/>
                  <a:pt x="538044" y="83271"/>
                </a:cubicBezTo>
                <a:lnTo>
                  <a:pt x="538044" y="92351"/>
                </a:lnTo>
                <a:cubicBezTo>
                  <a:pt x="532146" y="98508"/>
                  <a:pt x="526002" y="102970"/>
                  <a:pt x="519612" y="105738"/>
                </a:cubicBezTo>
                <a:cubicBezTo>
                  <a:pt x="513223" y="108506"/>
                  <a:pt x="505760" y="109890"/>
                  <a:pt x="497223" y="109890"/>
                </a:cubicBezTo>
                <a:cubicBezTo>
                  <a:pt x="485996" y="109890"/>
                  <a:pt x="476024" y="107643"/>
                  <a:pt x="467306" y="103148"/>
                </a:cubicBezTo>
                <a:cubicBezTo>
                  <a:pt x="458588" y="98653"/>
                  <a:pt x="451862" y="92196"/>
                  <a:pt x="447128" y="83776"/>
                </a:cubicBezTo>
                <a:cubicBezTo>
                  <a:pt x="442394" y="75354"/>
                  <a:pt x="440027" y="66390"/>
                  <a:pt x="440027" y="56883"/>
                </a:cubicBezTo>
                <a:cubicBezTo>
                  <a:pt x="440027" y="46860"/>
                  <a:pt x="442653" y="37354"/>
                  <a:pt x="447904" y="28365"/>
                </a:cubicBezTo>
                <a:cubicBezTo>
                  <a:pt x="453156" y="19374"/>
                  <a:pt x="460244" y="12399"/>
                  <a:pt x="469168" y="7440"/>
                </a:cubicBezTo>
                <a:cubicBezTo>
                  <a:pt x="478093" y="2480"/>
                  <a:pt x="487574" y="0"/>
                  <a:pt x="497611" y="0"/>
                </a:cubicBezTo>
                <a:cubicBezTo>
                  <a:pt x="505009" y="0"/>
                  <a:pt x="512822" y="1604"/>
                  <a:pt x="521048" y="4812"/>
                </a:cubicBezTo>
                <a:cubicBezTo>
                  <a:pt x="525808" y="6674"/>
                  <a:pt x="528835" y="7605"/>
                  <a:pt x="530128" y="7605"/>
                </a:cubicBezTo>
                <a:cubicBezTo>
                  <a:pt x="531784" y="7605"/>
                  <a:pt x="533219" y="6997"/>
                  <a:pt x="534435" y="5782"/>
                </a:cubicBezTo>
                <a:cubicBezTo>
                  <a:pt x="535651" y="4566"/>
                  <a:pt x="536440" y="2639"/>
                  <a:pt x="536802" y="0"/>
                </a:cubicBezTo>
                <a:lnTo>
                  <a:pt x="539829" y="0"/>
                </a:lnTo>
                <a:close/>
                <a:moveTo>
                  <a:pt x="623150" y="0"/>
                </a:moveTo>
                <a:lnTo>
                  <a:pt x="624004" y="35078"/>
                </a:lnTo>
                <a:lnTo>
                  <a:pt x="620822" y="35078"/>
                </a:lnTo>
                <a:cubicBezTo>
                  <a:pt x="619321" y="26305"/>
                  <a:pt x="615635" y="19249"/>
                  <a:pt x="609763" y="13908"/>
                </a:cubicBezTo>
                <a:cubicBezTo>
                  <a:pt x="603891" y="8568"/>
                  <a:pt x="597540" y="5898"/>
                  <a:pt x="590711" y="5898"/>
                </a:cubicBezTo>
                <a:cubicBezTo>
                  <a:pt x="585434" y="5898"/>
                  <a:pt x="581256" y="7304"/>
                  <a:pt x="578177" y="10115"/>
                </a:cubicBezTo>
                <a:cubicBezTo>
                  <a:pt x="575099" y="12925"/>
                  <a:pt x="573560" y="16161"/>
                  <a:pt x="573560" y="19823"/>
                </a:cubicBezTo>
                <a:cubicBezTo>
                  <a:pt x="573560" y="22144"/>
                  <a:pt x="574103" y="24207"/>
                  <a:pt x="575190" y="26013"/>
                </a:cubicBezTo>
                <a:cubicBezTo>
                  <a:pt x="576690" y="28436"/>
                  <a:pt x="579096" y="30834"/>
                  <a:pt x="582407" y="33206"/>
                </a:cubicBezTo>
                <a:cubicBezTo>
                  <a:pt x="584839" y="34908"/>
                  <a:pt x="590452" y="37926"/>
                  <a:pt x="599247" y="42259"/>
                </a:cubicBezTo>
                <a:cubicBezTo>
                  <a:pt x="611561" y="48293"/>
                  <a:pt x="619865" y="53993"/>
                  <a:pt x="624159" y="59359"/>
                </a:cubicBezTo>
                <a:cubicBezTo>
                  <a:pt x="628401" y="64723"/>
                  <a:pt x="630523" y="70862"/>
                  <a:pt x="630523" y="77776"/>
                </a:cubicBezTo>
                <a:cubicBezTo>
                  <a:pt x="630523" y="86545"/>
                  <a:pt x="627095" y="94090"/>
                  <a:pt x="620240" y="100410"/>
                </a:cubicBezTo>
                <a:cubicBezTo>
                  <a:pt x="613385" y="106730"/>
                  <a:pt x="604680" y="109890"/>
                  <a:pt x="594125" y="109890"/>
                </a:cubicBezTo>
                <a:cubicBezTo>
                  <a:pt x="590814" y="109890"/>
                  <a:pt x="587684" y="109554"/>
                  <a:pt x="584735" y="108881"/>
                </a:cubicBezTo>
                <a:cubicBezTo>
                  <a:pt x="581786" y="108209"/>
                  <a:pt x="578087" y="106941"/>
                  <a:pt x="573637" y="105079"/>
                </a:cubicBezTo>
                <a:cubicBezTo>
                  <a:pt x="571154" y="104044"/>
                  <a:pt x="569110" y="103526"/>
                  <a:pt x="567507" y="103526"/>
                </a:cubicBezTo>
                <a:cubicBezTo>
                  <a:pt x="566161" y="103526"/>
                  <a:pt x="564739" y="104050"/>
                  <a:pt x="563238" y="105098"/>
                </a:cubicBezTo>
                <a:cubicBezTo>
                  <a:pt x="561738" y="106146"/>
                  <a:pt x="560522" y="107743"/>
                  <a:pt x="559591" y="109890"/>
                </a:cubicBezTo>
                <a:lnTo>
                  <a:pt x="556719" y="109890"/>
                </a:lnTo>
                <a:lnTo>
                  <a:pt x="556719" y="70156"/>
                </a:lnTo>
                <a:lnTo>
                  <a:pt x="559591" y="70156"/>
                </a:lnTo>
                <a:cubicBezTo>
                  <a:pt x="561867" y="81305"/>
                  <a:pt x="566252" y="89810"/>
                  <a:pt x="572745" y="95669"/>
                </a:cubicBezTo>
                <a:cubicBezTo>
                  <a:pt x="579238" y="101528"/>
                  <a:pt x="586235" y="104458"/>
                  <a:pt x="593737" y="104458"/>
                </a:cubicBezTo>
                <a:cubicBezTo>
                  <a:pt x="599532" y="104458"/>
                  <a:pt x="604150" y="102885"/>
                  <a:pt x="607590" y="99738"/>
                </a:cubicBezTo>
                <a:cubicBezTo>
                  <a:pt x="611031" y="96592"/>
                  <a:pt x="612751" y="92930"/>
                  <a:pt x="612751" y="88752"/>
                </a:cubicBezTo>
                <a:cubicBezTo>
                  <a:pt x="612751" y="86277"/>
                  <a:pt x="612091" y="83879"/>
                  <a:pt x="610772" y="81559"/>
                </a:cubicBezTo>
                <a:cubicBezTo>
                  <a:pt x="609453" y="79237"/>
                  <a:pt x="607448" y="77032"/>
                  <a:pt x="604757" y="74943"/>
                </a:cubicBezTo>
                <a:cubicBezTo>
                  <a:pt x="602067" y="72854"/>
                  <a:pt x="597307" y="70134"/>
                  <a:pt x="590478" y="66782"/>
                </a:cubicBezTo>
                <a:cubicBezTo>
                  <a:pt x="580907" y="62089"/>
                  <a:pt x="574025" y="58089"/>
                  <a:pt x="569835" y="54783"/>
                </a:cubicBezTo>
                <a:cubicBezTo>
                  <a:pt x="565644" y="51476"/>
                  <a:pt x="562423" y="47783"/>
                  <a:pt x="560173" y="43702"/>
                </a:cubicBezTo>
                <a:cubicBezTo>
                  <a:pt x="557922" y="39621"/>
                  <a:pt x="556797" y="35127"/>
                  <a:pt x="556797" y="30220"/>
                </a:cubicBezTo>
                <a:cubicBezTo>
                  <a:pt x="556797" y="21852"/>
                  <a:pt x="559875" y="14723"/>
                  <a:pt x="566032" y="8835"/>
                </a:cubicBezTo>
                <a:cubicBezTo>
                  <a:pt x="572189" y="2945"/>
                  <a:pt x="579949" y="0"/>
                  <a:pt x="589314" y="0"/>
                </a:cubicBezTo>
                <a:cubicBezTo>
                  <a:pt x="592728" y="0"/>
                  <a:pt x="596040" y="419"/>
                  <a:pt x="599247" y="1256"/>
                </a:cubicBezTo>
                <a:cubicBezTo>
                  <a:pt x="601679" y="1884"/>
                  <a:pt x="604641" y="3047"/>
                  <a:pt x="608133" y="4746"/>
                </a:cubicBezTo>
                <a:cubicBezTo>
                  <a:pt x="611626" y="6445"/>
                  <a:pt x="614070" y="7295"/>
                  <a:pt x="615467" y="7295"/>
                </a:cubicBezTo>
                <a:cubicBezTo>
                  <a:pt x="616812" y="7295"/>
                  <a:pt x="617873" y="6877"/>
                  <a:pt x="618649" y="6041"/>
                </a:cubicBezTo>
                <a:cubicBezTo>
                  <a:pt x="619425" y="5204"/>
                  <a:pt x="620149" y="3190"/>
                  <a:pt x="620822" y="0"/>
                </a:cubicBezTo>
                <a:lnTo>
                  <a:pt x="623150" y="0"/>
                </a:lnTo>
                <a:close/>
                <a:moveTo>
                  <a:pt x="638957" y="107562"/>
                </a:moveTo>
                <a:lnTo>
                  <a:pt x="638957" y="104768"/>
                </a:lnTo>
                <a:lnTo>
                  <a:pt x="642450" y="104768"/>
                </a:lnTo>
                <a:cubicBezTo>
                  <a:pt x="645502" y="104768"/>
                  <a:pt x="647843" y="104287"/>
                  <a:pt x="649473" y="103325"/>
                </a:cubicBezTo>
                <a:cubicBezTo>
                  <a:pt x="651103" y="102363"/>
                  <a:pt x="652306" y="101050"/>
                  <a:pt x="653082" y="99387"/>
                </a:cubicBezTo>
                <a:cubicBezTo>
                  <a:pt x="653547" y="98294"/>
                  <a:pt x="653780" y="95017"/>
                  <a:pt x="653780" y="89557"/>
                </a:cubicBezTo>
                <a:lnTo>
                  <a:pt x="653780" y="20333"/>
                </a:lnTo>
                <a:cubicBezTo>
                  <a:pt x="653780" y="14925"/>
                  <a:pt x="653496" y="11545"/>
                  <a:pt x="652927" y="10193"/>
                </a:cubicBezTo>
                <a:cubicBezTo>
                  <a:pt x="652357" y="8840"/>
                  <a:pt x="651206" y="7656"/>
                  <a:pt x="649473" y="6643"/>
                </a:cubicBezTo>
                <a:cubicBezTo>
                  <a:pt x="647740" y="5629"/>
                  <a:pt x="645399" y="5122"/>
                  <a:pt x="642450" y="5122"/>
                </a:cubicBezTo>
                <a:lnTo>
                  <a:pt x="638957" y="5122"/>
                </a:lnTo>
                <a:lnTo>
                  <a:pt x="638957" y="2328"/>
                </a:lnTo>
                <a:lnTo>
                  <a:pt x="686064" y="2328"/>
                </a:lnTo>
                <a:cubicBezTo>
                  <a:pt x="698636" y="2328"/>
                  <a:pt x="708751" y="4036"/>
                  <a:pt x="716408" y="7450"/>
                </a:cubicBezTo>
                <a:cubicBezTo>
                  <a:pt x="725773" y="11641"/>
                  <a:pt x="732874" y="17979"/>
                  <a:pt x="737711" y="26464"/>
                </a:cubicBezTo>
                <a:cubicBezTo>
                  <a:pt x="742549" y="34949"/>
                  <a:pt x="744967" y="44546"/>
                  <a:pt x="744967" y="55255"/>
                </a:cubicBezTo>
                <a:cubicBezTo>
                  <a:pt x="744967" y="62654"/>
                  <a:pt x="743777" y="69470"/>
                  <a:pt x="741397" y="75705"/>
                </a:cubicBezTo>
                <a:cubicBezTo>
                  <a:pt x="739018" y="81939"/>
                  <a:pt x="735939" y="87087"/>
                  <a:pt x="732162" y="91148"/>
                </a:cubicBezTo>
                <a:cubicBezTo>
                  <a:pt x="728385" y="95210"/>
                  <a:pt x="724027" y="98469"/>
                  <a:pt x="719086" y="100927"/>
                </a:cubicBezTo>
                <a:cubicBezTo>
                  <a:pt x="714145" y="103384"/>
                  <a:pt x="708104" y="105286"/>
                  <a:pt x="700965" y="106631"/>
                </a:cubicBezTo>
                <a:cubicBezTo>
                  <a:pt x="697809" y="107252"/>
                  <a:pt x="692842" y="107562"/>
                  <a:pt x="686064" y="107562"/>
                </a:cubicBezTo>
                <a:lnTo>
                  <a:pt x="638957" y="107562"/>
                </a:lnTo>
                <a:moveTo>
                  <a:pt x="679080" y="8226"/>
                </a:moveTo>
                <a:lnTo>
                  <a:pt x="679080" y="90266"/>
                </a:lnTo>
                <a:cubicBezTo>
                  <a:pt x="679080" y="94608"/>
                  <a:pt x="679287" y="97271"/>
                  <a:pt x="679701" y="98254"/>
                </a:cubicBezTo>
                <a:cubicBezTo>
                  <a:pt x="680115" y="99235"/>
                  <a:pt x="680813" y="99984"/>
                  <a:pt x="681796" y="100500"/>
                </a:cubicBezTo>
                <a:cubicBezTo>
                  <a:pt x="683193" y="101276"/>
                  <a:pt x="685211" y="101664"/>
                  <a:pt x="687849" y="101664"/>
                </a:cubicBezTo>
                <a:cubicBezTo>
                  <a:pt x="696489" y="101664"/>
                  <a:pt x="703086" y="98717"/>
                  <a:pt x="707639" y="92824"/>
                </a:cubicBezTo>
                <a:cubicBezTo>
                  <a:pt x="713847" y="84863"/>
                  <a:pt x="716952" y="72508"/>
                  <a:pt x="716952" y="55760"/>
                </a:cubicBezTo>
                <a:cubicBezTo>
                  <a:pt x="716952" y="42268"/>
                  <a:pt x="714830" y="31489"/>
                  <a:pt x="710588" y="23425"/>
                </a:cubicBezTo>
                <a:cubicBezTo>
                  <a:pt x="707225" y="17118"/>
                  <a:pt x="702905" y="12827"/>
                  <a:pt x="697628" y="10552"/>
                </a:cubicBezTo>
                <a:cubicBezTo>
                  <a:pt x="693903" y="8950"/>
                  <a:pt x="687720" y="8175"/>
                  <a:pt x="679080" y="82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Approach">
            <a:extLst xmlns:a="http://schemas.openxmlformats.org/drawingml/2006/main">
              <a:ext uri="{FF2B5EF4-FFF2-40B4-BE49-F238E27FC236}">
                <a16:creationId xmlns:a16="http://schemas.microsoft.com/office/drawing/2014/main" id="{58F96C8E-447A-4A5E-989C-308CF27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438" y="3124109"/>
            <a:ext cx="671317" cy="141553"/>
          </a:xfrm>
          <a:custGeom xmlns:a="http://schemas.openxmlformats.org/drawingml/2006/main">
            <a:pathLst>
              <a:path w="671317" h="141553">
                <a:moveTo>
                  <a:pt x="64879" y="77451"/>
                </a:moveTo>
                <a:lnTo>
                  <a:pt x="27705" y="77451"/>
                </a:lnTo>
                <a:lnTo>
                  <a:pt x="23282" y="87746"/>
                </a:lnTo>
                <a:cubicBezTo>
                  <a:pt x="21833" y="91198"/>
                  <a:pt x="21109" y="94048"/>
                  <a:pt x="21109" y="96297"/>
                </a:cubicBezTo>
                <a:cubicBezTo>
                  <a:pt x="21109" y="99277"/>
                  <a:pt x="22299" y="101473"/>
                  <a:pt x="24679" y="102886"/>
                </a:cubicBezTo>
                <a:cubicBezTo>
                  <a:pt x="26076" y="103722"/>
                  <a:pt x="29516" y="104349"/>
                  <a:pt x="35000" y="104768"/>
                </a:cubicBezTo>
                <a:lnTo>
                  <a:pt x="35000" y="107562"/>
                </a:lnTo>
                <a:lnTo>
                  <a:pt x="0" y="107562"/>
                </a:lnTo>
                <a:lnTo>
                  <a:pt x="0" y="104768"/>
                </a:lnTo>
                <a:cubicBezTo>
                  <a:pt x="3777" y="104194"/>
                  <a:pt x="6881" y="102615"/>
                  <a:pt x="9313" y="100029"/>
                </a:cubicBezTo>
                <a:cubicBezTo>
                  <a:pt x="11744" y="97442"/>
                  <a:pt x="14745" y="92101"/>
                  <a:pt x="18315" y="84004"/>
                </a:cubicBezTo>
                <a:lnTo>
                  <a:pt x="55954" y="0"/>
                </a:lnTo>
                <a:lnTo>
                  <a:pt x="57428" y="0"/>
                </a:lnTo>
                <a:lnTo>
                  <a:pt x="95378" y="86344"/>
                </a:lnTo>
                <a:cubicBezTo>
                  <a:pt x="98999" y="94603"/>
                  <a:pt x="101974" y="99803"/>
                  <a:pt x="104303" y="101945"/>
                </a:cubicBezTo>
                <a:cubicBezTo>
                  <a:pt x="106062" y="103565"/>
                  <a:pt x="108545" y="104506"/>
                  <a:pt x="111753" y="104768"/>
                </a:cubicBezTo>
                <a:lnTo>
                  <a:pt x="111753" y="107562"/>
                </a:lnTo>
                <a:lnTo>
                  <a:pt x="60843" y="107562"/>
                </a:lnTo>
                <a:lnTo>
                  <a:pt x="60843" y="104768"/>
                </a:lnTo>
                <a:lnTo>
                  <a:pt x="62938" y="104768"/>
                </a:lnTo>
                <a:cubicBezTo>
                  <a:pt x="67026" y="104768"/>
                  <a:pt x="69897" y="104189"/>
                  <a:pt x="71553" y="103032"/>
                </a:cubicBezTo>
                <a:cubicBezTo>
                  <a:pt x="72691" y="102191"/>
                  <a:pt x="73260" y="100981"/>
                  <a:pt x="73260" y="99401"/>
                </a:cubicBezTo>
                <a:cubicBezTo>
                  <a:pt x="73260" y="98455"/>
                  <a:pt x="73105" y="97482"/>
                  <a:pt x="72794" y="96481"/>
                </a:cubicBezTo>
                <a:cubicBezTo>
                  <a:pt x="72691" y="96009"/>
                  <a:pt x="71915" y="94037"/>
                  <a:pt x="70466" y="90564"/>
                </a:cubicBezTo>
                <a:lnTo>
                  <a:pt x="64879" y="77451"/>
                </a:lnTo>
                <a:moveTo>
                  <a:pt x="62240" y="71708"/>
                </a:moveTo>
                <a:lnTo>
                  <a:pt x="46564" y="35422"/>
                </a:lnTo>
                <a:lnTo>
                  <a:pt x="30422" y="71708"/>
                </a:lnTo>
                <a:lnTo>
                  <a:pt x="62240" y="71708"/>
                </a:lnTo>
                <a:close/>
                <a:moveTo>
                  <a:pt x="146961" y="100189"/>
                </a:moveTo>
                <a:lnTo>
                  <a:pt x="146961" y="127119"/>
                </a:lnTo>
                <a:cubicBezTo>
                  <a:pt x="146961" y="130894"/>
                  <a:pt x="147258" y="133463"/>
                  <a:pt x="147853" y="134826"/>
                </a:cubicBezTo>
                <a:cubicBezTo>
                  <a:pt x="148448" y="136190"/>
                  <a:pt x="149366" y="137187"/>
                  <a:pt x="150608" y="137816"/>
                </a:cubicBezTo>
                <a:cubicBezTo>
                  <a:pt x="151850" y="138445"/>
                  <a:pt x="154281" y="138760"/>
                  <a:pt x="157903" y="138760"/>
                </a:cubicBezTo>
                <a:lnTo>
                  <a:pt x="157903" y="141553"/>
                </a:lnTo>
                <a:lnTo>
                  <a:pt x="116539" y="141553"/>
                </a:lnTo>
                <a:lnTo>
                  <a:pt x="116539" y="138760"/>
                </a:lnTo>
                <a:cubicBezTo>
                  <a:pt x="119747" y="138654"/>
                  <a:pt x="122127" y="137737"/>
                  <a:pt x="123679" y="136007"/>
                </a:cubicBezTo>
                <a:cubicBezTo>
                  <a:pt x="124713" y="134802"/>
                  <a:pt x="125231" y="131684"/>
                  <a:pt x="125231" y="126653"/>
                </a:cubicBezTo>
                <a:lnTo>
                  <a:pt x="125231" y="50133"/>
                </a:lnTo>
                <a:cubicBezTo>
                  <a:pt x="125231" y="44947"/>
                  <a:pt x="124636" y="41633"/>
                  <a:pt x="123446" y="40193"/>
                </a:cubicBezTo>
                <a:cubicBezTo>
                  <a:pt x="122256" y="38752"/>
                  <a:pt x="119954" y="37927"/>
                  <a:pt x="116539" y="37717"/>
                </a:cubicBezTo>
                <a:lnTo>
                  <a:pt x="116539" y="34923"/>
                </a:lnTo>
                <a:lnTo>
                  <a:pt x="146961" y="34923"/>
                </a:lnTo>
                <a:lnTo>
                  <a:pt x="146961" y="44468"/>
                </a:lnTo>
                <a:cubicBezTo>
                  <a:pt x="149496" y="40743"/>
                  <a:pt x="152083" y="38053"/>
                  <a:pt x="154721" y="36397"/>
                </a:cubicBezTo>
                <a:cubicBezTo>
                  <a:pt x="158498" y="33966"/>
                  <a:pt x="162611" y="32750"/>
                  <a:pt x="167061" y="32750"/>
                </a:cubicBezTo>
                <a:cubicBezTo>
                  <a:pt x="172389" y="32750"/>
                  <a:pt x="177240" y="34433"/>
                  <a:pt x="181612" y="37799"/>
                </a:cubicBezTo>
                <a:cubicBezTo>
                  <a:pt x="185983" y="41165"/>
                  <a:pt x="189308" y="45813"/>
                  <a:pt x="191584" y="51744"/>
                </a:cubicBezTo>
                <a:cubicBezTo>
                  <a:pt x="193860" y="57674"/>
                  <a:pt x="194999" y="64057"/>
                  <a:pt x="194999" y="70893"/>
                </a:cubicBezTo>
                <a:cubicBezTo>
                  <a:pt x="194999" y="78246"/>
                  <a:pt x="193822" y="84966"/>
                  <a:pt x="191468" y="91051"/>
                </a:cubicBezTo>
                <a:cubicBezTo>
                  <a:pt x="189114" y="97137"/>
                  <a:pt x="185699" y="101772"/>
                  <a:pt x="181224" y="104957"/>
                </a:cubicBezTo>
                <a:cubicBezTo>
                  <a:pt x="176748" y="108142"/>
                  <a:pt x="171769" y="109735"/>
                  <a:pt x="166284" y="109735"/>
                </a:cubicBezTo>
                <a:cubicBezTo>
                  <a:pt x="162301" y="109735"/>
                  <a:pt x="158576" y="108855"/>
                  <a:pt x="155109" y="107096"/>
                </a:cubicBezTo>
                <a:cubicBezTo>
                  <a:pt x="152522" y="105751"/>
                  <a:pt x="149806" y="103449"/>
                  <a:pt x="146961" y="100189"/>
                </a:cubicBezTo>
                <a:moveTo>
                  <a:pt x="146961" y="92339"/>
                </a:moveTo>
                <a:cubicBezTo>
                  <a:pt x="151410" y="98659"/>
                  <a:pt x="156170" y="101819"/>
                  <a:pt x="161240" y="101819"/>
                </a:cubicBezTo>
                <a:cubicBezTo>
                  <a:pt x="164034" y="101819"/>
                  <a:pt x="166336" y="100343"/>
                  <a:pt x="168147" y="97391"/>
                </a:cubicBezTo>
                <a:cubicBezTo>
                  <a:pt x="170837" y="93038"/>
                  <a:pt x="172183" y="84749"/>
                  <a:pt x="172183" y="72523"/>
                </a:cubicBezTo>
                <a:cubicBezTo>
                  <a:pt x="172183" y="59986"/>
                  <a:pt x="170708" y="51412"/>
                  <a:pt x="167759" y="46801"/>
                </a:cubicBezTo>
                <a:cubicBezTo>
                  <a:pt x="165793" y="43746"/>
                  <a:pt x="163154" y="42218"/>
                  <a:pt x="159843" y="42218"/>
                </a:cubicBezTo>
                <a:cubicBezTo>
                  <a:pt x="154618" y="42218"/>
                  <a:pt x="150323" y="45999"/>
                  <a:pt x="146961" y="53563"/>
                </a:cubicBezTo>
                <a:lnTo>
                  <a:pt x="146961" y="92339"/>
                </a:lnTo>
                <a:close/>
                <a:moveTo>
                  <a:pt x="235329" y="100189"/>
                </a:moveTo>
                <a:lnTo>
                  <a:pt x="235329" y="127119"/>
                </a:lnTo>
                <a:cubicBezTo>
                  <a:pt x="235329" y="130894"/>
                  <a:pt x="235627" y="133463"/>
                  <a:pt x="236222" y="134826"/>
                </a:cubicBezTo>
                <a:cubicBezTo>
                  <a:pt x="236816" y="136190"/>
                  <a:pt x="237735" y="137187"/>
                  <a:pt x="238977" y="137816"/>
                </a:cubicBezTo>
                <a:cubicBezTo>
                  <a:pt x="240218" y="138445"/>
                  <a:pt x="242650" y="138760"/>
                  <a:pt x="246271" y="138760"/>
                </a:cubicBezTo>
                <a:lnTo>
                  <a:pt x="246271" y="141553"/>
                </a:lnTo>
                <a:lnTo>
                  <a:pt x="204907" y="141553"/>
                </a:lnTo>
                <a:lnTo>
                  <a:pt x="204907" y="138760"/>
                </a:lnTo>
                <a:cubicBezTo>
                  <a:pt x="208115" y="138654"/>
                  <a:pt x="210495" y="137737"/>
                  <a:pt x="212047" y="136007"/>
                </a:cubicBezTo>
                <a:cubicBezTo>
                  <a:pt x="213082" y="134802"/>
                  <a:pt x="213599" y="131684"/>
                  <a:pt x="213599" y="126653"/>
                </a:cubicBezTo>
                <a:lnTo>
                  <a:pt x="213599" y="50133"/>
                </a:lnTo>
                <a:cubicBezTo>
                  <a:pt x="213599" y="44947"/>
                  <a:pt x="213004" y="41633"/>
                  <a:pt x="211814" y="40193"/>
                </a:cubicBezTo>
                <a:cubicBezTo>
                  <a:pt x="210624" y="38752"/>
                  <a:pt x="208322" y="37927"/>
                  <a:pt x="204907" y="37717"/>
                </a:cubicBezTo>
                <a:lnTo>
                  <a:pt x="204907" y="34923"/>
                </a:lnTo>
                <a:lnTo>
                  <a:pt x="235329" y="34923"/>
                </a:lnTo>
                <a:lnTo>
                  <a:pt x="235329" y="44468"/>
                </a:lnTo>
                <a:cubicBezTo>
                  <a:pt x="237864" y="40743"/>
                  <a:pt x="240451" y="38053"/>
                  <a:pt x="243090" y="36397"/>
                </a:cubicBezTo>
                <a:cubicBezTo>
                  <a:pt x="246866" y="33966"/>
                  <a:pt x="250980" y="32750"/>
                  <a:pt x="255429" y="32750"/>
                </a:cubicBezTo>
                <a:cubicBezTo>
                  <a:pt x="260758" y="32750"/>
                  <a:pt x="265608" y="34433"/>
                  <a:pt x="269980" y="37799"/>
                </a:cubicBezTo>
                <a:cubicBezTo>
                  <a:pt x="274352" y="41165"/>
                  <a:pt x="277676" y="45813"/>
                  <a:pt x="279953" y="51744"/>
                </a:cubicBezTo>
                <a:cubicBezTo>
                  <a:pt x="282229" y="57674"/>
                  <a:pt x="283367" y="64057"/>
                  <a:pt x="283367" y="70893"/>
                </a:cubicBezTo>
                <a:cubicBezTo>
                  <a:pt x="283367" y="78246"/>
                  <a:pt x="282190" y="84966"/>
                  <a:pt x="279836" y="91051"/>
                </a:cubicBezTo>
                <a:cubicBezTo>
                  <a:pt x="277482" y="97137"/>
                  <a:pt x="274067" y="101772"/>
                  <a:pt x="269592" y="104957"/>
                </a:cubicBezTo>
                <a:cubicBezTo>
                  <a:pt x="265117" y="108142"/>
                  <a:pt x="260137" y="109735"/>
                  <a:pt x="254653" y="109735"/>
                </a:cubicBezTo>
                <a:cubicBezTo>
                  <a:pt x="250669" y="109735"/>
                  <a:pt x="246944" y="108855"/>
                  <a:pt x="243478" y="107096"/>
                </a:cubicBezTo>
                <a:cubicBezTo>
                  <a:pt x="240891" y="105751"/>
                  <a:pt x="238175" y="103449"/>
                  <a:pt x="235329" y="100189"/>
                </a:cubicBezTo>
                <a:moveTo>
                  <a:pt x="235329" y="92339"/>
                </a:moveTo>
                <a:cubicBezTo>
                  <a:pt x="239778" y="98659"/>
                  <a:pt x="244538" y="101819"/>
                  <a:pt x="249609" y="101819"/>
                </a:cubicBezTo>
                <a:cubicBezTo>
                  <a:pt x="252402" y="101819"/>
                  <a:pt x="254705" y="100343"/>
                  <a:pt x="256515" y="97391"/>
                </a:cubicBezTo>
                <a:cubicBezTo>
                  <a:pt x="259206" y="93038"/>
                  <a:pt x="260551" y="84749"/>
                  <a:pt x="260551" y="72523"/>
                </a:cubicBezTo>
                <a:cubicBezTo>
                  <a:pt x="260551" y="59986"/>
                  <a:pt x="259076" y="51412"/>
                  <a:pt x="256127" y="46801"/>
                </a:cubicBezTo>
                <a:cubicBezTo>
                  <a:pt x="254161" y="43746"/>
                  <a:pt x="251523" y="42218"/>
                  <a:pt x="248212" y="42218"/>
                </a:cubicBezTo>
                <a:cubicBezTo>
                  <a:pt x="242986" y="42218"/>
                  <a:pt x="238692" y="45999"/>
                  <a:pt x="235329" y="53563"/>
                </a:cubicBezTo>
                <a:lnTo>
                  <a:pt x="235329" y="92339"/>
                </a:lnTo>
                <a:close/>
                <a:moveTo>
                  <a:pt x="325718" y="34923"/>
                </a:moveTo>
                <a:lnTo>
                  <a:pt x="325718" y="51375"/>
                </a:lnTo>
                <a:cubicBezTo>
                  <a:pt x="330529" y="43873"/>
                  <a:pt x="334746" y="38894"/>
                  <a:pt x="338368" y="36436"/>
                </a:cubicBezTo>
                <a:cubicBezTo>
                  <a:pt x="341989" y="33979"/>
                  <a:pt x="345482" y="32750"/>
                  <a:pt x="348844" y="32750"/>
                </a:cubicBezTo>
                <a:cubicBezTo>
                  <a:pt x="351742" y="32750"/>
                  <a:pt x="354057" y="33645"/>
                  <a:pt x="355790" y="35437"/>
                </a:cubicBezTo>
                <a:cubicBezTo>
                  <a:pt x="357523" y="37228"/>
                  <a:pt x="358390" y="39759"/>
                  <a:pt x="358390" y="43030"/>
                </a:cubicBezTo>
                <a:cubicBezTo>
                  <a:pt x="358390" y="46509"/>
                  <a:pt x="357549" y="49210"/>
                  <a:pt x="355868" y="51133"/>
                </a:cubicBezTo>
                <a:cubicBezTo>
                  <a:pt x="354186" y="53053"/>
                  <a:pt x="352156" y="54014"/>
                  <a:pt x="349776" y="54014"/>
                </a:cubicBezTo>
                <a:cubicBezTo>
                  <a:pt x="347034" y="54014"/>
                  <a:pt x="344654" y="53134"/>
                  <a:pt x="342636" y="51375"/>
                </a:cubicBezTo>
                <a:cubicBezTo>
                  <a:pt x="340618" y="49616"/>
                  <a:pt x="339428" y="48633"/>
                  <a:pt x="339066" y="48426"/>
                </a:cubicBezTo>
                <a:cubicBezTo>
                  <a:pt x="338549" y="48116"/>
                  <a:pt x="337954" y="47961"/>
                  <a:pt x="337281" y="47961"/>
                </a:cubicBezTo>
                <a:cubicBezTo>
                  <a:pt x="335781" y="47961"/>
                  <a:pt x="334358" y="48530"/>
                  <a:pt x="333013" y="49668"/>
                </a:cubicBezTo>
                <a:cubicBezTo>
                  <a:pt x="330892" y="51427"/>
                  <a:pt x="329288" y="53936"/>
                  <a:pt x="328201" y="57196"/>
                </a:cubicBezTo>
                <a:cubicBezTo>
                  <a:pt x="326546" y="62214"/>
                  <a:pt x="325718" y="67750"/>
                  <a:pt x="325718" y="73803"/>
                </a:cubicBezTo>
                <a:lnTo>
                  <a:pt x="325718" y="90489"/>
                </a:lnTo>
                <a:lnTo>
                  <a:pt x="325795" y="94835"/>
                </a:lnTo>
                <a:cubicBezTo>
                  <a:pt x="325795" y="97784"/>
                  <a:pt x="325977" y="99672"/>
                  <a:pt x="326339" y="100500"/>
                </a:cubicBezTo>
                <a:cubicBezTo>
                  <a:pt x="326960" y="101897"/>
                  <a:pt x="327878" y="102919"/>
                  <a:pt x="329094" y="103565"/>
                </a:cubicBezTo>
                <a:cubicBezTo>
                  <a:pt x="330310" y="104212"/>
                  <a:pt x="332366" y="104613"/>
                  <a:pt x="335263" y="104768"/>
                </a:cubicBezTo>
                <a:lnTo>
                  <a:pt x="335263" y="107562"/>
                </a:lnTo>
                <a:lnTo>
                  <a:pt x="296072" y="107562"/>
                </a:lnTo>
                <a:lnTo>
                  <a:pt x="296072" y="104768"/>
                </a:lnTo>
                <a:cubicBezTo>
                  <a:pt x="299228" y="104509"/>
                  <a:pt x="301362" y="103643"/>
                  <a:pt x="302475" y="102168"/>
                </a:cubicBezTo>
                <a:cubicBezTo>
                  <a:pt x="303587" y="100694"/>
                  <a:pt x="304143" y="96801"/>
                  <a:pt x="304143" y="90489"/>
                </a:cubicBezTo>
                <a:lnTo>
                  <a:pt x="304143" y="50289"/>
                </a:lnTo>
                <a:cubicBezTo>
                  <a:pt x="304143" y="46124"/>
                  <a:pt x="303936" y="43469"/>
                  <a:pt x="303523" y="42324"/>
                </a:cubicBezTo>
                <a:cubicBezTo>
                  <a:pt x="303005" y="40866"/>
                  <a:pt x="302255" y="39799"/>
                  <a:pt x="301272" y="39123"/>
                </a:cubicBezTo>
                <a:cubicBezTo>
                  <a:pt x="300289" y="38446"/>
                  <a:pt x="298556" y="37977"/>
                  <a:pt x="296072" y="37717"/>
                </a:cubicBezTo>
                <a:lnTo>
                  <a:pt x="296072" y="34923"/>
                </a:lnTo>
                <a:lnTo>
                  <a:pt x="325718" y="34923"/>
                </a:lnTo>
                <a:close/>
                <a:moveTo>
                  <a:pt x="397576" y="32750"/>
                </a:moveTo>
                <a:cubicBezTo>
                  <a:pt x="403888" y="32750"/>
                  <a:pt x="409760" y="34381"/>
                  <a:pt x="415193" y="37644"/>
                </a:cubicBezTo>
                <a:cubicBezTo>
                  <a:pt x="420625" y="40906"/>
                  <a:pt x="424751" y="45542"/>
                  <a:pt x="427571" y="51550"/>
                </a:cubicBezTo>
                <a:cubicBezTo>
                  <a:pt x="430391" y="57558"/>
                  <a:pt x="431801" y="64135"/>
                  <a:pt x="431801" y="71281"/>
                </a:cubicBezTo>
                <a:cubicBezTo>
                  <a:pt x="431801" y="81587"/>
                  <a:pt x="429188" y="90210"/>
                  <a:pt x="423962" y="97151"/>
                </a:cubicBezTo>
                <a:cubicBezTo>
                  <a:pt x="417650" y="105540"/>
                  <a:pt x="408933" y="109735"/>
                  <a:pt x="397809" y="109735"/>
                </a:cubicBezTo>
                <a:cubicBezTo>
                  <a:pt x="386893" y="109735"/>
                  <a:pt x="378485" y="105902"/>
                  <a:pt x="372587" y="98237"/>
                </a:cubicBezTo>
                <a:cubicBezTo>
                  <a:pt x="366689" y="90572"/>
                  <a:pt x="363740" y="81690"/>
                  <a:pt x="363740" y="71592"/>
                </a:cubicBezTo>
                <a:cubicBezTo>
                  <a:pt x="363740" y="61183"/>
                  <a:pt x="366754" y="52107"/>
                  <a:pt x="372781" y="44364"/>
                </a:cubicBezTo>
                <a:cubicBezTo>
                  <a:pt x="378809" y="36621"/>
                  <a:pt x="387074" y="32750"/>
                  <a:pt x="397576" y="32750"/>
                </a:cubicBezTo>
                <a:moveTo>
                  <a:pt x="397887" y="38182"/>
                </a:moveTo>
                <a:cubicBezTo>
                  <a:pt x="395248" y="38182"/>
                  <a:pt x="392985" y="39180"/>
                  <a:pt x="391096" y="41175"/>
                </a:cubicBezTo>
                <a:cubicBezTo>
                  <a:pt x="389208" y="43168"/>
                  <a:pt x="387966" y="47104"/>
                  <a:pt x="387371" y="52983"/>
                </a:cubicBezTo>
                <a:cubicBezTo>
                  <a:pt x="386776" y="58862"/>
                  <a:pt x="386479" y="67033"/>
                  <a:pt x="386479" y="77497"/>
                </a:cubicBezTo>
                <a:cubicBezTo>
                  <a:pt x="386479" y="83039"/>
                  <a:pt x="386841" y="88219"/>
                  <a:pt x="387565" y="93038"/>
                </a:cubicBezTo>
                <a:cubicBezTo>
                  <a:pt x="388134" y="96714"/>
                  <a:pt x="389350" y="99511"/>
                  <a:pt x="391213" y="101429"/>
                </a:cubicBezTo>
                <a:cubicBezTo>
                  <a:pt x="393075" y="103345"/>
                  <a:pt x="395196" y="104303"/>
                  <a:pt x="397576" y="104303"/>
                </a:cubicBezTo>
                <a:cubicBezTo>
                  <a:pt x="399904" y="104303"/>
                  <a:pt x="401845" y="103655"/>
                  <a:pt x="403397" y="102360"/>
                </a:cubicBezTo>
                <a:cubicBezTo>
                  <a:pt x="405414" y="100599"/>
                  <a:pt x="406760" y="98138"/>
                  <a:pt x="407432" y="94978"/>
                </a:cubicBezTo>
                <a:cubicBezTo>
                  <a:pt x="408467" y="90058"/>
                  <a:pt x="408984" y="80113"/>
                  <a:pt x="408984" y="65143"/>
                </a:cubicBezTo>
                <a:cubicBezTo>
                  <a:pt x="408984" y="56338"/>
                  <a:pt x="408493" y="50291"/>
                  <a:pt x="407510" y="47003"/>
                </a:cubicBezTo>
                <a:cubicBezTo>
                  <a:pt x="406527" y="43712"/>
                  <a:pt x="405078" y="41316"/>
                  <a:pt x="403164" y="39814"/>
                </a:cubicBezTo>
                <a:cubicBezTo>
                  <a:pt x="401819" y="38726"/>
                  <a:pt x="400060" y="38182"/>
                  <a:pt x="397887" y="38182"/>
                </a:cubicBezTo>
                <a:close/>
                <a:moveTo>
                  <a:pt x="482866" y="96852"/>
                </a:moveTo>
                <a:cubicBezTo>
                  <a:pt x="474019" y="104716"/>
                  <a:pt x="466077" y="108648"/>
                  <a:pt x="459041" y="108648"/>
                </a:cubicBezTo>
                <a:cubicBezTo>
                  <a:pt x="454902" y="108648"/>
                  <a:pt x="451461" y="107286"/>
                  <a:pt x="448719" y="104562"/>
                </a:cubicBezTo>
                <a:cubicBezTo>
                  <a:pt x="445977" y="101836"/>
                  <a:pt x="444606" y="98423"/>
                  <a:pt x="444606" y="94323"/>
                </a:cubicBezTo>
                <a:cubicBezTo>
                  <a:pt x="444606" y="88768"/>
                  <a:pt x="446986" y="83771"/>
                  <a:pt x="451746" y="79333"/>
                </a:cubicBezTo>
                <a:cubicBezTo>
                  <a:pt x="456506" y="74895"/>
                  <a:pt x="466879" y="68990"/>
                  <a:pt x="482866" y="61619"/>
                </a:cubicBezTo>
                <a:lnTo>
                  <a:pt x="482866" y="54324"/>
                </a:lnTo>
                <a:cubicBezTo>
                  <a:pt x="482866" y="48840"/>
                  <a:pt x="482568" y="45387"/>
                  <a:pt x="481973" y="43964"/>
                </a:cubicBezTo>
                <a:cubicBezTo>
                  <a:pt x="481378" y="42541"/>
                  <a:pt x="480253" y="41299"/>
                  <a:pt x="478597" y="40239"/>
                </a:cubicBezTo>
                <a:cubicBezTo>
                  <a:pt x="476942" y="39178"/>
                  <a:pt x="475079" y="38648"/>
                  <a:pt x="473010" y="38648"/>
                </a:cubicBezTo>
                <a:cubicBezTo>
                  <a:pt x="469647" y="38648"/>
                  <a:pt x="466879" y="39398"/>
                  <a:pt x="464706" y="40898"/>
                </a:cubicBezTo>
                <a:cubicBezTo>
                  <a:pt x="463361" y="41830"/>
                  <a:pt x="462688" y="42916"/>
                  <a:pt x="462688" y="44158"/>
                </a:cubicBezTo>
                <a:cubicBezTo>
                  <a:pt x="462688" y="45244"/>
                  <a:pt x="463413" y="46589"/>
                  <a:pt x="464861" y="48193"/>
                </a:cubicBezTo>
                <a:cubicBezTo>
                  <a:pt x="466827" y="50418"/>
                  <a:pt x="467810" y="52565"/>
                  <a:pt x="467810" y="54635"/>
                </a:cubicBezTo>
                <a:cubicBezTo>
                  <a:pt x="467810" y="57170"/>
                  <a:pt x="466866" y="59330"/>
                  <a:pt x="464978" y="61115"/>
                </a:cubicBezTo>
                <a:cubicBezTo>
                  <a:pt x="463089" y="62900"/>
                  <a:pt x="460619" y="63792"/>
                  <a:pt x="457566" y="63792"/>
                </a:cubicBezTo>
                <a:cubicBezTo>
                  <a:pt x="454307" y="63792"/>
                  <a:pt x="451578" y="62809"/>
                  <a:pt x="449379" y="60843"/>
                </a:cubicBezTo>
                <a:cubicBezTo>
                  <a:pt x="447180" y="58877"/>
                  <a:pt x="446081" y="56575"/>
                  <a:pt x="446081" y="53936"/>
                </a:cubicBezTo>
                <a:cubicBezTo>
                  <a:pt x="446081" y="50211"/>
                  <a:pt x="447555" y="46654"/>
                  <a:pt x="450504" y="43265"/>
                </a:cubicBezTo>
                <a:cubicBezTo>
                  <a:pt x="453453" y="39877"/>
                  <a:pt x="457566" y="37277"/>
                  <a:pt x="462843" y="35466"/>
                </a:cubicBezTo>
                <a:cubicBezTo>
                  <a:pt x="468121" y="33655"/>
                  <a:pt x="473605" y="32750"/>
                  <a:pt x="479296" y="32750"/>
                </a:cubicBezTo>
                <a:cubicBezTo>
                  <a:pt x="486177" y="32750"/>
                  <a:pt x="491622" y="34215"/>
                  <a:pt x="495632" y="37147"/>
                </a:cubicBezTo>
                <a:cubicBezTo>
                  <a:pt x="499642" y="40076"/>
                  <a:pt x="502241" y="43252"/>
                  <a:pt x="503431" y="46675"/>
                </a:cubicBezTo>
                <a:cubicBezTo>
                  <a:pt x="504156" y="48853"/>
                  <a:pt x="504518" y="53857"/>
                  <a:pt x="504518" y="61687"/>
                </a:cubicBezTo>
                <a:lnTo>
                  <a:pt x="504518" y="89924"/>
                </a:lnTo>
                <a:cubicBezTo>
                  <a:pt x="504518" y="93243"/>
                  <a:pt x="504647" y="95331"/>
                  <a:pt x="504906" y="96188"/>
                </a:cubicBezTo>
                <a:cubicBezTo>
                  <a:pt x="505165" y="97043"/>
                  <a:pt x="505553" y="97679"/>
                  <a:pt x="506070" y="98094"/>
                </a:cubicBezTo>
                <a:cubicBezTo>
                  <a:pt x="506587" y="98508"/>
                  <a:pt x="507182" y="98715"/>
                  <a:pt x="507855" y="98715"/>
                </a:cubicBezTo>
                <a:cubicBezTo>
                  <a:pt x="509200" y="98715"/>
                  <a:pt x="510571" y="97758"/>
                  <a:pt x="511968" y="95843"/>
                </a:cubicBezTo>
                <a:lnTo>
                  <a:pt x="514296" y="97706"/>
                </a:lnTo>
                <a:cubicBezTo>
                  <a:pt x="511709" y="101535"/>
                  <a:pt x="509032" y="104315"/>
                  <a:pt x="506264" y="106049"/>
                </a:cubicBezTo>
                <a:cubicBezTo>
                  <a:pt x="503496" y="107782"/>
                  <a:pt x="500353" y="108648"/>
                  <a:pt x="496835" y="108648"/>
                </a:cubicBezTo>
                <a:cubicBezTo>
                  <a:pt x="492696" y="108648"/>
                  <a:pt x="489462" y="107672"/>
                  <a:pt x="487134" y="105719"/>
                </a:cubicBezTo>
                <a:cubicBezTo>
                  <a:pt x="484806" y="103766"/>
                  <a:pt x="483383" y="100810"/>
                  <a:pt x="482866" y="96852"/>
                </a:cubicBezTo>
                <a:moveTo>
                  <a:pt x="482866" y="91109"/>
                </a:moveTo>
                <a:lnTo>
                  <a:pt x="482866" y="66833"/>
                </a:lnTo>
                <a:cubicBezTo>
                  <a:pt x="476606" y="70524"/>
                  <a:pt x="471949" y="74476"/>
                  <a:pt x="468897" y="78688"/>
                </a:cubicBezTo>
                <a:cubicBezTo>
                  <a:pt x="466879" y="81494"/>
                  <a:pt x="465870" y="84328"/>
                  <a:pt x="465870" y="87188"/>
                </a:cubicBezTo>
                <a:cubicBezTo>
                  <a:pt x="465870" y="89579"/>
                  <a:pt x="466724" y="91685"/>
                  <a:pt x="468431" y="93506"/>
                </a:cubicBezTo>
                <a:cubicBezTo>
                  <a:pt x="469725" y="94909"/>
                  <a:pt x="471535" y="95611"/>
                  <a:pt x="473864" y="95611"/>
                </a:cubicBezTo>
                <a:cubicBezTo>
                  <a:pt x="476450" y="95611"/>
                  <a:pt x="479451" y="94110"/>
                  <a:pt x="482866" y="91109"/>
                </a:cubicBezTo>
                <a:close/>
                <a:moveTo>
                  <a:pt x="581504" y="88798"/>
                </a:moveTo>
                <a:lnTo>
                  <a:pt x="583909" y="90658"/>
                </a:lnTo>
                <a:cubicBezTo>
                  <a:pt x="580495" y="97095"/>
                  <a:pt x="576239" y="101884"/>
                  <a:pt x="571143" y="105025"/>
                </a:cubicBezTo>
                <a:cubicBezTo>
                  <a:pt x="566047" y="108165"/>
                  <a:pt x="560628" y="109735"/>
                  <a:pt x="554885" y="109735"/>
                </a:cubicBezTo>
                <a:cubicBezTo>
                  <a:pt x="545210" y="109735"/>
                  <a:pt x="537475" y="106084"/>
                  <a:pt x="531680" y="98783"/>
                </a:cubicBezTo>
                <a:cubicBezTo>
                  <a:pt x="525886" y="91480"/>
                  <a:pt x="522989" y="82701"/>
                  <a:pt x="522989" y="72448"/>
                </a:cubicBezTo>
                <a:cubicBezTo>
                  <a:pt x="522989" y="62554"/>
                  <a:pt x="525627" y="53854"/>
                  <a:pt x="530904" y="46345"/>
                </a:cubicBezTo>
                <a:cubicBezTo>
                  <a:pt x="537268" y="37282"/>
                  <a:pt x="546038" y="32750"/>
                  <a:pt x="557213" y="32750"/>
                </a:cubicBezTo>
                <a:cubicBezTo>
                  <a:pt x="564715" y="32750"/>
                  <a:pt x="570678" y="34644"/>
                  <a:pt x="575101" y="38432"/>
                </a:cubicBezTo>
                <a:cubicBezTo>
                  <a:pt x="579525" y="42218"/>
                  <a:pt x="581736" y="46446"/>
                  <a:pt x="581736" y="51116"/>
                </a:cubicBezTo>
                <a:cubicBezTo>
                  <a:pt x="581736" y="54073"/>
                  <a:pt x="580844" y="56433"/>
                  <a:pt x="579059" y="58197"/>
                </a:cubicBezTo>
                <a:cubicBezTo>
                  <a:pt x="577274" y="59961"/>
                  <a:pt x="574933" y="60843"/>
                  <a:pt x="572036" y="60843"/>
                </a:cubicBezTo>
                <a:cubicBezTo>
                  <a:pt x="568983" y="60843"/>
                  <a:pt x="566461" y="59831"/>
                  <a:pt x="564469" y="57807"/>
                </a:cubicBezTo>
                <a:cubicBezTo>
                  <a:pt x="562477" y="55781"/>
                  <a:pt x="561248" y="52172"/>
                  <a:pt x="560783" y="46981"/>
                </a:cubicBezTo>
                <a:cubicBezTo>
                  <a:pt x="560472" y="43710"/>
                  <a:pt x="559722" y="41425"/>
                  <a:pt x="558532" y="40127"/>
                </a:cubicBezTo>
                <a:cubicBezTo>
                  <a:pt x="557342" y="38830"/>
                  <a:pt x="555945" y="38182"/>
                  <a:pt x="554341" y="38182"/>
                </a:cubicBezTo>
                <a:cubicBezTo>
                  <a:pt x="551858" y="38182"/>
                  <a:pt x="549737" y="39501"/>
                  <a:pt x="547978" y="42140"/>
                </a:cubicBezTo>
                <a:cubicBezTo>
                  <a:pt x="545287" y="46124"/>
                  <a:pt x="543942" y="52229"/>
                  <a:pt x="543942" y="60455"/>
                </a:cubicBezTo>
                <a:cubicBezTo>
                  <a:pt x="543942" y="67284"/>
                  <a:pt x="545029" y="73816"/>
                  <a:pt x="547202" y="80051"/>
                </a:cubicBezTo>
                <a:cubicBezTo>
                  <a:pt x="549375" y="86285"/>
                  <a:pt x="552350" y="90928"/>
                  <a:pt x="556126" y="93981"/>
                </a:cubicBezTo>
                <a:cubicBezTo>
                  <a:pt x="558972" y="96206"/>
                  <a:pt x="562335" y="97318"/>
                  <a:pt x="566215" y="97318"/>
                </a:cubicBezTo>
                <a:cubicBezTo>
                  <a:pt x="568750" y="97318"/>
                  <a:pt x="571156" y="96725"/>
                  <a:pt x="573433" y="95538"/>
                </a:cubicBezTo>
                <a:cubicBezTo>
                  <a:pt x="575709" y="94350"/>
                  <a:pt x="578399" y="92103"/>
                  <a:pt x="581504" y="88798"/>
                </a:cubicBezTo>
                <a:close/>
                <a:moveTo>
                  <a:pt x="622503" y="2328"/>
                </a:moveTo>
                <a:lnTo>
                  <a:pt x="622503" y="44313"/>
                </a:lnTo>
                <a:cubicBezTo>
                  <a:pt x="626487" y="40093"/>
                  <a:pt x="630134" y="37111"/>
                  <a:pt x="633445" y="35367"/>
                </a:cubicBezTo>
                <a:cubicBezTo>
                  <a:pt x="636756" y="33622"/>
                  <a:pt x="640197" y="32750"/>
                  <a:pt x="643767" y="32750"/>
                </a:cubicBezTo>
                <a:cubicBezTo>
                  <a:pt x="648320" y="32750"/>
                  <a:pt x="652213" y="34043"/>
                  <a:pt x="655447" y="36630"/>
                </a:cubicBezTo>
                <a:cubicBezTo>
                  <a:pt x="658680" y="39217"/>
                  <a:pt x="660827" y="42256"/>
                  <a:pt x="661888" y="45749"/>
                </a:cubicBezTo>
                <a:cubicBezTo>
                  <a:pt x="662948" y="49241"/>
                  <a:pt x="663479" y="55126"/>
                  <a:pt x="663479" y="63404"/>
                </a:cubicBezTo>
                <a:lnTo>
                  <a:pt x="663479" y="91730"/>
                </a:lnTo>
                <a:cubicBezTo>
                  <a:pt x="663479" y="97300"/>
                  <a:pt x="663996" y="100775"/>
                  <a:pt x="665031" y="102154"/>
                </a:cubicBezTo>
                <a:cubicBezTo>
                  <a:pt x="666066" y="103533"/>
                  <a:pt x="668161" y="104404"/>
                  <a:pt x="671317" y="104768"/>
                </a:cubicBezTo>
                <a:lnTo>
                  <a:pt x="671317" y="107562"/>
                </a:lnTo>
                <a:lnTo>
                  <a:pt x="634532" y="107562"/>
                </a:lnTo>
                <a:lnTo>
                  <a:pt x="634532" y="104768"/>
                </a:lnTo>
                <a:cubicBezTo>
                  <a:pt x="637119" y="104404"/>
                  <a:pt x="639059" y="103363"/>
                  <a:pt x="640352" y="101644"/>
                </a:cubicBezTo>
                <a:cubicBezTo>
                  <a:pt x="641283" y="100291"/>
                  <a:pt x="641749" y="96987"/>
                  <a:pt x="641749" y="91730"/>
                </a:cubicBezTo>
                <a:lnTo>
                  <a:pt x="641749" y="59420"/>
                </a:lnTo>
                <a:cubicBezTo>
                  <a:pt x="641749" y="53428"/>
                  <a:pt x="641516" y="49670"/>
                  <a:pt x="641051" y="48147"/>
                </a:cubicBezTo>
                <a:cubicBezTo>
                  <a:pt x="640585" y="46623"/>
                  <a:pt x="639796" y="45434"/>
                  <a:pt x="638684" y="44582"/>
                </a:cubicBezTo>
                <a:cubicBezTo>
                  <a:pt x="637571" y="43730"/>
                  <a:pt x="636317" y="43304"/>
                  <a:pt x="634920" y="43304"/>
                </a:cubicBezTo>
                <a:cubicBezTo>
                  <a:pt x="632850" y="43304"/>
                  <a:pt x="630832" y="44016"/>
                  <a:pt x="628866" y="45438"/>
                </a:cubicBezTo>
                <a:cubicBezTo>
                  <a:pt x="626900" y="46861"/>
                  <a:pt x="624779" y="49357"/>
                  <a:pt x="622503" y="52927"/>
                </a:cubicBezTo>
                <a:lnTo>
                  <a:pt x="622503" y="91730"/>
                </a:lnTo>
                <a:cubicBezTo>
                  <a:pt x="622503" y="96935"/>
                  <a:pt x="622891" y="100188"/>
                  <a:pt x="623667" y="101489"/>
                </a:cubicBezTo>
                <a:cubicBezTo>
                  <a:pt x="624650" y="103258"/>
                  <a:pt x="626668" y="104351"/>
                  <a:pt x="629720" y="104768"/>
                </a:cubicBezTo>
                <a:lnTo>
                  <a:pt x="629720" y="107562"/>
                </a:lnTo>
                <a:lnTo>
                  <a:pt x="592935" y="107562"/>
                </a:lnTo>
                <a:lnTo>
                  <a:pt x="592935" y="104768"/>
                </a:lnTo>
                <a:cubicBezTo>
                  <a:pt x="595987" y="104456"/>
                  <a:pt x="598160" y="103467"/>
                  <a:pt x="599454" y="101802"/>
                </a:cubicBezTo>
                <a:cubicBezTo>
                  <a:pt x="600333" y="100657"/>
                  <a:pt x="600773" y="97300"/>
                  <a:pt x="600773" y="91730"/>
                </a:cubicBezTo>
                <a:lnTo>
                  <a:pt x="600773" y="18160"/>
                </a:lnTo>
                <a:cubicBezTo>
                  <a:pt x="600773" y="12609"/>
                  <a:pt x="600269" y="9153"/>
                  <a:pt x="599260" y="7792"/>
                </a:cubicBezTo>
                <a:cubicBezTo>
                  <a:pt x="598251" y="6431"/>
                  <a:pt x="596143" y="5541"/>
                  <a:pt x="592935" y="5122"/>
                </a:cubicBezTo>
                <a:lnTo>
                  <a:pt x="592935" y="2328"/>
                </a:lnTo>
                <a:lnTo>
                  <a:pt x="622503" y="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❶DataCollectionandPreprocessing">
            <a:extLst xmlns:a="http://schemas.openxmlformats.org/drawingml/2006/main">
              <a:ext uri="{FF2B5EF4-FFF2-40B4-BE49-F238E27FC236}">
                <a16:creationId xmlns:a16="http://schemas.microsoft.com/office/drawing/2014/main" id="{C072945D-2373-402E-9957-5080FB9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59" y="3521653"/>
            <a:ext cx="3246913" cy="191687"/>
          </a:xfrm>
          <a:custGeom xmlns:a="http://schemas.openxmlformats.org/drawingml/2006/main">
            <a:pathLst>
              <a:path w="3246913" h="191687">
                <a:moveTo>
                  <a:pt x="0" y="74758"/>
                </a:moveTo>
                <a:cubicBezTo>
                  <a:pt x="0" y="67898"/>
                  <a:pt x="858" y="61273"/>
                  <a:pt x="2573" y="54883"/>
                </a:cubicBezTo>
                <a:cubicBezTo>
                  <a:pt x="4288" y="48493"/>
                  <a:pt x="6726" y="42541"/>
                  <a:pt x="9887" y="37026"/>
                </a:cubicBezTo>
                <a:cubicBezTo>
                  <a:pt x="13048" y="31511"/>
                  <a:pt x="16865" y="26466"/>
                  <a:pt x="21338" y="21893"/>
                </a:cubicBezTo>
                <a:cubicBezTo>
                  <a:pt x="25810" y="17319"/>
                  <a:pt x="30821" y="13418"/>
                  <a:pt x="36370" y="10190"/>
                </a:cubicBezTo>
                <a:cubicBezTo>
                  <a:pt x="41919" y="6961"/>
                  <a:pt x="47939" y="4456"/>
                  <a:pt x="54429" y="2674"/>
                </a:cubicBezTo>
                <a:cubicBezTo>
                  <a:pt x="60919" y="891"/>
                  <a:pt x="67729" y="0"/>
                  <a:pt x="74859" y="0"/>
                </a:cubicBezTo>
                <a:cubicBezTo>
                  <a:pt x="82055" y="0"/>
                  <a:pt x="88899" y="891"/>
                  <a:pt x="95389" y="2674"/>
                </a:cubicBezTo>
                <a:cubicBezTo>
                  <a:pt x="101880" y="4456"/>
                  <a:pt x="107900" y="6961"/>
                  <a:pt x="113448" y="10190"/>
                </a:cubicBezTo>
                <a:cubicBezTo>
                  <a:pt x="118997" y="13418"/>
                  <a:pt x="123991" y="17319"/>
                  <a:pt x="128430" y="21893"/>
                </a:cubicBezTo>
                <a:cubicBezTo>
                  <a:pt x="132869" y="26466"/>
                  <a:pt x="136669" y="31511"/>
                  <a:pt x="139831" y="37026"/>
                </a:cubicBezTo>
                <a:cubicBezTo>
                  <a:pt x="142992" y="42541"/>
                  <a:pt x="145413" y="48493"/>
                  <a:pt x="147094" y="54883"/>
                </a:cubicBezTo>
                <a:cubicBezTo>
                  <a:pt x="148776" y="61273"/>
                  <a:pt x="149617" y="67898"/>
                  <a:pt x="149617" y="74758"/>
                </a:cubicBezTo>
                <a:cubicBezTo>
                  <a:pt x="149617" y="81686"/>
                  <a:pt x="148776" y="88327"/>
                  <a:pt x="147094" y="94683"/>
                </a:cubicBezTo>
                <a:cubicBezTo>
                  <a:pt x="145413" y="101039"/>
                  <a:pt x="142992" y="106992"/>
                  <a:pt x="139831" y="112540"/>
                </a:cubicBezTo>
                <a:cubicBezTo>
                  <a:pt x="136669" y="118089"/>
                  <a:pt x="132869" y="123134"/>
                  <a:pt x="128430" y="127674"/>
                </a:cubicBezTo>
                <a:cubicBezTo>
                  <a:pt x="123991" y="132214"/>
                  <a:pt x="118997" y="136115"/>
                  <a:pt x="113448" y="139377"/>
                </a:cubicBezTo>
                <a:cubicBezTo>
                  <a:pt x="107900" y="142639"/>
                  <a:pt x="101880" y="145161"/>
                  <a:pt x="95389" y="146943"/>
                </a:cubicBezTo>
                <a:cubicBezTo>
                  <a:pt x="88899" y="148726"/>
                  <a:pt x="82055" y="149617"/>
                  <a:pt x="74859" y="149617"/>
                </a:cubicBezTo>
                <a:cubicBezTo>
                  <a:pt x="67662" y="149617"/>
                  <a:pt x="60835" y="148726"/>
                  <a:pt x="54379" y="146943"/>
                </a:cubicBezTo>
                <a:cubicBezTo>
                  <a:pt x="47922" y="145161"/>
                  <a:pt x="41919" y="142639"/>
                  <a:pt x="36370" y="139377"/>
                </a:cubicBezTo>
                <a:cubicBezTo>
                  <a:pt x="30821" y="136115"/>
                  <a:pt x="25810" y="132214"/>
                  <a:pt x="21338" y="127674"/>
                </a:cubicBezTo>
                <a:cubicBezTo>
                  <a:pt x="16865" y="123134"/>
                  <a:pt x="13048" y="118089"/>
                  <a:pt x="9887" y="112540"/>
                </a:cubicBezTo>
                <a:cubicBezTo>
                  <a:pt x="6726" y="106992"/>
                  <a:pt x="4288" y="101022"/>
                  <a:pt x="2573" y="94633"/>
                </a:cubicBezTo>
                <a:cubicBezTo>
                  <a:pt x="858" y="88243"/>
                  <a:pt x="0" y="81618"/>
                  <a:pt x="0" y="74758"/>
                </a:cubicBezTo>
                <a:moveTo>
                  <a:pt x="81316" y="30872"/>
                </a:moveTo>
                <a:lnTo>
                  <a:pt x="76675" y="30872"/>
                </a:lnTo>
                <a:cubicBezTo>
                  <a:pt x="73446" y="34302"/>
                  <a:pt x="70167" y="37026"/>
                  <a:pt x="66838" y="39044"/>
                </a:cubicBezTo>
                <a:cubicBezTo>
                  <a:pt x="63509" y="41061"/>
                  <a:pt x="59826" y="42911"/>
                  <a:pt x="55791" y="44592"/>
                </a:cubicBezTo>
                <a:lnTo>
                  <a:pt x="55791" y="53975"/>
                </a:lnTo>
                <a:cubicBezTo>
                  <a:pt x="56867" y="53706"/>
                  <a:pt x="58128" y="53269"/>
                  <a:pt x="59574" y="52663"/>
                </a:cubicBezTo>
                <a:cubicBezTo>
                  <a:pt x="61020" y="52058"/>
                  <a:pt x="62466" y="51335"/>
                  <a:pt x="63912" y="50494"/>
                </a:cubicBezTo>
                <a:cubicBezTo>
                  <a:pt x="65359" y="49654"/>
                  <a:pt x="66771" y="48695"/>
                  <a:pt x="68150" y="47619"/>
                </a:cubicBezTo>
                <a:cubicBezTo>
                  <a:pt x="69529" y="46543"/>
                  <a:pt x="70722" y="45400"/>
                  <a:pt x="71731" y="44189"/>
                </a:cubicBezTo>
                <a:lnTo>
                  <a:pt x="71731" y="120258"/>
                </a:lnTo>
                <a:lnTo>
                  <a:pt x="81316" y="120258"/>
                </a:lnTo>
                <a:lnTo>
                  <a:pt x="81316" y="30872"/>
                </a:lnTo>
                <a:close/>
                <a:moveTo>
                  <a:pt x="213518" y="147094"/>
                </a:moveTo>
                <a:lnTo>
                  <a:pt x="213518" y="143463"/>
                </a:lnTo>
                <a:lnTo>
                  <a:pt x="218058" y="143463"/>
                </a:lnTo>
                <a:cubicBezTo>
                  <a:pt x="222026" y="143463"/>
                  <a:pt x="225069" y="142837"/>
                  <a:pt x="227188" y="141587"/>
                </a:cubicBezTo>
                <a:cubicBezTo>
                  <a:pt x="229307" y="140336"/>
                  <a:pt x="230870" y="138629"/>
                  <a:pt x="231879" y="136467"/>
                </a:cubicBezTo>
                <a:cubicBezTo>
                  <a:pt x="232485" y="135046"/>
                  <a:pt x="232787" y="130786"/>
                  <a:pt x="232787" y="123689"/>
                </a:cubicBezTo>
                <a:lnTo>
                  <a:pt x="232787" y="33697"/>
                </a:lnTo>
                <a:cubicBezTo>
                  <a:pt x="232787" y="26666"/>
                  <a:pt x="232417" y="22272"/>
                  <a:pt x="231678" y="20515"/>
                </a:cubicBezTo>
                <a:cubicBezTo>
                  <a:pt x="230938" y="18756"/>
                  <a:pt x="229441" y="17217"/>
                  <a:pt x="227188" y="15899"/>
                </a:cubicBezTo>
                <a:cubicBezTo>
                  <a:pt x="224935" y="14581"/>
                  <a:pt x="221891" y="13923"/>
                  <a:pt x="218058" y="13923"/>
                </a:cubicBezTo>
                <a:lnTo>
                  <a:pt x="213518" y="13923"/>
                </a:lnTo>
                <a:lnTo>
                  <a:pt x="213518" y="10291"/>
                </a:lnTo>
                <a:lnTo>
                  <a:pt x="274757" y="10291"/>
                </a:lnTo>
                <a:cubicBezTo>
                  <a:pt x="291101" y="10291"/>
                  <a:pt x="304250" y="12510"/>
                  <a:pt x="314204" y="16949"/>
                </a:cubicBezTo>
                <a:cubicBezTo>
                  <a:pt x="326378" y="22397"/>
                  <a:pt x="335609" y="30636"/>
                  <a:pt x="341898" y="41667"/>
                </a:cubicBezTo>
                <a:cubicBezTo>
                  <a:pt x="348186" y="52697"/>
                  <a:pt x="351331" y="65174"/>
                  <a:pt x="351331" y="79096"/>
                </a:cubicBezTo>
                <a:cubicBezTo>
                  <a:pt x="351331" y="88714"/>
                  <a:pt x="349784" y="97575"/>
                  <a:pt x="346690" y="105680"/>
                </a:cubicBezTo>
                <a:cubicBezTo>
                  <a:pt x="343596" y="113785"/>
                  <a:pt x="339594" y="120477"/>
                  <a:pt x="334684" y="125757"/>
                </a:cubicBezTo>
                <a:cubicBezTo>
                  <a:pt x="329774" y="131037"/>
                  <a:pt x="324108" y="135274"/>
                  <a:pt x="317684" y="138469"/>
                </a:cubicBezTo>
                <a:cubicBezTo>
                  <a:pt x="311261" y="141663"/>
                  <a:pt x="303409" y="144135"/>
                  <a:pt x="294127" y="145884"/>
                </a:cubicBezTo>
                <a:cubicBezTo>
                  <a:pt x="290024" y="146691"/>
                  <a:pt x="283568" y="147094"/>
                  <a:pt x="274757" y="147094"/>
                </a:cubicBezTo>
                <a:lnTo>
                  <a:pt x="213518" y="147094"/>
                </a:lnTo>
                <a:moveTo>
                  <a:pt x="265677" y="17958"/>
                </a:moveTo>
                <a:lnTo>
                  <a:pt x="265677" y="124609"/>
                </a:lnTo>
                <a:cubicBezTo>
                  <a:pt x="265677" y="130255"/>
                  <a:pt x="265946" y="133716"/>
                  <a:pt x="266484" y="134994"/>
                </a:cubicBezTo>
                <a:cubicBezTo>
                  <a:pt x="267022" y="136270"/>
                  <a:pt x="267930" y="137243"/>
                  <a:pt x="269208" y="137914"/>
                </a:cubicBezTo>
                <a:cubicBezTo>
                  <a:pt x="271024" y="138923"/>
                  <a:pt x="273647" y="139427"/>
                  <a:pt x="277077" y="139427"/>
                </a:cubicBezTo>
                <a:cubicBezTo>
                  <a:pt x="288309" y="139427"/>
                  <a:pt x="296885" y="135596"/>
                  <a:pt x="302804" y="127935"/>
                </a:cubicBezTo>
                <a:cubicBezTo>
                  <a:pt x="310875" y="117586"/>
                  <a:pt x="314910" y="101525"/>
                  <a:pt x="314910" y="79752"/>
                </a:cubicBezTo>
                <a:cubicBezTo>
                  <a:pt x="314910" y="62212"/>
                  <a:pt x="312152" y="48200"/>
                  <a:pt x="306637" y="37716"/>
                </a:cubicBezTo>
                <a:cubicBezTo>
                  <a:pt x="302265" y="29517"/>
                  <a:pt x="296649" y="23939"/>
                  <a:pt x="289789" y="20982"/>
                </a:cubicBezTo>
                <a:cubicBezTo>
                  <a:pt x="284946" y="18899"/>
                  <a:pt x="276909" y="17891"/>
                  <a:pt x="265677" y="17958"/>
                </a:cubicBezTo>
                <a:close/>
                <a:moveTo>
                  <a:pt x="418991" y="133172"/>
                </a:moveTo>
                <a:cubicBezTo>
                  <a:pt x="407490" y="143395"/>
                  <a:pt x="397166" y="148507"/>
                  <a:pt x="388019" y="148507"/>
                </a:cubicBezTo>
                <a:cubicBezTo>
                  <a:pt x="382638" y="148507"/>
                  <a:pt x="378165" y="146736"/>
                  <a:pt x="374601" y="143195"/>
                </a:cubicBezTo>
                <a:cubicBezTo>
                  <a:pt x="371036" y="139651"/>
                  <a:pt x="369254" y="135214"/>
                  <a:pt x="369254" y="129884"/>
                </a:cubicBezTo>
                <a:cubicBezTo>
                  <a:pt x="369254" y="122662"/>
                  <a:pt x="372347" y="116166"/>
                  <a:pt x="378535" y="110397"/>
                </a:cubicBezTo>
                <a:cubicBezTo>
                  <a:pt x="384723" y="104627"/>
                  <a:pt x="398208" y="96951"/>
                  <a:pt x="418991" y="87369"/>
                </a:cubicBezTo>
                <a:lnTo>
                  <a:pt x="418991" y="77885"/>
                </a:lnTo>
                <a:cubicBezTo>
                  <a:pt x="418991" y="70756"/>
                  <a:pt x="418605" y="66267"/>
                  <a:pt x="417831" y="64417"/>
                </a:cubicBezTo>
                <a:cubicBezTo>
                  <a:pt x="417058" y="62567"/>
                  <a:pt x="415595" y="60953"/>
                  <a:pt x="413442" y="59574"/>
                </a:cubicBezTo>
                <a:cubicBezTo>
                  <a:pt x="411290" y="58195"/>
                  <a:pt x="408869" y="57506"/>
                  <a:pt x="406178" y="57506"/>
                </a:cubicBezTo>
                <a:cubicBezTo>
                  <a:pt x="401807" y="57506"/>
                  <a:pt x="398208" y="58481"/>
                  <a:pt x="395383" y="60432"/>
                </a:cubicBezTo>
                <a:cubicBezTo>
                  <a:pt x="393635" y="61642"/>
                  <a:pt x="392760" y="63055"/>
                  <a:pt x="392760" y="64669"/>
                </a:cubicBezTo>
                <a:cubicBezTo>
                  <a:pt x="392760" y="66082"/>
                  <a:pt x="393702" y="67830"/>
                  <a:pt x="395585" y="69915"/>
                </a:cubicBezTo>
                <a:cubicBezTo>
                  <a:pt x="398141" y="72807"/>
                  <a:pt x="399419" y="75599"/>
                  <a:pt x="399419" y="78289"/>
                </a:cubicBezTo>
                <a:cubicBezTo>
                  <a:pt x="399419" y="81585"/>
                  <a:pt x="398192" y="84393"/>
                  <a:pt x="395737" y="86713"/>
                </a:cubicBezTo>
                <a:cubicBezTo>
                  <a:pt x="393282" y="89034"/>
                  <a:pt x="390070" y="90194"/>
                  <a:pt x="386102" y="90194"/>
                </a:cubicBezTo>
                <a:cubicBezTo>
                  <a:pt x="381865" y="90194"/>
                  <a:pt x="378317" y="88916"/>
                  <a:pt x="375458" y="86360"/>
                </a:cubicBezTo>
                <a:cubicBezTo>
                  <a:pt x="372600" y="83804"/>
                  <a:pt x="371170" y="80811"/>
                  <a:pt x="371170" y="77381"/>
                </a:cubicBezTo>
                <a:cubicBezTo>
                  <a:pt x="371170" y="72538"/>
                  <a:pt x="373087" y="67914"/>
                  <a:pt x="376921" y="63509"/>
                </a:cubicBezTo>
                <a:cubicBezTo>
                  <a:pt x="380755" y="59103"/>
                  <a:pt x="386102" y="55724"/>
                  <a:pt x="392962" y="53370"/>
                </a:cubicBezTo>
                <a:cubicBezTo>
                  <a:pt x="399823" y="51016"/>
                  <a:pt x="406952" y="49839"/>
                  <a:pt x="414350" y="49839"/>
                </a:cubicBezTo>
                <a:cubicBezTo>
                  <a:pt x="423296" y="49839"/>
                  <a:pt x="430375" y="51744"/>
                  <a:pt x="435587" y="55555"/>
                </a:cubicBezTo>
                <a:cubicBezTo>
                  <a:pt x="440800" y="59363"/>
                  <a:pt x="444180" y="63492"/>
                  <a:pt x="445727" y="67942"/>
                </a:cubicBezTo>
                <a:cubicBezTo>
                  <a:pt x="446668" y="70773"/>
                  <a:pt x="447139" y="77278"/>
                  <a:pt x="447139" y="87457"/>
                </a:cubicBezTo>
                <a:lnTo>
                  <a:pt x="447139" y="124165"/>
                </a:lnTo>
                <a:cubicBezTo>
                  <a:pt x="447139" y="128480"/>
                  <a:pt x="447307" y="131194"/>
                  <a:pt x="447643" y="132308"/>
                </a:cubicBezTo>
                <a:cubicBezTo>
                  <a:pt x="447980" y="133420"/>
                  <a:pt x="448484" y="134246"/>
                  <a:pt x="449157" y="134786"/>
                </a:cubicBezTo>
                <a:cubicBezTo>
                  <a:pt x="449829" y="135324"/>
                  <a:pt x="450603" y="135593"/>
                  <a:pt x="451477" y="135593"/>
                </a:cubicBezTo>
                <a:cubicBezTo>
                  <a:pt x="453226" y="135593"/>
                  <a:pt x="455008" y="134349"/>
                  <a:pt x="456824" y="131860"/>
                </a:cubicBezTo>
                <a:lnTo>
                  <a:pt x="459851" y="134282"/>
                </a:lnTo>
                <a:cubicBezTo>
                  <a:pt x="456488" y="139259"/>
                  <a:pt x="453007" y="142874"/>
                  <a:pt x="449409" y="145127"/>
                </a:cubicBezTo>
                <a:cubicBezTo>
                  <a:pt x="445811" y="147380"/>
                  <a:pt x="441725" y="148507"/>
                  <a:pt x="437151" y="148507"/>
                </a:cubicBezTo>
                <a:cubicBezTo>
                  <a:pt x="431770" y="148507"/>
                  <a:pt x="427567" y="147237"/>
                  <a:pt x="424540" y="144698"/>
                </a:cubicBezTo>
                <a:cubicBezTo>
                  <a:pt x="421513" y="142159"/>
                  <a:pt x="419664" y="138317"/>
                  <a:pt x="418991" y="133172"/>
                </a:cubicBezTo>
                <a:moveTo>
                  <a:pt x="418991" y="125706"/>
                </a:moveTo>
                <a:lnTo>
                  <a:pt x="418991" y="94147"/>
                </a:lnTo>
                <a:cubicBezTo>
                  <a:pt x="410853" y="98946"/>
                  <a:pt x="404800" y="104083"/>
                  <a:pt x="400831" y="109558"/>
                </a:cubicBezTo>
                <a:cubicBezTo>
                  <a:pt x="398208" y="113207"/>
                  <a:pt x="396897" y="116890"/>
                  <a:pt x="396897" y="120608"/>
                </a:cubicBezTo>
                <a:cubicBezTo>
                  <a:pt x="396897" y="123717"/>
                  <a:pt x="398007" y="126455"/>
                  <a:pt x="400226" y="128821"/>
                </a:cubicBezTo>
                <a:cubicBezTo>
                  <a:pt x="401908" y="130646"/>
                  <a:pt x="404262" y="131558"/>
                  <a:pt x="407288" y="131558"/>
                </a:cubicBezTo>
                <a:cubicBezTo>
                  <a:pt x="410651" y="131558"/>
                  <a:pt x="414552" y="129607"/>
                  <a:pt x="418991" y="125706"/>
                </a:cubicBezTo>
                <a:close/>
                <a:moveTo>
                  <a:pt x="507672" y="17958"/>
                </a:moveTo>
                <a:lnTo>
                  <a:pt x="507672" y="52663"/>
                </a:lnTo>
                <a:lnTo>
                  <a:pt x="530069" y="52663"/>
                </a:lnTo>
                <a:lnTo>
                  <a:pt x="530069" y="62550"/>
                </a:lnTo>
                <a:lnTo>
                  <a:pt x="507672" y="62550"/>
                </a:lnTo>
                <a:lnTo>
                  <a:pt x="507672" y="120920"/>
                </a:lnTo>
                <a:cubicBezTo>
                  <a:pt x="507672" y="126383"/>
                  <a:pt x="507925" y="129907"/>
                  <a:pt x="508429" y="131492"/>
                </a:cubicBezTo>
                <a:cubicBezTo>
                  <a:pt x="508933" y="133076"/>
                  <a:pt x="509825" y="134358"/>
                  <a:pt x="511102" y="135338"/>
                </a:cubicBezTo>
                <a:cubicBezTo>
                  <a:pt x="512380" y="136315"/>
                  <a:pt x="513557" y="136804"/>
                  <a:pt x="514634" y="136804"/>
                </a:cubicBezTo>
                <a:cubicBezTo>
                  <a:pt x="519005" y="136804"/>
                  <a:pt x="523142" y="133441"/>
                  <a:pt x="527043" y="126715"/>
                </a:cubicBezTo>
                <a:lnTo>
                  <a:pt x="530069" y="128957"/>
                </a:lnTo>
                <a:cubicBezTo>
                  <a:pt x="524621" y="141990"/>
                  <a:pt x="515777" y="148507"/>
                  <a:pt x="503536" y="148507"/>
                </a:cubicBezTo>
                <a:cubicBezTo>
                  <a:pt x="497550" y="148507"/>
                  <a:pt x="492489" y="146837"/>
                  <a:pt x="488352" y="143497"/>
                </a:cubicBezTo>
                <a:cubicBezTo>
                  <a:pt x="484216" y="140155"/>
                  <a:pt x="481576" y="136426"/>
                  <a:pt x="480433" y="132308"/>
                </a:cubicBezTo>
                <a:cubicBezTo>
                  <a:pt x="479760" y="130013"/>
                  <a:pt x="479424" y="123803"/>
                  <a:pt x="479424" y="113679"/>
                </a:cubicBezTo>
                <a:lnTo>
                  <a:pt x="479424" y="62550"/>
                </a:lnTo>
                <a:lnTo>
                  <a:pt x="467115" y="62550"/>
                </a:lnTo>
                <a:lnTo>
                  <a:pt x="467115" y="59010"/>
                </a:lnTo>
                <a:cubicBezTo>
                  <a:pt x="475590" y="53011"/>
                  <a:pt x="482803" y="46709"/>
                  <a:pt x="488756" y="40103"/>
                </a:cubicBezTo>
                <a:cubicBezTo>
                  <a:pt x="494708" y="33497"/>
                  <a:pt x="499904" y="26115"/>
                  <a:pt x="504343" y="17958"/>
                </a:cubicBezTo>
                <a:lnTo>
                  <a:pt x="507672" y="17958"/>
                </a:lnTo>
                <a:close/>
                <a:moveTo>
                  <a:pt x="591104" y="133172"/>
                </a:moveTo>
                <a:cubicBezTo>
                  <a:pt x="579603" y="143395"/>
                  <a:pt x="569279" y="148507"/>
                  <a:pt x="560132" y="148507"/>
                </a:cubicBezTo>
                <a:cubicBezTo>
                  <a:pt x="554751" y="148507"/>
                  <a:pt x="550278" y="146736"/>
                  <a:pt x="546714" y="143195"/>
                </a:cubicBezTo>
                <a:cubicBezTo>
                  <a:pt x="543149" y="139651"/>
                  <a:pt x="541366" y="135214"/>
                  <a:pt x="541366" y="129884"/>
                </a:cubicBezTo>
                <a:cubicBezTo>
                  <a:pt x="541366" y="122662"/>
                  <a:pt x="544460" y="116166"/>
                  <a:pt x="550648" y="110397"/>
                </a:cubicBezTo>
                <a:cubicBezTo>
                  <a:pt x="556836" y="104627"/>
                  <a:pt x="570321" y="96951"/>
                  <a:pt x="591104" y="87369"/>
                </a:cubicBezTo>
                <a:lnTo>
                  <a:pt x="591104" y="77885"/>
                </a:lnTo>
                <a:cubicBezTo>
                  <a:pt x="591104" y="70756"/>
                  <a:pt x="590717" y="66267"/>
                  <a:pt x="589944" y="64417"/>
                </a:cubicBezTo>
                <a:cubicBezTo>
                  <a:pt x="589170" y="62567"/>
                  <a:pt x="587708" y="60953"/>
                  <a:pt x="585555" y="59574"/>
                </a:cubicBezTo>
                <a:cubicBezTo>
                  <a:pt x="583403" y="58195"/>
                  <a:pt x="580982" y="57506"/>
                  <a:pt x="578291" y="57506"/>
                </a:cubicBezTo>
                <a:cubicBezTo>
                  <a:pt x="573920" y="57506"/>
                  <a:pt x="570321" y="58481"/>
                  <a:pt x="567496" y="60432"/>
                </a:cubicBezTo>
                <a:cubicBezTo>
                  <a:pt x="565748" y="61642"/>
                  <a:pt x="564873" y="63055"/>
                  <a:pt x="564873" y="64669"/>
                </a:cubicBezTo>
                <a:cubicBezTo>
                  <a:pt x="564873" y="66082"/>
                  <a:pt x="565815" y="67830"/>
                  <a:pt x="567698" y="69915"/>
                </a:cubicBezTo>
                <a:cubicBezTo>
                  <a:pt x="570254" y="72807"/>
                  <a:pt x="571532" y="75599"/>
                  <a:pt x="571532" y="78289"/>
                </a:cubicBezTo>
                <a:cubicBezTo>
                  <a:pt x="571532" y="81585"/>
                  <a:pt x="570304" y="84393"/>
                  <a:pt x="567850" y="86713"/>
                </a:cubicBezTo>
                <a:cubicBezTo>
                  <a:pt x="565395" y="89034"/>
                  <a:pt x="562183" y="90194"/>
                  <a:pt x="558215" y="90194"/>
                </a:cubicBezTo>
                <a:cubicBezTo>
                  <a:pt x="553977" y="90194"/>
                  <a:pt x="550430" y="88916"/>
                  <a:pt x="547571" y="86360"/>
                </a:cubicBezTo>
                <a:cubicBezTo>
                  <a:pt x="544713" y="83804"/>
                  <a:pt x="543283" y="80811"/>
                  <a:pt x="543283" y="77381"/>
                </a:cubicBezTo>
                <a:cubicBezTo>
                  <a:pt x="543283" y="72538"/>
                  <a:pt x="545200" y="67914"/>
                  <a:pt x="549034" y="63509"/>
                </a:cubicBezTo>
                <a:cubicBezTo>
                  <a:pt x="552868" y="59103"/>
                  <a:pt x="558215" y="55724"/>
                  <a:pt x="565075" y="53370"/>
                </a:cubicBezTo>
                <a:cubicBezTo>
                  <a:pt x="571935" y="51016"/>
                  <a:pt x="579065" y="49839"/>
                  <a:pt x="586463" y="49839"/>
                </a:cubicBezTo>
                <a:cubicBezTo>
                  <a:pt x="595409" y="49839"/>
                  <a:pt x="602488" y="51744"/>
                  <a:pt x="607700" y="55555"/>
                </a:cubicBezTo>
                <a:cubicBezTo>
                  <a:pt x="612913" y="59363"/>
                  <a:pt x="616292" y="63492"/>
                  <a:pt x="617839" y="67942"/>
                </a:cubicBezTo>
                <a:cubicBezTo>
                  <a:pt x="618781" y="70773"/>
                  <a:pt x="619252" y="77278"/>
                  <a:pt x="619252" y="87457"/>
                </a:cubicBezTo>
                <a:lnTo>
                  <a:pt x="619252" y="124165"/>
                </a:lnTo>
                <a:cubicBezTo>
                  <a:pt x="619252" y="128480"/>
                  <a:pt x="619420" y="131194"/>
                  <a:pt x="619756" y="132308"/>
                </a:cubicBezTo>
                <a:cubicBezTo>
                  <a:pt x="620093" y="133420"/>
                  <a:pt x="620597" y="134246"/>
                  <a:pt x="621270" y="134786"/>
                </a:cubicBezTo>
                <a:cubicBezTo>
                  <a:pt x="621942" y="135324"/>
                  <a:pt x="622716" y="135593"/>
                  <a:pt x="623590" y="135593"/>
                </a:cubicBezTo>
                <a:cubicBezTo>
                  <a:pt x="625339" y="135593"/>
                  <a:pt x="627121" y="134349"/>
                  <a:pt x="628937" y="131860"/>
                </a:cubicBezTo>
                <a:lnTo>
                  <a:pt x="631964" y="134282"/>
                </a:lnTo>
                <a:cubicBezTo>
                  <a:pt x="628601" y="139259"/>
                  <a:pt x="625120" y="142874"/>
                  <a:pt x="621522" y="145127"/>
                </a:cubicBezTo>
                <a:cubicBezTo>
                  <a:pt x="617924" y="147380"/>
                  <a:pt x="613838" y="148507"/>
                  <a:pt x="609264" y="148507"/>
                </a:cubicBezTo>
                <a:cubicBezTo>
                  <a:pt x="603883" y="148507"/>
                  <a:pt x="599680" y="147237"/>
                  <a:pt x="596653" y="144698"/>
                </a:cubicBezTo>
                <a:cubicBezTo>
                  <a:pt x="593626" y="142159"/>
                  <a:pt x="591777" y="138317"/>
                  <a:pt x="591104" y="133172"/>
                </a:cubicBezTo>
                <a:moveTo>
                  <a:pt x="591104" y="125706"/>
                </a:moveTo>
                <a:lnTo>
                  <a:pt x="591104" y="94147"/>
                </a:lnTo>
                <a:cubicBezTo>
                  <a:pt x="582966" y="98946"/>
                  <a:pt x="576913" y="104083"/>
                  <a:pt x="572944" y="109558"/>
                </a:cubicBezTo>
                <a:cubicBezTo>
                  <a:pt x="570321" y="113207"/>
                  <a:pt x="569010" y="116890"/>
                  <a:pt x="569010" y="120608"/>
                </a:cubicBezTo>
                <a:cubicBezTo>
                  <a:pt x="569010" y="123717"/>
                  <a:pt x="570119" y="126455"/>
                  <a:pt x="572339" y="128821"/>
                </a:cubicBezTo>
                <a:cubicBezTo>
                  <a:pt x="574020" y="130646"/>
                  <a:pt x="576375" y="131558"/>
                  <a:pt x="579401" y="131558"/>
                </a:cubicBezTo>
                <a:cubicBezTo>
                  <a:pt x="582764" y="131558"/>
                  <a:pt x="586665" y="129607"/>
                  <a:pt x="591104" y="125706"/>
                </a:cubicBezTo>
                <a:close/>
                <a:moveTo>
                  <a:pt x="824962" y="7264"/>
                </a:moveTo>
                <a:lnTo>
                  <a:pt x="824962" y="54681"/>
                </a:lnTo>
                <a:lnTo>
                  <a:pt x="821028" y="54681"/>
                </a:lnTo>
                <a:cubicBezTo>
                  <a:pt x="818068" y="42240"/>
                  <a:pt x="812553" y="32708"/>
                  <a:pt x="804482" y="26083"/>
                </a:cubicBezTo>
                <a:cubicBezTo>
                  <a:pt x="796411" y="19456"/>
                  <a:pt x="787264" y="16142"/>
                  <a:pt x="777041" y="16142"/>
                </a:cubicBezTo>
                <a:cubicBezTo>
                  <a:pt x="768499" y="16142"/>
                  <a:pt x="760663" y="18597"/>
                  <a:pt x="753534" y="23507"/>
                </a:cubicBezTo>
                <a:cubicBezTo>
                  <a:pt x="746404" y="28417"/>
                  <a:pt x="741192" y="34840"/>
                  <a:pt x="737896" y="42776"/>
                </a:cubicBezTo>
                <a:cubicBezTo>
                  <a:pt x="733659" y="52932"/>
                  <a:pt x="731540" y="64232"/>
                  <a:pt x="731540" y="76675"/>
                </a:cubicBezTo>
                <a:cubicBezTo>
                  <a:pt x="731540" y="88916"/>
                  <a:pt x="733087" y="100064"/>
                  <a:pt x="736181" y="110119"/>
                </a:cubicBezTo>
                <a:cubicBezTo>
                  <a:pt x="739275" y="120174"/>
                  <a:pt x="744118" y="127774"/>
                  <a:pt x="750709" y="132920"/>
                </a:cubicBezTo>
                <a:cubicBezTo>
                  <a:pt x="757300" y="138065"/>
                  <a:pt x="765842" y="140638"/>
                  <a:pt x="776334" y="140638"/>
                </a:cubicBezTo>
                <a:cubicBezTo>
                  <a:pt x="784944" y="140638"/>
                  <a:pt x="792830" y="138754"/>
                  <a:pt x="799993" y="134988"/>
                </a:cubicBezTo>
                <a:cubicBezTo>
                  <a:pt x="807156" y="131221"/>
                  <a:pt x="814706" y="124731"/>
                  <a:pt x="822642" y="115517"/>
                </a:cubicBezTo>
                <a:lnTo>
                  <a:pt x="822642" y="127320"/>
                </a:lnTo>
                <a:cubicBezTo>
                  <a:pt x="814975" y="135324"/>
                  <a:pt x="806988" y="141125"/>
                  <a:pt x="798681" y="144724"/>
                </a:cubicBezTo>
                <a:cubicBezTo>
                  <a:pt x="790375" y="148322"/>
                  <a:pt x="780673" y="150121"/>
                  <a:pt x="769575" y="150121"/>
                </a:cubicBezTo>
                <a:cubicBezTo>
                  <a:pt x="754980" y="150121"/>
                  <a:pt x="742016" y="147200"/>
                  <a:pt x="730683" y="141356"/>
                </a:cubicBezTo>
                <a:cubicBezTo>
                  <a:pt x="719350" y="135513"/>
                  <a:pt x="710606" y="127119"/>
                  <a:pt x="704452" y="116172"/>
                </a:cubicBezTo>
                <a:cubicBezTo>
                  <a:pt x="698298" y="105224"/>
                  <a:pt x="695221" y="93570"/>
                  <a:pt x="695221" y="81212"/>
                </a:cubicBezTo>
                <a:cubicBezTo>
                  <a:pt x="695221" y="68182"/>
                  <a:pt x="698634" y="55825"/>
                  <a:pt x="705461" y="44138"/>
                </a:cubicBezTo>
                <a:cubicBezTo>
                  <a:pt x="712288" y="32450"/>
                  <a:pt x="721502" y="23383"/>
                  <a:pt x="733104" y="16937"/>
                </a:cubicBezTo>
                <a:cubicBezTo>
                  <a:pt x="744706" y="10488"/>
                  <a:pt x="757031" y="7264"/>
                  <a:pt x="770079" y="7264"/>
                </a:cubicBezTo>
                <a:cubicBezTo>
                  <a:pt x="779697" y="7264"/>
                  <a:pt x="789853" y="9349"/>
                  <a:pt x="800548" y="13519"/>
                </a:cubicBezTo>
                <a:cubicBezTo>
                  <a:pt x="806735" y="15940"/>
                  <a:pt x="810670" y="17151"/>
                  <a:pt x="812351" y="17151"/>
                </a:cubicBezTo>
                <a:cubicBezTo>
                  <a:pt x="814504" y="17151"/>
                  <a:pt x="816370" y="16361"/>
                  <a:pt x="817951" y="14780"/>
                </a:cubicBezTo>
                <a:cubicBezTo>
                  <a:pt x="819531" y="13199"/>
                  <a:pt x="820557" y="10694"/>
                  <a:pt x="821028" y="7264"/>
                </a:cubicBezTo>
                <a:lnTo>
                  <a:pt x="824962" y="7264"/>
                </a:lnTo>
                <a:close/>
                <a:moveTo>
                  <a:pt x="887680" y="49839"/>
                </a:moveTo>
                <a:cubicBezTo>
                  <a:pt x="895885" y="49839"/>
                  <a:pt x="903519" y="51959"/>
                  <a:pt x="910581" y="56201"/>
                </a:cubicBezTo>
                <a:cubicBezTo>
                  <a:pt x="917643" y="60442"/>
                  <a:pt x="923007" y="66468"/>
                  <a:pt x="926673" y="74279"/>
                </a:cubicBezTo>
                <a:cubicBezTo>
                  <a:pt x="930338" y="82089"/>
                  <a:pt x="932171" y="90639"/>
                  <a:pt x="932171" y="99929"/>
                </a:cubicBezTo>
                <a:cubicBezTo>
                  <a:pt x="932171" y="113326"/>
                  <a:pt x="928775" y="124537"/>
                  <a:pt x="921981" y="133560"/>
                </a:cubicBezTo>
                <a:cubicBezTo>
                  <a:pt x="913776" y="144466"/>
                  <a:pt x="902443" y="149919"/>
                  <a:pt x="887982" y="149919"/>
                </a:cubicBezTo>
                <a:cubicBezTo>
                  <a:pt x="873791" y="149919"/>
                  <a:pt x="862861" y="144937"/>
                  <a:pt x="855194" y="134972"/>
                </a:cubicBezTo>
                <a:cubicBezTo>
                  <a:pt x="847526" y="125007"/>
                  <a:pt x="843693" y="113461"/>
                  <a:pt x="843693" y="100333"/>
                </a:cubicBezTo>
                <a:cubicBezTo>
                  <a:pt x="843693" y="86801"/>
                  <a:pt x="847610" y="75003"/>
                  <a:pt x="855446" y="64937"/>
                </a:cubicBezTo>
                <a:cubicBezTo>
                  <a:pt x="863282" y="54871"/>
                  <a:pt x="874026" y="49839"/>
                  <a:pt x="887680" y="49839"/>
                </a:cubicBezTo>
                <a:moveTo>
                  <a:pt x="888083" y="56901"/>
                </a:moveTo>
                <a:cubicBezTo>
                  <a:pt x="884653" y="56901"/>
                  <a:pt x="881710" y="58198"/>
                  <a:pt x="879255" y="60791"/>
                </a:cubicBezTo>
                <a:cubicBezTo>
                  <a:pt x="876801" y="63383"/>
                  <a:pt x="875186" y="68500"/>
                  <a:pt x="874413" y="76142"/>
                </a:cubicBezTo>
                <a:cubicBezTo>
                  <a:pt x="873639" y="83784"/>
                  <a:pt x="873253" y="94407"/>
                  <a:pt x="873253" y="108010"/>
                </a:cubicBezTo>
                <a:cubicBezTo>
                  <a:pt x="873253" y="115215"/>
                  <a:pt x="873723" y="121949"/>
                  <a:pt x="874665" y="128213"/>
                </a:cubicBezTo>
                <a:cubicBezTo>
                  <a:pt x="875405" y="132992"/>
                  <a:pt x="876986" y="136628"/>
                  <a:pt x="879407" y="139121"/>
                </a:cubicBezTo>
                <a:cubicBezTo>
                  <a:pt x="881828" y="141612"/>
                  <a:pt x="884586" y="142857"/>
                  <a:pt x="887680" y="142857"/>
                </a:cubicBezTo>
                <a:cubicBezTo>
                  <a:pt x="890706" y="142857"/>
                  <a:pt x="893228" y="142015"/>
                  <a:pt x="895246" y="140332"/>
                </a:cubicBezTo>
                <a:cubicBezTo>
                  <a:pt x="897869" y="138043"/>
                  <a:pt x="899618" y="134844"/>
                  <a:pt x="900492" y="130735"/>
                </a:cubicBezTo>
                <a:cubicBezTo>
                  <a:pt x="901838" y="124339"/>
                  <a:pt x="902510" y="111411"/>
                  <a:pt x="902510" y="91950"/>
                </a:cubicBezTo>
                <a:cubicBezTo>
                  <a:pt x="902510" y="80503"/>
                  <a:pt x="901871" y="72642"/>
                  <a:pt x="900593" y="68367"/>
                </a:cubicBezTo>
                <a:cubicBezTo>
                  <a:pt x="899315" y="64090"/>
                  <a:pt x="897432" y="60975"/>
                  <a:pt x="894944" y="59023"/>
                </a:cubicBezTo>
                <a:cubicBezTo>
                  <a:pt x="893195" y="57608"/>
                  <a:pt x="890908" y="56901"/>
                  <a:pt x="888083" y="56901"/>
                </a:cubicBezTo>
                <a:close/>
                <a:moveTo>
                  <a:pt x="983422" y="10291"/>
                </a:moveTo>
                <a:lnTo>
                  <a:pt x="983422" y="127522"/>
                </a:lnTo>
                <a:cubicBezTo>
                  <a:pt x="983422" y="134181"/>
                  <a:pt x="984195" y="138435"/>
                  <a:pt x="985742" y="140285"/>
                </a:cubicBezTo>
                <a:cubicBezTo>
                  <a:pt x="987289" y="142134"/>
                  <a:pt x="990316" y="143193"/>
                  <a:pt x="994822" y="143463"/>
                </a:cubicBezTo>
                <a:lnTo>
                  <a:pt x="994822" y="147094"/>
                </a:lnTo>
                <a:lnTo>
                  <a:pt x="943874" y="147094"/>
                </a:lnTo>
                <a:lnTo>
                  <a:pt x="943874" y="143463"/>
                </a:lnTo>
                <a:cubicBezTo>
                  <a:pt x="948044" y="143328"/>
                  <a:pt x="951138" y="142117"/>
                  <a:pt x="953156" y="139831"/>
                </a:cubicBezTo>
                <a:cubicBezTo>
                  <a:pt x="954501" y="138284"/>
                  <a:pt x="955173" y="134181"/>
                  <a:pt x="955173" y="127522"/>
                </a:cubicBezTo>
                <a:lnTo>
                  <a:pt x="955173" y="29863"/>
                </a:lnTo>
                <a:cubicBezTo>
                  <a:pt x="955173" y="23229"/>
                  <a:pt x="954400" y="18983"/>
                  <a:pt x="952853" y="17123"/>
                </a:cubicBezTo>
                <a:cubicBezTo>
                  <a:pt x="951306" y="15260"/>
                  <a:pt x="948313" y="14194"/>
                  <a:pt x="943874" y="13923"/>
                </a:cubicBezTo>
                <a:lnTo>
                  <a:pt x="943874" y="10291"/>
                </a:lnTo>
                <a:lnTo>
                  <a:pt x="983422" y="10291"/>
                </a:lnTo>
                <a:close/>
                <a:moveTo>
                  <a:pt x="1040862" y="10291"/>
                </a:moveTo>
                <a:lnTo>
                  <a:pt x="1040862" y="127522"/>
                </a:lnTo>
                <a:cubicBezTo>
                  <a:pt x="1040862" y="134181"/>
                  <a:pt x="1041636" y="138435"/>
                  <a:pt x="1043183" y="140285"/>
                </a:cubicBezTo>
                <a:cubicBezTo>
                  <a:pt x="1044730" y="142134"/>
                  <a:pt x="1047756" y="143193"/>
                  <a:pt x="1052263" y="143463"/>
                </a:cubicBezTo>
                <a:lnTo>
                  <a:pt x="1052263" y="147094"/>
                </a:lnTo>
                <a:lnTo>
                  <a:pt x="1001314" y="147094"/>
                </a:lnTo>
                <a:lnTo>
                  <a:pt x="1001314" y="143463"/>
                </a:lnTo>
                <a:cubicBezTo>
                  <a:pt x="1005484" y="143328"/>
                  <a:pt x="1008578" y="142117"/>
                  <a:pt x="1010596" y="139831"/>
                </a:cubicBezTo>
                <a:cubicBezTo>
                  <a:pt x="1011941" y="138284"/>
                  <a:pt x="1012614" y="134181"/>
                  <a:pt x="1012614" y="127522"/>
                </a:cubicBezTo>
                <a:lnTo>
                  <a:pt x="1012614" y="29863"/>
                </a:lnTo>
                <a:cubicBezTo>
                  <a:pt x="1012614" y="23229"/>
                  <a:pt x="1011840" y="18983"/>
                  <a:pt x="1010293" y="17123"/>
                </a:cubicBezTo>
                <a:cubicBezTo>
                  <a:pt x="1008746" y="15260"/>
                  <a:pt x="1005753" y="14194"/>
                  <a:pt x="1001314" y="13923"/>
                </a:cubicBezTo>
                <a:lnTo>
                  <a:pt x="1001314" y="10291"/>
                </a:lnTo>
                <a:lnTo>
                  <a:pt x="1040862" y="10291"/>
                </a:lnTo>
                <a:close/>
                <a:moveTo>
                  <a:pt x="1141281" y="96449"/>
                </a:moveTo>
                <a:lnTo>
                  <a:pt x="1089525" y="96449"/>
                </a:lnTo>
                <a:cubicBezTo>
                  <a:pt x="1090131" y="108993"/>
                  <a:pt x="1093460" y="118906"/>
                  <a:pt x="1099513" y="126189"/>
                </a:cubicBezTo>
                <a:cubicBezTo>
                  <a:pt x="1104154" y="131786"/>
                  <a:pt x="1109737" y="134584"/>
                  <a:pt x="1116261" y="134584"/>
                </a:cubicBezTo>
                <a:cubicBezTo>
                  <a:pt x="1120296" y="134584"/>
                  <a:pt x="1123962" y="133458"/>
                  <a:pt x="1127257" y="131205"/>
                </a:cubicBezTo>
                <a:cubicBezTo>
                  <a:pt x="1130553" y="128951"/>
                  <a:pt x="1134084" y="124899"/>
                  <a:pt x="1137851" y="119048"/>
                </a:cubicBezTo>
                <a:lnTo>
                  <a:pt x="1141281" y="121267"/>
                </a:lnTo>
                <a:cubicBezTo>
                  <a:pt x="1136169" y="131692"/>
                  <a:pt x="1130519" y="139074"/>
                  <a:pt x="1124332" y="143412"/>
                </a:cubicBezTo>
                <a:cubicBezTo>
                  <a:pt x="1118144" y="147750"/>
                  <a:pt x="1110981" y="149919"/>
                  <a:pt x="1102843" y="149919"/>
                </a:cubicBezTo>
                <a:cubicBezTo>
                  <a:pt x="1088853" y="149919"/>
                  <a:pt x="1078260" y="144533"/>
                  <a:pt x="1071063" y="133762"/>
                </a:cubicBezTo>
                <a:cubicBezTo>
                  <a:pt x="1065279" y="125077"/>
                  <a:pt x="1062387" y="114305"/>
                  <a:pt x="1062387" y="101446"/>
                </a:cubicBezTo>
                <a:cubicBezTo>
                  <a:pt x="1062387" y="85691"/>
                  <a:pt x="1066641" y="73151"/>
                  <a:pt x="1075149" y="63827"/>
                </a:cubicBezTo>
                <a:cubicBezTo>
                  <a:pt x="1083657" y="54502"/>
                  <a:pt x="1093628" y="49839"/>
                  <a:pt x="1105062" y="49839"/>
                </a:cubicBezTo>
                <a:cubicBezTo>
                  <a:pt x="1114613" y="49839"/>
                  <a:pt x="1122902" y="53756"/>
                  <a:pt x="1129931" y="61592"/>
                </a:cubicBezTo>
                <a:cubicBezTo>
                  <a:pt x="1136959" y="69428"/>
                  <a:pt x="1140743" y="81047"/>
                  <a:pt x="1141281" y="96449"/>
                </a:cubicBezTo>
                <a:moveTo>
                  <a:pt x="1116462" y="89790"/>
                </a:moveTo>
                <a:cubicBezTo>
                  <a:pt x="1116462" y="78962"/>
                  <a:pt x="1115874" y="71529"/>
                  <a:pt x="1114697" y="67494"/>
                </a:cubicBezTo>
                <a:cubicBezTo>
                  <a:pt x="1113520" y="63458"/>
                  <a:pt x="1111687" y="60398"/>
                  <a:pt x="1109198" y="58313"/>
                </a:cubicBezTo>
                <a:cubicBezTo>
                  <a:pt x="1107786" y="57103"/>
                  <a:pt x="1105903" y="56497"/>
                  <a:pt x="1103549" y="56497"/>
                </a:cubicBezTo>
                <a:cubicBezTo>
                  <a:pt x="1100051" y="56497"/>
                  <a:pt x="1097193" y="58212"/>
                  <a:pt x="1094973" y="61642"/>
                </a:cubicBezTo>
                <a:cubicBezTo>
                  <a:pt x="1091005" y="67628"/>
                  <a:pt x="1089021" y="75834"/>
                  <a:pt x="1089021" y="86259"/>
                </a:cubicBezTo>
                <a:lnTo>
                  <a:pt x="1089021" y="89790"/>
                </a:lnTo>
                <a:lnTo>
                  <a:pt x="1116462" y="89790"/>
                </a:lnTo>
                <a:close/>
                <a:moveTo>
                  <a:pt x="1230093" y="122702"/>
                </a:moveTo>
                <a:lnTo>
                  <a:pt x="1233220" y="125120"/>
                </a:lnTo>
                <a:cubicBezTo>
                  <a:pt x="1228781" y="133487"/>
                  <a:pt x="1223249" y="139713"/>
                  <a:pt x="1216624" y="143797"/>
                </a:cubicBezTo>
                <a:cubicBezTo>
                  <a:pt x="1209999" y="147878"/>
                  <a:pt x="1202954" y="149919"/>
                  <a:pt x="1195488" y="149919"/>
                </a:cubicBezTo>
                <a:cubicBezTo>
                  <a:pt x="1182911" y="149919"/>
                  <a:pt x="1172856" y="145173"/>
                  <a:pt x="1165323" y="135682"/>
                </a:cubicBezTo>
                <a:cubicBezTo>
                  <a:pt x="1157790" y="126188"/>
                  <a:pt x="1154023" y="114776"/>
                  <a:pt x="1154023" y="101446"/>
                </a:cubicBezTo>
                <a:cubicBezTo>
                  <a:pt x="1154023" y="88585"/>
                  <a:pt x="1157454" y="77274"/>
                  <a:pt x="1164314" y="67513"/>
                </a:cubicBezTo>
                <a:cubicBezTo>
                  <a:pt x="1172587" y="55730"/>
                  <a:pt x="1183987" y="49839"/>
                  <a:pt x="1198515" y="49839"/>
                </a:cubicBezTo>
                <a:cubicBezTo>
                  <a:pt x="1208267" y="49839"/>
                  <a:pt x="1216019" y="52301"/>
                  <a:pt x="1221770" y="57225"/>
                </a:cubicBezTo>
                <a:cubicBezTo>
                  <a:pt x="1227520" y="62148"/>
                  <a:pt x="1230395" y="67644"/>
                  <a:pt x="1230395" y="73714"/>
                </a:cubicBezTo>
                <a:cubicBezTo>
                  <a:pt x="1230395" y="77559"/>
                  <a:pt x="1229235" y="80627"/>
                  <a:pt x="1226915" y="82920"/>
                </a:cubicBezTo>
                <a:cubicBezTo>
                  <a:pt x="1224594" y="85213"/>
                  <a:pt x="1221551" y="86360"/>
                  <a:pt x="1217784" y="86360"/>
                </a:cubicBezTo>
                <a:cubicBezTo>
                  <a:pt x="1213816" y="86360"/>
                  <a:pt x="1210537" y="85044"/>
                  <a:pt x="1207948" y="82413"/>
                </a:cubicBezTo>
                <a:cubicBezTo>
                  <a:pt x="1205358" y="79779"/>
                  <a:pt x="1203761" y="75088"/>
                  <a:pt x="1203156" y="68339"/>
                </a:cubicBezTo>
                <a:cubicBezTo>
                  <a:pt x="1202752" y="64087"/>
                  <a:pt x="1201777" y="61117"/>
                  <a:pt x="1200230" y="59429"/>
                </a:cubicBezTo>
                <a:cubicBezTo>
                  <a:pt x="1198683" y="57744"/>
                  <a:pt x="1196867" y="56901"/>
                  <a:pt x="1194782" y="56901"/>
                </a:cubicBezTo>
                <a:cubicBezTo>
                  <a:pt x="1191554" y="56901"/>
                  <a:pt x="1188796" y="58616"/>
                  <a:pt x="1186509" y="62046"/>
                </a:cubicBezTo>
                <a:cubicBezTo>
                  <a:pt x="1183012" y="67225"/>
                  <a:pt x="1181263" y="75161"/>
                  <a:pt x="1181263" y="85856"/>
                </a:cubicBezTo>
                <a:cubicBezTo>
                  <a:pt x="1181263" y="94734"/>
                  <a:pt x="1182676" y="103225"/>
                  <a:pt x="1185500" y="111330"/>
                </a:cubicBezTo>
                <a:cubicBezTo>
                  <a:pt x="1188325" y="119434"/>
                  <a:pt x="1192193" y="125471"/>
                  <a:pt x="1197102" y="129439"/>
                </a:cubicBezTo>
                <a:cubicBezTo>
                  <a:pt x="1200802" y="132331"/>
                  <a:pt x="1205174" y="133777"/>
                  <a:pt x="1210218" y="133777"/>
                </a:cubicBezTo>
                <a:cubicBezTo>
                  <a:pt x="1213514" y="133777"/>
                  <a:pt x="1216641" y="133006"/>
                  <a:pt x="1219600" y="131463"/>
                </a:cubicBezTo>
                <a:cubicBezTo>
                  <a:pt x="1222560" y="129918"/>
                  <a:pt x="1226057" y="126998"/>
                  <a:pt x="1230093" y="122702"/>
                </a:cubicBezTo>
                <a:close/>
                <a:moveTo>
                  <a:pt x="1282283" y="17958"/>
                </a:moveTo>
                <a:lnTo>
                  <a:pt x="1282283" y="52663"/>
                </a:lnTo>
                <a:lnTo>
                  <a:pt x="1304680" y="52663"/>
                </a:lnTo>
                <a:lnTo>
                  <a:pt x="1304680" y="62550"/>
                </a:lnTo>
                <a:lnTo>
                  <a:pt x="1282283" y="62550"/>
                </a:lnTo>
                <a:lnTo>
                  <a:pt x="1282283" y="120920"/>
                </a:lnTo>
                <a:cubicBezTo>
                  <a:pt x="1282283" y="126383"/>
                  <a:pt x="1282535" y="129907"/>
                  <a:pt x="1283039" y="131492"/>
                </a:cubicBezTo>
                <a:cubicBezTo>
                  <a:pt x="1283544" y="133076"/>
                  <a:pt x="1284435" y="134358"/>
                  <a:pt x="1285713" y="135338"/>
                </a:cubicBezTo>
                <a:cubicBezTo>
                  <a:pt x="1286991" y="136315"/>
                  <a:pt x="1288168" y="136804"/>
                  <a:pt x="1289244" y="136804"/>
                </a:cubicBezTo>
                <a:cubicBezTo>
                  <a:pt x="1293616" y="136804"/>
                  <a:pt x="1297752" y="133441"/>
                  <a:pt x="1301653" y="126715"/>
                </a:cubicBezTo>
                <a:lnTo>
                  <a:pt x="1304680" y="128957"/>
                </a:lnTo>
                <a:cubicBezTo>
                  <a:pt x="1299232" y="141990"/>
                  <a:pt x="1290387" y="148507"/>
                  <a:pt x="1278146" y="148507"/>
                </a:cubicBezTo>
                <a:cubicBezTo>
                  <a:pt x="1272160" y="148507"/>
                  <a:pt x="1267099" y="146837"/>
                  <a:pt x="1262963" y="143497"/>
                </a:cubicBezTo>
                <a:cubicBezTo>
                  <a:pt x="1258826" y="140155"/>
                  <a:pt x="1256186" y="136426"/>
                  <a:pt x="1255043" y="132308"/>
                </a:cubicBezTo>
                <a:cubicBezTo>
                  <a:pt x="1254370" y="130013"/>
                  <a:pt x="1254034" y="123803"/>
                  <a:pt x="1254034" y="113679"/>
                </a:cubicBezTo>
                <a:lnTo>
                  <a:pt x="1254034" y="62550"/>
                </a:lnTo>
                <a:lnTo>
                  <a:pt x="1241726" y="62550"/>
                </a:lnTo>
                <a:lnTo>
                  <a:pt x="1241726" y="59010"/>
                </a:lnTo>
                <a:cubicBezTo>
                  <a:pt x="1250200" y="53011"/>
                  <a:pt x="1257414" y="46709"/>
                  <a:pt x="1263366" y="40103"/>
                </a:cubicBezTo>
                <a:cubicBezTo>
                  <a:pt x="1269318" y="33497"/>
                  <a:pt x="1274514" y="26115"/>
                  <a:pt x="1278953" y="17958"/>
                </a:cubicBezTo>
                <a:lnTo>
                  <a:pt x="1282283" y="17958"/>
                </a:lnTo>
                <a:close/>
                <a:moveTo>
                  <a:pt x="1336357" y="7264"/>
                </a:moveTo>
                <a:cubicBezTo>
                  <a:pt x="1340729" y="7264"/>
                  <a:pt x="1344428" y="8799"/>
                  <a:pt x="1347455" y="11870"/>
                </a:cubicBezTo>
                <a:cubicBezTo>
                  <a:pt x="1350481" y="14939"/>
                  <a:pt x="1351995" y="18633"/>
                  <a:pt x="1351995" y="22952"/>
                </a:cubicBezTo>
                <a:cubicBezTo>
                  <a:pt x="1351995" y="27271"/>
                  <a:pt x="1350464" y="30949"/>
                  <a:pt x="1347404" y="33987"/>
                </a:cubicBezTo>
                <a:cubicBezTo>
                  <a:pt x="1344344" y="37022"/>
                  <a:pt x="1340661" y="38539"/>
                  <a:pt x="1336357" y="38539"/>
                </a:cubicBezTo>
                <a:cubicBezTo>
                  <a:pt x="1332052" y="38539"/>
                  <a:pt x="1328387" y="37022"/>
                  <a:pt x="1325360" y="33987"/>
                </a:cubicBezTo>
                <a:cubicBezTo>
                  <a:pt x="1322334" y="30949"/>
                  <a:pt x="1320820" y="27271"/>
                  <a:pt x="1320820" y="22952"/>
                </a:cubicBezTo>
                <a:cubicBezTo>
                  <a:pt x="1320820" y="18633"/>
                  <a:pt x="1322334" y="14939"/>
                  <a:pt x="1325360" y="11870"/>
                </a:cubicBezTo>
                <a:cubicBezTo>
                  <a:pt x="1328387" y="8799"/>
                  <a:pt x="1332052" y="7264"/>
                  <a:pt x="1336357" y="7264"/>
                </a:cubicBezTo>
                <a:moveTo>
                  <a:pt x="1350481" y="52663"/>
                </a:moveTo>
                <a:lnTo>
                  <a:pt x="1350481" y="127522"/>
                </a:lnTo>
                <a:cubicBezTo>
                  <a:pt x="1350481" y="134181"/>
                  <a:pt x="1351255" y="138435"/>
                  <a:pt x="1352802" y="140285"/>
                </a:cubicBezTo>
                <a:cubicBezTo>
                  <a:pt x="1354349" y="142134"/>
                  <a:pt x="1357375" y="143193"/>
                  <a:pt x="1361882" y="143463"/>
                </a:cubicBezTo>
                <a:lnTo>
                  <a:pt x="1361882" y="147094"/>
                </a:lnTo>
                <a:lnTo>
                  <a:pt x="1310933" y="147094"/>
                </a:lnTo>
                <a:lnTo>
                  <a:pt x="1310933" y="143463"/>
                </a:lnTo>
                <a:cubicBezTo>
                  <a:pt x="1315103" y="143328"/>
                  <a:pt x="1318197" y="142117"/>
                  <a:pt x="1320215" y="139831"/>
                </a:cubicBezTo>
                <a:cubicBezTo>
                  <a:pt x="1321560" y="138284"/>
                  <a:pt x="1322233" y="134181"/>
                  <a:pt x="1322233" y="127522"/>
                </a:cubicBezTo>
                <a:lnTo>
                  <a:pt x="1322233" y="72437"/>
                </a:lnTo>
                <a:cubicBezTo>
                  <a:pt x="1322233" y="65695"/>
                  <a:pt x="1321459" y="61387"/>
                  <a:pt x="1319912" y="59514"/>
                </a:cubicBezTo>
                <a:cubicBezTo>
                  <a:pt x="1318365" y="57642"/>
                  <a:pt x="1315372" y="56569"/>
                  <a:pt x="1310933" y="56295"/>
                </a:cubicBezTo>
                <a:lnTo>
                  <a:pt x="1310933" y="52663"/>
                </a:lnTo>
                <a:lnTo>
                  <a:pt x="1350481" y="52663"/>
                </a:lnTo>
                <a:close/>
                <a:moveTo>
                  <a:pt x="1415589" y="49839"/>
                </a:moveTo>
                <a:cubicBezTo>
                  <a:pt x="1423795" y="49839"/>
                  <a:pt x="1431428" y="51959"/>
                  <a:pt x="1438491" y="56201"/>
                </a:cubicBezTo>
                <a:cubicBezTo>
                  <a:pt x="1445553" y="60442"/>
                  <a:pt x="1450917" y="66468"/>
                  <a:pt x="1454582" y="74279"/>
                </a:cubicBezTo>
                <a:cubicBezTo>
                  <a:pt x="1458248" y="82089"/>
                  <a:pt x="1460081" y="90639"/>
                  <a:pt x="1460081" y="99929"/>
                </a:cubicBezTo>
                <a:cubicBezTo>
                  <a:pt x="1460081" y="113326"/>
                  <a:pt x="1456684" y="124537"/>
                  <a:pt x="1449891" y="133560"/>
                </a:cubicBezTo>
                <a:cubicBezTo>
                  <a:pt x="1441685" y="144466"/>
                  <a:pt x="1430352" y="149919"/>
                  <a:pt x="1415892" y="149919"/>
                </a:cubicBezTo>
                <a:cubicBezTo>
                  <a:pt x="1401700" y="149919"/>
                  <a:pt x="1390771" y="144937"/>
                  <a:pt x="1383103" y="134972"/>
                </a:cubicBezTo>
                <a:cubicBezTo>
                  <a:pt x="1375436" y="125007"/>
                  <a:pt x="1371602" y="113461"/>
                  <a:pt x="1371602" y="100333"/>
                </a:cubicBezTo>
                <a:cubicBezTo>
                  <a:pt x="1371602" y="86801"/>
                  <a:pt x="1375520" y="75003"/>
                  <a:pt x="1383355" y="64937"/>
                </a:cubicBezTo>
                <a:cubicBezTo>
                  <a:pt x="1391191" y="54871"/>
                  <a:pt x="1401936" y="49839"/>
                  <a:pt x="1415589" y="49839"/>
                </a:cubicBezTo>
                <a:moveTo>
                  <a:pt x="1415993" y="56901"/>
                </a:moveTo>
                <a:cubicBezTo>
                  <a:pt x="1412562" y="56901"/>
                  <a:pt x="1409620" y="58198"/>
                  <a:pt x="1407165" y="60791"/>
                </a:cubicBezTo>
                <a:cubicBezTo>
                  <a:pt x="1404710" y="63383"/>
                  <a:pt x="1403096" y="68500"/>
                  <a:pt x="1402322" y="76142"/>
                </a:cubicBezTo>
                <a:cubicBezTo>
                  <a:pt x="1401549" y="83784"/>
                  <a:pt x="1401162" y="94407"/>
                  <a:pt x="1401162" y="108010"/>
                </a:cubicBezTo>
                <a:cubicBezTo>
                  <a:pt x="1401162" y="115215"/>
                  <a:pt x="1401633" y="121949"/>
                  <a:pt x="1402574" y="128213"/>
                </a:cubicBezTo>
                <a:cubicBezTo>
                  <a:pt x="1403314" y="132992"/>
                  <a:pt x="1404895" y="136628"/>
                  <a:pt x="1407316" y="139121"/>
                </a:cubicBezTo>
                <a:cubicBezTo>
                  <a:pt x="1409738" y="141612"/>
                  <a:pt x="1412495" y="142857"/>
                  <a:pt x="1415589" y="142857"/>
                </a:cubicBezTo>
                <a:cubicBezTo>
                  <a:pt x="1418616" y="142857"/>
                  <a:pt x="1421138" y="142015"/>
                  <a:pt x="1423156" y="140332"/>
                </a:cubicBezTo>
                <a:cubicBezTo>
                  <a:pt x="1425779" y="138043"/>
                  <a:pt x="1427527" y="134844"/>
                  <a:pt x="1428402" y="130735"/>
                </a:cubicBezTo>
                <a:cubicBezTo>
                  <a:pt x="1429747" y="124339"/>
                  <a:pt x="1430420" y="111411"/>
                  <a:pt x="1430420" y="91950"/>
                </a:cubicBezTo>
                <a:cubicBezTo>
                  <a:pt x="1430420" y="80503"/>
                  <a:pt x="1429781" y="72642"/>
                  <a:pt x="1428503" y="68367"/>
                </a:cubicBezTo>
                <a:cubicBezTo>
                  <a:pt x="1427225" y="64090"/>
                  <a:pt x="1425342" y="60975"/>
                  <a:pt x="1422853" y="59023"/>
                </a:cubicBezTo>
                <a:cubicBezTo>
                  <a:pt x="1421104" y="57608"/>
                  <a:pt x="1418817" y="56901"/>
                  <a:pt x="1415993" y="56901"/>
                </a:cubicBezTo>
                <a:close/>
                <a:moveTo>
                  <a:pt x="1512946" y="52663"/>
                </a:moveTo>
                <a:lnTo>
                  <a:pt x="1512946" y="64972"/>
                </a:lnTo>
                <a:cubicBezTo>
                  <a:pt x="1517788" y="59690"/>
                  <a:pt x="1522429" y="55848"/>
                  <a:pt x="1526868" y="53445"/>
                </a:cubicBezTo>
                <a:cubicBezTo>
                  <a:pt x="1531307" y="51041"/>
                  <a:pt x="1536082" y="49839"/>
                  <a:pt x="1541194" y="49839"/>
                </a:cubicBezTo>
                <a:cubicBezTo>
                  <a:pt x="1547315" y="49839"/>
                  <a:pt x="1552393" y="51539"/>
                  <a:pt x="1556428" y="54940"/>
                </a:cubicBezTo>
                <a:cubicBezTo>
                  <a:pt x="1560464" y="58340"/>
                  <a:pt x="1563154" y="62566"/>
                  <a:pt x="1564499" y="67617"/>
                </a:cubicBezTo>
                <a:cubicBezTo>
                  <a:pt x="1565575" y="71457"/>
                  <a:pt x="1566113" y="78832"/>
                  <a:pt x="1566113" y="89743"/>
                </a:cubicBezTo>
                <a:lnTo>
                  <a:pt x="1566113" y="126513"/>
                </a:lnTo>
                <a:cubicBezTo>
                  <a:pt x="1566113" y="133777"/>
                  <a:pt x="1566769" y="138300"/>
                  <a:pt x="1568081" y="140083"/>
                </a:cubicBezTo>
                <a:cubicBezTo>
                  <a:pt x="1569392" y="141865"/>
                  <a:pt x="1572133" y="142992"/>
                  <a:pt x="1576303" y="143463"/>
                </a:cubicBezTo>
                <a:lnTo>
                  <a:pt x="1576303" y="147094"/>
                </a:lnTo>
                <a:lnTo>
                  <a:pt x="1528583" y="147094"/>
                </a:lnTo>
                <a:lnTo>
                  <a:pt x="1528583" y="143463"/>
                </a:lnTo>
                <a:cubicBezTo>
                  <a:pt x="1532148" y="142992"/>
                  <a:pt x="1534704" y="141512"/>
                  <a:pt x="1536251" y="139023"/>
                </a:cubicBezTo>
                <a:cubicBezTo>
                  <a:pt x="1537327" y="137342"/>
                  <a:pt x="1537865" y="133172"/>
                  <a:pt x="1537865" y="126513"/>
                </a:cubicBezTo>
                <a:lnTo>
                  <a:pt x="1537865" y="84544"/>
                </a:lnTo>
                <a:cubicBezTo>
                  <a:pt x="1537865" y="76809"/>
                  <a:pt x="1537562" y="71933"/>
                  <a:pt x="1536957" y="69915"/>
                </a:cubicBezTo>
                <a:cubicBezTo>
                  <a:pt x="1536352" y="67898"/>
                  <a:pt x="1535326" y="66334"/>
                  <a:pt x="1533880" y="65224"/>
                </a:cubicBezTo>
                <a:cubicBezTo>
                  <a:pt x="1532434" y="64114"/>
                  <a:pt x="1530836" y="63559"/>
                  <a:pt x="1529088" y="63559"/>
                </a:cubicBezTo>
                <a:cubicBezTo>
                  <a:pt x="1523303" y="63559"/>
                  <a:pt x="1517923" y="67729"/>
                  <a:pt x="1512946" y="76069"/>
                </a:cubicBezTo>
                <a:lnTo>
                  <a:pt x="1512946" y="126513"/>
                </a:lnTo>
                <a:cubicBezTo>
                  <a:pt x="1512946" y="133576"/>
                  <a:pt x="1513601" y="138048"/>
                  <a:pt x="1514913" y="139931"/>
                </a:cubicBezTo>
                <a:cubicBezTo>
                  <a:pt x="1516224" y="141815"/>
                  <a:pt x="1518663" y="142992"/>
                  <a:pt x="1522227" y="143463"/>
                </a:cubicBezTo>
                <a:lnTo>
                  <a:pt x="1522227" y="147094"/>
                </a:lnTo>
                <a:lnTo>
                  <a:pt x="1474507" y="147094"/>
                </a:lnTo>
                <a:lnTo>
                  <a:pt x="1474507" y="143463"/>
                </a:lnTo>
                <a:cubicBezTo>
                  <a:pt x="1478476" y="143059"/>
                  <a:pt x="1481300" y="141781"/>
                  <a:pt x="1482982" y="139629"/>
                </a:cubicBezTo>
                <a:cubicBezTo>
                  <a:pt x="1484125" y="138149"/>
                  <a:pt x="1484697" y="133777"/>
                  <a:pt x="1484697" y="126513"/>
                </a:cubicBezTo>
                <a:lnTo>
                  <a:pt x="1484697" y="73245"/>
                </a:lnTo>
                <a:cubicBezTo>
                  <a:pt x="1484697" y="66029"/>
                  <a:pt x="1484041" y="61536"/>
                  <a:pt x="1482730" y="59767"/>
                </a:cubicBezTo>
                <a:cubicBezTo>
                  <a:pt x="1481418" y="57997"/>
                  <a:pt x="1478677" y="56840"/>
                  <a:pt x="1474507" y="56295"/>
                </a:cubicBezTo>
                <a:lnTo>
                  <a:pt x="1474507" y="52663"/>
                </a:lnTo>
                <a:lnTo>
                  <a:pt x="1512946" y="52663"/>
                </a:lnTo>
                <a:close/>
                <a:moveTo>
                  <a:pt x="1693000" y="133172"/>
                </a:moveTo>
                <a:cubicBezTo>
                  <a:pt x="1681498" y="143395"/>
                  <a:pt x="1671174" y="148507"/>
                  <a:pt x="1662027" y="148507"/>
                </a:cubicBezTo>
                <a:cubicBezTo>
                  <a:pt x="1656646" y="148507"/>
                  <a:pt x="1652174" y="146736"/>
                  <a:pt x="1648609" y="143195"/>
                </a:cubicBezTo>
                <a:cubicBezTo>
                  <a:pt x="1645044" y="139651"/>
                  <a:pt x="1643262" y="135214"/>
                  <a:pt x="1643262" y="129884"/>
                </a:cubicBezTo>
                <a:cubicBezTo>
                  <a:pt x="1643262" y="122662"/>
                  <a:pt x="1646356" y="116166"/>
                  <a:pt x="1652544" y="110397"/>
                </a:cubicBezTo>
                <a:cubicBezTo>
                  <a:pt x="1658731" y="104627"/>
                  <a:pt x="1672217" y="96951"/>
                  <a:pt x="1693000" y="87369"/>
                </a:cubicBezTo>
                <a:lnTo>
                  <a:pt x="1693000" y="77885"/>
                </a:lnTo>
                <a:cubicBezTo>
                  <a:pt x="1693000" y="70756"/>
                  <a:pt x="1692613" y="66267"/>
                  <a:pt x="1691839" y="64417"/>
                </a:cubicBezTo>
                <a:cubicBezTo>
                  <a:pt x="1691066" y="62567"/>
                  <a:pt x="1689603" y="60953"/>
                  <a:pt x="1687451" y="59574"/>
                </a:cubicBezTo>
                <a:cubicBezTo>
                  <a:pt x="1685299" y="58195"/>
                  <a:pt x="1682877" y="57506"/>
                  <a:pt x="1680187" y="57506"/>
                </a:cubicBezTo>
                <a:cubicBezTo>
                  <a:pt x="1675815" y="57506"/>
                  <a:pt x="1672217" y="58481"/>
                  <a:pt x="1669392" y="60432"/>
                </a:cubicBezTo>
                <a:cubicBezTo>
                  <a:pt x="1667643" y="61642"/>
                  <a:pt x="1666769" y="63055"/>
                  <a:pt x="1666769" y="64669"/>
                </a:cubicBezTo>
                <a:cubicBezTo>
                  <a:pt x="1666769" y="66082"/>
                  <a:pt x="1667710" y="67830"/>
                  <a:pt x="1669594" y="69915"/>
                </a:cubicBezTo>
                <a:cubicBezTo>
                  <a:pt x="1672149" y="72807"/>
                  <a:pt x="1673427" y="75599"/>
                  <a:pt x="1673427" y="78289"/>
                </a:cubicBezTo>
                <a:cubicBezTo>
                  <a:pt x="1673427" y="81585"/>
                  <a:pt x="1672200" y="84393"/>
                  <a:pt x="1669745" y="86713"/>
                </a:cubicBezTo>
                <a:cubicBezTo>
                  <a:pt x="1667290" y="89034"/>
                  <a:pt x="1664078" y="90194"/>
                  <a:pt x="1660110" y="90194"/>
                </a:cubicBezTo>
                <a:cubicBezTo>
                  <a:pt x="1655873" y="90194"/>
                  <a:pt x="1652325" y="88916"/>
                  <a:pt x="1649467" y="86360"/>
                </a:cubicBezTo>
                <a:cubicBezTo>
                  <a:pt x="1646608" y="83804"/>
                  <a:pt x="1645179" y="80811"/>
                  <a:pt x="1645179" y="77381"/>
                </a:cubicBezTo>
                <a:cubicBezTo>
                  <a:pt x="1645179" y="72538"/>
                  <a:pt x="1647096" y="67914"/>
                  <a:pt x="1650929" y="63509"/>
                </a:cubicBezTo>
                <a:cubicBezTo>
                  <a:pt x="1654763" y="59103"/>
                  <a:pt x="1660110" y="55724"/>
                  <a:pt x="1666971" y="53370"/>
                </a:cubicBezTo>
                <a:cubicBezTo>
                  <a:pt x="1673831" y="51016"/>
                  <a:pt x="1680960" y="49839"/>
                  <a:pt x="1688359" y="49839"/>
                </a:cubicBezTo>
                <a:cubicBezTo>
                  <a:pt x="1697304" y="49839"/>
                  <a:pt x="1704383" y="51744"/>
                  <a:pt x="1709596" y="55555"/>
                </a:cubicBezTo>
                <a:cubicBezTo>
                  <a:pt x="1714808" y="59363"/>
                  <a:pt x="1718188" y="63492"/>
                  <a:pt x="1719735" y="67942"/>
                </a:cubicBezTo>
                <a:cubicBezTo>
                  <a:pt x="1720677" y="70773"/>
                  <a:pt x="1721147" y="77278"/>
                  <a:pt x="1721147" y="87457"/>
                </a:cubicBezTo>
                <a:lnTo>
                  <a:pt x="1721147" y="124165"/>
                </a:lnTo>
                <a:cubicBezTo>
                  <a:pt x="1721147" y="128480"/>
                  <a:pt x="1721315" y="131194"/>
                  <a:pt x="1721652" y="132308"/>
                </a:cubicBezTo>
                <a:cubicBezTo>
                  <a:pt x="1721988" y="133420"/>
                  <a:pt x="1722493" y="134246"/>
                  <a:pt x="1723165" y="134786"/>
                </a:cubicBezTo>
                <a:cubicBezTo>
                  <a:pt x="1723838" y="135324"/>
                  <a:pt x="1724611" y="135593"/>
                  <a:pt x="1725486" y="135593"/>
                </a:cubicBezTo>
                <a:cubicBezTo>
                  <a:pt x="1727234" y="135593"/>
                  <a:pt x="1729017" y="134349"/>
                  <a:pt x="1730833" y="131860"/>
                </a:cubicBezTo>
                <a:lnTo>
                  <a:pt x="1733859" y="134282"/>
                </a:lnTo>
                <a:cubicBezTo>
                  <a:pt x="1730496" y="139259"/>
                  <a:pt x="1727016" y="142874"/>
                  <a:pt x="1723417" y="145127"/>
                </a:cubicBezTo>
                <a:cubicBezTo>
                  <a:pt x="1719819" y="147380"/>
                  <a:pt x="1715733" y="148507"/>
                  <a:pt x="1711159" y="148507"/>
                </a:cubicBezTo>
                <a:cubicBezTo>
                  <a:pt x="1705779" y="148507"/>
                  <a:pt x="1701575" y="147237"/>
                  <a:pt x="1698548" y="144698"/>
                </a:cubicBezTo>
                <a:cubicBezTo>
                  <a:pt x="1695522" y="142159"/>
                  <a:pt x="1693672" y="138317"/>
                  <a:pt x="1693000" y="133172"/>
                </a:cubicBezTo>
                <a:moveTo>
                  <a:pt x="1693000" y="125706"/>
                </a:moveTo>
                <a:lnTo>
                  <a:pt x="1693000" y="94147"/>
                </a:lnTo>
                <a:cubicBezTo>
                  <a:pt x="1684861" y="98946"/>
                  <a:pt x="1678808" y="104083"/>
                  <a:pt x="1674840" y="109558"/>
                </a:cubicBezTo>
                <a:cubicBezTo>
                  <a:pt x="1672217" y="113207"/>
                  <a:pt x="1670905" y="116890"/>
                  <a:pt x="1670905" y="120608"/>
                </a:cubicBezTo>
                <a:cubicBezTo>
                  <a:pt x="1670905" y="123717"/>
                  <a:pt x="1672015" y="126455"/>
                  <a:pt x="1674234" y="128821"/>
                </a:cubicBezTo>
                <a:cubicBezTo>
                  <a:pt x="1675916" y="130646"/>
                  <a:pt x="1678270" y="131558"/>
                  <a:pt x="1681297" y="131558"/>
                </a:cubicBezTo>
                <a:cubicBezTo>
                  <a:pt x="1684660" y="131558"/>
                  <a:pt x="1688561" y="129607"/>
                  <a:pt x="1693000" y="125706"/>
                </a:cubicBezTo>
                <a:close/>
                <a:moveTo>
                  <a:pt x="1782790" y="52663"/>
                </a:moveTo>
                <a:lnTo>
                  <a:pt x="1782790" y="64972"/>
                </a:lnTo>
                <a:cubicBezTo>
                  <a:pt x="1787632" y="59690"/>
                  <a:pt x="1792273" y="55848"/>
                  <a:pt x="1796712" y="53445"/>
                </a:cubicBezTo>
                <a:cubicBezTo>
                  <a:pt x="1801151" y="51041"/>
                  <a:pt x="1805926" y="49839"/>
                  <a:pt x="1811038" y="49839"/>
                </a:cubicBezTo>
                <a:cubicBezTo>
                  <a:pt x="1817159" y="49839"/>
                  <a:pt x="1822237" y="51539"/>
                  <a:pt x="1826272" y="54940"/>
                </a:cubicBezTo>
                <a:cubicBezTo>
                  <a:pt x="1830308" y="58340"/>
                  <a:pt x="1832998" y="62566"/>
                  <a:pt x="1834343" y="67617"/>
                </a:cubicBezTo>
                <a:cubicBezTo>
                  <a:pt x="1835419" y="71457"/>
                  <a:pt x="1835957" y="78832"/>
                  <a:pt x="1835957" y="89743"/>
                </a:cubicBezTo>
                <a:lnTo>
                  <a:pt x="1835957" y="126513"/>
                </a:lnTo>
                <a:cubicBezTo>
                  <a:pt x="1835957" y="133777"/>
                  <a:pt x="1836613" y="138300"/>
                  <a:pt x="1837925" y="140083"/>
                </a:cubicBezTo>
                <a:cubicBezTo>
                  <a:pt x="1839236" y="141865"/>
                  <a:pt x="1841977" y="142992"/>
                  <a:pt x="1846147" y="143463"/>
                </a:cubicBezTo>
                <a:lnTo>
                  <a:pt x="1846147" y="147094"/>
                </a:lnTo>
                <a:lnTo>
                  <a:pt x="1798427" y="147094"/>
                </a:lnTo>
                <a:lnTo>
                  <a:pt x="1798427" y="143463"/>
                </a:lnTo>
                <a:cubicBezTo>
                  <a:pt x="1801992" y="142992"/>
                  <a:pt x="1804548" y="141512"/>
                  <a:pt x="1806095" y="139023"/>
                </a:cubicBezTo>
                <a:cubicBezTo>
                  <a:pt x="1807171" y="137342"/>
                  <a:pt x="1807709" y="133172"/>
                  <a:pt x="1807709" y="126513"/>
                </a:cubicBezTo>
                <a:lnTo>
                  <a:pt x="1807709" y="84544"/>
                </a:lnTo>
                <a:cubicBezTo>
                  <a:pt x="1807709" y="76809"/>
                  <a:pt x="1807406" y="71933"/>
                  <a:pt x="1806801" y="69915"/>
                </a:cubicBezTo>
                <a:cubicBezTo>
                  <a:pt x="1806196" y="67898"/>
                  <a:pt x="1805170" y="66334"/>
                  <a:pt x="1803724" y="65224"/>
                </a:cubicBezTo>
                <a:cubicBezTo>
                  <a:pt x="1802278" y="64114"/>
                  <a:pt x="1800680" y="63559"/>
                  <a:pt x="1798932" y="63559"/>
                </a:cubicBezTo>
                <a:cubicBezTo>
                  <a:pt x="1793147" y="63559"/>
                  <a:pt x="1787767" y="67729"/>
                  <a:pt x="1782790" y="76069"/>
                </a:cubicBezTo>
                <a:lnTo>
                  <a:pt x="1782790" y="126513"/>
                </a:lnTo>
                <a:cubicBezTo>
                  <a:pt x="1782790" y="133576"/>
                  <a:pt x="1783445" y="138048"/>
                  <a:pt x="1784757" y="139931"/>
                </a:cubicBezTo>
                <a:cubicBezTo>
                  <a:pt x="1786068" y="141815"/>
                  <a:pt x="1788507" y="142992"/>
                  <a:pt x="1792071" y="143463"/>
                </a:cubicBezTo>
                <a:lnTo>
                  <a:pt x="1792071" y="147094"/>
                </a:lnTo>
                <a:lnTo>
                  <a:pt x="1744351" y="147094"/>
                </a:lnTo>
                <a:lnTo>
                  <a:pt x="1744351" y="143463"/>
                </a:lnTo>
                <a:cubicBezTo>
                  <a:pt x="1748320" y="143059"/>
                  <a:pt x="1751144" y="141781"/>
                  <a:pt x="1752826" y="139629"/>
                </a:cubicBezTo>
                <a:cubicBezTo>
                  <a:pt x="1753969" y="138149"/>
                  <a:pt x="1754541" y="133777"/>
                  <a:pt x="1754541" y="126513"/>
                </a:cubicBezTo>
                <a:lnTo>
                  <a:pt x="1754541" y="73245"/>
                </a:lnTo>
                <a:cubicBezTo>
                  <a:pt x="1754541" y="66029"/>
                  <a:pt x="1753885" y="61536"/>
                  <a:pt x="1752574" y="59767"/>
                </a:cubicBezTo>
                <a:cubicBezTo>
                  <a:pt x="1751262" y="57997"/>
                  <a:pt x="1748521" y="56840"/>
                  <a:pt x="1744351" y="56295"/>
                </a:cubicBezTo>
                <a:lnTo>
                  <a:pt x="1744351" y="52663"/>
                </a:lnTo>
                <a:lnTo>
                  <a:pt x="1782790" y="52663"/>
                </a:lnTo>
                <a:close/>
                <a:moveTo>
                  <a:pt x="1950837" y="10291"/>
                </a:moveTo>
                <a:lnTo>
                  <a:pt x="1950837" y="118846"/>
                </a:lnTo>
                <a:cubicBezTo>
                  <a:pt x="1950837" y="126104"/>
                  <a:pt x="1951039" y="130398"/>
                  <a:pt x="1951443" y="131728"/>
                </a:cubicBezTo>
                <a:cubicBezTo>
                  <a:pt x="1951981" y="133927"/>
                  <a:pt x="1953006" y="135559"/>
                  <a:pt x="1954520" y="136624"/>
                </a:cubicBezTo>
                <a:cubicBezTo>
                  <a:pt x="1956033" y="137688"/>
                  <a:pt x="1958673" y="138353"/>
                  <a:pt x="1962439" y="138620"/>
                </a:cubicBezTo>
                <a:lnTo>
                  <a:pt x="1962439" y="142252"/>
                </a:lnTo>
                <a:lnTo>
                  <a:pt x="1922589" y="149919"/>
                </a:lnTo>
                <a:lnTo>
                  <a:pt x="1922589" y="134988"/>
                </a:lnTo>
                <a:cubicBezTo>
                  <a:pt x="1917813" y="140772"/>
                  <a:pt x="1913559" y="144707"/>
                  <a:pt x="1909826" y="146792"/>
                </a:cubicBezTo>
                <a:cubicBezTo>
                  <a:pt x="1906093" y="148877"/>
                  <a:pt x="1901873" y="149919"/>
                  <a:pt x="1897165" y="149919"/>
                </a:cubicBezTo>
                <a:cubicBezTo>
                  <a:pt x="1885126" y="149919"/>
                  <a:pt x="1875609" y="144533"/>
                  <a:pt x="1868614" y="133762"/>
                </a:cubicBezTo>
                <a:cubicBezTo>
                  <a:pt x="1862964" y="125010"/>
                  <a:pt x="1860139" y="114271"/>
                  <a:pt x="1860139" y="101547"/>
                </a:cubicBezTo>
                <a:cubicBezTo>
                  <a:pt x="1860139" y="91380"/>
                  <a:pt x="1861888" y="82274"/>
                  <a:pt x="1865385" y="74228"/>
                </a:cubicBezTo>
                <a:cubicBezTo>
                  <a:pt x="1868883" y="66182"/>
                  <a:pt x="1873675" y="60106"/>
                  <a:pt x="1879762" y="55999"/>
                </a:cubicBezTo>
                <a:cubicBezTo>
                  <a:pt x="1885849" y="51892"/>
                  <a:pt x="1892390" y="49839"/>
                  <a:pt x="1899384" y="49839"/>
                </a:cubicBezTo>
                <a:cubicBezTo>
                  <a:pt x="1903891" y="49839"/>
                  <a:pt x="1907893" y="50720"/>
                  <a:pt x="1911390" y="52484"/>
                </a:cubicBezTo>
                <a:cubicBezTo>
                  <a:pt x="1914888" y="54247"/>
                  <a:pt x="1918620" y="57334"/>
                  <a:pt x="1922589" y="61743"/>
                </a:cubicBezTo>
                <a:lnTo>
                  <a:pt x="1922589" y="33293"/>
                </a:lnTo>
                <a:cubicBezTo>
                  <a:pt x="1922589" y="26096"/>
                  <a:pt x="1922286" y="21758"/>
                  <a:pt x="1921681" y="20278"/>
                </a:cubicBezTo>
                <a:cubicBezTo>
                  <a:pt x="1920874" y="18328"/>
                  <a:pt x="1919663" y="16882"/>
                  <a:pt x="1918049" y="15940"/>
                </a:cubicBezTo>
                <a:cubicBezTo>
                  <a:pt x="1916434" y="14999"/>
                  <a:pt x="1913408" y="14528"/>
                  <a:pt x="1908969" y="14528"/>
                </a:cubicBezTo>
                <a:lnTo>
                  <a:pt x="1908969" y="10291"/>
                </a:lnTo>
                <a:lnTo>
                  <a:pt x="1950837" y="10291"/>
                </a:lnTo>
                <a:moveTo>
                  <a:pt x="1922589" y="74052"/>
                </a:moveTo>
                <a:cubicBezTo>
                  <a:pt x="1917612" y="64635"/>
                  <a:pt x="1911525" y="59927"/>
                  <a:pt x="1904328" y="59927"/>
                </a:cubicBezTo>
                <a:cubicBezTo>
                  <a:pt x="1901839" y="59927"/>
                  <a:pt x="1899788" y="60600"/>
                  <a:pt x="1898174" y="61945"/>
                </a:cubicBezTo>
                <a:cubicBezTo>
                  <a:pt x="1895685" y="64030"/>
                  <a:pt x="1893651" y="67696"/>
                  <a:pt x="1892070" y="72942"/>
                </a:cubicBezTo>
                <a:cubicBezTo>
                  <a:pt x="1890490" y="78188"/>
                  <a:pt x="1889699" y="86225"/>
                  <a:pt x="1889699" y="97054"/>
                </a:cubicBezTo>
                <a:cubicBezTo>
                  <a:pt x="1889699" y="108959"/>
                  <a:pt x="1890574" y="117770"/>
                  <a:pt x="1892322" y="123487"/>
                </a:cubicBezTo>
                <a:cubicBezTo>
                  <a:pt x="1894071" y="129204"/>
                  <a:pt x="1896459" y="133340"/>
                  <a:pt x="1899485" y="135896"/>
                </a:cubicBezTo>
                <a:cubicBezTo>
                  <a:pt x="1901032" y="137174"/>
                  <a:pt x="1903151" y="137813"/>
                  <a:pt x="1905841" y="137813"/>
                </a:cubicBezTo>
                <a:cubicBezTo>
                  <a:pt x="1911760" y="137813"/>
                  <a:pt x="1917342" y="133157"/>
                  <a:pt x="1922589" y="123846"/>
                </a:cubicBezTo>
                <a:lnTo>
                  <a:pt x="1922589" y="74052"/>
                </a:lnTo>
                <a:close/>
                <a:moveTo>
                  <a:pt x="2074495" y="85149"/>
                </a:moveTo>
                <a:lnTo>
                  <a:pt x="2074495" y="123083"/>
                </a:lnTo>
                <a:cubicBezTo>
                  <a:pt x="2074495" y="130519"/>
                  <a:pt x="2074949" y="135201"/>
                  <a:pt x="2075857" y="137129"/>
                </a:cubicBezTo>
                <a:cubicBezTo>
                  <a:pt x="2076765" y="139054"/>
                  <a:pt x="2078379" y="140591"/>
                  <a:pt x="2080700" y="141741"/>
                </a:cubicBezTo>
                <a:cubicBezTo>
                  <a:pt x="2083020" y="142889"/>
                  <a:pt x="2087274" y="143463"/>
                  <a:pt x="2093462" y="143463"/>
                </a:cubicBezTo>
                <a:lnTo>
                  <a:pt x="2093462" y="147094"/>
                </a:lnTo>
                <a:lnTo>
                  <a:pt x="2023950" y="147094"/>
                </a:lnTo>
                <a:lnTo>
                  <a:pt x="2023950" y="143463"/>
                </a:lnTo>
                <a:cubicBezTo>
                  <a:pt x="2030273" y="143463"/>
                  <a:pt x="2034560" y="142871"/>
                  <a:pt x="2036813" y="141688"/>
                </a:cubicBezTo>
                <a:cubicBezTo>
                  <a:pt x="2039067" y="140504"/>
                  <a:pt x="2040647" y="138967"/>
                  <a:pt x="2041555" y="137075"/>
                </a:cubicBezTo>
                <a:cubicBezTo>
                  <a:pt x="2042463" y="135183"/>
                  <a:pt x="2042917" y="130519"/>
                  <a:pt x="2042917" y="123083"/>
                </a:cubicBezTo>
                <a:lnTo>
                  <a:pt x="2042917" y="34302"/>
                </a:lnTo>
                <a:cubicBezTo>
                  <a:pt x="2042917" y="26866"/>
                  <a:pt x="2042463" y="22185"/>
                  <a:pt x="2041555" y="20260"/>
                </a:cubicBezTo>
                <a:cubicBezTo>
                  <a:pt x="2040647" y="18332"/>
                  <a:pt x="2039050" y="16795"/>
                  <a:pt x="2036763" y="15647"/>
                </a:cubicBezTo>
                <a:cubicBezTo>
                  <a:pt x="2034476" y="14497"/>
                  <a:pt x="2030205" y="13923"/>
                  <a:pt x="2023950" y="13923"/>
                </a:cubicBezTo>
                <a:lnTo>
                  <a:pt x="2023950" y="10291"/>
                </a:lnTo>
                <a:lnTo>
                  <a:pt x="2083575" y="10291"/>
                </a:lnTo>
                <a:cubicBezTo>
                  <a:pt x="2103214" y="10291"/>
                  <a:pt x="2117305" y="13788"/>
                  <a:pt x="2125847" y="20783"/>
                </a:cubicBezTo>
                <a:cubicBezTo>
                  <a:pt x="2134389" y="27778"/>
                  <a:pt x="2138660" y="36521"/>
                  <a:pt x="2138660" y="47014"/>
                </a:cubicBezTo>
                <a:cubicBezTo>
                  <a:pt x="2138660" y="55892"/>
                  <a:pt x="2135902" y="63492"/>
                  <a:pt x="2130387" y="69814"/>
                </a:cubicBezTo>
                <a:cubicBezTo>
                  <a:pt x="2124872" y="76137"/>
                  <a:pt x="2117271" y="80441"/>
                  <a:pt x="2107586" y="82728"/>
                </a:cubicBezTo>
                <a:cubicBezTo>
                  <a:pt x="2101062" y="84342"/>
                  <a:pt x="2090032" y="85149"/>
                  <a:pt x="2074495" y="85149"/>
                </a:cubicBezTo>
                <a:moveTo>
                  <a:pt x="2074495" y="18160"/>
                </a:moveTo>
                <a:lnTo>
                  <a:pt x="2074495" y="77280"/>
                </a:lnTo>
                <a:cubicBezTo>
                  <a:pt x="2076715" y="77415"/>
                  <a:pt x="2078396" y="77482"/>
                  <a:pt x="2079539" y="77482"/>
                </a:cubicBezTo>
                <a:cubicBezTo>
                  <a:pt x="2087745" y="77482"/>
                  <a:pt x="2094067" y="75044"/>
                  <a:pt x="2098506" y="70168"/>
                </a:cubicBezTo>
                <a:cubicBezTo>
                  <a:pt x="2102945" y="65291"/>
                  <a:pt x="2105165" y="57741"/>
                  <a:pt x="2105165" y="47518"/>
                </a:cubicBezTo>
                <a:cubicBezTo>
                  <a:pt x="2105165" y="37362"/>
                  <a:pt x="2102945" y="29930"/>
                  <a:pt x="2098506" y="25222"/>
                </a:cubicBezTo>
                <a:cubicBezTo>
                  <a:pt x="2094067" y="20514"/>
                  <a:pt x="2087442" y="18160"/>
                  <a:pt x="2078631" y="18160"/>
                </a:cubicBezTo>
                <a:lnTo>
                  <a:pt x="2074495" y="18160"/>
                </a:lnTo>
                <a:close/>
                <a:moveTo>
                  <a:pt x="2191053" y="52663"/>
                </a:moveTo>
                <a:lnTo>
                  <a:pt x="2191053" y="74052"/>
                </a:lnTo>
                <a:cubicBezTo>
                  <a:pt x="2197308" y="64299"/>
                  <a:pt x="2202790" y="57826"/>
                  <a:pt x="2207498" y="54631"/>
                </a:cubicBezTo>
                <a:cubicBezTo>
                  <a:pt x="2212206" y="51436"/>
                  <a:pt x="2216746" y="49839"/>
                  <a:pt x="2221118" y="49839"/>
                </a:cubicBezTo>
                <a:cubicBezTo>
                  <a:pt x="2224884" y="49839"/>
                  <a:pt x="2227894" y="51003"/>
                  <a:pt x="2230147" y="53332"/>
                </a:cubicBezTo>
                <a:cubicBezTo>
                  <a:pt x="2232400" y="55661"/>
                  <a:pt x="2233527" y="58951"/>
                  <a:pt x="2233527" y="63203"/>
                </a:cubicBezTo>
                <a:cubicBezTo>
                  <a:pt x="2233527" y="67726"/>
                  <a:pt x="2232434" y="71237"/>
                  <a:pt x="2230248" y="73736"/>
                </a:cubicBezTo>
                <a:cubicBezTo>
                  <a:pt x="2228062" y="76233"/>
                  <a:pt x="2225422" y="77482"/>
                  <a:pt x="2222329" y="77482"/>
                </a:cubicBezTo>
                <a:cubicBezTo>
                  <a:pt x="2218764" y="77482"/>
                  <a:pt x="2215670" y="76338"/>
                  <a:pt x="2213047" y="74052"/>
                </a:cubicBezTo>
                <a:cubicBezTo>
                  <a:pt x="2210424" y="71765"/>
                  <a:pt x="2208877" y="70487"/>
                  <a:pt x="2208406" y="70218"/>
                </a:cubicBezTo>
                <a:cubicBezTo>
                  <a:pt x="2207733" y="69814"/>
                  <a:pt x="2206960" y="69613"/>
                  <a:pt x="2206086" y="69613"/>
                </a:cubicBezTo>
                <a:cubicBezTo>
                  <a:pt x="2204135" y="69613"/>
                  <a:pt x="2202285" y="70352"/>
                  <a:pt x="2200537" y="71832"/>
                </a:cubicBezTo>
                <a:cubicBezTo>
                  <a:pt x="2197779" y="74119"/>
                  <a:pt x="2195694" y="77381"/>
                  <a:pt x="2194282" y="81618"/>
                </a:cubicBezTo>
                <a:cubicBezTo>
                  <a:pt x="2192129" y="88142"/>
                  <a:pt x="2191053" y="95339"/>
                  <a:pt x="2191053" y="103208"/>
                </a:cubicBezTo>
                <a:lnTo>
                  <a:pt x="2191053" y="124899"/>
                </a:lnTo>
                <a:lnTo>
                  <a:pt x="2191154" y="130549"/>
                </a:lnTo>
                <a:cubicBezTo>
                  <a:pt x="2191154" y="134383"/>
                  <a:pt x="2191390" y="136838"/>
                  <a:pt x="2191860" y="137914"/>
                </a:cubicBezTo>
                <a:cubicBezTo>
                  <a:pt x="2192667" y="139730"/>
                  <a:pt x="2193861" y="141058"/>
                  <a:pt x="2195442" y="141899"/>
                </a:cubicBezTo>
                <a:cubicBezTo>
                  <a:pt x="2197022" y="142739"/>
                  <a:pt x="2199696" y="143261"/>
                  <a:pt x="2203462" y="143463"/>
                </a:cubicBezTo>
                <a:lnTo>
                  <a:pt x="2203462" y="147094"/>
                </a:lnTo>
                <a:lnTo>
                  <a:pt x="2152514" y="147094"/>
                </a:lnTo>
                <a:lnTo>
                  <a:pt x="2152514" y="143463"/>
                </a:lnTo>
                <a:cubicBezTo>
                  <a:pt x="2156617" y="143126"/>
                  <a:pt x="2159391" y="142000"/>
                  <a:pt x="2160837" y="140083"/>
                </a:cubicBezTo>
                <a:cubicBezTo>
                  <a:pt x="2162283" y="138166"/>
                  <a:pt x="2163006" y="133105"/>
                  <a:pt x="2163006" y="124899"/>
                </a:cubicBezTo>
                <a:lnTo>
                  <a:pt x="2163006" y="72639"/>
                </a:lnTo>
                <a:cubicBezTo>
                  <a:pt x="2163006" y="67225"/>
                  <a:pt x="2162737" y="63774"/>
                  <a:pt x="2162199" y="62286"/>
                </a:cubicBezTo>
                <a:cubicBezTo>
                  <a:pt x="2161527" y="60390"/>
                  <a:pt x="2160552" y="59003"/>
                  <a:pt x="2159274" y="58124"/>
                </a:cubicBezTo>
                <a:cubicBezTo>
                  <a:pt x="2157996" y="57243"/>
                  <a:pt x="2155743" y="56634"/>
                  <a:pt x="2152514" y="56295"/>
                </a:cubicBezTo>
                <a:lnTo>
                  <a:pt x="2152514" y="52663"/>
                </a:lnTo>
                <a:lnTo>
                  <a:pt x="2191053" y="52663"/>
                </a:lnTo>
                <a:close/>
                <a:moveTo>
                  <a:pt x="2319754" y="96449"/>
                </a:moveTo>
                <a:lnTo>
                  <a:pt x="2267998" y="96449"/>
                </a:lnTo>
                <a:cubicBezTo>
                  <a:pt x="2268604" y="108993"/>
                  <a:pt x="2271933" y="118906"/>
                  <a:pt x="2277986" y="126189"/>
                </a:cubicBezTo>
                <a:cubicBezTo>
                  <a:pt x="2282627" y="131786"/>
                  <a:pt x="2288210" y="134584"/>
                  <a:pt x="2294734" y="134584"/>
                </a:cubicBezTo>
                <a:cubicBezTo>
                  <a:pt x="2298769" y="134584"/>
                  <a:pt x="2302435" y="133458"/>
                  <a:pt x="2305730" y="131205"/>
                </a:cubicBezTo>
                <a:cubicBezTo>
                  <a:pt x="2309026" y="128951"/>
                  <a:pt x="2312557" y="124899"/>
                  <a:pt x="2316324" y="119048"/>
                </a:cubicBezTo>
                <a:lnTo>
                  <a:pt x="2319754" y="121267"/>
                </a:lnTo>
                <a:cubicBezTo>
                  <a:pt x="2314642" y="131692"/>
                  <a:pt x="2308992" y="139074"/>
                  <a:pt x="2302805" y="143412"/>
                </a:cubicBezTo>
                <a:cubicBezTo>
                  <a:pt x="2296617" y="147750"/>
                  <a:pt x="2289454" y="149919"/>
                  <a:pt x="2281316" y="149919"/>
                </a:cubicBezTo>
                <a:cubicBezTo>
                  <a:pt x="2267326" y="149919"/>
                  <a:pt x="2256733" y="144533"/>
                  <a:pt x="2249536" y="133762"/>
                </a:cubicBezTo>
                <a:cubicBezTo>
                  <a:pt x="2243752" y="125077"/>
                  <a:pt x="2240860" y="114305"/>
                  <a:pt x="2240860" y="101446"/>
                </a:cubicBezTo>
                <a:cubicBezTo>
                  <a:pt x="2240860" y="85691"/>
                  <a:pt x="2245114" y="73151"/>
                  <a:pt x="2253622" y="63827"/>
                </a:cubicBezTo>
                <a:cubicBezTo>
                  <a:pt x="2262130" y="54502"/>
                  <a:pt x="2272101" y="49839"/>
                  <a:pt x="2283535" y="49839"/>
                </a:cubicBezTo>
                <a:cubicBezTo>
                  <a:pt x="2293086" y="49839"/>
                  <a:pt x="2301375" y="53756"/>
                  <a:pt x="2308404" y="61592"/>
                </a:cubicBezTo>
                <a:cubicBezTo>
                  <a:pt x="2315432" y="69428"/>
                  <a:pt x="2319216" y="81047"/>
                  <a:pt x="2319754" y="96449"/>
                </a:cubicBezTo>
                <a:moveTo>
                  <a:pt x="2294935" y="89790"/>
                </a:moveTo>
                <a:cubicBezTo>
                  <a:pt x="2294935" y="78962"/>
                  <a:pt x="2294347" y="71529"/>
                  <a:pt x="2293170" y="67494"/>
                </a:cubicBezTo>
                <a:cubicBezTo>
                  <a:pt x="2291993" y="63458"/>
                  <a:pt x="2290160" y="60398"/>
                  <a:pt x="2287671" y="58313"/>
                </a:cubicBezTo>
                <a:cubicBezTo>
                  <a:pt x="2286259" y="57103"/>
                  <a:pt x="2284376" y="56497"/>
                  <a:pt x="2282022" y="56497"/>
                </a:cubicBezTo>
                <a:cubicBezTo>
                  <a:pt x="2278524" y="56497"/>
                  <a:pt x="2275666" y="58212"/>
                  <a:pt x="2273446" y="61642"/>
                </a:cubicBezTo>
                <a:cubicBezTo>
                  <a:pt x="2269478" y="67628"/>
                  <a:pt x="2267494" y="75834"/>
                  <a:pt x="2267494" y="86259"/>
                </a:cubicBezTo>
                <a:lnTo>
                  <a:pt x="2267494" y="89790"/>
                </a:lnTo>
                <a:lnTo>
                  <a:pt x="2294935" y="89790"/>
                </a:lnTo>
                <a:close/>
                <a:moveTo>
                  <a:pt x="2368110" y="137510"/>
                </a:moveTo>
                <a:lnTo>
                  <a:pt x="2368110" y="172518"/>
                </a:lnTo>
                <a:cubicBezTo>
                  <a:pt x="2368110" y="177426"/>
                  <a:pt x="2368497" y="180766"/>
                  <a:pt x="2369270" y="182538"/>
                </a:cubicBezTo>
                <a:cubicBezTo>
                  <a:pt x="2370043" y="184312"/>
                  <a:pt x="2371237" y="185607"/>
                  <a:pt x="2372852" y="186425"/>
                </a:cubicBezTo>
                <a:cubicBezTo>
                  <a:pt x="2374466" y="187243"/>
                  <a:pt x="2377627" y="187651"/>
                  <a:pt x="2382335" y="187651"/>
                </a:cubicBezTo>
                <a:lnTo>
                  <a:pt x="2382335" y="191283"/>
                </a:lnTo>
                <a:lnTo>
                  <a:pt x="2328562" y="191283"/>
                </a:lnTo>
                <a:lnTo>
                  <a:pt x="2328562" y="187651"/>
                </a:lnTo>
                <a:cubicBezTo>
                  <a:pt x="2332732" y="187515"/>
                  <a:pt x="2335826" y="186322"/>
                  <a:pt x="2337843" y="184073"/>
                </a:cubicBezTo>
                <a:cubicBezTo>
                  <a:pt x="2339189" y="182507"/>
                  <a:pt x="2339861" y="178454"/>
                  <a:pt x="2339861" y="171913"/>
                </a:cubicBezTo>
                <a:lnTo>
                  <a:pt x="2339861" y="72437"/>
                </a:lnTo>
                <a:cubicBezTo>
                  <a:pt x="2339861" y="65695"/>
                  <a:pt x="2339088" y="61387"/>
                  <a:pt x="2337541" y="59514"/>
                </a:cubicBezTo>
                <a:cubicBezTo>
                  <a:pt x="2335994" y="57642"/>
                  <a:pt x="2333001" y="56569"/>
                  <a:pt x="2328562" y="56295"/>
                </a:cubicBezTo>
                <a:lnTo>
                  <a:pt x="2328562" y="52663"/>
                </a:lnTo>
                <a:lnTo>
                  <a:pt x="2368110" y="52663"/>
                </a:lnTo>
                <a:lnTo>
                  <a:pt x="2368110" y="65073"/>
                </a:lnTo>
                <a:cubicBezTo>
                  <a:pt x="2371405" y="60230"/>
                  <a:pt x="2374768" y="56733"/>
                  <a:pt x="2378199" y="54580"/>
                </a:cubicBezTo>
                <a:cubicBezTo>
                  <a:pt x="2383108" y="51419"/>
                  <a:pt x="2388456" y="49839"/>
                  <a:pt x="2394240" y="49839"/>
                </a:cubicBezTo>
                <a:cubicBezTo>
                  <a:pt x="2401167" y="49839"/>
                  <a:pt x="2407473" y="52027"/>
                  <a:pt x="2413156" y="56403"/>
                </a:cubicBezTo>
                <a:cubicBezTo>
                  <a:pt x="2418840" y="60779"/>
                  <a:pt x="2423161" y="66821"/>
                  <a:pt x="2426120" y="74531"/>
                </a:cubicBezTo>
                <a:cubicBezTo>
                  <a:pt x="2429080" y="82240"/>
                  <a:pt x="2430559" y="90538"/>
                  <a:pt x="2430559" y="99425"/>
                </a:cubicBezTo>
                <a:cubicBezTo>
                  <a:pt x="2430559" y="108984"/>
                  <a:pt x="2429029" y="117719"/>
                  <a:pt x="2425969" y="125631"/>
                </a:cubicBezTo>
                <a:cubicBezTo>
                  <a:pt x="2422909" y="133542"/>
                  <a:pt x="2418470" y="139568"/>
                  <a:pt x="2412652" y="143708"/>
                </a:cubicBezTo>
                <a:cubicBezTo>
                  <a:pt x="2406834" y="147849"/>
                  <a:pt x="2400360" y="149919"/>
                  <a:pt x="2393231" y="149919"/>
                </a:cubicBezTo>
                <a:cubicBezTo>
                  <a:pt x="2388052" y="149919"/>
                  <a:pt x="2383209" y="148776"/>
                  <a:pt x="2378703" y="146489"/>
                </a:cubicBezTo>
                <a:cubicBezTo>
                  <a:pt x="2375340" y="144740"/>
                  <a:pt x="2371809" y="141747"/>
                  <a:pt x="2368110" y="137510"/>
                </a:cubicBezTo>
                <a:moveTo>
                  <a:pt x="2368110" y="127305"/>
                </a:moveTo>
                <a:cubicBezTo>
                  <a:pt x="2373894" y="135521"/>
                  <a:pt x="2380082" y="139629"/>
                  <a:pt x="2386673" y="139629"/>
                </a:cubicBezTo>
                <a:cubicBezTo>
                  <a:pt x="2390305" y="139629"/>
                  <a:pt x="2393298" y="137710"/>
                  <a:pt x="2395652" y="133872"/>
                </a:cubicBezTo>
                <a:cubicBezTo>
                  <a:pt x="2399150" y="128214"/>
                  <a:pt x="2400898" y="117438"/>
                  <a:pt x="2400898" y="101544"/>
                </a:cubicBezTo>
                <a:cubicBezTo>
                  <a:pt x="2400898" y="85246"/>
                  <a:pt x="2398981" y="74100"/>
                  <a:pt x="2395148" y="68106"/>
                </a:cubicBezTo>
                <a:cubicBezTo>
                  <a:pt x="2392592" y="64133"/>
                  <a:pt x="2389162" y="62147"/>
                  <a:pt x="2384857" y="62147"/>
                </a:cubicBezTo>
                <a:cubicBezTo>
                  <a:pt x="2378064" y="62147"/>
                  <a:pt x="2372482" y="67063"/>
                  <a:pt x="2368110" y="76895"/>
                </a:cubicBezTo>
                <a:lnTo>
                  <a:pt x="2368110" y="127305"/>
                </a:lnTo>
                <a:close/>
                <a:moveTo>
                  <a:pt x="2485613" y="52663"/>
                </a:moveTo>
                <a:lnTo>
                  <a:pt x="2485613" y="74052"/>
                </a:lnTo>
                <a:cubicBezTo>
                  <a:pt x="2491868" y="64299"/>
                  <a:pt x="2497349" y="57826"/>
                  <a:pt x="2502057" y="54631"/>
                </a:cubicBezTo>
                <a:cubicBezTo>
                  <a:pt x="2506765" y="51436"/>
                  <a:pt x="2511305" y="49839"/>
                  <a:pt x="2515677" y="49839"/>
                </a:cubicBezTo>
                <a:cubicBezTo>
                  <a:pt x="2519444" y="49839"/>
                  <a:pt x="2522454" y="51003"/>
                  <a:pt x="2524707" y="53332"/>
                </a:cubicBezTo>
                <a:cubicBezTo>
                  <a:pt x="2526960" y="55661"/>
                  <a:pt x="2528086" y="58951"/>
                  <a:pt x="2528086" y="63203"/>
                </a:cubicBezTo>
                <a:cubicBezTo>
                  <a:pt x="2528086" y="67726"/>
                  <a:pt x="2526993" y="71237"/>
                  <a:pt x="2524808" y="73736"/>
                </a:cubicBezTo>
                <a:cubicBezTo>
                  <a:pt x="2522622" y="76233"/>
                  <a:pt x="2519982" y="77482"/>
                  <a:pt x="2516888" y="77482"/>
                </a:cubicBezTo>
                <a:cubicBezTo>
                  <a:pt x="2513323" y="77482"/>
                  <a:pt x="2510229" y="76338"/>
                  <a:pt x="2507606" y="74052"/>
                </a:cubicBezTo>
                <a:cubicBezTo>
                  <a:pt x="2504983" y="71765"/>
                  <a:pt x="2503436" y="70487"/>
                  <a:pt x="2502965" y="70218"/>
                </a:cubicBezTo>
                <a:cubicBezTo>
                  <a:pt x="2502293" y="69814"/>
                  <a:pt x="2501519" y="69613"/>
                  <a:pt x="2500645" y="69613"/>
                </a:cubicBezTo>
                <a:cubicBezTo>
                  <a:pt x="2498694" y="69613"/>
                  <a:pt x="2496845" y="70352"/>
                  <a:pt x="2495096" y="71832"/>
                </a:cubicBezTo>
                <a:cubicBezTo>
                  <a:pt x="2492339" y="74119"/>
                  <a:pt x="2490253" y="77381"/>
                  <a:pt x="2488841" y="81618"/>
                </a:cubicBezTo>
                <a:cubicBezTo>
                  <a:pt x="2486689" y="88142"/>
                  <a:pt x="2485613" y="95339"/>
                  <a:pt x="2485613" y="103208"/>
                </a:cubicBezTo>
                <a:lnTo>
                  <a:pt x="2485613" y="124899"/>
                </a:lnTo>
                <a:lnTo>
                  <a:pt x="2485714" y="130549"/>
                </a:lnTo>
                <a:cubicBezTo>
                  <a:pt x="2485714" y="134383"/>
                  <a:pt x="2485949" y="136838"/>
                  <a:pt x="2486420" y="137914"/>
                </a:cubicBezTo>
                <a:cubicBezTo>
                  <a:pt x="2487227" y="139730"/>
                  <a:pt x="2488421" y="141058"/>
                  <a:pt x="2490001" y="141899"/>
                </a:cubicBezTo>
                <a:cubicBezTo>
                  <a:pt x="2491582" y="142739"/>
                  <a:pt x="2494255" y="143261"/>
                  <a:pt x="2498022" y="143463"/>
                </a:cubicBezTo>
                <a:lnTo>
                  <a:pt x="2498022" y="147094"/>
                </a:lnTo>
                <a:lnTo>
                  <a:pt x="2447074" y="147094"/>
                </a:lnTo>
                <a:lnTo>
                  <a:pt x="2447074" y="143463"/>
                </a:lnTo>
                <a:cubicBezTo>
                  <a:pt x="2451176" y="143126"/>
                  <a:pt x="2453951" y="142000"/>
                  <a:pt x="2455397" y="140083"/>
                </a:cubicBezTo>
                <a:cubicBezTo>
                  <a:pt x="2456843" y="138166"/>
                  <a:pt x="2457566" y="133105"/>
                  <a:pt x="2457566" y="124899"/>
                </a:cubicBezTo>
                <a:lnTo>
                  <a:pt x="2457566" y="72639"/>
                </a:lnTo>
                <a:cubicBezTo>
                  <a:pt x="2457566" y="67225"/>
                  <a:pt x="2457297" y="63774"/>
                  <a:pt x="2456759" y="62286"/>
                </a:cubicBezTo>
                <a:cubicBezTo>
                  <a:pt x="2456086" y="60390"/>
                  <a:pt x="2455111" y="59003"/>
                  <a:pt x="2453833" y="58124"/>
                </a:cubicBezTo>
                <a:cubicBezTo>
                  <a:pt x="2452555" y="57243"/>
                  <a:pt x="2450302" y="56634"/>
                  <a:pt x="2447074" y="56295"/>
                </a:cubicBezTo>
                <a:lnTo>
                  <a:pt x="2447074" y="52663"/>
                </a:lnTo>
                <a:lnTo>
                  <a:pt x="2485613" y="52663"/>
                </a:lnTo>
                <a:close/>
                <a:moveTo>
                  <a:pt x="2578935" y="49839"/>
                </a:moveTo>
                <a:cubicBezTo>
                  <a:pt x="2587140" y="49839"/>
                  <a:pt x="2594774" y="51959"/>
                  <a:pt x="2601836" y="56201"/>
                </a:cubicBezTo>
                <a:cubicBezTo>
                  <a:pt x="2608898" y="60442"/>
                  <a:pt x="2614262" y="66468"/>
                  <a:pt x="2617928" y="74279"/>
                </a:cubicBezTo>
                <a:cubicBezTo>
                  <a:pt x="2621593" y="82089"/>
                  <a:pt x="2623426" y="90639"/>
                  <a:pt x="2623426" y="99929"/>
                </a:cubicBezTo>
                <a:cubicBezTo>
                  <a:pt x="2623426" y="113326"/>
                  <a:pt x="2620030" y="124537"/>
                  <a:pt x="2613237" y="133560"/>
                </a:cubicBezTo>
                <a:cubicBezTo>
                  <a:pt x="2605031" y="144466"/>
                  <a:pt x="2593698" y="149919"/>
                  <a:pt x="2579237" y="149919"/>
                </a:cubicBezTo>
                <a:cubicBezTo>
                  <a:pt x="2565046" y="149919"/>
                  <a:pt x="2554116" y="144937"/>
                  <a:pt x="2546449" y="134972"/>
                </a:cubicBezTo>
                <a:cubicBezTo>
                  <a:pt x="2538781" y="125007"/>
                  <a:pt x="2534948" y="113461"/>
                  <a:pt x="2534948" y="100333"/>
                </a:cubicBezTo>
                <a:cubicBezTo>
                  <a:pt x="2534948" y="86801"/>
                  <a:pt x="2538865" y="75003"/>
                  <a:pt x="2546701" y="64937"/>
                </a:cubicBezTo>
                <a:cubicBezTo>
                  <a:pt x="2554537" y="54871"/>
                  <a:pt x="2565281" y="49839"/>
                  <a:pt x="2578935" y="49839"/>
                </a:cubicBezTo>
                <a:moveTo>
                  <a:pt x="2579338" y="56901"/>
                </a:moveTo>
                <a:cubicBezTo>
                  <a:pt x="2575908" y="56901"/>
                  <a:pt x="2572966" y="58198"/>
                  <a:pt x="2570511" y="60791"/>
                </a:cubicBezTo>
                <a:cubicBezTo>
                  <a:pt x="2568056" y="63383"/>
                  <a:pt x="2566441" y="68500"/>
                  <a:pt x="2565668" y="76142"/>
                </a:cubicBezTo>
                <a:cubicBezTo>
                  <a:pt x="2564894" y="83784"/>
                  <a:pt x="2564508" y="94407"/>
                  <a:pt x="2564508" y="108010"/>
                </a:cubicBezTo>
                <a:cubicBezTo>
                  <a:pt x="2564508" y="115215"/>
                  <a:pt x="2564979" y="121949"/>
                  <a:pt x="2565920" y="128213"/>
                </a:cubicBezTo>
                <a:cubicBezTo>
                  <a:pt x="2566660" y="132992"/>
                  <a:pt x="2568241" y="136628"/>
                  <a:pt x="2570662" y="139121"/>
                </a:cubicBezTo>
                <a:cubicBezTo>
                  <a:pt x="2573083" y="141612"/>
                  <a:pt x="2575841" y="142857"/>
                  <a:pt x="2578935" y="142857"/>
                </a:cubicBezTo>
                <a:cubicBezTo>
                  <a:pt x="2581961" y="142857"/>
                  <a:pt x="2584484" y="142015"/>
                  <a:pt x="2586501" y="140332"/>
                </a:cubicBezTo>
                <a:cubicBezTo>
                  <a:pt x="2589124" y="138043"/>
                  <a:pt x="2590873" y="134844"/>
                  <a:pt x="2591747" y="130735"/>
                </a:cubicBezTo>
                <a:cubicBezTo>
                  <a:pt x="2593093" y="124339"/>
                  <a:pt x="2593765" y="111411"/>
                  <a:pt x="2593765" y="91950"/>
                </a:cubicBezTo>
                <a:cubicBezTo>
                  <a:pt x="2593765" y="80503"/>
                  <a:pt x="2593126" y="72642"/>
                  <a:pt x="2591848" y="68367"/>
                </a:cubicBezTo>
                <a:cubicBezTo>
                  <a:pt x="2590570" y="64090"/>
                  <a:pt x="2588687" y="60975"/>
                  <a:pt x="2586199" y="59023"/>
                </a:cubicBezTo>
                <a:cubicBezTo>
                  <a:pt x="2584450" y="57608"/>
                  <a:pt x="2582163" y="56901"/>
                  <a:pt x="2579338" y="56901"/>
                </a:cubicBezTo>
                <a:close/>
                <a:moveTo>
                  <a:pt x="2714729" y="122702"/>
                </a:moveTo>
                <a:lnTo>
                  <a:pt x="2717857" y="125120"/>
                </a:lnTo>
                <a:cubicBezTo>
                  <a:pt x="2713418" y="133487"/>
                  <a:pt x="2707886" y="139713"/>
                  <a:pt x="2701261" y="143797"/>
                </a:cubicBezTo>
                <a:cubicBezTo>
                  <a:pt x="2694636" y="147878"/>
                  <a:pt x="2687590" y="149919"/>
                  <a:pt x="2680125" y="149919"/>
                </a:cubicBezTo>
                <a:cubicBezTo>
                  <a:pt x="2667547" y="149919"/>
                  <a:pt x="2657492" y="145173"/>
                  <a:pt x="2649959" y="135682"/>
                </a:cubicBezTo>
                <a:cubicBezTo>
                  <a:pt x="2642426" y="126188"/>
                  <a:pt x="2638660" y="114776"/>
                  <a:pt x="2638660" y="101446"/>
                </a:cubicBezTo>
                <a:cubicBezTo>
                  <a:pt x="2638660" y="88585"/>
                  <a:pt x="2642090" y="77274"/>
                  <a:pt x="2648950" y="67513"/>
                </a:cubicBezTo>
                <a:cubicBezTo>
                  <a:pt x="2657223" y="55730"/>
                  <a:pt x="2668623" y="49839"/>
                  <a:pt x="2683151" y="49839"/>
                </a:cubicBezTo>
                <a:cubicBezTo>
                  <a:pt x="2692904" y="49839"/>
                  <a:pt x="2700655" y="52301"/>
                  <a:pt x="2706406" y="57225"/>
                </a:cubicBezTo>
                <a:cubicBezTo>
                  <a:pt x="2712157" y="62148"/>
                  <a:pt x="2715032" y="67644"/>
                  <a:pt x="2715032" y="73714"/>
                </a:cubicBezTo>
                <a:cubicBezTo>
                  <a:pt x="2715032" y="77559"/>
                  <a:pt x="2713872" y="80627"/>
                  <a:pt x="2711551" y="82920"/>
                </a:cubicBezTo>
                <a:cubicBezTo>
                  <a:pt x="2709231" y="85213"/>
                  <a:pt x="2706187" y="86360"/>
                  <a:pt x="2702421" y="86360"/>
                </a:cubicBezTo>
                <a:cubicBezTo>
                  <a:pt x="2698453" y="86360"/>
                  <a:pt x="2695174" y="85044"/>
                  <a:pt x="2692584" y="82413"/>
                </a:cubicBezTo>
                <a:cubicBezTo>
                  <a:pt x="2689995" y="79779"/>
                  <a:pt x="2688397" y="75088"/>
                  <a:pt x="2687792" y="68339"/>
                </a:cubicBezTo>
                <a:cubicBezTo>
                  <a:pt x="2687389" y="64087"/>
                  <a:pt x="2686413" y="61117"/>
                  <a:pt x="2684866" y="59429"/>
                </a:cubicBezTo>
                <a:cubicBezTo>
                  <a:pt x="2683319" y="57744"/>
                  <a:pt x="2681503" y="56901"/>
                  <a:pt x="2679418" y="56901"/>
                </a:cubicBezTo>
                <a:cubicBezTo>
                  <a:pt x="2676190" y="56901"/>
                  <a:pt x="2673432" y="58616"/>
                  <a:pt x="2671146" y="62046"/>
                </a:cubicBezTo>
                <a:cubicBezTo>
                  <a:pt x="2667648" y="67225"/>
                  <a:pt x="2665900" y="75161"/>
                  <a:pt x="2665900" y="85856"/>
                </a:cubicBezTo>
                <a:cubicBezTo>
                  <a:pt x="2665900" y="94734"/>
                  <a:pt x="2667312" y="103225"/>
                  <a:pt x="2670137" y="111330"/>
                </a:cubicBezTo>
                <a:cubicBezTo>
                  <a:pt x="2672962" y="119434"/>
                  <a:pt x="2676829" y="125471"/>
                  <a:pt x="2681739" y="129439"/>
                </a:cubicBezTo>
                <a:cubicBezTo>
                  <a:pt x="2685438" y="132331"/>
                  <a:pt x="2689810" y="133777"/>
                  <a:pt x="2694854" y="133777"/>
                </a:cubicBezTo>
                <a:cubicBezTo>
                  <a:pt x="2698150" y="133777"/>
                  <a:pt x="2701278" y="133006"/>
                  <a:pt x="2704237" y="131463"/>
                </a:cubicBezTo>
                <a:cubicBezTo>
                  <a:pt x="2707196" y="129918"/>
                  <a:pt x="2710694" y="126998"/>
                  <a:pt x="2714729" y="122702"/>
                </a:cubicBezTo>
                <a:close/>
                <a:moveTo>
                  <a:pt x="2809393" y="96449"/>
                </a:moveTo>
                <a:lnTo>
                  <a:pt x="2757637" y="96449"/>
                </a:lnTo>
                <a:cubicBezTo>
                  <a:pt x="2758243" y="108993"/>
                  <a:pt x="2761572" y="118906"/>
                  <a:pt x="2767625" y="126189"/>
                </a:cubicBezTo>
                <a:cubicBezTo>
                  <a:pt x="2772266" y="131786"/>
                  <a:pt x="2777848" y="134584"/>
                  <a:pt x="2784373" y="134584"/>
                </a:cubicBezTo>
                <a:cubicBezTo>
                  <a:pt x="2788408" y="134584"/>
                  <a:pt x="2792074" y="133458"/>
                  <a:pt x="2795369" y="131205"/>
                </a:cubicBezTo>
                <a:cubicBezTo>
                  <a:pt x="2798665" y="128951"/>
                  <a:pt x="2802196" y="124899"/>
                  <a:pt x="2805963" y="119048"/>
                </a:cubicBezTo>
                <a:lnTo>
                  <a:pt x="2809393" y="121267"/>
                </a:lnTo>
                <a:cubicBezTo>
                  <a:pt x="2804281" y="131692"/>
                  <a:pt x="2798631" y="139074"/>
                  <a:pt x="2792444" y="143412"/>
                </a:cubicBezTo>
                <a:cubicBezTo>
                  <a:pt x="2786256" y="147750"/>
                  <a:pt x="2779093" y="149919"/>
                  <a:pt x="2770954" y="149919"/>
                </a:cubicBezTo>
                <a:cubicBezTo>
                  <a:pt x="2756965" y="149919"/>
                  <a:pt x="2746371" y="144533"/>
                  <a:pt x="2739175" y="133762"/>
                </a:cubicBezTo>
                <a:cubicBezTo>
                  <a:pt x="2733391" y="125077"/>
                  <a:pt x="2730498" y="114305"/>
                  <a:pt x="2730498" y="101446"/>
                </a:cubicBezTo>
                <a:cubicBezTo>
                  <a:pt x="2730498" y="85691"/>
                  <a:pt x="2734753" y="73151"/>
                  <a:pt x="2743261" y="63827"/>
                </a:cubicBezTo>
                <a:cubicBezTo>
                  <a:pt x="2751769" y="54502"/>
                  <a:pt x="2761740" y="49839"/>
                  <a:pt x="2773174" y="49839"/>
                </a:cubicBezTo>
                <a:cubicBezTo>
                  <a:pt x="2782725" y="49839"/>
                  <a:pt x="2791014" y="53756"/>
                  <a:pt x="2798043" y="61592"/>
                </a:cubicBezTo>
                <a:cubicBezTo>
                  <a:pt x="2805071" y="69428"/>
                  <a:pt x="2808855" y="81047"/>
                  <a:pt x="2809393" y="96449"/>
                </a:cubicBezTo>
                <a:moveTo>
                  <a:pt x="2784574" y="89790"/>
                </a:moveTo>
                <a:cubicBezTo>
                  <a:pt x="2784574" y="78962"/>
                  <a:pt x="2783986" y="71529"/>
                  <a:pt x="2782809" y="67494"/>
                </a:cubicBezTo>
                <a:cubicBezTo>
                  <a:pt x="2781632" y="63458"/>
                  <a:pt x="2779799" y="60398"/>
                  <a:pt x="2777310" y="58313"/>
                </a:cubicBezTo>
                <a:cubicBezTo>
                  <a:pt x="2775898" y="57103"/>
                  <a:pt x="2774015" y="56497"/>
                  <a:pt x="2771661" y="56497"/>
                </a:cubicBezTo>
                <a:cubicBezTo>
                  <a:pt x="2768163" y="56497"/>
                  <a:pt x="2765305" y="58212"/>
                  <a:pt x="2763085" y="61642"/>
                </a:cubicBezTo>
                <a:cubicBezTo>
                  <a:pt x="2759117" y="67628"/>
                  <a:pt x="2757133" y="75834"/>
                  <a:pt x="2757133" y="86259"/>
                </a:cubicBezTo>
                <a:lnTo>
                  <a:pt x="2757133" y="89790"/>
                </a:lnTo>
                <a:lnTo>
                  <a:pt x="2784574" y="89790"/>
                </a:lnTo>
                <a:close/>
                <a:moveTo>
                  <a:pt x="2880853" y="50242"/>
                </a:moveTo>
                <a:lnTo>
                  <a:pt x="2882366" y="82526"/>
                </a:lnTo>
                <a:lnTo>
                  <a:pt x="2878936" y="82526"/>
                </a:lnTo>
                <a:cubicBezTo>
                  <a:pt x="2874833" y="72898"/>
                  <a:pt x="2870579" y="66321"/>
                  <a:pt x="2866174" y="62796"/>
                </a:cubicBezTo>
                <a:cubicBezTo>
                  <a:pt x="2861768" y="59270"/>
                  <a:pt x="2857380" y="57506"/>
                  <a:pt x="2853008" y="57506"/>
                </a:cubicBezTo>
                <a:cubicBezTo>
                  <a:pt x="2850250" y="57506"/>
                  <a:pt x="2847896" y="58431"/>
                  <a:pt x="2845946" y="60280"/>
                </a:cubicBezTo>
                <a:cubicBezTo>
                  <a:pt x="2843995" y="62130"/>
                  <a:pt x="2843020" y="64266"/>
                  <a:pt x="2843020" y="66687"/>
                </a:cubicBezTo>
                <a:cubicBezTo>
                  <a:pt x="2843020" y="68503"/>
                  <a:pt x="2843693" y="70252"/>
                  <a:pt x="2845038" y="71933"/>
                </a:cubicBezTo>
                <a:cubicBezTo>
                  <a:pt x="2847190" y="74691"/>
                  <a:pt x="2853210" y="79416"/>
                  <a:pt x="2863097" y="86108"/>
                </a:cubicBezTo>
                <a:cubicBezTo>
                  <a:pt x="2872984" y="92800"/>
                  <a:pt x="2879491" y="98483"/>
                  <a:pt x="2882618" y="103158"/>
                </a:cubicBezTo>
                <a:cubicBezTo>
                  <a:pt x="2885746" y="107832"/>
                  <a:pt x="2887310" y="113062"/>
                  <a:pt x="2887310" y="118846"/>
                </a:cubicBezTo>
                <a:cubicBezTo>
                  <a:pt x="2887310" y="124092"/>
                  <a:pt x="2885998" y="129237"/>
                  <a:pt x="2883375" y="134282"/>
                </a:cubicBezTo>
                <a:cubicBezTo>
                  <a:pt x="2880752" y="139326"/>
                  <a:pt x="2877053" y="143193"/>
                  <a:pt x="2872277" y="145884"/>
                </a:cubicBezTo>
                <a:cubicBezTo>
                  <a:pt x="2867502" y="148574"/>
                  <a:pt x="2862222" y="149919"/>
                  <a:pt x="2856438" y="149919"/>
                </a:cubicBezTo>
                <a:cubicBezTo>
                  <a:pt x="2851932" y="149919"/>
                  <a:pt x="2845912" y="148481"/>
                  <a:pt x="2838379" y="145603"/>
                </a:cubicBezTo>
                <a:cubicBezTo>
                  <a:pt x="2836361" y="144849"/>
                  <a:pt x="2834983" y="144471"/>
                  <a:pt x="2834243" y="144471"/>
                </a:cubicBezTo>
                <a:cubicBezTo>
                  <a:pt x="2832023" y="144471"/>
                  <a:pt x="2830174" y="146153"/>
                  <a:pt x="2828694" y="149516"/>
                </a:cubicBezTo>
                <a:lnTo>
                  <a:pt x="2825365" y="149516"/>
                </a:lnTo>
                <a:lnTo>
                  <a:pt x="2823750" y="115617"/>
                </a:lnTo>
                <a:lnTo>
                  <a:pt x="2827181" y="115617"/>
                </a:lnTo>
                <a:cubicBezTo>
                  <a:pt x="2830207" y="124496"/>
                  <a:pt x="2834360" y="131154"/>
                  <a:pt x="2839640" y="135593"/>
                </a:cubicBezTo>
                <a:cubicBezTo>
                  <a:pt x="2844920" y="140032"/>
                  <a:pt x="2849914" y="142252"/>
                  <a:pt x="2854622" y="142252"/>
                </a:cubicBezTo>
                <a:cubicBezTo>
                  <a:pt x="2857850" y="142252"/>
                  <a:pt x="2860490" y="141260"/>
                  <a:pt x="2862542" y="139276"/>
                </a:cubicBezTo>
                <a:cubicBezTo>
                  <a:pt x="2864593" y="137292"/>
                  <a:pt x="2865619" y="134887"/>
                  <a:pt x="2865619" y="132062"/>
                </a:cubicBezTo>
                <a:cubicBezTo>
                  <a:pt x="2865619" y="128834"/>
                  <a:pt x="2864610" y="126043"/>
                  <a:pt x="2862592" y="123689"/>
                </a:cubicBezTo>
                <a:cubicBezTo>
                  <a:pt x="2860574" y="121334"/>
                  <a:pt x="2856068" y="117770"/>
                  <a:pt x="2849073" y="112994"/>
                </a:cubicBezTo>
                <a:cubicBezTo>
                  <a:pt x="2838783" y="105865"/>
                  <a:pt x="2832124" y="100417"/>
                  <a:pt x="2829097" y="96651"/>
                </a:cubicBezTo>
                <a:cubicBezTo>
                  <a:pt x="2824658" y="91135"/>
                  <a:pt x="2822439" y="85048"/>
                  <a:pt x="2822439" y="78390"/>
                </a:cubicBezTo>
                <a:cubicBezTo>
                  <a:pt x="2822439" y="71126"/>
                  <a:pt x="2824944" y="64551"/>
                  <a:pt x="2829955" y="58666"/>
                </a:cubicBezTo>
                <a:cubicBezTo>
                  <a:pt x="2834966" y="52781"/>
                  <a:pt x="2842213" y="49839"/>
                  <a:pt x="2851696" y="49839"/>
                </a:cubicBezTo>
                <a:cubicBezTo>
                  <a:pt x="2856808" y="49839"/>
                  <a:pt x="2861751" y="51131"/>
                  <a:pt x="2866527" y="53716"/>
                </a:cubicBezTo>
                <a:cubicBezTo>
                  <a:pt x="2868343" y="54763"/>
                  <a:pt x="2869822" y="55287"/>
                  <a:pt x="2870966" y="55287"/>
                </a:cubicBezTo>
                <a:cubicBezTo>
                  <a:pt x="2872177" y="55287"/>
                  <a:pt x="2873152" y="55034"/>
                  <a:pt x="2873892" y="54530"/>
                </a:cubicBezTo>
                <a:cubicBezTo>
                  <a:pt x="2874631" y="54025"/>
                  <a:pt x="2875808" y="52596"/>
                  <a:pt x="2877423" y="50242"/>
                </a:cubicBezTo>
                <a:lnTo>
                  <a:pt x="2880853" y="50242"/>
                </a:lnTo>
                <a:close/>
                <a:moveTo>
                  <a:pt x="2961227" y="50242"/>
                </a:moveTo>
                <a:lnTo>
                  <a:pt x="2962741" y="82526"/>
                </a:lnTo>
                <a:lnTo>
                  <a:pt x="2959310" y="82526"/>
                </a:lnTo>
                <a:cubicBezTo>
                  <a:pt x="2955208" y="72898"/>
                  <a:pt x="2950953" y="66321"/>
                  <a:pt x="2946548" y="62796"/>
                </a:cubicBezTo>
                <a:cubicBezTo>
                  <a:pt x="2942143" y="59270"/>
                  <a:pt x="2937754" y="57506"/>
                  <a:pt x="2933382" y="57506"/>
                </a:cubicBezTo>
                <a:cubicBezTo>
                  <a:pt x="2930625" y="57506"/>
                  <a:pt x="2928271" y="58431"/>
                  <a:pt x="2926320" y="60280"/>
                </a:cubicBezTo>
                <a:cubicBezTo>
                  <a:pt x="2924370" y="62130"/>
                  <a:pt x="2923394" y="64266"/>
                  <a:pt x="2923394" y="66687"/>
                </a:cubicBezTo>
                <a:cubicBezTo>
                  <a:pt x="2923394" y="68503"/>
                  <a:pt x="2924067" y="70252"/>
                  <a:pt x="2925412" y="71933"/>
                </a:cubicBezTo>
                <a:cubicBezTo>
                  <a:pt x="2927564" y="74691"/>
                  <a:pt x="2933584" y="79416"/>
                  <a:pt x="2943471" y="86108"/>
                </a:cubicBezTo>
                <a:cubicBezTo>
                  <a:pt x="2953358" y="92800"/>
                  <a:pt x="2959865" y="98483"/>
                  <a:pt x="2962993" y="103158"/>
                </a:cubicBezTo>
                <a:cubicBezTo>
                  <a:pt x="2966120" y="107832"/>
                  <a:pt x="2967684" y="113062"/>
                  <a:pt x="2967684" y="118846"/>
                </a:cubicBezTo>
                <a:cubicBezTo>
                  <a:pt x="2967684" y="124092"/>
                  <a:pt x="2966372" y="129237"/>
                  <a:pt x="2963749" y="134282"/>
                </a:cubicBezTo>
                <a:cubicBezTo>
                  <a:pt x="2961126" y="139326"/>
                  <a:pt x="2957427" y="143193"/>
                  <a:pt x="2952652" y="145884"/>
                </a:cubicBezTo>
                <a:cubicBezTo>
                  <a:pt x="2947876" y="148574"/>
                  <a:pt x="2942597" y="149919"/>
                  <a:pt x="2936812" y="149919"/>
                </a:cubicBezTo>
                <a:cubicBezTo>
                  <a:pt x="2932306" y="149919"/>
                  <a:pt x="2926286" y="148481"/>
                  <a:pt x="2918753" y="145603"/>
                </a:cubicBezTo>
                <a:cubicBezTo>
                  <a:pt x="2916736" y="144849"/>
                  <a:pt x="2915357" y="144471"/>
                  <a:pt x="2914617" y="144471"/>
                </a:cubicBezTo>
                <a:cubicBezTo>
                  <a:pt x="2912397" y="144471"/>
                  <a:pt x="2910548" y="146153"/>
                  <a:pt x="2909068" y="149516"/>
                </a:cubicBezTo>
                <a:lnTo>
                  <a:pt x="2905739" y="149516"/>
                </a:lnTo>
                <a:lnTo>
                  <a:pt x="2904125" y="115617"/>
                </a:lnTo>
                <a:lnTo>
                  <a:pt x="2907555" y="115617"/>
                </a:lnTo>
                <a:cubicBezTo>
                  <a:pt x="2910582" y="124496"/>
                  <a:pt x="2914735" y="131154"/>
                  <a:pt x="2920015" y="135593"/>
                </a:cubicBezTo>
                <a:cubicBezTo>
                  <a:pt x="2925294" y="140032"/>
                  <a:pt x="2930288" y="142252"/>
                  <a:pt x="2934996" y="142252"/>
                </a:cubicBezTo>
                <a:cubicBezTo>
                  <a:pt x="2938225" y="142252"/>
                  <a:pt x="2940865" y="141260"/>
                  <a:pt x="2942916" y="139276"/>
                </a:cubicBezTo>
                <a:cubicBezTo>
                  <a:pt x="2944967" y="137292"/>
                  <a:pt x="2945993" y="134887"/>
                  <a:pt x="2945993" y="132062"/>
                </a:cubicBezTo>
                <a:cubicBezTo>
                  <a:pt x="2945993" y="128834"/>
                  <a:pt x="2944984" y="126043"/>
                  <a:pt x="2942967" y="123689"/>
                </a:cubicBezTo>
                <a:cubicBezTo>
                  <a:pt x="2940949" y="121334"/>
                  <a:pt x="2936442" y="117770"/>
                  <a:pt x="2929448" y="112994"/>
                </a:cubicBezTo>
                <a:cubicBezTo>
                  <a:pt x="2919157" y="105865"/>
                  <a:pt x="2912498" y="100417"/>
                  <a:pt x="2909472" y="96651"/>
                </a:cubicBezTo>
                <a:cubicBezTo>
                  <a:pt x="2905033" y="91135"/>
                  <a:pt x="2902813" y="85048"/>
                  <a:pt x="2902813" y="78390"/>
                </a:cubicBezTo>
                <a:cubicBezTo>
                  <a:pt x="2902813" y="71126"/>
                  <a:pt x="2905319" y="64551"/>
                  <a:pt x="2910329" y="58666"/>
                </a:cubicBezTo>
                <a:cubicBezTo>
                  <a:pt x="2915340" y="52781"/>
                  <a:pt x="2922587" y="49839"/>
                  <a:pt x="2932071" y="49839"/>
                </a:cubicBezTo>
                <a:cubicBezTo>
                  <a:pt x="2937182" y="49839"/>
                  <a:pt x="2942126" y="51131"/>
                  <a:pt x="2946901" y="53716"/>
                </a:cubicBezTo>
                <a:cubicBezTo>
                  <a:pt x="2948717" y="54763"/>
                  <a:pt x="2950197" y="55287"/>
                  <a:pt x="2951340" y="55287"/>
                </a:cubicBezTo>
                <a:cubicBezTo>
                  <a:pt x="2952551" y="55287"/>
                  <a:pt x="2953526" y="55034"/>
                  <a:pt x="2954266" y="54530"/>
                </a:cubicBezTo>
                <a:cubicBezTo>
                  <a:pt x="2955006" y="54025"/>
                  <a:pt x="2956183" y="52596"/>
                  <a:pt x="2957797" y="50242"/>
                </a:cubicBezTo>
                <a:lnTo>
                  <a:pt x="2961227" y="50242"/>
                </a:lnTo>
                <a:close/>
                <a:moveTo>
                  <a:pt x="3004677" y="7264"/>
                </a:moveTo>
                <a:cubicBezTo>
                  <a:pt x="3009049" y="7264"/>
                  <a:pt x="3012748" y="8799"/>
                  <a:pt x="3015775" y="11870"/>
                </a:cubicBezTo>
                <a:cubicBezTo>
                  <a:pt x="3018801" y="14939"/>
                  <a:pt x="3020315" y="18633"/>
                  <a:pt x="3020315" y="22952"/>
                </a:cubicBezTo>
                <a:cubicBezTo>
                  <a:pt x="3020315" y="27271"/>
                  <a:pt x="3018785" y="30949"/>
                  <a:pt x="3015724" y="33987"/>
                </a:cubicBezTo>
                <a:cubicBezTo>
                  <a:pt x="3012664" y="37022"/>
                  <a:pt x="3008982" y="38539"/>
                  <a:pt x="3004677" y="38539"/>
                </a:cubicBezTo>
                <a:cubicBezTo>
                  <a:pt x="3000373" y="38539"/>
                  <a:pt x="2996707" y="37022"/>
                  <a:pt x="2993680" y="33987"/>
                </a:cubicBezTo>
                <a:cubicBezTo>
                  <a:pt x="2990654" y="30949"/>
                  <a:pt x="2989140" y="27271"/>
                  <a:pt x="2989140" y="22952"/>
                </a:cubicBezTo>
                <a:cubicBezTo>
                  <a:pt x="2989140" y="18633"/>
                  <a:pt x="2990654" y="14939"/>
                  <a:pt x="2993680" y="11870"/>
                </a:cubicBezTo>
                <a:cubicBezTo>
                  <a:pt x="2996707" y="8799"/>
                  <a:pt x="3000373" y="7264"/>
                  <a:pt x="3004677" y="7264"/>
                </a:cubicBezTo>
                <a:moveTo>
                  <a:pt x="3018801" y="52663"/>
                </a:moveTo>
                <a:lnTo>
                  <a:pt x="3018801" y="127522"/>
                </a:lnTo>
                <a:cubicBezTo>
                  <a:pt x="3018801" y="134181"/>
                  <a:pt x="3019575" y="138435"/>
                  <a:pt x="3021122" y="140285"/>
                </a:cubicBezTo>
                <a:cubicBezTo>
                  <a:pt x="3022669" y="142134"/>
                  <a:pt x="3025695" y="143193"/>
                  <a:pt x="3030202" y="143463"/>
                </a:cubicBezTo>
                <a:lnTo>
                  <a:pt x="3030202" y="147094"/>
                </a:lnTo>
                <a:lnTo>
                  <a:pt x="2979253" y="147094"/>
                </a:lnTo>
                <a:lnTo>
                  <a:pt x="2979253" y="143463"/>
                </a:lnTo>
                <a:cubicBezTo>
                  <a:pt x="2983423" y="143328"/>
                  <a:pt x="2986517" y="142117"/>
                  <a:pt x="2988535" y="139831"/>
                </a:cubicBezTo>
                <a:cubicBezTo>
                  <a:pt x="2989880" y="138284"/>
                  <a:pt x="2990553" y="134181"/>
                  <a:pt x="2990553" y="127522"/>
                </a:cubicBezTo>
                <a:lnTo>
                  <a:pt x="2990553" y="72437"/>
                </a:lnTo>
                <a:cubicBezTo>
                  <a:pt x="2990553" y="65695"/>
                  <a:pt x="2989779" y="61387"/>
                  <a:pt x="2988232" y="59514"/>
                </a:cubicBezTo>
                <a:cubicBezTo>
                  <a:pt x="2986685" y="57642"/>
                  <a:pt x="2983692" y="56569"/>
                  <a:pt x="2979253" y="56295"/>
                </a:cubicBezTo>
                <a:lnTo>
                  <a:pt x="2979253" y="52663"/>
                </a:lnTo>
                <a:lnTo>
                  <a:pt x="3018801" y="52663"/>
                </a:lnTo>
                <a:close/>
                <a:moveTo>
                  <a:pt x="3077957" y="52663"/>
                </a:moveTo>
                <a:lnTo>
                  <a:pt x="3077957" y="64972"/>
                </a:lnTo>
                <a:cubicBezTo>
                  <a:pt x="3082799" y="59690"/>
                  <a:pt x="3087440" y="55848"/>
                  <a:pt x="3091879" y="53445"/>
                </a:cubicBezTo>
                <a:cubicBezTo>
                  <a:pt x="3096318" y="51041"/>
                  <a:pt x="3101094" y="49839"/>
                  <a:pt x="3106205" y="49839"/>
                </a:cubicBezTo>
                <a:cubicBezTo>
                  <a:pt x="3112326" y="49839"/>
                  <a:pt x="3117404" y="51539"/>
                  <a:pt x="3121440" y="54940"/>
                </a:cubicBezTo>
                <a:cubicBezTo>
                  <a:pt x="3125475" y="58340"/>
                  <a:pt x="3128165" y="62566"/>
                  <a:pt x="3129511" y="67617"/>
                </a:cubicBezTo>
                <a:cubicBezTo>
                  <a:pt x="3130587" y="71457"/>
                  <a:pt x="3131125" y="78832"/>
                  <a:pt x="3131125" y="89743"/>
                </a:cubicBezTo>
                <a:lnTo>
                  <a:pt x="3131125" y="126513"/>
                </a:lnTo>
                <a:cubicBezTo>
                  <a:pt x="3131125" y="133777"/>
                  <a:pt x="3131781" y="138300"/>
                  <a:pt x="3133092" y="140083"/>
                </a:cubicBezTo>
                <a:cubicBezTo>
                  <a:pt x="3134404" y="141865"/>
                  <a:pt x="3137144" y="142992"/>
                  <a:pt x="3141314" y="143463"/>
                </a:cubicBezTo>
                <a:lnTo>
                  <a:pt x="3141314" y="147094"/>
                </a:lnTo>
                <a:lnTo>
                  <a:pt x="3093594" y="147094"/>
                </a:lnTo>
                <a:lnTo>
                  <a:pt x="3093594" y="143463"/>
                </a:lnTo>
                <a:cubicBezTo>
                  <a:pt x="3097159" y="142992"/>
                  <a:pt x="3099715" y="141512"/>
                  <a:pt x="3101262" y="139023"/>
                </a:cubicBezTo>
                <a:cubicBezTo>
                  <a:pt x="3102338" y="137342"/>
                  <a:pt x="3102876" y="133172"/>
                  <a:pt x="3102876" y="126513"/>
                </a:cubicBezTo>
                <a:lnTo>
                  <a:pt x="3102876" y="84544"/>
                </a:lnTo>
                <a:cubicBezTo>
                  <a:pt x="3102876" y="76809"/>
                  <a:pt x="3102574" y="71933"/>
                  <a:pt x="3101968" y="69915"/>
                </a:cubicBezTo>
                <a:cubicBezTo>
                  <a:pt x="3101363" y="67898"/>
                  <a:pt x="3100337" y="66334"/>
                  <a:pt x="3098891" y="65224"/>
                </a:cubicBezTo>
                <a:cubicBezTo>
                  <a:pt x="3097445" y="64114"/>
                  <a:pt x="3095848" y="63559"/>
                  <a:pt x="3094099" y="63559"/>
                </a:cubicBezTo>
                <a:cubicBezTo>
                  <a:pt x="3088315" y="63559"/>
                  <a:pt x="3082934" y="67729"/>
                  <a:pt x="3077957" y="76069"/>
                </a:cubicBezTo>
                <a:lnTo>
                  <a:pt x="3077957" y="126513"/>
                </a:lnTo>
                <a:cubicBezTo>
                  <a:pt x="3077957" y="133576"/>
                  <a:pt x="3078613" y="138048"/>
                  <a:pt x="3079924" y="139931"/>
                </a:cubicBezTo>
                <a:cubicBezTo>
                  <a:pt x="3081236" y="141815"/>
                  <a:pt x="3083674" y="142992"/>
                  <a:pt x="3087239" y="143463"/>
                </a:cubicBezTo>
                <a:lnTo>
                  <a:pt x="3087239" y="147094"/>
                </a:lnTo>
                <a:lnTo>
                  <a:pt x="3039519" y="147094"/>
                </a:lnTo>
                <a:lnTo>
                  <a:pt x="3039519" y="143463"/>
                </a:lnTo>
                <a:cubicBezTo>
                  <a:pt x="3043487" y="143059"/>
                  <a:pt x="3046312" y="141781"/>
                  <a:pt x="3047993" y="139629"/>
                </a:cubicBezTo>
                <a:cubicBezTo>
                  <a:pt x="3049137" y="138149"/>
                  <a:pt x="3049708" y="133777"/>
                  <a:pt x="3049708" y="126513"/>
                </a:cubicBezTo>
                <a:lnTo>
                  <a:pt x="3049708" y="73245"/>
                </a:lnTo>
                <a:cubicBezTo>
                  <a:pt x="3049708" y="66029"/>
                  <a:pt x="3049053" y="61536"/>
                  <a:pt x="3047741" y="59767"/>
                </a:cubicBezTo>
                <a:cubicBezTo>
                  <a:pt x="3046429" y="57997"/>
                  <a:pt x="3043689" y="56840"/>
                  <a:pt x="3039519" y="56295"/>
                </a:cubicBezTo>
                <a:lnTo>
                  <a:pt x="3039519" y="52663"/>
                </a:lnTo>
                <a:lnTo>
                  <a:pt x="3077957" y="52663"/>
                </a:lnTo>
                <a:close/>
                <a:moveTo>
                  <a:pt x="3214830" y="53874"/>
                </a:moveTo>
                <a:lnTo>
                  <a:pt x="3246610" y="53874"/>
                </a:lnTo>
                <a:lnTo>
                  <a:pt x="3246610" y="64972"/>
                </a:lnTo>
                <a:lnTo>
                  <a:pt x="3228551" y="64972"/>
                </a:lnTo>
                <a:cubicBezTo>
                  <a:pt x="3231847" y="68267"/>
                  <a:pt x="3234134" y="71260"/>
                  <a:pt x="3235412" y="73951"/>
                </a:cubicBezTo>
                <a:cubicBezTo>
                  <a:pt x="3237026" y="77583"/>
                  <a:pt x="3237833" y="81383"/>
                  <a:pt x="3237833" y="85351"/>
                </a:cubicBezTo>
                <a:cubicBezTo>
                  <a:pt x="3237833" y="92077"/>
                  <a:pt x="3235966" y="97912"/>
                  <a:pt x="3232234" y="102855"/>
                </a:cubicBezTo>
                <a:cubicBezTo>
                  <a:pt x="3228501" y="107799"/>
                  <a:pt x="3223423" y="111666"/>
                  <a:pt x="3217000" y="114457"/>
                </a:cubicBezTo>
                <a:cubicBezTo>
                  <a:pt x="3210576" y="117248"/>
                  <a:pt x="3204876" y="118644"/>
                  <a:pt x="3199899" y="118644"/>
                </a:cubicBezTo>
                <a:cubicBezTo>
                  <a:pt x="3199496" y="118644"/>
                  <a:pt x="3195460" y="118476"/>
                  <a:pt x="3187793" y="118140"/>
                </a:cubicBezTo>
                <a:cubicBezTo>
                  <a:pt x="3184766" y="118140"/>
                  <a:pt x="3182227" y="119126"/>
                  <a:pt x="3180176" y="121100"/>
                </a:cubicBezTo>
                <a:cubicBezTo>
                  <a:pt x="3178124" y="123074"/>
                  <a:pt x="3177098" y="125431"/>
                  <a:pt x="3177098" y="128172"/>
                </a:cubicBezTo>
                <a:cubicBezTo>
                  <a:pt x="3177098" y="130580"/>
                  <a:pt x="3178023" y="132554"/>
                  <a:pt x="3179873" y="134093"/>
                </a:cubicBezTo>
                <a:cubicBezTo>
                  <a:pt x="3181722" y="135631"/>
                  <a:pt x="3184732" y="136400"/>
                  <a:pt x="3188902" y="136400"/>
                </a:cubicBezTo>
                <a:lnTo>
                  <a:pt x="3206356" y="136199"/>
                </a:lnTo>
                <a:cubicBezTo>
                  <a:pt x="3220480" y="136199"/>
                  <a:pt x="3230199" y="137749"/>
                  <a:pt x="3235512" y="140849"/>
                </a:cubicBezTo>
                <a:cubicBezTo>
                  <a:pt x="3243113" y="145160"/>
                  <a:pt x="3246913" y="151796"/>
                  <a:pt x="3246913" y="160758"/>
                </a:cubicBezTo>
                <a:cubicBezTo>
                  <a:pt x="3246913" y="166486"/>
                  <a:pt x="3245164" y="171691"/>
                  <a:pt x="3241667" y="176374"/>
                </a:cubicBezTo>
                <a:cubicBezTo>
                  <a:pt x="3238169" y="181057"/>
                  <a:pt x="3233562" y="184510"/>
                  <a:pt x="3227845" y="186734"/>
                </a:cubicBezTo>
                <a:cubicBezTo>
                  <a:pt x="3219169" y="190036"/>
                  <a:pt x="3209181" y="191687"/>
                  <a:pt x="3197881" y="191687"/>
                </a:cubicBezTo>
                <a:cubicBezTo>
                  <a:pt x="3189407" y="191687"/>
                  <a:pt x="3181672" y="190863"/>
                  <a:pt x="3174677" y="189215"/>
                </a:cubicBezTo>
                <a:cubicBezTo>
                  <a:pt x="3167682" y="187567"/>
                  <a:pt x="3162671" y="185279"/>
                  <a:pt x="3159645" y="182352"/>
                </a:cubicBezTo>
                <a:cubicBezTo>
                  <a:pt x="3156618" y="179426"/>
                  <a:pt x="3155105" y="176348"/>
                  <a:pt x="3155105" y="173117"/>
                </a:cubicBezTo>
                <a:cubicBezTo>
                  <a:pt x="3155105" y="170023"/>
                  <a:pt x="3156265" y="167248"/>
                  <a:pt x="3158586" y="164791"/>
                </a:cubicBezTo>
                <a:cubicBezTo>
                  <a:pt x="3160906" y="162336"/>
                  <a:pt x="3165227" y="160268"/>
                  <a:pt x="3171550" y="158586"/>
                </a:cubicBezTo>
                <a:cubicBezTo>
                  <a:pt x="3162806" y="154282"/>
                  <a:pt x="3158434" y="148297"/>
                  <a:pt x="3158434" y="140631"/>
                </a:cubicBezTo>
                <a:cubicBezTo>
                  <a:pt x="3158434" y="135991"/>
                  <a:pt x="3160217" y="131485"/>
                  <a:pt x="3163781" y="127116"/>
                </a:cubicBezTo>
                <a:cubicBezTo>
                  <a:pt x="3167346" y="122744"/>
                  <a:pt x="3172996" y="118944"/>
                  <a:pt x="3180730" y="115715"/>
                </a:cubicBezTo>
                <a:cubicBezTo>
                  <a:pt x="3171718" y="112415"/>
                  <a:pt x="3165194" y="108071"/>
                  <a:pt x="3161158" y="102682"/>
                </a:cubicBezTo>
                <a:cubicBezTo>
                  <a:pt x="3157123" y="97293"/>
                  <a:pt x="3155105" y="91062"/>
                  <a:pt x="3155105" y="83989"/>
                </a:cubicBezTo>
                <a:cubicBezTo>
                  <a:pt x="3155105" y="74762"/>
                  <a:pt x="3158871" y="66764"/>
                  <a:pt x="3166404" y="59994"/>
                </a:cubicBezTo>
                <a:cubicBezTo>
                  <a:pt x="3173937" y="53224"/>
                  <a:pt x="3183623" y="49839"/>
                  <a:pt x="3195460" y="49839"/>
                </a:cubicBezTo>
                <a:cubicBezTo>
                  <a:pt x="3201715" y="49839"/>
                  <a:pt x="3208172" y="51184"/>
                  <a:pt x="3214830" y="53874"/>
                </a:cubicBezTo>
                <a:moveTo>
                  <a:pt x="3197377" y="56295"/>
                </a:moveTo>
                <a:cubicBezTo>
                  <a:pt x="3193476" y="56295"/>
                  <a:pt x="3190180" y="58260"/>
                  <a:pt x="3187490" y="62188"/>
                </a:cubicBezTo>
                <a:cubicBezTo>
                  <a:pt x="3184800" y="66114"/>
                  <a:pt x="3183454" y="74255"/>
                  <a:pt x="3183454" y="86609"/>
                </a:cubicBezTo>
                <a:cubicBezTo>
                  <a:pt x="3183454" y="96612"/>
                  <a:pt x="3184783" y="103476"/>
                  <a:pt x="3187439" y="107203"/>
                </a:cubicBezTo>
                <a:cubicBezTo>
                  <a:pt x="3190096" y="110929"/>
                  <a:pt x="3193240" y="112793"/>
                  <a:pt x="3196872" y="112793"/>
                </a:cubicBezTo>
                <a:cubicBezTo>
                  <a:pt x="3200908" y="112793"/>
                  <a:pt x="3204271" y="110946"/>
                  <a:pt x="3206961" y="107253"/>
                </a:cubicBezTo>
                <a:cubicBezTo>
                  <a:pt x="3209652" y="103560"/>
                  <a:pt x="3210997" y="96376"/>
                  <a:pt x="3210997" y="85701"/>
                </a:cubicBezTo>
                <a:cubicBezTo>
                  <a:pt x="3210997" y="73685"/>
                  <a:pt x="3209483" y="65494"/>
                  <a:pt x="3206457" y="61129"/>
                </a:cubicBezTo>
                <a:cubicBezTo>
                  <a:pt x="3204305" y="57906"/>
                  <a:pt x="3201278" y="56295"/>
                  <a:pt x="3197377" y="56295"/>
                </a:cubicBezTo>
                <a:moveTo>
                  <a:pt x="3191425" y="161017"/>
                </a:moveTo>
                <a:cubicBezTo>
                  <a:pt x="3184564" y="161017"/>
                  <a:pt x="3180024" y="161587"/>
                  <a:pt x="3177805" y="162726"/>
                </a:cubicBezTo>
                <a:cubicBezTo>
                  <a:pt x="3173971" y="164800"/>
                  <a:pt x="3172054" y="167613"/>
                  <a:pt x="3172054" y="171163"/>
                </a:cubicBezTo>
                <a:cubicBezTo>
                  <a:pt x="3172054" y="174578"/>
                  <a:pt x="3174038" y="177675"/>
                  <a:pt x="3178006" y="180454"/>
                </a:cubicBezTo>
                <a:cubicBezTo>
                  <a:pt x="3181975" y="183234"/>
                  <a:pt x="3189440" y="184625"/>
                  <a:pt x="3200404" y="184625"/>
                </a:cubicBezTo>
                <a:cubicBezTo>
                  <a:pt x="3209752" y="184625"/>
                  <a:pt x="3217100" y="183386"/>
                  <a:pt x="3222448" y="180908"/>
                </a:cubicBezTo>
                <a:cubicBezTo>
                  <a:pt x="3227795" y="178430"/>
                  <a:pt x="3230468" y="174947"/>
                  <a:pt x="3230468" y="170459"/>
                </a:cubicBezTo>
                <a:cubicBezTo>
                  <a:pt x="3230468" y="168786"/>
                  <a:pt x="3229964" y="167380"/>
                  <a:pt x="3228955" y="166241"/>
                </a:cubicBezTo>
                <a:cubicBezTo>
                  <a:pt x="3227139" y="164232"/>
                  <a:pt x="3224398" y="162858"/>
                  <a:pt x="3220732" y="162120"/>
                </a:cubicBezTo>
                <a:cubicBezTo>
                  <a:pt x="3217067" y="161385"/>
                  <a:pt x="3207298" y="161017"/>
                  <a:pt x="3191425" y="1610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ResearchQuestions">
            <a:extLst xmlns:a="http://schemas.openxmlformats.org/drawingml/2006/main">
              <a:ext uri="{FF2B5EF4-FFF2-40B4-BE49-F238E27FC236}">
                <a16:creationId xmlns:a16="http://schemas.microsoft.com/office/drawing/2014/main" id="{635E2DB2-8541-4C1A-B635-40EE1CC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965" y="1966195"/>
            <a:ext cx="1591360" cy="163904"/>
          </a:xfrm>
          <a:custGeom xmlns:a="http://schemas.openxmlformats.org/drawingml/2006/main">
            <a:pathLst>
              <a:path w="1591360" h="163904">
                <a:moveTo>
                  <a:pt x="47122" y="71522"/>
                </a:moveTo>
                <a:lnTo>
                  <a:pt x="47122" y="107096"/>
                </a:lnTo>
                <a:cubicBezTo>
                  <a:pt x="47122" y="113891"/>
                  <a:pt x="47541" y="118169"/>
                  <a:pt x="48380" y="119930"/>
                </a:cubicBezTo>
                <a:cubicBezTo>
                  <a:pt x="49218" y="121690"/>
                  <a:pt x="50692" y="123096"/>
                  <a:pt x="52803" y="124147"/>
                </a:cubicBezTo>
                <a:cubicBezTo>
                  <a:pt x="54914" y="125197"/>
                  <a:pt x="58856" y="125722"/>
                  <a:pt x="64630" y="125722"/>
                </a:cubicBezTo>
                <a:lnTo>
                  <a:pt x="64630" y="129074"/>
                </a:lnTo>
                <a:lnTo>
                  <a:pt x="0" y="129074"/>
                </a:lnTo>
                <a:lnTo>
                  <a:pt x="0" y="125722"/>
                </a:lnTo>
                <a:cubicBezTo>
                  <a:pt x="5836" y="125722"/>
                  <a:pt x="9794" y="125181"/>
                  <a:pt x="11874" y="124101"/>
                </a:cubicBezTo>
                <a:cubicBezTo>
                  <a:pt x="13954" y="123020"/>
                  <a:pt x="15413" y="121614"/>
                  <a:pt x="16251" y="119884"/>
                </a:cubicBezTo>
                <a:cubicBezTo>
                  <a:pt x="17089" y="118153"/>
                  <a:pt x="17508" y="113891"/>
                  <a:pt x="17508" y="107096"/>
                </a:cubicBezTo>
                <a:lnTo>
                  <a:pt x="17508" y="24772"/>
                </a:lnTo>
                <a:cubicBezTo>
                  <a:pt x="17508" y="17977"/>
                  <a:pt x="17089" y="13700"/>
                  <a:pt x="16251" y="11941"/>
                </a:cubicBezTo>
                <a:cubicBezTo>
                  <a:pt x="15413" y="10179"/>
                  <a:pt x="13938" y="8773"/>
                  <a:pt x="11827" y="7724"/>
                </a:cubicBezTo>
                <a:cubicBezTo>
                  <a:pt x="9716" y="6672"/>
                  <a:pt x="5774" y="6146"/>
                  <a:pt x="0" y="6146"/>
                </a:cubicBezTo>
                <a:lnTo>
                  <a:pt x="0" y="2794"/>
                </a:lnTo>
                <a:lnTo>
                  <a:pt x="58670" y="2794"/>
                </a:lnTo>
                <a:cubicBezTo>
                  <a:pt x="73943" y="2794"/>
                  <a:pt x="85118" y="3848"/>
                  <a:pt x="92196" y="5957"/>
                </a:cubicBezTo>
                <a:cubicBezTo>
                  <a:pt x="99274" y="8066"/>
                  <a:pt x="105048" y="11958"/>
                  <a:pt x="109518" y="17633"/>
                </a:cubicBezTo>
                <a:cubicBezTo>
                  <a:pt x="113988" y="23308"/>
                  <a:pt x="116223" y="29960"/>
                  <a:pt x="116223" y="37588"/>
                </a:cubicBezTo>
                <a:cubicBezTo>
                  <a:pt x="116223" y="46893"/>
                  <a:pt x="112870" y="54585"/>
                  <a:pt x="106165" y="60664"/>
                </a:cubicBezTo>
                <a:cubicBezTo>
                  <a:pt x="101881" y="64509"/>
                  <a:pt x="95890" y="67393"/>
                  <a:pt x="88191" y="69316"/>
                </a:cubicBezTo>
                <a:lnTo>
                  <a:pt x="118551" y="112166"/>
                </a:lnTo>
                <a:cubicBezTo>
                  <a:pt x="122524" y="117637"/>
                  <a:pt x="125349" y="121049"/>
                  <a:pt x="127026" y="122401"/>
                </a:cubicBezTo>
                <a:cubicBezTo>
                  <a:pt x="129571" y="124306"/>
                  <a:pt x="132520" y="125351"/>
                  <a:pt x="135873" y="125536"/>
                </a:cubicBezTo>
                <a:lnTo>
                  <a:pt x="135873" y="129074"/>
                </a:lnTo>
                <a:lnTo>
                  <a:pt x="96107" y="129074"/>
                </a:lnTo>
                <a:lnTo>
                  <a:pt x="55411" y="71522"/>
                </a:lnTo>
                <a:lnTo>
                  <a:pt x="47122" y="71522"/>
                </a:lnTo>
                <a:moveTo>
                  <a:pt x="47122" y="9871"/>
                </a:moveTo>
                <a:lnTo>
                  <a:pt x="47122" y="64817"/>
                </a:lnTo>
                <a:lnTo>
                  <a:pt x="52431" y="64817"/>
                </a:lnTo>
                <a:cubicBezTo>
                  <a:pt x="61060" y="64817"/>
                  <a:pt x="67517" y="64031"/>
                  <a:pt x="71801" y="62459"/>
                </a:cubicBezTo>
                <a:cubicBezTo>
                  <a:pt x="76085" y="60886"/>
                  <a:pt x="79453" y="58049"/>
                  <a:pt x="81905" y="53950"/>
                </a:cubicBezTo>
                <a:cubicBezTo>
                  <a:pt x="84358" y="49848"/>
                  <a:pt x="85584" y="44498"/>
                  <a:pt x="85584" y="37900"/>
                </a:cubicBezTo>
                <a:cubicBezTo>
                  <a:pt x="85584" y="28341"/>
                  <a:pt x="83333" y="21280"/>
                  <a:pt x="78832" y="16716"/>
                </a:cubicBezTo>
                <a:cubicBezTo>
                  <a:pt x="74331" y="12153"/>
                  <a:pt x="67083" y="9871"/>
                  <a:pt x="57087" y="9871"/>
                </a:cubicBezTo>
                <a:lnTo>
                  <a:pt x="47122" y="9871"/>
                </a:lnTo>
                <a:close/>
                <a:moveTo>
                  <a:pt x="214346" y="82324"/>
                </a:moveTo>
                <a:lnTo>
                  <a:pt x="166572" y="82324"/>
                </a:lnTo>
                <a:cubicBezTo>
                  <a:pt x="167130" y="93903"/>
                  <a:pt x="170203" y="103054"/>
                  <a:pt x="175791" y="109777"/>
                </a:cubicBezTo>
                <a:cubicBezTo>
                  <a:pt x="180075" y="114943"/>
                  <a:pt x="185228" y="117527"/>
                  <a:pt x="191250" y="117527"/>
                </a:cubicBezTo>
                <a:cubicBezTo>
                  <a:pt x="194975" y="117527"/>
                  <a:pt x="198359" y="116487"/>
                  <a:pt x="201401" y="114407"/>
                </a:cubicBezTo>
                <a:cubicBezTo>
                  <a:pt x="204443" y="112327"/>
                  <a:pt x="207703" y="108586"/>
                  <a:pt x="211179" y="103185"/>
                </a:cubicBezTo>
                <a:lnTo>
                  <a:pt x="214346" y="105234"/>
                </a:lnTo>
                <a:cubicBezTo>
                  <a:pt x="209627" y="114857"/>
                  <a:pt x="204412" y="121671"/>
                  <a:pt x="198700" y="125675"/>
                </a:cubicBezTo>
                <a:cubicBezTo>
                  <a:pt x="192989" y="129680"/>
                  <a:pt x="186377" y="131682"/>
                  <a:pt x="178864" y="131682"/>
                </a:cubicBezTo>
                <a:cubicBezTo>
                  <a:pt x="165951" y="131682"/>
                  <a:pt x="156172" y="126710"/>
                  <a:pt x="149529" y="116767"/>
                </a:cubicBezTo>
                <a:cubicBezTo>
                  <a:pt x="144190" y="108750"/>
                  <a:pt x="141520" y="98807"/>
                  <a:pt x="141520" y="86937"/>
                </a:cubicBezTo>
                <a:cubicBezTo>
                  <a:pt x="141520" y="72394"/>
                  <a:pt x="145447" y="60819"/>
                  <a:pt x="153301" y="52212"/>
                </a:cubicBezTo>
                <a:cubicBezTo>
                  <a:pt x="161155" y="43604"/>
                  <a:pt x="170359" y="39300"/>
                  <a:pt x="180913" y="39300"/>
                </a:cubicBezTo>
                <a:cubicBezTo>
                  <a:pt x="189729" y="39300"/>
                  <a:pt x="197381" y="42916"/>
                  <a:pt x="203869" y="50149"/>
                </a:cubicBezTo>
                <a:cubicBezTo>
                  <a:pt x="210357" y="57382"/>
                  <a:pt x="213849" y="68107"/>
                  <a:pt x="214346" y="82324"/>
                </a:cubicBezTo>
                <a:moveTo>
                  <a:pt x="191436" y="76178"/>
                </a:moveTo>
                <a:cubicBezTo>
                  <a:pt x="191436" y="66182"/>
                  <a:pt x="190893" y="59322"/>
                  <a:pt x="189807" y="55597"/>
                </a:cubicBezTo>
                <a:cubicBezTo>
                  <a:pt x="188720" y="51872"/>
                  <a:pt x="187028" y="49047"/>
                  <a:pt x="184731" y="47122"/>
                </a:cubicBezTo>
                <a:cubicBezTo>
                  <a:pt x="183428" y="46005"/>
                  <a:pt x="181689" y="45446"/>
                  <a:pt x="179516" y="45446"/>
                </a:cubicBezTo>
                <a:cubicBezTo>
                  <a:pt x="176288" y="45446"/>
                  <a:pt x="173649" y="47029"/>
                  <a:pt x="171600" y="50196"/>
                </a:cubicBezTo>
                <a:cubicBezTo>
                  <a:pt x="167937" y="55721"/>
                  <a:pt x="166106" y="63295"/>
                  <a:pt x="166106" y="72919"/>
                </a:cubicBezTo>
                <a:lnTo>
                  <a:pt x="166106" y="76178"/>
                </a:lnTo>
                <a:lnTo>
                  <a:pt x="191436" y="76178"/>
                </a:lnTo>
                <a:close/>
                <a:moveTo>
                  <a:pt x="280307" y="39672"/>
                </a:moveTo>
                <a:lnTo>
                  <a:pt x="281704" y="69473"/>
                </a:lnTo>
                <a:lnTo>
                  <a:pt x="278538" y="69473"/>
                </a:lnTo>
                <a:cubicBezTo>
                  <a:pt x="274751" y="60585"/>
                  <a:pt x="270824" y="54514"/>
                  <a:pt x="266757" y="51261"/>
                </a:cubicBezTo>
                <a:cubicBezTo>
                  <a:pt x="262691" y="48005"/>
                  <a:pt x="258640" y="46377"/>
                  <a:pt x="254604" y="46377"/>
                </a:cubicBezTo>
                <a:cubicBezTo>
                  <a:pt x="252059" y="46377"/>
                  <a:pt x="249886" y="47231"/>
                  <a:pt x="248085" y="48938"/>
                </a:cubicBezTo>
                <a:cubicBezTo>
                  <a:pt x="246285" y="50646"/>
                  <a:pt x="245385" y="52617"/>
                  <a:pt x="245385" y="54852"/>
                </a:cubicBezTo>
                <a:cubicBezTo>
                  <a:pt x="245385" y="56528"/>
                  <a:pt x="246005" y="58142"/>
                  <a:pt x="247247" y="59695"/>
                </a:cubicBezTo>
                <a:cubicBezTo>
                  <a:pt x="249234" y="62240"/>
                  <a:pt x="254790" y="66601"/>
                  <a:pt x="263917" y="72779"/>
                </a:cubicBezTo>
                <a:cubicBezTo>
                  <a:pt x="273043" y="78956"/>
                  <a:pt x="279050" y="84203"/>
                  <a:pt x="281937" y="88517"/>
                </a:cubicBezTo>
                <a:cubicBezTo>
                  <a:pt x="284824" y="92832"/>
                  <a:pt x="286267" y="97659"/>
                  <a:pt x="286267" y="102999"/>
                </a:cubicBezTo>
                <a:cubicBezTo>
                  <a:pt x="286267" y="107841"/>
                  <a:pt x="285057" y="112591"/>
                  <a:pt x="282635" y="117247"/>
                </a:cubicBezTo>
                <a:cubicBezTo>
                  <a:pt x="280214" y="121904"/>
                  <a:pt x="276799" y="125473"/>
                  <a:pt x="272391" y="127957"/>
                </a:cubicBezTo>
                <a:cubicBezTo>
                  <a:pt x="267983" y="130440"/>
                  <a:pt x="263110" y="131682"/>
                  <a:pt x="257770" y="131682"/>
                </a:cubicBezTo>
                <a:cubicBezTo>
                  <a:pt x="253611" y="131682"/>
                  <a:pt x="248054" y="130354"/>
                  <a:pt x="241101" y="127698"/>
                </a:cubicBezTo>
                <a:cubicBezTo>
                  <a:pt x="239238" y="127001"/>
                  <a:pt x="237965" y="126653"/>
                  <a:pt x="237282" y="126653"/>
                </a:cubicBezTo>
                <a:cubicBezTo>
                  <a:pt x="235234" y="126653"/>
                  <a:pt x="233526" y="128205"/>
                  <a:pt x="232160" y="131309"/>
                </a:cubicBezTo>
                <a:lnTo>
                  <a:pt x="229087" y="131309"/>
                </a:lnTo>
                <a:lnTo>
                  <a:pt x="227597" y="100019"/>
                </a:lnTo>
                <a:lnTo>
                  <a:pt x="230764" y="100019"/>
                </a:lnTo>
                <a:cubicBezTo>
                  <a:pt x="233557" y="108214"/>
                  <a:pt x="237391" y="114360"/>
                  <a:pt x="242265" y="118458"/>
                </a:cubicBezTo>
                <a:cubicBezTo>
                  <a:pt x="247138" y="122555"/>
                  <a:pt x="251748" y="124604"/>
                  <a:pt x="256094" y="124604"/>
                </a:cubicBezTo>
                <a:cubicBezTo>
                  <a:pt x="259074" y="124604"/>
                  <a:pt x="261511" y="123688"/>
                  <a:pt x="263405" y="121857"/>
                </a:cubicBezTo>
                <a:cubicBezTo>
                  <a:pt x="265298" y="120025"/>
                  <a:pt x="266245" y="117806"/>
                  <a:pt x="266245" y="115198"/>
                </a:cubicBezTo>
                <a:cubicBezTo>
                  <a:pt x="266245" y="112218"/>
                  <a:pt x="265314" y="109642"/>
                  <a:pt x="263451" y="107469"/>
                </a:cubicBezTo>
                <a:cubicBezTo>
                  <a:pt x="261589" y="105296"/>
                  <a:pt x="257429" y="102005"/>
                  <a:pt x="250972" y="97597"/>
                </a:cubicBezTo>
                <a:cubicBezTo>
                  <a:pt x="241473" y="91016"/>
                  <a:pt x="235327" y="85987"/>
                  <a:pt x="232533" y="82511"/>
                </a:cubicBezTo>
                <a:cubicBezTo>
                  <a:pt x="228435" y="77420"/>
                  <a:pt x="226387" y="71801"/>
                  <a:pt x="226387" y="65655"/>
                </a:cubicBezTo>
                <a:cubicBezTo>
                  <a:pt x="226387" y="58950"/>
                  <a:pt x="228699" y="52881"/>
                  <a:pt x="233325" y="47448"/>
                </a:cubicBezTo>
                <a:cubicBezTo>
                  <a:pt x="237950" y="42016"/>
                  <a:pt x="244639" y="39300"/>
                  <a:pt x="253393" y="39300"/>
                </a:cubicBezTo>
                <a:cubicBezTo>
                  <a:pt x="258112" y="39300"/>
                  <a:pt x="262675" y="40493"/>
                  <a:pt x="267083" y="42879"/>
                </a:cubicBezTo>
                <a:cubicBezTo>
                  <a:pt x="268759" y="43845"/>
                  <a:pt x="270125" y="44329"/>
                  <a:pt x="271181" y="44329"/>
                </a:cubicBezTo>
                <a:cubicBezTo>
                  <a:pt x="272298" y="44329"/>
                  <a:pt x="273199" y="44096"/>
                  <a:pt x="273881" y="43630"/>
                </a:cubicBezTo>
                <a:cubicBezTo>
                  <a:pt x="274564" y="43164"/>
                  <a:pt x="275651" y="41845"/>
                  <a:pt x="277141" y="39672"/>
                </a:cubicBezTo>
                <a:lnTo>
                  <a:pt x="280307" y="39672"/>
                </a:lnTo>
                <a:close/>
                <a:moveTo>
                  <a:pt x="373217" y="82324"/>
                </a:moveTo>
                <a:lnTo>
                  <a:pt x="325443" y="82324"/>
                </a:lnTo>
                <a:cubicBezTo>
                  <a:pt x="326002" y="93903"/>
                  <a:pt x="329075" y="103054"/>
                  <a:pt x="334663" y="109777"/>
                </a:cubicBezTo>
                <a:cubicBezTo>
                  <a:pt x="338947" y="114943"/>
                  <a:pt x="344100" y="117527"/>
                  <a:pt x="350122" y="117527"/>
                </a:cubicBezTo>
                <a:cubicBezTo>
                  <a:pt x="353847" y="117527"/>
                  <a:pt x="357231" y="116487"/>
                  <a:pt x="360273" y="114407"/>
                </a:cubicBezTo>
                <a:cubicBezTo>
                  <a:pt x="363315" y="112327"/>
                  <a:pt x="366574" y="108586"/>
                  <a:pt x="370051" y="103185"/>
                </a:cubicBezTo>
                <a:lnTo>
                  <a:pt x="373217" y="105234"/>
                </a:lnTo>
                <a:cubicBezTo>
                  <a:pt x="368499" y="114857"/>
                  <a:pt x="363284" y="121671"/>
                  <a:pt x="357572" y="125675"/>
                </a:cubicBezTo>
                <a:cubicBezTo>
                  <a:pt x="351860" y="129680"/>
                  <a:pt x="345248" y="131682"/>
                  <a:pt x="337736" y="131682"/>
                </a:cubicBezTo>
                <a:cubicBezTo>
                  <a:pt x="324822" y="131682"/>
                  <a:pt x="315044" y="126710"/>
                  <a:pt x="308401" y="116767"/>
                </a:cubicBezTo>
                <a:cubicBezTo>
                  <a:pt x="303062" y="108750"/>
                  <a:pt x="300392" y="98807"/>
                  <a:pt x="300392" y="86937"/>
                </a:cubicBezTo>
                <a:cubicBezTo>
                  <a:pt x="300392" y="72394"/>
                  <a:pt x="304319" y="60819"/>
                  <a:pt x="312172" y="52212"/>
                </a:cubicBezTo>
                <a:cubicBezTo>
                  <a:pt x="320026" y="43604"/>
                  <a:pt x="329230" y="39300"/>
                  <a:pt x="339785" y="39300"/>
                </a:cubicBezTo>
                <a:cubicBezTo>
                  <a:pt x="348601" y="39300"/>
                  <a:pt x="356253" y="42916"/>
                  <a:pt x="362741" y="50149"/>
                </a:cubicBezTo>
                <a:cubicBezTo>
                  <a:pt x="369228" y="57382"/>
                  <a:pt x="372721" y="68107"/>
                  <a:pt x="373217" y="82324"/>
                </a:cubicBezTo>
                <a:moveTo>
                  <a:pt x="350308" y="76178"/>
                </a:moveTo>
                <a:cubicBezTo>
                  <a:pt x="350308" y="66182"/>
                  <a:pt x="349765" y="59322"/>
                  <a:pt x="348678" y="55597"/>
                </a:cubicBezTo>
                <a:cubicBezTo>
                  <a:pt x="347592" y="51872"/>
                  <a:pt x="345900" y="49047"/>
                  <a:pt x="343603" y="47122"/>
                </a:cubicBezTo>
                <a:cubicBezTo>
                  <a:pt x="342299" y="46005"/>
                  <a:pt x="340561" y="45446"/>
                  <a:pt x="338388" y="45446"/>
                </a:cubicBezTo>
                <a:cubicBezTo>
                  <a:pt x="335159" y="45446"/>
                  <a:pt x="332521" y="47029"/>
                  <a:pt x="330472" y="50196"/>
                </a:cubicBezTo>
                <a:cubicBezTo>
                  <a:pt x="326809" y="55721"/>
                  <a:pt x="324977" y="63295"/>
                  <a:pt x="324977" y="72919"/>
                </a:cubicBezTo>
                <a:lnTo>
                  <a:pt x="324977" y="76178"/>
                </a:lnTo>
                <a:lnTo>
                  <a:pt x="350308" y="76178"/>
                </a:lnTo>
                <a:close/>
                <a:moveTo>
                  <a:pt x="432196" y="116223"/>
                </a:moveTo>
                <a:cubicBezTo>
                  <a:pt x="421580" y="125660"/>
                  <a:pt x="412050" y="130378"/>
                  <a:pt x="403606" y="130378"/>
                </a:cubicBezTo>
                <a:cubicBezTo>
                  <a:pt x="398639" y="130378"/>
                  <a:pt x="394511" y="128744"/>
                  <a:pt x="391220" y="125474"/>
                </a:cubicBezTo>
                <a:cubicBezTo>
                  <a:pt x="387930" y="122203"/>
                  <a:pt x="386285" y="118108"/>
                  <a:pt x="386285" y="113187"/>
                </a:cubicBezTo>
                <a:cubicBezTo>
                  <a:pt x="386285" y="106521"/>
                  <a:pt x="389140" y="100525"/>
                  <a:pt x="394852" y="95199"/>
                </a:cubicBezTo>
                <a:cubicBezTo>
                  <a:pt x="400564" y="89874"/>
                  <a:pt x="413012" y="82788"/>
                  <a:pt x="432196" y="73943"/>
                </a:cubicBezTo>
                <a:lnTo>
                  <a:pt x="432196" y="65189"/>
                </a:lnTo>
                <a:cubicBezTo>
                  <a:pt x="432196" y="58608"/>
                  <a:pt x="431839" y="54464"/>
                  <a:pt x="431125" y="52757"/>
                </a:cubicBezTo>
                <a:cubicBezTo>
                  <a:pt x="430411" y="51049"/>
                  <a:pt x="429061" y="49559"/>
                  <a:pt x="427074" y="48286"/>
                </a:cubicBezTo>
                <a:cubicBezTo>
                  <a:pt x="425088" y="47014"/>
                  <a:pt x="422852" y="46377"/>
                  <a:pt x="420369" y="46377"/>
                </a:cubicBezTo>
                <a:cubicBezTo>
                  <a:pt x="416334" y="46377"/>
                  <a:pt x="413012" y="47278"/>
                  <a:pt x="410404" y="49078"/>
                </a:cubicBezTo>
                <a:cubicBezTo>
                  <a:pt x="408790" y="50196"/>
                  <a:pt x="407983" y="51499"/>
                  <a:pt x="407983" y="52989"/>
                </a:cubicBezTo>
                <a:cubicBezTo>
                  <a:pt x="407983" y="54293"/>
                  <a:pt x="408852" y="55907"/>
                  <a:pt x="410591" y="57832"/>
                </a:cubicBezTo>
                <a:cubicBezTo>
                  <a:pt x="412950" y="60502"/>
                  <a:pt x="414130" y="63078"/>
                  <a:pt x="414130" y="65562"/>
                </a:cubicBezTo>
                <a:cubicBezTo>
                  <a:pt x="414130" y="68604"/>
                  <a:pt x="412997" y="71196"/>
                  <a:pt x="410730" y="73338"/>
                </a:cubicBezTo>
                <a:cubicBezTo>
                  <a:pt x="408464" y="75480"/>
                  <a:pt x="405500" y="76551"/>
                  <a:pt x="401837" y="76551"/>
                </a:cubicBezTo>
                <a:cubicBezTo>
                  <a:pt x="397925" y="76551"/>
                  <a:pt x="394650" y="75371"/>
                  <a:pt x="392012" y="73012"/>
                </a:cubicBezTo>
                <a:cubicBezTo>
                  <a:pt x="389373" y="70653"/>
                  <a:pt x="388054" y="67890"/>
                  <a:pt x="388054" y="64723"/>
                </a:cubicBezTo>
                <a:cubicBezTo>
                  <a:pt x="388054" y="60253"/>
                  <a:pt x="389823" y="55985"/>
                  <a:pt x="393362" y="51918"/>
                </a:cubicBezTo>
                <a:cubicBezTo>
                  <a:pt x="396901" y="47852"/>
                  <a:pt x="401837" y="44732"/>
                  <a:pt x="408169" y="42559"/>
                </a:cubicBezTo>
                <a:cubicBezTo>
                  <a:pt x="414502" y="40386"/>
                  <a:pt x="421083" y="39300"/>
                  <a:pt x="427912" y="39300"/>
                </a:cubicBezTo>
                <a:cubicBezTo>
                  <a:pt x="436170" y="39300"/>
                  <a:pt x="442704" y="41058"/>
                  <a:pt x="447516" y="44576"/>
                </a:cubicBezTo>
                <a:cubicBezTo>
                  <a:pt x="452327" y="48091"/>
                  <a:pt x="455447" y="51903"/>
                  <a:pt x="456875" y="56010"/>
                </a:cubicBezTo>
                <a:cubicBezTo>
                  <a:pt x="457744" y="58624"/>
                  <a:pt x="458179" y="64628"/>
                  <a:pt x="458179" y="74025"/>
                </a:cubicBezTo>
                <a:lnTo>
                  <a:pt x="458179" y="107908"/>
                </a:lnTo>
                <a:cubicBezTo>
                  <a:pt x="458179" y="111891"/>
                  <a:pt x="458334" y="114397"/>
                  <a:pt x="458644" y="115425"/>
                </a:cubicBezTo>
                <a:cubicBezTo>
                  <a:pt x="458955" y="116452"/>
                  <a:pt x="459420" y="117214"/>
                  <a:pt x="460041" y="117713"/>
                </a:cubicBezTo>
                <a:cubicBezTo>
                  <a:pt x="460662" y="118210"/>
                  <a:pt x="461376" y="118458"/>
                  <a:pt x="462183" y="118458"/>
                </a:cubicBezTo>
                <a:cubicBezTo>
                  <a:pt x="463797" y="118458"/>
                  <a:pt x="465443" y="117309"/>
                  <a:pt x="467119" y="115012"/>
                </a:cubicBezTo>
                <a:lnTo>
                  <a:pt x="469913" y="117247"/>
                </a:lnTo>
                <a:cubicBezTo>
                  <a:pt x="466809" y="121841"/>
                  <a:pt x="463596" y="125179"/>
                  <a:pt x="460274" y="127258"/>
                </a:cubicBezTo>
                <a:cubicBezTo>
                  <a:pt x="456953" y="129338"/>
                  <a:pt x="453181" y="130378"/>
                  <a:pt x="448959" y="130378"/>
                </a:cubicBezTo>
                <a:cubicBezTo>
                  <a:pt x="443992" y="130378"/>
                  <a:pt x="440112" y="129206"/>
                  <a:pt x="437318" y="126863"/>
                </a:cubicBezTo>
                <a:cubicBezTo>
                  <a:pt x="434524" y="124519"/>
                  <a:pt x="432817" y="120972"/>
                  <a:pt x="432196" y="116223"/>
                </a:cubicBezTo>
                <a:moveTo>
                  <a:pt x="432196" y="109331"/>
                </a:moveTo>
                <a:lnTo>
                  <a:pt x="432196" y="80200"/>
                </a:lnTo>
                <a:cubicBezTo>
                  <a:pt x="424684" y="84629"/>
                  <a:pt x="419096" y="89371"/>
                  <a:pt x="415433" y="94425"/>
                </a:cubicBezTo>
                <a:cubicBezTo>
                  <a:pt x="413012" y="97793"/>
                  <a:pt x="411801" y="101193"/>
                  <a:pt x="411801" y="104626"/>
                </a:cubicBezTo>
                <a:cubicBezTo>
                  <a:pt x="411801" y="107495"/>
                  <a:pt x="412826" y="110022"/>
                  <a:pt x="414875" y="112207"/>
                </a:cubicBezTo>
                <a:cubicBezTo>
                  <a:pt x="416427" y="113891"/>
                  <a:pt x="418600" y="114733"/>
                  <a:pt x="421393" y="114733"/>
                </a:cubicBezTo>
                <a:cubicBezTo>
                  <a:pt x="424498" y="114733"/>
                  <a:pt x="428099" y="112932"/>
                  <a:pt x="432196" y="109331"/>
                </a:cubicBezTo>
                <a:close/>
                <a:moveTo>
                  <a:pt x="515639" y="41907"/>
                </a:moveTo>
                <a:lnTo>
                  <a:pt x="515639" y="61650"/>
                </a:lnTo>
                <a:cubicBezTo>
                  <a:pt x="521413" y="52648"/>
                  <a:pt x="526473" y="46672"/>
                  <a:pt x="530818" y="43723"/>
                </a:cubicBezTo>
                <a:cubicBezTo>
                  <a:pt x="535164" y="40774"/>
                  <a:pt x="539355" y="39300"/>
                  <a:pt x="543391" y="39300"/>
                </a:cubicBezTo>
                <a:cubicBezTo>
                  <a:pt x="546867" y="39300"/>
                  <a:pt x="549646" y="40375"/>
                  <a:pt x="551726" y="42524"/>
                </a:cubicBezTo>
                <a:cubicBezTo>
                  <a:pt x="553805" y="44674"/>
                  <a:pt x="554845" y="47711"/>
                  <a:pt x="554845" y="51636"/>
                </a:cubicBezTo>
                <a:cubicBezTo>
                  <a:pt x="554845" y="55811"/>
                  <a:pt x="553836" y="59052"/>
                  <a:pt x="551819" y="61359"/>
                </a:cubicBezTo>
                <a:cubicBezTo>
                  <a:pt x="549801" y="63664"/>
                  <a:pt x="547364" y="64817"/>
                  <a:pt x="544508" y="64817"/>
                </a:cubicBezTo>
                <a:cubicBezTo>
                  <a:pt x="541218" y="64817"/>
                  <a:pt x="538362" y="63761"/>
                  <a:pt x="535940" y="61650"/>
                </a:cubicBezTo>
                <a:cubicBezTo>
                  <a:pt x="533519" y="59539"/>
                  <a:pt x="532091" y="58360"/>
                  <a:pt x="531657" y="58111"/>
                </a:cubicBezTo>
                <a:cubicBezTo>
                  <a:pt x="531036" y="57739"/>
                  <a:pt x="530322" y="57553"/>
                  <a:pt x="529515" y="57553"/>
                </a:cubicBezTo>
                <a:cubicBezTo>
                  <a:pt x="527714" y="57553"/>
                  <a:pt x="526007" y="58236"/>
                  <a:pt x="524393" y="59601"/>
                </a:cubicBezTo>
                <a:cubicBezTo>
                  <a:pt x="521847" y="61712"/>
                  <a:pt x="519923" y="64723"/>
                  <a:pt x="518619" y="68635"/>
                </a:cubicBezTo>
                <a:cubicBezTo>
                  <a:pt x="516632" y="74657"/>
                  <a:pt x="515639" y="81300"/>
                  <a:pt x="515639" y="88564"/>
                </a:cubicBezTo>
                <a:lnTo>
                  <a:pt x="515639" y="108586"/>
                </a:lnTo>
                <a:lnTo>
                  <a:pt x="515732" y="113801"/>
                </a:lnTo>
                <a:cubicBezTo>
                  <a:pt x="515732" y="117340"/>
                  <a:pt x="515949" y="119606"/>
                  <a:pt x="516384" y="120600"/>
                </a:cubicBezTo>
                <a:cubicBezTo>
                  <a:pt x="517129" y="122276"/>
                  <a:pt x="518231" y="123502"/>
                  <a:pt x="519690" y="124278"/>
                </a:cubicBezTo>
                <a:cubicBezTo>
                  <a:pt x="521149" y="125054"/>
                  <a:pt x="523617" y="125536"/>
                  <a:pt x="527093" y="125722"/>
                </a:cubicBezTo>
                <a:lnTo>
                  <a:pt x="527093" y="129074"/>
                </a:lnTo>
                <a:lnTo>
                  <a:pt x="480064" y="129074"/>
                </a:lnTo>
                <a:lnTo>
                  <a:pt x="480064" y="125722"/>
                </a:lnTo>
                <a:cubicBezTo>
                  <a:pt x="483851" y="125411"/>
                  <a:pt x="486412" y="124371"/>
                  <a:pt x="487747" y="122602"/>
                </a:cubicBezTo>
                <a:cubicBezTo>
                  <a:pt x="489082" y="120833"/>
                  <a:pt x="489749" y="116161"/>
                  <a:pt x="489749" y="108586"/>
                </a:cubicBezTo>
                <a:lnTo>
                  <a:pt x="489749" y="60346"/>
                </a:lnTo>
                <a:cubicBezTo>
                  <a:pt x="489749" y="55349"/>
                  <a:pt x="489501" y="52163"/>
                  <a:pt x="489004" y="50789"/>
                </a:cubicBezTo>
                <a:cubicBezTo>
                  <a:pt x="488384" y="49039"/>
                  <a:pt x="487483" y="47759"/>
                  <a:pt x="486304" y="46948"/>
                </a:cubicBezTo>
                <a:cubicBezTo>
                  <a:pt x="485124" y="46135"/>
                  <a:pt x="483044" y="45572"/>
                  <a:pt x="480064" y="45260"/>
                </a:cubicBezTo>
                <a:lnTo>
                  <a:pt x="480064" y="41907"/>
                </a:lnTo>
                <a:lnTo>
                  <a:pt x="515639" y="41907"/>
                </a:lnTo>
                <a:close/>
                <a:moveTo>
                  <a:pt x="631774" y="106558"/>
                </a:moveTo>
                <a:lnTo>
                  <a:pt x="634661" y="108790"/>
                </a:lnTo>
                <a:cubicBezTo>
                  <a:pt x="630564" y="116514"/>
                  <a:pt x="625457" y="122261"/>
                  <a:pt x="619342" y="126030"/>
                </a:cubicBezTo>
                <a:cubicBezTo>
                  <a:pt x="613227" y="129798"/>
                  <a:pt x="606723" y="131682"/>
                  <a:pt x="599832" y="131682"/>
                </a:cubicBezTo>
                <a:cubicBezTo>
                  <a:pt x="588222" y="131682"/>
                  <a:pt x="578940" y="127301"/>
                  <a:pt x="571987" y="118539"/>
                </a:cubicBezTo>
                <a:cubicBezTo>
                  <a:pt x="565033" y="109776"/>
                  <a:pt x="561557" y="99242"/>
                  <a:pt x="561557" y="86937"/>
                </a:cubicBezTo>
                <a:cubicBezTo>
                  <a:pt x="561557" y="75065"/>
                  <a:pt x="564723" y="64624"/>
                  <a:pt x="571056" y="55614"/>
                </a:cubicBezTo>
                <a:cubicBezTo>
                  <a:pt x="578692" y="44738"/>
                  <a:pt x="589215" y="39300"/>
                  <a:pt x="602626" y="39300"/>
                </a:cubicBezTo>
                <a:cubicBezTo>
                  <a:pt x="611628" y="39300"/>
                  <a:pt x="618783" y="41573"/>
                  <a:pt x="624091" y="46118"/>
                </a:cubicBezTo>
                <a:cubicBezTo>
                  <a:pt x="629400" y="50662"/>
                  <a:pt x="632054" y="55736"/>
                  <a:pt x="632054" y="61339"/>
                </a:cubicBezTo>
                <a:cubicBezTo>
                  <a:pt x="632054" y="64887"/>
                  <a:pt x="630983" y="67720"/>
                  <a:pt x="628841" y="69837"/>
                </a:cubicBezTo>
                <a:cubicBezTo>
                  <a:pt x="626699" y="71953"/>
                  <a:pt x="623890" y="73012"/>
                  <a:pt x="620413" y="73012"/>
                </a:cubicBezTo>
                <a:cubicBezTo>
                  <a:pt x="616750" y="73012"/>
                  <a:pt x="613723" y="71797"/>
                  <a:pt x="611333" y="69368"/>
                </a:cubicBezTo>
                <a:cubicBezTo>
                  <a:pt x="608943" y="66937"/>
                  <a:pt x="607468" y="62607"/>
                  <a:pt x="606909" y="56377"/>
                </a:cubicBezTo>
                <a:cubicBezTo>
                  <a:pt x="606537" y="52452"/>
                  <a:pt x="605637" y="49711"/>
                  <a:pt x="604209" y="48153"/>
                </a:cubicBezTo>
                <a:cubicBezTo>
                  <a:pt x="602781" y="46597"/>
                  <a:pt x="601105" y="45819"/>
                  <a:pt x="599180" y="45819"/>
                </a:cubicBezTo>
                <a:cubicBezTo>
                  <a:pt x="596200" y="45819"/>
                  <a:pt x="593654" y="47402"/>
                  <a:pt x="591543" y="50568"/>
                </a:cubicBezTo>
                <a:cubicBezTo>
                  <a:pt x="588315" y="55349"/>
                  <a:pt x="586701" y="62675"/>
                  <a:pt x="586701" y="72546"/>
                </a:cubicBezTo>
                <a:cubicBezTo>
                  <a:pt x="586701" y="80741"/>
                  <a:pt x="588005" y="88580"/>
                  <a:pt x="590612" y="96061"/>
                </a:cubicBezTo>
                <a:cubicBezTo>
                  <a:pt x="593220" y="103542"/>
                  <a:pt x="596790" y="109114"/>
                  <a:pt x="601322" y="112777"/>
                </a:cubicBezTo>
                <a:cubicBezTo>
                  <a:pt x="604737" y="115447"/>
                  <a:pt x="608772" y="116782"/>
                  <a:pt x="613428" y="116782"/>
                </a:cubicBezTo>
                <a:cubicBezTo>
                  <a:pt x="616471" y="116782"/>
                  <a:pt x="619357" y="116070"/>
                  <a:pt x="622089" y="114645"/>
                </a:cubicBezTo>
                <a:cubicBezTo>
                  <a:pt x="624821" y="113219"/>
                  <a:pt x="628049" y="110524"/>
                  <a:pt x="631774" y="106558"/>
                </a:cubicBezTo>
                <a:close/>
                <a:moveTo>
                  <a:pt x="680975" y="2794"/>
                </a:moveTo>
                <a:lnTo>
                  <a:pt x="680975" y="53176"/>
                </a:lnTo>
                <a:cubicBezTo>
                  <a:pt x="685756" y="48112"/>
                  <a:pt x="690133" y="44533"/>
                  <a:pt x="694106" y="42440"/>
                </a:cubicBezTo>
                <a:cubicBezTo>
                  <a:pt x="698080" y="40346"/>
                  <a:pt x="702208" y="39300"/>
                  <a:pt x="706492" y="39300"/>
                </a:cubicBezTo>
                <a:cubicBezTo>
                  <a:pt x="711956" y="39300"/>
                  <a:pt x="716627" y="40852"/>
                  <a:pt x="720508" y="43956"/>
                </a:cubicBezTo>
                <a:cubicBezTo>
                  <a:pt x="724388" y="47060"/>
                  <a:pt x="726965" y="50708"/>
                  <a:pt x="728237" y="54899"/>
                </a:cubicBezTo>
                <a:cubicBezTo>
                  <a:pt x="729510" y="59089"/>
                  <a:pt x="730146" y="66151"/>
                  <a:pt x="730146" y="76085"/>
                </a:cubicBezTo>
                <a:lnTo>
                  <a:pt x="730146" y="110076"/>
                </a:lnTo>
                <a:cubicBezTo>
                  <a:pt x="730146" y="116760"/>
                  <a:pt x="730767" y="120930"/>
                  <a:pt x="732009" y="122585"/>
                </a:cubicBezTo>
                <a:cubicBezTo>
                  <a:pt x="733251" y="124239"/>
                  <a:pt x="735765" y="125285"/>
                  <a:pt x="739552" y="125722"/>
                </a:cubicBezTo>
                <a:lnTo>
                  <a:pt x="739552" y="129074"/>
                </a:lnTo>
                <a:lnTo>
                  <a:pt x="695410" y="129074"/>
                </a:lnTo>
                <a:lnTo>
                  <a:pt x="695410" y="125722"/>
                </a:lnTo>
                <a:cubicBezTo>
                  <a:pt x="698514" y="125285"/>
                  <a:pt x="700842" y="124036"/>
                  <a:pt x="702395" y="121973"/>
                </a:cubicBezTo>
                <a:cubicBezTo>
                  <a:pt x="703512" y="120349"/>
                  <a:pt x="704071" y="116384"/>
                  <a:pt x="704071" y="110076"/>
                </a:cubicBezTo>
                <a:lnTo>
                  <a:pt x="704071" y="71303"/>
                </a:lnTo>
                <a:cubicBezTo>
                  <a:pt x="704071" y="64113"/>
                  <a:pt x="703791" y="59604"/>
                  <a:pt x="703233" y="57777"/>
                </a:cubicBezTo>
                <a:cubicBezTo>
                  <a:pt x="702674" y="55947"/>
                  <a:pt x="701727" y="54521"/>
                  <a:pt x="700392" y="53499"/>
                </a:cubicBezTo>
                <a:cubicBezTo>
                  <a:pt x="699057" y="52476"/>
                  <a:pt x="697552" y="51965"/>
                  <a:pt x="695876" y="51965"/>
                </a:cubicBezTo>
                <a:cubicBezTo>
                  <a:pt x="693392" y="51965"/>
                  <a:pt x="690971" y="52819"/>
                  <a:pt x="688612" y="54526"/>
                </a:cubicBezTo>
                <a:cubicBezTo>
                  <a:pt x="686252" y="56233"/>
                  <a:pt x="683707" y="59229"/>
                  <a:pt x="680975" y="63513"/>
                </a:cubicBezTo>
                <a:lnTo>
                  <a:pt x="680975" y="110076"/>
                </a:lnTo>
                <a:cubicBezTo>
                  <a:pt x="680975" y="116322"/>
                  <a:pt x="681441" y="120225"/>
                  <a:pt x="682372" y="121787"/>
                </a:cubicBezTo>
                <a:cubicBezTo>
                  <a:pt x="683552" y="123910"/>
                  <a:pt x="685973" y="125221"/>
                  <a:pt x="689636" y="125722"/>
                </a:cubicBezTo>
                <a:lnTo>
                  <a:pt x="689636" y="129074"/>
                </a:lnTo>
                <a:lnTo>
                  <a:pt x="645494" y="129074"/>
                </a:lnTo>
                <a:lnTo>
                  <a:pt x="645494" y="125722"/>
                </a:lnTo>
                <a:cubicBezTo>
                  <a:pt x="649157" y="125347"/>
                  <a:pt x="651764" y="124161"/>
                  <a:pt x="653316" y="122163"/>
                </a:cubicBezTo>
                <a:cubicBezTo>
                  <a:pt x="654372" y="120789"/>
                  <a:pt x="654900" y="116760"/>
                  <a:pt x="654900" y="110076"/>
                </a:cubicBezTo>
                <a:lnTo>
                  <a:pt x="654900" y="21792"/>
                </a:lnTo>
                <a:cubicBezTo>
                  <a:pt x="654900" y="15131"/>
                  <a:pt x="654294" y="10984"/>
                  <a:pt x="653084" y="9351"/>
                </a:cubicBezTo>
                <a:cubicBezTo>
                  <a:pt x="651873" y="7717"/>
                  <a:pt x="649343" y="6649"/>
                  <a:pt x="645494" y="6146"/>
                </a:cubicBezTo>
                <a:lnTo>
                  <a:pt x="645494" y="2794"/>
                </a:lnTo>
                <a:lnTo>
                  <a:pt x="680975" y="2794"/>
                </a:lnTo>
                <a:close/>
                <a:moveTo>
                  <a:pt x="883869" y="130192"/>
                </a:moveTo>
                <a:cubicBezTo>
                  <a:pt x="886725" y="138480"/>
                  <a:pt x="891164" y="144712"/>
                  <a:pt x="897187" y="148887"/>
                </a:cubicBezTo>
                <a:cubicBezTo>
                  <a:pt x="903209" y="153062"/>
                  <a:pt x="910752" y="155150"/>
                  <a:pt x="919817" y="155150"/>
                </a:cubicBezTo>
                <a:cubicBezTo>
                  <a:pt x="922300" y="155150"/>
                  <a:pt x="924939" y="154902"/>
                  <a:pt x="927732" y="154405"/>
                </a:cubicBezTo>
                <a:lnTo>
                  <a:pt x="927732" y="160179"/>
                </a:lnTo>
                <a:cubicBezTo>
                  <a:pt x="918358" y="162662"/>
                  <a:pt x="909976" y="163904"/>
                  <a:pt x="902588" y="163904"/>
                </a:cubicBezTo>
                <a:cubicBezTo>
                  <a:pt x="891040" y="163904"/>
                  <a:pt x="880719" y="161047"/>
                  <a:pt x="871623" y="155333"/>
                </a:cubicBezTo>
                <a:cubicBezTo>
                  <a:pt x="862528" y="149622"/>
                  <a:pt x="855683" y="141241"/>
                  <a:pt x="851089" y="130192"/>
                </a:cubicBezTo>
                <a:cubicBezTo>
                  <a:pt x="835816" y="126965"/>
                  <a:pt x="823507" y="119490"/>
                  <a:pt x="814164" y="107766"/>
                </a:cubicBezTo>
                <a:cubicBezTo>
                  <a:pt x="804820" y="96039"/>
                  <a:pt x="800148" y="82049"/>
                  <a:pt x="800148" y="65794"/>
                </a:cubicBezTo>
                <a:cubicBezTo>
                  <a:pt x="800148" y="46934"/>
                  <a:pt x="806481" y="31254"/>
                  <a:pt x="819146" y="18753"/>
                </a:cubicBezTo>
                <a:cubicBezTo>
                  <a:pt x="831811" y="6251"/>
                  <a:pt x="847891" y="0"/>
                  <a:pt x="867386" y="0"/>
                </a:cubicBezTo>
                <a:cubicBezTo>
                  <a:pt x="886818" y="0"/>
                  <a:pt x="902836" y="6267"/>
                  <a:pt x="915440" y="18800"/>
                </a:cubicBezTo>
                <a:cubicBezTo>
                  <a:pt x="928043" y="31331"/>
                  <a:pt x="934344" y="46996"/>
                  <a:pt x="934344" y="65794"/>
                </a:cubicBezTo>
                <a:cubicBezTo>
                  <a:pt x="934344" y="82173"/>
                  <a:pt x="929409" y="96412"/>
                  <a:pt x="919537" y="108511"/>
                </a:cubicBezTo>
                <a:cubicBezTo>
                  <a:pt x="909666" y="120608"/>
                  <a:pt x="897776" y="127835"/>
                  <a:pt x="883869" y="130192"/>
                </a:cubicBezTo>
                <a:moveTo>
                  <a:pt x="867293" y="7078"/>
                </a:moveTo>
                <a:cubicBezTo>
                  <a:pt x="856117" y="7078"/>
                  <a:pt x="847488" y="12878"/>
                  <a:pt x="841403" y="24478"/>
                </a:cubicBezTo>
                <a:cubicBezTo>
                  <a:pt x="836312" y="34217"/>
                  <a:pt x="833767" y="48083"/>
                  <a:pt x="833767" y="66074"/>
                </a:cubicBezTo>
                <a:cubicBezTo>
                  <a:pt x="833767" y="87662"/>
                  <a:pt x="837585" y="103667"/>
                  <a:pt x="845222" y="114090"/>
                </a:cubicBezTo>
                <a:cubicBezTo>
                  <a:pt x="850561" y="121348"/>
                  <a:pt x="857918" y="124977"/>
                  <a:pt x="867293" y="124977"/>
                </a:cubicBezTo>
                <a:cubicBezTo>
                  <a:pt x="876730" y="124977"/>
                  <a:pt x="884087" y="121410"/>
                  <a:pt x="889364" y="114276"/>
                </a:cubicBezTo>
                <a:cubicBezTo>
                  <a:pt x="897000" y="104040"/>
                  <a:pt x="900819" y="88654"/>
                  <a:pt x="900819" y="68120"/>
                </a:cubicBezTo>
                <a:cubicBezTo>
                  <a:pt x="900819" y="47897"/>
                  <a:pt x="898428" y="33257"/>
                  <a:pt x="893648" y="24199"/>
                </a:cubicBezTo>
                <a:cubicBezTo>
                  <a:pt x="887688" y="12785"/>
                  <a:pt x="878903" y="7078"/>
                  <a:pt x="867293" y="7078"/>
                </a:cubicBezTo>
                <a:close/>
                <a:moveTo>
                  <a:pt x="1031602" y="41907"/>
                </a:moveTo>
                <a:lnTo>
                  <a:pt x="1031602" y="110076"/>
                </a:lnTo>
                <a:cubicBezTo>
                  <a:pt x="1031602" y="116760"/>
                  <a:pt x="1032223" y="120930"/>
                  <a:pt x="1033464" y="122585"/>
                </a:cubicBezTo>
                <a:cubicBezTo>
                  <a:pt x="1034706" y="124239"/>
                  <a:pt x="1037220" y="125285"/>
                  <a:pt x="1041008" y="125722"/>
                </a:cubicBezTo>
                <a:lnTo>
                  <a:pt x="1041008" y="129074"/>
                </a:lnTo>
                <a:lnTo>
                  <a:pt x="1005526" y="129074"/>
                </a:lnTo>
                <a:lnTo>
                  <a:pt x="1005526" y="117433"/>
                </a:lnTo>
                <a:cubicBezTo>
                  <a:pt x="1001366" y="122400"/>
                  <a:pt x="997207" y="126017"/>
                  <a:pt x="993047" y="128283"/>
                </a:cubicBezTo>
                <a:cubicBezTo>
                  <a:pt x="988887" y="130549"/>
                  <a:pt x="984231" y="131682"/>
                  <a:pt x="979078" y="131682"/>
                </a:cubicBezTo>
                <a:cubicBezTo>
                  <a:pt x="974173" y="131682"/>
                  <a:pt x="969812" y="130176"/>
                  <a:pt x="965994" y="127165"/>
                </a:cubicBezTo>
                <a:cubicBezTo>
                  <a:pt x="962175" y="124154"/>
                  <a:pt x="959614" y="120631"/>
                  <a:pt x="958311" y="116595"/>
                </a:cubicBezTo>
                <a:cubicBezTo>
                  <a:pt x="957007" y="112560"/>
                  <a:pt x="956355" y="105513"/>
                  <a:pt x="956355" y="95455"/>
                </a:cubicBezTo>
                <a:lnTo>
                  <a:pt x="956355" y="60905"/>
                </a:lnTo>
                <a:cubicBezTo>
                  <a:pt x="956355" y="54245"/>
                  <a:pt x="955750" y="50098"/>
                  <a:pt x="954539" y="48464"/>
                </a:cubicBezTo>
                <a:cubicBezTo>
                  <a:pt x="953328" y="46830"/>
                  <a:pt x="950798" y="45762"/>
                  <a:pt x="946949" y="45260"/>
                </a:cubicBezTo>
                <a:lnTo>
                  <a:pt x="946949" y="41907"/>
                </a:lnTo>
                <a:lnTo>
                  <a:pt x="982431" y="41907"/>
                </a:lnTo>
                <a:lnTo>
                  <a:pt x="982431" y="101488"/>
                </a:lnTo>
                <a:cubicBezTo>
                  <a:pt x="982431" y="107705"/>
                  <a:pt x="982725" y="111714"/>
                  <a:pt x="983315" y="113516"/>
                </a:cubicBezTo>
                <a:cubicBezTo>
                  <a:pt x="983905" y="115319"/>
                  <a:pt x="984836" y="116686"/>
                  <a:pt x="986109" y="117620"/>
                </a:cubicBezTo>
                <a:cubicBezTo>
                  <a:pt x="987382" y="118551"/>
                  <a:pt x="988856" y="119017"/>
                  <a:pt x="990533" y="119017"/>
                </a:cubicBezTo>
                <a:cubicBezTo>
                  <a:pt x="992768" y="119017"/>
                  <a:pt x="994785" y="118427"/>
                  <a:pt x="996586" y="117247"/>
                </a:cubicBezTo>
                <a:cubicBezTo>
                  <a:pt x="999069" y="115633"/>
                  <a:pt x="1002049" y="112374"/>
                  <a:pt x="1005526" y="107469"/>
                </a:cubicBezTo>
                <a:lnTo>
                  <a:pt x="1005526" y="60905"/>
                </a:lnTo>
                <a:cubicBezTo>
                  <a:pt x="1005526" y="54245"/>
                  <a:pt x="1004921" y="50098"/>
                  <a:pt x="1003710" y="48464"/>
                </a:cubicBezTo>
                <a:cubicBezTo>
                  <a:pt x="1002499" y="46830"/>
                  <a:pt x="999970" y="45762"/>
                  <a:pt x="996120" y="45260"/>
                </a:cubicBezTo>
                <a:lnTo>
                  <a:pt x="996120" y="41907"/>
                </a:lnTo>
                <a:lnTo>
                  <a:pt x="1031602" y="41907"/>
                </a:lnTo>
                <a:close/>
                <a:moveTo>
                  <a:pt x="1127308" y="82324"/>
                </a:moveTo>
                <a:lnTo>
                  <a:pt x="1079534" y="82324"/>
                </a:lnTo>
                <a:cubicBezTo>
                  <a:pt x="1080093" y="93903"/>
                  <a:pt x="1083166" y="103054"/>
                  <a:pt x="1088754" y="109777"/>
                </a:cubicBezTo>
                <a:cubicBezTo>
                  <a:pt x="1093038" y="114943"/>
                  <a:pt x="1098191" y="117527"/>
                  <a:pt x="1104213" y="117527"/>
                </a:cubicBezTo>
                <a:cubicBezTo>
                  <a:pt x="1107938" y="117527"/>
                  <a:pt x="1111322" y="116487"/>
                  <a:pt x="1114364" y="114407"/>
                </a:cubicBezTo>
                <a:cubicBezTo>
                  <a:pt x="1117406" y="112327"/>
                  <a:pt x="1120665" y="108586"/>
                  <a:pt x="1124142" y="103185"/>
                </a:cubicBezTo>
                <a:lnTo>
                  <a:pt x="1127308" y="105234"/>
                </a:lnTo>
                <a:cubicBezTo>
                  <a:pt x="1122590" y="114857"/>
                  <a:pt x="1117375" y="121671"/>
                  <a:pt x="1111663" y="125675"/>
                </a:cubicBezTo>
                <a:cubicBezTo>
                  <a:pt x="1105951" y="129680"/>
                  <a:pt x="1099339" y="131682"/>
                  <a:pt x="1091827" y="131682"/>
                </a:cubicBezTo>
                <a:cubicBezTo>
                  <a:pt x="1078913" y="131682"/>
                  <a:pt x="1069135" y="126710"/>
                  <a:pt x="1062492" y="116767"/>
                </a:cubicBezTo>
                <a:cubicBezTo>
                  <a:pt x="1057153" y="108750"/>
                  <a:pt x="1054483" y="98807"/>
                  <a:pt x="1054483" y="86937"/>
                </a:cubicBezTo>
                <a:cubicBezTo>
                  <a:pt x="1054483" y="72394"/>
                  <a:pt x="1058410" y="60819"/>
                  <a:pt x="1066264" y="52212"/>
                </a:cubicBezTo>
                <a:cubicBezTo>
                  <a:pt x="1074117" y="43604"/>
                  <a:pt x="1083321" y="39300"/>
                  <a:pt x="1093876" y="39300"/>
                </a:cubicBezTo>
                <a:cubicBezTo>
                  <a:pt x="1102692" y="39300"/>
                  <a:pt x="1110344" y="42916"/>
                  <a:pt x="1116832" y="50149"/>
                </a:cubicBezTo>
                <a:cubicBezTo>
                  <a:pt x="1123320" y="57382"/>
                  <a:pt x="1126812" y="68107"/>
                  <a:pt x="1127308" y="82324"/>
                </a:cubicBezTo>
                <a:moveTo>
                  <a:pt x="1104399" y="76178"/>
                </a:moveTo>
                <a:cubicBezTo>
                  <a:pt x="1104399" y="66182"/>
                  <a:pt x="1103856" y="59322"/>
                  <a:pt x="1102769" y="55597"/>
                </a:cubicBezTo>
                <a:cubicBezTo>
                  <a:pt x="1101683" y="51872"/>
                  <a:pt x="1099991" y="49047"/>
                  <a:pt x="1097694" y="47122"/>
                </a:cubicBezTo>
                <a:cubicBezTo>
                  <a:pt x="1096390" y="46005"/>
                  <a:pt x="1094652" y="45446"/>
                  <a:pt x="1092479" y="45446"/>
                </a:cubicBezTo>
                <a:cubicBezTo>
                  <a:pt x="1089250" y="45446"/>
                  <a:pt x="1086612" y="47029"/>
                  <a:pt x="1084563" y="50196"/>
                </a:cubicBezTo>
                <a:cubicBezTo>
                  <a:pt x="1080900" y="55721"/>
                  <a:pt x="1079069" y="63295"/>
                  <a:pt x="1079069" y="72919"/>
                </a:cubicBezTo>
                <a:lnTo>
                  <a:pt x="1079069" y="76178"/>
                </a:lnTo>
                <a:lnTo>
                  <a:pt x="1104399" y="76178"/>
                </a:lnTo>
                <a:close/>
                <a:moveTo>
                  <a:pt x="1193272" y="39672"/>
                </a:moveTo>
                <a:lnTo>
                  <a:pt x="1194669" y="69473"/>
                </a:lnTo>
                <a:lnTo>
                  <a:pt x="1191502" y="69473"/>
                </a:lnTo>
                <a:cubicBezTo>
                  <a:pt x="1187715" y="60585"/>
                  <a:pt x="1183788" y="54514"/>
                  <a:pt x="1179722" y="51261"/>
                </a:cubicBezTo>
                <a:cubicBezTo>
                  <a:pt x="1175655" y="48005"/>
                  <a:pt x="1171604" y="46377"/>
                  <a:pt x="1167569" y="46377"/>
                </a:cubicBezTo>
                <a:cubicBezTo>
                  <a:pt x="1165023" y="46377"/>
                  <a:pt x="1162850" y="47231"/>
                  <a:pt x="1161050" y="48938"/>
                </a:cubicBezTo>
                <a:cubicBezTo>
                  <a:pt x="1159249" y="50646"/>
                  <a:pt x="1158349" y="52617"/>
                  <a:pt x="1158349" y="54852"/>
                </a:cubicBezTo>
                <a:cubicBezTo>
                  <a:pt x="1158349" y="56528"/>
                  <a:pt x="1158970" y="58142"/>
                  <a:pt x="1160212" y="59695"/>
                </a:cubicBezTo>
                <a:cubicBezTo>
                  <a:pt x="1162198" y="62240"/>
                  <a:pt x="1167755" y="66601"/>
                  <a:pt x="1176882" y="72779"/>
                </a:cubicBezTo>
                <a:cubicBezTo>
                  <a:pt x="1186008" y="78956"/>
                  <a:pt x="1192015" y="84203"/>
                  <a:pt x="1194902" y="88517"/>
                </a:cubicBezTo>
                <a:cubicBezTo>
                  <a:pt x="1197789" y="92832"/>
                  <a:pt x="1199232" y="97659"/>
                  <a:pt x="1199232" y="102999"/>
                </a:cubicBezTo>
                <a:cubicBezTo>
                  <a:pt x="1199232" y="107841"/>
                  <a:pt x="1198021" y="112591"/>
                  <a:pt x="1195600" y="117247"/>
                </a:cubicBezTo>
                <a:cubicBezTo>
                  <a:pt x="1193179" y="121904"/>
                  <a:pt x="1189764" y="125473"/>
                  <a:pt x="1185356" y="127957"/>
                </a:cubicBezTo>
                <a:cubicBezTo>
                  <a:pt x="1180948" y="130440"/>
                  <a:pt x="1176074" y="131682"/>
                  <a:pt x="1170735" y="131682"/>
                </a:cubicBezTo>
                <a:cubicBezTo>
                  <a:pt x="1166575" y="131682"/>
                  <a:pt x="1161019" y="130354"/>
                  <a:pt x="1154065" y="127698"/>
                </a:cubicBezTo>
                <a:cubicBezTo>
                  <a:pt x="1152203" y="127001"/>
                  <a:pt x="1150930" y="126653"/>
                  <a:pt x="1150247" y="126653"/>
                </a:cubicBezTo>
                <a:cubicBezTo>
                  <a:pt x="1148198" y="126653"/>
                  <a:pt x="1146491" y="128205"/>
                  <a:pt x="1145125" y="131309"/>
                </a:cubicBezTo>
                <a:lnTo>
                  <a:pt x="1142052" y="131309"/>
                </a:lnTo>
                <a:lnTo>
                  <a:pt x="1140562" y="100019"/>
                </a:lnTo>
                <a:lnTo>
                  <a:pt x="1143728" y="100019"/>
                </a:lnTo>
                <a:cubicBezTo>
                  <a:pt x="1146522" y="108214"/>
                  <a:pt x="1150356" y="114360"/>
                  <a:pt x="1155229" y="118458"/>
                </a:cubicBezTo>
                <a:cubicBezTo>
                  <a:pt x="1160103" y="122555"/>
                  <a:pt x="1164713" y="124604"/>
                  <a:pt x="1169059" y="124604"/>
                </a:cubicBezTo>
                <a:cubicBezTo>
                  <a:pt x="1172039" y="124604"/>
                  <a:pt x="1174476" y="123688"/>
                  <a:pt x="1176369" y="121857"/>
                </a:cubicBezTo>
                <a:cubicBezTo>
                  <a:pt x="1178263" y="120025"/>
                  <a:pt x="1179210" y="117806"/>
                  <a:pt x="1179210" y="115198"/>
                </a:cubicBezTo>
                <a:cubicBezTo>
                  <a:pt x="1179210" y="112218"/>
                  <a:pt x="1178278" y="109642"/>
                  <a:pt x="1176416" y="107469"/>
                </a:cubicBezTo>
                <a:cubicBezTo>
                  <a:pt x="1174553" y="105296"/>
                  <a:pt x="1170394" y="102005"/>
                  <a:pt x="1163937" y="97597"/>
                </a:cubicBezTo>
                <a:cubicBezTo>
                  <a:pt x="1154438" y="91016"/>
                  <a:pt x="1148291" y="85987"/>
                  <a:pt x="1145498" y="82511"/>
                </a:cubicBezTo>
                <a:cubicBezTo>
                  <a:pt x="1141400" y="77420"/>
                  <a:pt x="1139351" y="71801"/>
                  <a:pt x="1139351" y="65655"/>
                </a:cubicBezTo>
                <a:cubicBezTo>
                  <a:pt x="1139351" y="58950"/>
                  <a:pt x="1141664" y="52881"/>
                  <a:pt x="1146289" y="47448"/>
                </a:cubicBezTo>
                <a:cubicBezTo>
                  <a:pt x="1150915" y="42016"/>
                  <a:pt x="1157604" y="39300"/>
                  <a:pt x="1166358" y="39300"/>
                </a:cubicBezTo>
                <a:cubicBezTo>
                  <a:pt x="1171077" y="39300"/>
                  <a:pt x="1175640" y="40493"/>
                  <a:pt x="1180048" y="42879"/>
                </a:cubicBezTo>
                <a:cubicBezTo>
                  <a:pt x="1181724" y="43845"/>
                  <a:pt x="1183090" y="44329"/>
                  <a:pt x="1184145" y="44329"/>
                </a:cubicBezTo>
                <a:cubicBezTo>
                  <a:pt x="1185263" y="44329"/>
                  <a:pt x="1186163" y="44096"/>
                  <a:pt x="1186846" y="43630"/>
                </a:cubicBezTo>
                <a:cubicBezTo>
                  <a:pt x="1187529" y="43164"/>
                  <a:pt x="1188616" y="41845"/>
                  <a:pt x="1190106" y="39672"/>
                </a:cubicBezTo>
                <a:lnTo>
                  <a:pt x="1193272" y="39672"/>
                </a:lnTo>
                <a:close/>
                <a:moveTo>
                  <a:pt x="1246975" y="9871"/>
                </a:moveTo>
                <a:lnTo>
                  <a:pt x="1246975" y="41907"/>
                </a:lnTo>
                <a:lnTo>
                  <a:pt x="1267650" y="41907"/>
                </a:lnTo>
                <a:lnTo>
                  <a:pt x="1267650" y="51034"/>
                </a:lnTo>
                <a:lnTo>
                  <a:pt x="1246975" y="51034"/>
                </a:lnTo>
                <a:lnTo>
                  <a:pt x="1246975" y="104914"/>
                </a:lnTo>
                <a:cubicBezTo>
                  <a:pt x="1246975" y="109956"/>
                  <a:pt x="1247208" y="113209"/>
                  <a:pt x="1247674" y="114672"/>
                </a:cubicBezTo>
                <a:cubicBezTo>
                  <a:pt x="1248140" y="116135"/>
                  <a:pt x="1248962" y="117318"/>
                  <a:pt x="1250142" y="118222"/>
                </a:cubicBezTo>
                <a:cubicBezTo>
                  <a:pt x="1251321" y="119124"/>
                  <a:pt x="1252408" y="119575"/>
                  <a:pt x="1253401" y="119575"/>
                </a:cubicBezTo>
                <a:cubicBezTo>
                  <a:pt x="1257437" y="119575"/>
                  <a:pt x="1261255" y="116471"/>
                  <a:pt x="1264856" y="110263"/>
                </a:cubicBezTo>
                <a:lnTo>
                  <a:pt x="1267650" y="112332"/>
                </a:lnTo>
                <a:cubicBezTo>
                  <a:pt x="1262621" y="124363"/>
                  <a:pt x="1254457" y="130378"/>
                  <a:pt x="1243157" y="130378"/>
                </a:cubicBezTo>
                <a:cubicBezTo>
                  <a:pt x="1237632" y="130378"/>
                  <a:pt x="1232960" y="128837"/>
                  <a:pt x="1229142" y="125754"/>
                </a:cubicBezTo>
                <a:cubicBezTo>
                  <a:pt x="1225323" y="122669"/>
                  <a:pt x="1222887" y="119226"/>
                  <a:pt x="1221831" y="115425"/>
                </a:cubicBezTo>
                <a:cubicBezTo>
                  <a:pt x="1221210" y="113307"/>
                  <a:pt x="1220900" y="107575"/>
                  <a:pt x="1220900" y="98229"/>
                </a:cubicBezTo>
                <a:lnTo>
                  <a:pt x="1220900" y="51034"/>
                </a:lnTo>
                <a:lnTo>
                  <a:pt x="1209538" y="51034"/>
                </a:lnTo>
                <a:lnTo>
                  <a:pt x="1209538" y="47766"/>
                </a:lnTo>
                <a:cubicBezTo>
                  <a:pt x="1217361" y="42228"/>
                  <a:pt x="1224020" y="36411"/>
                  <a:pt x="1229514" y="30313"/>
                </a:cubicBezTo>
                <a:cubicBezTo>
                  <a:pt x="1235009" y="24215"/>
                  <a:pt x="1239805" y="17401"/>
                  <a:pt x="1243902" y="9871"/>
                </a:cubicBezTo>
                <a:lnTo>
                  <a:pt x="1246975" y="9871"/>
                </a:lnTo>
                <a:close/>
                <a:moveTo>
                  <a:pt x="1296889" y="0"/>
                </a:moveTo>
                <a:cubicBezTo>
                  <a:pt x="1300925" y="0"/>
                  <a:pt x="1304340" y="1417"/>
                  <a:pt x="1307133" y="4252"/>
                </a:cubicBezTo>
                <a:cubicBezTo>
                  <a:pt x="1309927" y="7084"/>
                  <a:pt x="1311324" y="10494"/>
                  <a:pt x="1311324" y="14481"/>
                </a:cubicBezTo>
                <a:cubicBezTo>
                  <a:pt x="1311324" y="18468"/>
                  <a:pt x="1309912" y="21864"/>
                  <a:pt x="1307087" y="24667"/>
                </a:cubicBezTo>
                <a:cubicBezTo>
                  <a:pt x="1304262" y="27469"/>
                  <a:pt x="1300863" y="28869"/>
                  <a:pt x="1296889" y="28869"/>
                </a:cubicBezTo>
                <a:cubicBezTo>
                  <a:pt x="1292916" y="28869"/>
                  <a:pt x="1289532" y="27469"/>
                  <a:pt x="1286739" y="24667"/>
                </a:cubicBezTo>
                <a:cubicBezTo>
                  <a:pt x="1283945" y="21864"/>
                  <a:pt x="1282548" y="18468"/>
                  <a:pt x="1282548" y="14481"/>
                </a:cubicBezTo>
                <a:cubicBezTo>
                  <a:pt x="1282548" y="10494"/>
                  <a:pt x="1283945" y="7084"/>
                  <a:pt x="1286739" y="4252"/>
                </a:cubicBezTo>
                <a:cubicBezTo>
                  <a:pt x="1289532" y="1417"/>
                  <a:pt x="1292916" y="0"/>
                  <a:pt x="1296889" y="0"/>
                </a:cubicBezTo>
                <a:moveTo>
                  <a:pt x="1309927" y="41907"/>
                </a:moveTo>
                <a:lnTo>
                  <a:pt x="1309927" y="111008"/>
                </a:lnTo>
                <a:cubicBezTo>
                  <a:pt x="1309927" y="117154"/>
                  <a:pt x="1310641" y="121081"/>
                  <a:pt x="1312069" y="122788"/>
                </a:cubicBezTo>
                <a:cubicBezTo>
                  <a:pt x="1313497" y="124496"/>
                  <a:pt x="1316291" y="125473"/>
                  <a:pt x="1320451" y="125722"/>
                </a:cubicBezTo>
                <a:lnTo>
                  <a:pt x="1320451" y="129074"/>
                </a:lnTo>
                <a:lnTo>
                  <a:pt x="1273421" y="129074"/>
                </a:lnTo>
                <a:lnTo>
                  <a:pt x="1273421" y="125722"/>
                </a:lnTo>
                <a:cubicBezTo>
                  <a:pt x="1277271" y="125598"/>
                  <a:pt x="1280126" y="124480"/>
                  <a:pt x="1281989" y="122369"/>
                </a:cubicBezTo>
                <a:cubicBezTo>
                  <a:pt x="1283231" y="120941"/>
                  <a:pt x="1283852" y="117154"/>
                  <a:pt x="1283852" y="111008"/>
                </a:cubicBezTo>
                <a:lnTo>
                  <a:pt x="1283852" y="60160"/>
                </a:lnTo>
                <a:cubicBezTo>
                  <a:pt x="1283852" y="53936"/>
                  <a:pt x="1283138" y="49960"/>
                  <a:pt x="1281710" y="48231"/>
                </a:cubicBezTo>
                <a:cubicBezTo>
                  <a:pt x="1280282" y="46502"/>
                  <a:pt x="1277519" y="45512"/>
                  <a:pt x="1273421" y="45260"/>
                </a:cubicBezTo>
                <a:lnTo>
                  <a:pt x="1273421" y="41907"/>
                </a:lnTo>
                <a:lnTo>
                  <a:pt x="1309927" y="41907"/>
                </a:lnTo>
                <a:close/>
                <a:moveTo>
                  <a:pt x="1370027" y="39300"/>
                </a:moveTo>
                <a:cubicBezTo>
                  <a:pt x="1377601" y="39300"/>
                  <a:pt x="1384648" y="41257"/>
                  <a:pt x="1391167" y="45173"/>
                </a:cubicBezTo>
                <a:cubicBezTo>
                  <a:pt x="1397685" y="49088"/>
                  <a:pt x="1402637" y="54650"/>
                  <a:pt x="1406020" y="61860"/>
                </a:cubicBezTo>
                <a:cubicBezTo>
                  <a:pt x="1409404" y="69069"/>
                  <a:pt x="1411096" y="76962"/>
                  <a:pt x="1411096" y="85537"/>
                </a:cubicBezTo>
                <a:cubicBezTo>
                  <a:pt x="1411096" y="97904"/>
                  <a:pt x="1407960" y="108252"/>
                  <a:pt x="1401690" y="116581"/>
                </a:cubicBezTo>
                <a:cubicBezTo>
                  <a:pt x="1394116" y="126648"/>
                  <a:pt x="1383654" y="131682"/>
                  <a:pt x="1370306" y="131682"/>
                </a:cubicBezTo>
                <a:cubicBezTo>
                  <a:pt x="1357206" y="131682"/>
                  <a:pt x="1347117" y="127083"/>
                  <a:pt x="1340040" y="117885"/>
                </a:cubicBezTo>
                <a:cubicBezTo>
                  <a:pt x="1332962" y="108686"/>
                  <a:pt x="1329423" y="98028"/>
                  <a:pt x="1329423" y="85910"/>
                </a:cubicBezTo>
                <a:cubicBezTo>
                  <a:pt x="1329423" y="73419"/>
                  <a:pt x="1333040" y="62528"/>
                  <a:pt x="1340272" y="53237"/>
                </a:cubicBezTo>
                <a:cubicBezTo>
                  <a:pt x="1347505" y="43945"/>
                  <a:pt x="1357423" y="39300"/>
                  <a:pt x="1370027" y="39300"/>
                </a:cubicBezTo>
                <a:moveTo>
                  <a:pt x="1370399" y="45819"/>
                </a:moveTo>
                <a:cubicBezTo>
                  <a:pt x="1367233" y="45819"/>
                  <a:pt x="1364517" y="47016"/>
                  <a:pt x="1362251" y="49410"/>
                </a:cubicBezTo>
                <a:cubicBezTo>
                  <a:pt x="1359984" y="51802"/>
                  <a:pt x="1358494" y="56525"/>
                  <a:pt x="1357780" y="63580"/>
                </a:cubicBezTo>
                <a:cubicBezTo>
                  <a:pt x="1357066" y="70634"/>
                  <a:pt x="1356709" y="80440"/>
                  <a:pt x="1356709" y="92996"/>
                </a:cubicBezTo>
                <a:cubicBezTo>
                  <a:pt x="1356709" y="99647"/>
                  <a:pt x="1357144" y="105863"/>
                  <a:pt x="1358013" y="111645"/>
                </a:cubicBezTo>
                <a:cubicBezTo>
                  <a:pt x="1358696" y="116057"/>
                  <a:pt x="1360155" y="119413"/>
                  <a:pt x="1362390" y="121714"/>
                </a:cubicBezTo>
                <a:cubicBezTo>
                  <a:pt x="1364625" y="124013"/>
                  <a:pt x="1367171" y="125163"/>
                  <a:pt x="1370027" y="125163"/>
                </a:cubicBezTo>
                <a:cubicBezTo>
                  <a:pt x="1372820" y="125163"/>
                  <a:pt x="1375149" y="124386"/>
                  <a:pt x="1377011" y="122832"/>
                </a:cubicBezTo>
                <a:cubicBezTo>
                  <a:pt x="1379433" y="120719"/>
                  <a:pt x="1381047" y="117766"/>
                  <a:pt x="1381854" y="113973"/>
                </a:cubicBezTo>
                <a:cubicBezTo>
                  <a:pt x="1383096" y="108069"/>
                  <a:pt x="1383716" y="96135"/>
                  <a:pt x="1383716" y="78172"/>
                </a:cubicBezTo>
                <a:cubicBezTo>
                  <a:pt x="1383716" y="67606"/>
                  <a:pt x="1383127" y="60349"/>
                  <a:pt x="1381947" y="56403"/>
                </a:cubicBezTo>
                <a:cubicBezTo>
                  <a:pt x="1380767" y="52455"/>
                  <a:pt x="1379029" y="49580"/>
                  <a:pt x="1376732" y="47777"/>
                </a:cubicBezTo>
                <a:cubicBezTo>
                  <a:pt x="1375118" y="46471"/>
                  <a:pt x="1373007" y="45819"/>
                  <a:pt x="1370399" y="45819"/>
                </a:cubicBezTo>
                <a:close/>
                <a:moveTo>
                  <a:pt x="1459895" y="41907"/>
                </a:moveTo>
                <a:lnTo>
                  <a:pt x="1459895" y="53269"/>
                </a:lnTo>
                <a:cubicBezTo>
                  <a:pt x="1464365" y="48393"/>
                  <a:pt x="1468649" y="44847"/>
                  <a:pt x="1472746" y="42629"/>
                </a:cubicBezTo>
                <a:cubicBezTo>
                  <a:pt x="1476844" y="40409"/>
                  <a:pt x="1481252" y="39300"/>
                  <a:pt x="1485971" y="39300"/>
                </a:cubicBezTo>
                <a:cubicBezTo>
                  <a:pt x="1491620" y="39300"/>
                  <a:pt x="1496308" y="40869"/>
                  <a:pt x="1500033" y="44008"/>
                </a:cubicBezTo>
                <a:cubicBezTo>
                  <a:pt x="1503758" y="47148"/>
                  <a:pt x="1506241" y="51048"/>
                  <a:pt x="1507483" y="55710"/>
                </a:cubicBezTo>
                <a:cubicBezTo>
                  <a:pt x="1508476" y="59255"/>
                  <a:pt x="1508973" y="66063"/>
                  <a:pt x="1508973" y="76134"/>
                </a:cubicBezTo>
                <a:lnTo>
                  <a:pt x="1508973" y="110076"/>
                </a:lnTo>
                <a:cubicBezTo>
                  <a:pt x="1508973" y="116782"/>
                  <a:pt x="1509578" y="120957"/>
                  <a:pt x="1510789" y="122602"/>
                </a:cubicBezTo>
                <a:cubicBezTo>
                  <a:pt x="1512000" y="124247"/>
                  <a:pt x="1514530" y="125287"/>
                  <a:pt x="1518379" y="125722"/>
                </a:cubicBezTo>
                <a:lnTo>
                  <a:pt x="1518379" y="129074"/>
                </a:lnTo>
                <a:lnTo>
                  <a:pt x="1474330" y="129074"/>
                </a:lnTo>
                <a:lnTo>
                  <a:pt x="1474330" y="125722"/>
                </a:lnTo>
                <a:cubicBezTo>
                  <a:pt x="1477620" y="125287"/>
                  <a:pt x="1479979" y="123921"/>
                  <a:pt x="1481407" y="121624"/>
                </a:cubicBezTo>
                <a:cubicBezTo>
                  <a:pt x="1482401" y="120072"/>
                  <a:pt x="1482897" y="116223"/>
                  <a:pt x="1482897" y="110076"/>
                </a:cubicBezTo>
                <a:lnTo>
                  <a:pt x="1482897" y="71335"/>
                </a:lnTo>
                <a:cubicBezTo>
                  <a:pt x="1482897" y="64196"/>
                  <a:pt x="1482618" y="59695"/>
                  <a:pt x="1482059" y="57832"/>
                </a:cubicBezTo>
                <a:cubicBezTo>
                  <a:pt x="1481500" y="55969"/>
                  <a:pt x="1480554" y="54526"/>
                  <a:pt x="1479219" y="53502"/>
                </a:cubicBezTo>
                <a:cubicBezTo>
                  <a:pt x="1477884" y="52477"/>
                  <a:pt x="1476409" y="51965"/>
                  <a:pt x="1474795" y="51965"/>
                </a:cubicBezTo>
                <a:cubicBezTo>
                  <a:pt x="1469456" y="51965"/>
                  <a:pt x="1464489" y="55814"/>
                  <a:pt x="1459895" y="63513"/>
                </a:cubicBezTo>
                <a:lnTo>
                  <a:pt x="1459895" y="110076"/>
                </a:lnTo>
                <a:cubicBezTo>
                  <a:pt x="1459895" y="116595"/>
                  <a:pt x="1460500" y="120724"/>
                  <a:pt x="1461711" y="122462"/>
                </a:cubicBezTo>
                <a:cubicBezTo>
                  <a:pt x="1462922" y="124201"/>
                  <a:pt x="1465172" y="125287"/>
                  <a:pt x="1468463" y="125722"/>
                </a:cubicBezTo>
                <a:lnTo>
                  <a:pt x="1468463" y="129074"/>
                </a:lnTo>
                <a:lnTo>
                  <a:pt x="1424413" y="129074"/>
                </a:lnTo>
                <a:lnTo>
                  <a:pt x="1424413" y="125722"/>
                </a:lnTo>
                <a:cubicBezTo>
                  <a:pt x="1428076" y="125349"/>
                  <a:pt x="1430684" y="124170"/>
                  <a:pt x="1432236" y="122183"/>
                </a:cubicBezTo>
                <a:cubicBezTo>
                  <a:pt x="1433292" y="120817"/>
                  <a:pt x="1433819" y="116782"/>
                  <a:pt x="1433819" y="110076"/>
                </a:cubicBezTo>
                <a:lnTo>
                  <a:pt x="1433819" y="60905"/>
                </a:lnTo>
                <a:cubicBezTo>
                  <a:pt x="1433819" y="54245"/>
                  <a:pt x="1433214" y="50098"/>
                  <a:pt x="1432003" y="48464"/>
                </a:cubicBezTo>
                <a:cubicBezTo>
                  <a:pt x="1430793" y="46830"/>
                  <a:pt x="1428263" y="45762"/>
                  <a:pt x="1424413" y="45260"/>
                </a:cubicBezTo>
                <a:lnTo>
                  <a:pt x="1424413" y="41907"/>
                </a:lnTo>
                <a:lnTo>
                  <a:pt x="1459895" y="41907"/>
                </a:lnTo>
                <a:close/>
                <a:moveTo>
                  <a:pt x="1585400" y="39672"/>
                </a:moveTo>
                <a:lnTo>
                  <a:pt x="1586797" y="69473"/>
                </a:lnTo>
                <a:lnTo>
                  <a:pt x="1583631" y="69473"/>
                </a:lnTo>
                <a:cubicBezTo>
                  <a:pt x="1579844" y="60585"/>
                  <a:pt x="1575917" y="54514"/>
                  <a:pt x="1571850" y="51261"/>
                </a:cubicBezTo>
                <a:cubicBezTo>
                  <a:pt x="1567784" y="48005"/>
                  <a:pt x="1563733" y="46377"/>
                  <a:pt x="1559697" y="46377"/>
                </a:cubicBezTo>
                <a:cubicBezTo>
                  <a:pt x="1557152" y="46377"/>
                  <a:pt x="1554979" y="47231"/>
                  <a:pt x="1553178" y="48938"/>
                </a:cubicBezTo>
                <a:cubicBezTo>
                  <a:pt x="1551378" y="50646"/>
                  <a:pt x="1550478" y="52617"/>
                  <a:pt x="1550478" y="54852"/>
                </a:cubicBezTo>
                <a:cubicBezTo>
                  <a:pt x="1550478" y="56528"/>
                  <a:pt x="1551098" y="58142"/>
                  <a:pt x="1552340" y="59695"/>
                </a:cubicBezTo>
                <a:cubicBezTo>
                  <a:pt x="1554327" y="62240"/>
                  <a:pt x="1559883" y="66601"/>
                  <a:pt x="1569010" y="72779"/>
                </a:cubicBezTo>
                <a:cubicBezTo>
                  <a:pt x="1578136" y="78956"/>
                  <a:pt x="1584143" y="84203"/>
                  <a:pt x="1587030" y="88517"/>
                </a:cubicBezTo>
                <a:cubicBezTo>
                  <a:pt x="1589917" y="92832"/>
                  <a:pt x="1591360" y="97659"/>
                  <a:pt x="1591360" y="102999"/>
                </a:cubicBezTo>
                <a:cubicBezTo>
                  <a:pt x="1591360" y="107841"/>
                  <a:pt x="1590150" y="112591"/>
                  <a:pt x="1587729" y="117247"/>
                </a:cubicBezTo>
                <a:cubicBezTo>
                  <a:pt x="1585307" y="121904"/>
                  <a:pt x="1581893" y="125473"/>
                  <a:pt x="1577485" y="127957"/>
                </a:cubicBezTo>
                <a:cubicBezTo>
                  <a:pt x="1573077" y="130440"/>
                  <a:pt x="1568203" y="131682"/>
                  <a:pt x="1562864" y="131682"/>
                </a:cubicBezTo>
                <a:cubicBezTo>
                  <a:pt x="1558704" y="131682"/>
                  <a:pt x="1553147" y="130354"/>
                  <a:pt x="1546194" y="127698"/>
                </a:cubicBezTo>
                <a:cubicBezTo>
                  <a:pt x="1544331" y="127001"/>
                  <a:pt x="1543058" y="126653"/>
                  <a:pt x="1542376" y="126653"/>
                </a:cubicBezTo>
                <a:cubicBezTo>
                  <a:pt x="1540327" y="126653"/>
                  <a:pt x="1538619" y="128205"/>
                  <a:pt x="1537254" y="131309"/>
                </a:cubicBezTo>
                <a:lnTo>
                  <a:pt x="1534180" y="131309"/>
                </a:lnTo>
                <a:lnTo>
                  <a:pt x="1532690" y="100019"/>
                </a:lnTo>
                <a:lnTo>
                  <a:pt x="1535857" y="100019"/>
                </a:lnTo>
                <a:cubicBezTo>
                  <a:pt x="1538650" y="108214"/>
                  <a:pt x="1542484" y="114360"/>
                  <a:pt x="1547358" y="118458"/>
                </a:cubicBezTo>
                <a:cubicBezTo>
                  <a:pt x="1552232" y="122555"/>
                  <a:pt x="1556841" y="124604"/>
                  <a:pt x="1561187" y="124604"/>
                </a:cubicBezTo>
                <a:cubicBezTo>
                  <a:pt x="1564167" y="124604"/>
                  <a:pt x="1566604" y="123688"/>
                  <a:pt x="1568498" y="121857"/>
                </a:cubicBezTo>
                <a:cubicBezTo>
                  <a:pt x="1570391" y="120025"/>
                  <a:pt x="1571338" y="117806"/>
                  <a:pt x="1571338" y="115198"/>
                </a:cubicBezTo>
                <a:cubicBezTo>
                  <a:pt x="1571338" y="112218"/>
                  <a:pt x="1570407" y="109642"/>
                  <a:pt x="1568544" y="107469"/>
                </a:cubicBezTo>
                <a:cubicBezTo>
                  <a:pt x="1566682" y="105296"/>
                  <a:pt x="1562522" y="102005"/>
                  <a:pt x="1556065" y="97597"/>
                </a:cubicBezTo>
                <a:cubicBezTo>
                  <a:pt x="1546566" y="91016"/>
                  <a:pt x="1540420" y="85987"/>
                  <a:pt x="1537626" y="82511"/>
                </a:cubicBezTo>
                <a:cubicBezTo>
                  <a:pt x="1533528" y="77420"/>
                  <a:pt x="1531480" y="71801"/>
                  <a:pt x="1531480" y="65655"/>
                </a:cubicBezTo>
                <a:cubicBezTo>
                  <a:pt x="1531480" y="58950"/>
                  <a:pt x="1533792" y="52881"/>
                  <a:pt x="1538418" y="47448"/>
                </a:cubicBezTo>
                <a:cubicBezTo>
                  <a:pt x="1543043" y="42016"/>
                  <a:pt x="1549733" y="39300"/>
                  <a:pt x="1558487" y="39300"/>
                </a:cubicBezTo>
                <a:cubicBezTo>
                  <a:pt x="1563205" y="39300"/>
                  <a:pt x="1567768" y="40493"/>
                  <a:pt x="1572176" y="42879"/>
                </a:cubicBezTo>
                <a:cubicBezTo>
                  <a:pt x="1573853" y="43845"/>
                  <a:pt x="1575218" y="44329"/>
                  <a:pt x="1576274" y="44329"/>
                </a:cubicBezTo>
                <a:cubicBezTo>
                  <a:pt x="1577391" y="44329"/>
                  <a:pt x="1578292" y="44096"/>
                  <a:pt x="1578975" y="43630"/>
                </a:cubicBezTo>
                <a:cubicBezTo>
                  <a:pt x="1579657" y="43164"/>
                  <a:pt x="1580744" y="41845"/>
                  <a:pt x="1582234" y="39672"/>
                </a:cubicBezTo>
                <a:lnTo>
                  <a:pt x="1585400" y="39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D453C-FC78-4DE9-8B68-7F4297B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247625"/>
            <a:ext cx="2034396" cy="317874"/>
          </a:xfrm>
          <a:custGeom xmlns:a="http://schemas.openxmlformats.org/drawingml/2006/main">
            <a:pathLst>
              <a:path w="2034396" h="317874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C3EDC-B3D6-424A-9BE2-1D8E32D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247625"/>
            <a:ext cx="2034396" cy="317874"/>
          </a:xfrm>
          <a:custGeom xmlns:a="http://schemas.openxmlformats.org/drawingml/2006/main">
            <a:pathLst>
              <a:path w="2034396" h="317874" fill="none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FEEA1-2549-47E9-866F-1E14864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21" y="323120"/>
            <a:ext cx="1978768" cy="190725"/>
          </a:xfrm>
          <a:custGeom xmlns:a="http://schemas.openxmlformats.org/drawingml/2006/main">
            <a:pathLst>
              <a:path w="1978768" h="190725">
                <a:moveTo>
                  <a:pt x="0" y="0"/>
                </a:moveTo>
                <a:lnTo>
                  <a:pt x="1978768" y="0"/>
                </a:lnTo>
                <a:lnTo>
                  <a:pt x="1978768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RQ1:ImpactofTPLversions">
            <a:extLst xmlns:a="http://schemas.openxmlformats.org/drawingml/2006/main">
              <a:ext uri="{FF2B5EF4-FFF2-40B4-BE49-F238E27FC236}">
                <a16:creationId xmlns:a16="http://schemas.microsoft.com/office/drawing/2014/main" id="{9D3CA260-1DB0-45B7-B788-68CFB65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39" y="363755"/>
            <a:ext cx="1889651" cy="144347"/>
          </a:xfrm>
          <a:custGeom xmlns:a="http://schemas.openxmlformats.org/drawingml/2006/main">
            <a:pathLst>
              <a:path w="1889651" h="144347">
                <a:moveTo>
                  <a:pt x="39269" y="62395"/>
                </a:moveTo>
                <a:lnTo>
                  <a:pt x="39269" y="92041"/>
                </a:lnTo>
                <a:cubicBezTo>
                  <a:pt x="39269" y="97703"/>
                  <a:pt x="39618" y="101268"/>
                  <a:pt x="40316" y="102736"/>
                </a:cubicBezTo>
                <a:cubicBezTo>
                  <a:pt x="41015" y="104202"/>
                  <a:pt x="42244" y="105374"/>
                  <a:pt x="44003" y="106250"/>
                </a:cubicBezTo>
                <a:cubicBezTo>
                  <a:pt x="45762" y="107125"/>
                  <a:pt x="49047" y="107562"/>
                  <a:pt x="53859" y="107562"/>
                </a:cubicBezTo>
                <a:lnTo>
                  <a:pt x="53859" y="110356"/>
                </a:lnTo>
                <a:lnTo>
                  <a:pt x="0" y="110356"/>
                </a:lnTo>
                <a:lnTo>
                  <a:pt x="0" y="107562"/>
                </a:lnTo>
                <a:cubicBezTo>
                  <a:pt x="4863" y="107562"/>
                  <a:pt x="8162" y="107112"/>
                  <a:pt x="9895" y="106211"/>
                </a:cubicBezTo>
                <a:cubicBezTo>
                  <a:pt x="11628" y="105311"/>
                  <a:pt x="12844" y="104139"/>
                  <a:pt x="13542" y="102697"/>
                </a:cubicBezTo>
                <a:cubicBezTo>
                  <a:pt x="14241" y="101255"/>
                  <a:pt x="14590" y="97703"/>
                  <a:pt x="14590" y="92041"/>
                </a:cubicBezTo>
                <a:lnTo>
                  <a:pt x="14590" y="23437"/>
                </a:lnTo>
                <a:cubicBezTo>
                  <a:pt x="14590" y="17775"/>
                  <a:pt x="14241" y="14211"/>
                  <a:pt x="13542" y="12744"/>
                </a:cubicBezTo>
                <a:cubicBezTo>
                  <a:pt x="12844" y="11276"/>
                  <a:pt x="11615" y="10105"/>
                  <a:pt x="9856" y="9230"/>
                </a:cubicBezTo>
                <a:cubicBezTo>
                  <a:pt x="8097" y="8354"/>
                  <a:pt x="4812" y="7916"/>
                  <a:pt x="0" y="7916"/>
                </a:cubicBezTo>
                <a:lnTo>
                  <a:pt x="0" y="5122"/>
                </a:lnTo>
                <a:lnTo>
                  <a:pt x="48892" y="5122"/>
                </a:lnTo>
                <a:cubicBezTo>
                  <a:pt x="61619" y="5122"/>
                  <a:pt x="70932" y="6001"/>
                  <a:pt x="76830" y="7758"/>
                </a:cubicBezTo>
                <a:cubicBezTo>
                  <a:pt x="82728" y="9516"/>
                  <a:pt x="87540" y="12759"/>
                  <a:pt x="91265" y="17488"/>
                </a:cubicBezTo>
                <a:cubicBezTo>
                  <a:pt x="94990" y="22217"/>
                  <a:pt x="96852" y="27760"/>
                  <a:pt x="96852" y="34118"/>
                </a:cubicBezTo>
                <a:cubicBezTo>
                  <a:pt x="96852" y="41872"/>
                  <a:pt x="94059" y="48281"/>
                  <a:pt x="88471" y="53347"/>
                </a:cubicBezTo>
                <a:cubicBezTo>
                  <a:pt x="84901" y="56551"/>
                  <a:pt x="79908" y="58955"/>
                  <a:pt x="73493" y="60557"/>
                </a:cubicBezTo>
                <a:lnTo>
                  <a:pt x="98792" y="96265"/>
                </a:lnTo>
                <a:cubicBezTo>
                  <a:pt x="102104" y="100825"/>
                  <a:pt x="104458" y="103668"/>
                  <a:pt x="105855" y="104795"/>
                </a:cubicBezTo>
                <a:cubicBezTo>
                  <a:pt x="107976" y="106383"/>
                  <a:pt x="110433" y="107253"/>
                  <a:pt x="113227" y="107407"/>
                </a:cubicBezTo>
                <a:lnTo>
                  <a:pt x="113227" y="110356"/>
                </a:lnTo>
                <a:lnTo>
                  <a:pt x="80089" y="110356"/>
                </a:lnTo>
                <a:lnTo>
                  <a:pt x="46176" y="62395"/>
                </a:lnTo>
                <a:lnTo>
                  <a:pt x="39269" y="62395"/>
                </a:lnTo>
                <a:moveTo>
                  <a:pt x="39269" y="11020"/>
                </a:moveTo>
                <a:lnTo>
                  <a:pt x="39269" y="56808"/>
                </a:lnTo>
                <a:lnTo>
                  <a:pt x="43692" y="56808"/>
                </a:lnTo>
                <a:cubicBezTo>
                  <a:pt x="50884" y="56808"/>
                  <a:pt x="56264" y="56153"/>
                  <a:pt x="59834" y="54843"/>
                </a:cubicBezTo>
                <a:cubicBezTo>
                  <a:pt x="63404" y="53532"/>
                  <a:pt x="66211" y="51168"/>
                  <a:pt x="68255" y="47752"/>
                </a:cubicBezTo>
                <a:cubicBezTo>
                  <a:pt x="70298" y="44334"/>
                  <a:pt x="71320" y="39876"/>
                  <a:pt x="71320" y="34377"/>
                </a:cubicBezTo>
                <a:cubicBezTo>
                  <a:pt x="71320" y="26411"/>
                  <a:pt x="69444" y="20527"/>
                  <a:pt x="65694" y="16724"/>
                </a:cubicBezTo>
                <a:cubicBezTo>
                  <a:pt x="61943" y="12921"/>
                  <a:pt x="55902" y="11020"/>
                  <a:pt x="47572" y="11020"/>
                </a:cubicBezTo>
                <a:lnTo>
                  <a:pt x="39269" y="11020"/>
                </a:lnTo>
                <a:close/>
                <a:moveTo>
                  <a:pt x="187779" y="111287"/>
                </a:moveTo>
                <a:cubicBezTo>
                  <a:pt x="190159" y="118194"/>
                  <a:pt x="193858" y="123387"/>
                  <a:pt x="198877" y="126866"/>
                </a:cubicBezTo>
                <a:cubicBezTo>
                  <a:pt x="203895" y="130346"/>
                  <a:pt x="210181" y="132085"/>
                  <a:pt x="217735" y="132085"/>
                </a:cubicBezTo>
                <a:cubicBezTo>
                  <a:pt x="219804" y="132085"/>
                  <a:pt x="222003" y="131879"/>
                  <a:pt x="224331" y="131465"/>
                </a:cubicBezTo>
                <a:lnTo>
                  <a:pt x="224331" y="136276"/>
                </a:lnTo>
                <a:cubicBezTo>
                  <a:pt x="216519" y="138346"/>
                  <a:pt x="209535" y="139380"/>
                  <a:pt x="203378" y="139380"/>
                </a:cubicBezTo>
                <a:cubicBezTo>
                  <a:pt x="193755" y="139380"/>
                  <a:pt x="185153" y="137000"/>
                  <a:pt x="177574" y="132238"/>
                </a:cubicBezTo>
                <a:cubicBezTo>
                  <a:pt x="169994" y="127478"/>
                  <a:pt x="164290" y="120495"/>
                  <a:pt x="160462" y="111287"/>
                </a:cubicBezTo>
                <a:cubicBezTo>
                  <a:pt x="147734" y="108598"/>
                  <a:pt x="137477" y="102369"/>
                  <a:pt x="129691" y="92599"/>
                </a:cubicBezTo>
                <a:cubicBezTo>
                  <a:pt x="121904" y="82827"/>
                  <a:pt x="118011" y="71168"/>
                  <a:pt x="118011" y="57622"/>
                </a:cubicBezTo>
                <a:cubicBezTo>
                  <a:pt x="118011" y="41906"/>
                  <a:pt x="123288" y="28839"/>
                  <a:pt x="133843" y="18422"/>
                </a:cubicBezTo>
                <a:cubicBezTo>
                  <a:pt x="144397" y="8003"/>
                  <a:pt x="157797" y="2794"/>
                  <a:pt x="174043" y="2794"/>
                </a:cubicBezTo>
                <a:cubicBezTo>
                  <a:pt x="190237" y="2794"/>
                  <a:pt x="203585" y="8016"/>
                  <a:pt x="214087" y="18461"/>
                </a:cubicBezTo>
                <a:cubicBezTo>
                  <a:pt x="224590" y="28903"/>
                  <a:pt x="229842" y="41957"/>
                  <a:pt x="229842" y="57622"/>
                </a:cubicBezTo>
                <a:cubicBezTo>
                  <a:pt x="229842" y="71271"/>
                  <a:pt x="225728" y="83137"/>
                  <a:pt x="217502" y="93219"/>
                </a:cubicBezTo>
                <a:cubicBezTo>
                  <a:pt x="209276" y="103300"/>
                  <a:pt x="199368" y="109323"/>
                  <a:pt x="187779" y="111287"/>
                </a:cubicBezTo>
                <a:moveTo>
                  <a:pt x="173965" y="8692"/>
                </a:moveTo>
                <a:cubicBezTo>
                  <a:pt x="164652" y="8692"/>
                  <a:pt x="157461" y="13525"/>
                  <a:pt x="152391" y="23192"/>
                </a:cubicBezTo>
                <a:cubicBezTo>
                  <a:pt x="148148" y="31308"/>
                  <a:pt x="146027" y="42863"/>
                  <a:pt x="146027" y="57855"/>
                </a:cubicBezTo>
                <a:cubicBezTo>
                  <a:pt x="146027" y="75845"/>
                  <a:pt x="149209" y="89183"/>
                  <a:pt x="155573" y="97868"/>
                </a:cubicBezTo>
                <a:cubicBezTo>
                  <a:pt x="160022" y="103917"/>
                  <a:pt x="166153" y="106941"/>
                  <a:pt x="173965" y="106941"/>
                </a:cubicBezTo>
                <a:cubicBezTo>
                  <a:pt x="181829" y="106941"/>
                  <a:pt x="187960" y="103969"/>
                  <a:pt x="192358" y="98024"/>
                </a:cubicBezTo>
                <a:cubicBezTo>
                  <a:pt x="198721" y="89493"/>
                  <a:pt x="201903" y="76672"/>
                  <a:pt x="201903" y="59560"/>
                </a:cubicBezTo>
                <a:cubicBezTo>
                  <a:pt x="201903" y="42708"/>
                  <a:pt x="199911" y="30508"/>
                  <a:pt x="195928" y="22959"/>
                </a:cubicBezTo>
                <a:cubicBezTo>
                  <a:pt x="190961" y="13448"/>
                  <a:pt x="183640" y="8692"/>
                  <a:pt x="173965" y="8692"/>
                </a:cubicBezTo>
                <a:close/>
                <a:moveTo>
                  <a:pt x="287219" y="2949"/>
                </a:moveTo>
                <a:lnTo>
                  <a:pt x="287219" y="88937"/>
                </a:lnTo>
                <a:cubicBezTo>
                  <a:pt x="287219" y="95459"/>
                  <a:pt x="287504" y="99619"/>
                  <a:pt x="288073" y="101419"/>
                </a:cubicBezTo>
                <a:cubicBezTo>
                  <a:pt x="288642" y="103218"/>
                  <a:pt x="289832" y="104692"/>
                  <a:pt x="291643" y="105840"/>
                </a:cubicBezTo>
                <a:cubicBezTo>
                  <a:pt x="293454" y="106988"/>
                  <a:pt x="296351" y="107562"/>
                  <a:pt x="300335" y="107562"/>
                </a:cubicBezTo>
                <a:lnTo>
                  <a:pt x="302741" y="107562"/>
                </a:lnTo>
                <a:lnTo>
                  <a:pt x="302741" y="110356"/>
                </a:lnTo>
                <a:lnTo>
                  <a:pt x="247330" y="110356"/>
                </a:lnTo>
                <a:lnTo>
                  <a:pt x="247330" y="107562"/>
                </a:lnTo>
                <a:lnTo>
                  <a:pt x="250124" y="107562"/>
                </a:lnTo>
                <a:cubicBezTo>
                  <a:pt x="254625" y="107562"/>
                  <a:pt x="257833" y="107041"/>
                  <a:pt x="259747" y="105998"/>
                </a:cubicBezTo>
                <a:cubicBezTo>
                  <a:pt x="261661" y="104953"/>
                  <a:pt x="262955" y="103518"/>
                  <a:pt x="263627" y="101693"/>
                </a:cubicBezTo>
                <a:cubicBezTo>
                  <a:pt x="264300" y="99866"/>
                  <a:pt x="264636" y="95614"/>
                  <a:pt x="264636" y="88937"/>
                </a:cubicBezTo>
                <a:lnTo>
                  <a:pt x="264636" y="34457"/>
                </a:lnTo>
                <a:cubicBezTo>
                  <a:pt x="264636" y="29594"/>
                  <a:pt x="264403" y="26554"/>
                  <a:pt x="263938" y="25338"/>
                </a:cubicBezTo>
                <a:cubicBezTo>
                  <a:pt x="263472" y="24123"/>
                  <a:pt x="262605" y="23088"/>
                  <a:pt x="261338" y="22234"/>
                </a:cubicBezTo>
                <a:cubicBezTo>
                  <a:pt x="260070" y="21380"/>
                  <a:pt x="258609" y="20954"/>
                  <a:pt x="256953" y="20954"/>
                </a:cubicBezTo>
                <a:cubicBezTo>
                  <a:pt x="254314" y="20954"/>
                  <a:pt x="251107" y="21781"/>
                  <a:pt x="247330" y="23437"/>
                </a:cubicBezTo>
                <a:lnTo>
                  <a:pt x="245933" y="20643"/>
                </a:lnTo>
                <a:lnTo>
                  <a:pt x="284658" y="2949"/>
                </a:lnTo>
                <a:lnTo>
                  <a:pt x="287219" y="2949"/>
                </a:lnTo>
                <a:close/>
                <a:moveTo>
                  <a:pt x="337353" y="37251"/>
                </a:moveTo>
                <a:cubicBezTo>
                  <a:pt x="339733" y="37251"/>
                  <a:pt x="341764" y="38092"/>
                  <a:pt x="343445" y="39773"/>
                </a:cubicBezTo>
                <a:cubicBezTo>
                  <a:pt x="345127" y="41455"/>
                  <a:pt x="345968" y="43485"/>
                  <a:pt x="345968" y="45865"/>
                </a:cubicBezTo>
                <a:cubicBezTo>
                  <a:pt x="345968" y="48245"/>
                  <a:pt x="345127" y="50276"/>
                  <a:pt x="343445" y="51957"/>
                </a:cubicBezTo>
                <a:cubicBezTo>
                  <a:pt x="341764" y="53639"/>
                  <a:pt x="339733" y="54479"/>
                  <a:pt x="337353" y="54479"/>
                </a:cubicBezTo>
                <a:cubicBezTo>
                  <a:pt x="334973" y="54479"/>
                  <a:pt x="332943" y="53639"/>
                  <a:pt x="331261" y="51957"/>
                </a:cubicBezTo>
                <a:cubicBezTo>
                  <a:pt x="329580" y="50276"/>
                  <a:pt x="328739" y="48245"/>
                  <a:pt x="328739" y="45865"/>
                </a:cubicBezTo>
                <a:cubicBezTo>
                  <a:pt x="328739" y="43485"/>
                  <a:pt x="329580" y="41455"/>
                  <a:pt x="331261" y="39773"/>
                </a:cubicBezTo>
                <a:cubicBezTo>
                  <a:pt x="332943" y="38092"/>
                  <a:pt x="334973" y="37251"/>
                  <a:pt x="337353" y="37251"/>
                </a:cubicBezTo>
                <a:moveTo>
                  <a:pt x="337198" y="95223"/>
                </a:moveTo>
                <a:cubicBezTo>
                  <a:pt x="339630" y="95223"/>
                  <a:pt x="341686" y="96076"/>
                  <a:pt x="343368" y="97784"/>
                </a:cubicBezTo>
                <a:cubicBezTo>
                  <a:pt x="345049" y="99491"/>
                  <a:pt x="345890" y="101535"/>
                  <a:pt x="345890" y="103914"/>
                </a:cubicBezTo>
                <a:cubicBezTo>
                  <a:pt x="345890" y="106294"/>
                  <a:pt x="345036" y="108325"/>
                  <a:pt x="343329" y="110007"/>
                </a:cubicBezTo>
                <a:cubicBezTo>
                  <a:pt x="341622" y="111688"/>
                  <a:pt x="339578" y="112529"/>
                  <a:pt x="337198" y="112529"/>
                </a:cubicBezTo>
                <a:cubicBezTo>
                  <a:pt x="334818" y="112529"/>
                  <a:pt x="332788" y="111688"/>
                  <a:pt x="331106" y="110007"/>
                </a:cubicBezTo>
                <a:cubicBezTo>
                  <a:pt x="329425" y="108325"/>
                  <a:pt x="328584" y="106294"/>
                  <a:pt x="328584" y="103914"/>
                </a:cubicBezTo>
                <a:cubicBezTo>
                  <a:pt x="328584" y="101535"/>
                  <a:pt x="329425" y="99491"/>
                  <a:pt x="331106" y="97784"/>
                </a:cubicBezTo>
                <a:cubicBezTo>
                  <a:pt x="332788" y="96076"/>
                  <a:pt x="334818" y="95223"/>
                  <a:pt x="337198" y="95223"/>
                </a:cubicBezTo>
                <a:close/>
                <a:moveTo>
                  <a:pt x="447890" y="107484"/>
                </a:moveTo>
                <a:lnTo>
                  <a:pt x="447890" y="110356"/>
                </a:lnTo>
                <a:lnTo>
                  <a:pt x="402801" y="110356"/>
                </a:lnTo>
                <a:lnTo>
                  <a:pt x="402801" y="107484"/>
                </a:lnTo>
                <a:lnTo>
                  <a:pt x="406526" y="107484"/>
                </a:lnTo>
                <a:cubicBezTo>
                  <a:pt x="410872" y="107484"/>
                  <a:pt x="414028" y="106217"/>
                  <a:pt x="415994" y="103682"/>
                </a:cubicBezTo>
                <a:cubicBezTo>
                  <a:pt x="417236" y="102026"/>
                  <a:pt x="417857" y="98042"/>
                  <a:pt x="417857" y="91730"/>
                </a:cubicBezTo>
                <a:lnTo>
                  <a:pt x="417857" y="23747"/>
                </a:lnTo>
                <a:cubicBezTo>
                  <a:pt x="417857" y="18419"/>
                  <a:pt x="417521" y="14900"/>
                  <a:pt x="416848" y="13193"/>
                </a:cubicBezTo>
                <a:cubicBezTo>
                  <a:pt x="416331" y="11900"/>
                  <a:pt x="415270" y="10787"/>
                  <a:pt x="413666" y="9856"/>
                </a:cubicBezTo>
                <a:cubicBezTo>
                  <a:pt x="411390" y="8614"/>
                  <a:pt x="409010" y="7993"/>
                  <a:pt x="406526" y="7993"/>
                </a:cubicBezTo>
                <a:lnTo>
                  <a:pt x="402801" y="7993"/>
                </a:lnTo>
                <a:lnTo>
                  <a:pt x="402801" y="5122"/>
                </a:lnTo>
                <a:lnTo>
                  <a:pt x="447890" y="5122"/>
                </a:lnTo>
                <a:lnTo>
                  <a:pt x="447890" y="7993"/>
                </a:lnTo>
                <a:lnTo>
                  <a:pt x="444088" y="7993"/>
                </a:lnTo>
                <a:cubicBezTo>
                  <a:pt x="439794" y="7993"/>
                  <a:pt x="436663" y="9261"/>
                  <a:pt x="434697" y="11796"/>
                </a:cubicBezTo>
                <a:cubicBezTo>
                  <a:pt x="433404" y="13452"/>
                  <a:pt x="432757" y="17435"/>
                  <a:pt x="432757" y="23747"/>
                </a:cubicBezTo>
                <a:lnTo>
                  <a:pt x="432757" y="91730"/>
                </a:lnTo>
                <a:cubicBezTo>
                  <a:pt x="432757" y="97059"/>
                  <a:pt x="433094" y="100577"/>
                  <a:pt x="433766" y="102285"/>
                </a:cubicBezTo>
                <a:cubicBezTo>
                  <a:pt x="434284" y="103578"/>
                  <a:pt x="435370" y="104691"/>
                  <a:pt x="437026" y="105622"/>
                </a:cubicBezTo>
                <a:cubicBezTo>
                  <a:pt x="439250" y="106864"/>
                  <a:pt x="441604" y="107484"/>
                  <a:pt x="444088" y="107484"/>
                </a:cubicBezTo>
                <a:lnTo>
                  <a:pt x="447890" y="107484"/>
                </a:lnTo>
                <a:close/>
                <a:moveTo>
                  <a:pt x="477845" y="52384"/>
                </a:moveTo>
                <a:cubicBezTo>
                  <a:pt x="483018" y="47210"/>
                  <a:pt x="486071" y="44235"/>
                  <a:pt x="487002" y="43459"/>
                </a:cubicBezTo>
                <a:cubicBezTo>
                  <a:pt x="489330" y="41493"/>
                  <a:pt x="491840" y="39967"/>
                  <a:pt x="494530" y="38881"/>
                </a:cubicBezTo>
                <a:cubicBezTo>
                  <a:pt x="497220" y="37794"/>
                  <a:pt x="499885" y="37251"/>
                  <a:pt x="502523" y="37251"/>
                </a:cubicBezTo>
                <a:cubicBezTo>
                  <a:pt x="506973" y="37251"/>
                  <a:pt x="510801" y="38544"/>
                  <a:pt x="514009" y="41131"/>
                </a:cubicBezTo>
                <a:cubicBezTo>
                  <a:pt x="517217" y="43718"/>
                  <a:pt x="519364" y="47469"/>
                  <a:pt x="520450" y="52384"/>
                </a:cubicBezTo>
                <a:cubicBezTo>
                  <a:pt x="525779" y="46176"/>
                  <a:pt x="530280" y="42101"/>
                  <a:pt x="533954" y="40161"/>
                </a:cubicBezTo>
                <a:cubicBezTo>
                  <a:pt x="537627" y="38221"/>
                  <a:pt x="541404" y="37251"/>
                  <a:pt x="545284" y="37251"/>
                </a:cubicBezTo>
                <a:cubicBezTo>
                  <a:pt x="549061" y="37251"/>
                  <a:pt x="552411" y="38219"/>
                  <a:pt x="555334" y="40156"/>
                </a:cubicBezTo>
                <a:cubicBezTo>
                  <a:pt x="558257" y="42092"/>
                  <a:pt x="560573" y="45253"/>
                  <a:pt x="562280" y="49641"/>
                </a:cubicBezTo>
                <a:cubicBezTo>
                  <a:pt x="563418" y="52635"/>
                  <a:pt x="563987" y="57333"/>
                  <a:pt x="563987" y="63734"/>
                </a:cubicBezTo>
                <a:lnTo>
                  <a:pt x="563987" y="94243"/>
                </a:lnTo>
                <a:cubicBezTo>
                  <a:pt x="563987" y="98683"/>
                  <a:pt x="564324" y="101729"/>
                  <a:pt x="564996" y="103381"/>
                </a:cubicBezTo>
                <a:cubicBezTo>
                  <a:pt x="565514" y="104516"/>
                  <a:pt x="566471" y="105484"/>
                  <a:pt x="567868" y="106284"/>
                </a:cubicBezTo>
                <a:cubicBezTo>
                  <a:pt x="569264" y="107084"/>
                  <a:pt x="571541" y="107484"/>
                  <a:pt x="574697" y="107484"/>
                </a:cubicBezTo>
                <a:lnTo>
                  <a:pt x="574697" y="110356"/>
                </a:lnTo>
                <a:lnTo>
                  <a:pt x="539619" y="110356"/>
                </a:lnTo>
                <a:lnTo>
                  <a:pt x="539619" y="107484"/>
                </a:lnTo>
                <a:lnTo>
                  <a:pt x="541093" y="107484"/>
                </a:lnTo>
                <a:cubicBezTo>
                  <a:pt x="544146" y="107484"/>
                  <a:pt x="546526" y="106893"/>
                  <a:pt x="548233" y="105709"/>
                </a:cubicBezTo>
                <a:cubicBezTo>
                  <a:pt x="549423" y="104885"/>
                  <a:pt x="550277" y="103572"/>
                  <a:pt x="550794" y="101771"/>
                </a:cubicBezTo>
                <a:cubicBezTo>
                  <a:pt x="551001" y="100896"/>
                  <a:pt x="551105" y="98400"/>
                  <a:pt x="551105" y="94282"/>
                </a:cubicBezTo>
                <a:lnTo>
                  <a:pt x="551105" y="63860"/>
                </a:lnTo>
                <a:cubicBezTo>
                  <a:pt x="551105" y="58095"/>
                  <a:pt x="550406" y="54028"/>
                  <a:pt x="549009" y="51661"/>
                </a:cubicBezTo>
                <a:cubicBezTo>
                  <a:pt x="546992" y="48366"/>
                  <a:pt x="543758" y="46719"/>
                  <a:pt x="539309" y="46719"/>
                </a:cubicBezTo>
                <a:cubicBezTo>
                  <a:pt x="536566" y="46719"/>
                  <a:pt x="533811" y="47401"/>
                  <a:pt x="531044" y="48766"/>
                </a:cubicBezTo>
                <a:cubicBezTo>
                  <a:pt x="528276" y="50129"/>
                  <a:pt x="524926" y="52664"/>
                  <a:pt x="520994" y="56371"/>
                </a:cubicBezTo>
                <a:lnTo>
                  <a:pt x="520838" y="57220"/>
                </a:lnTo>
                <a:lnTo>
                  <a:pt x="520994" y="60540"/>
                </a:lnTo>
                <a:lnTo>
                  <a:pt x="520994" y="94282"/>
                </a:lnTo>
                <a:cubicBezTo>
                  <a:pt x="520994" y="99121"/>
                  <a:pt x="521265" y="102132"/>
                  <a:pt x="521808" y="103315"/>
                </a:cubicBezTo>
                <a:cubicBezTo>
                  <a:pt x="522352" y="104499"/>
                  <a:pt x="523373" y="105490"/>
                  <a:pt x="524874" y="106289"/>
                </a:cubicBezTo>
                <a:cubicBezTo>
                  <a:pt x="526374" y="107086"/>
                  <a:pt x="528935" y="107484"/>
                  <a:pt x="532557" y="107484"/>
                </a:cubicBezTo>
                <a:lnTo>
                  <a:pt x="532557" y="110356"/>
                </a:lnTo>
                <a:lnTo>
                  <a:pt x="496625" y="110356"/>
                </a:lnTo>
                <a:lnTo>
                  <a:pt x="496625" y="107484"/>
                </a:lnTo>
                <a:cubicBezTo>
                  <a:pt x="500557" y="107484"/>
                  <a:pt x="503261" y="107021"/>
                  <a:pt x="504735" y="106095"/>
                </a:cubicBezTo>
                <a:cubicBezTo>
                  <a:pt x="506210" y="105168"/>
                  <a:pt x="507231" y="103779"/>
                  <a:pt x="507801" y="101926"/>
                </a:cubicBezTo>
                <a:cubicBezTo>
                  <a:pt x="508059" y="101050"/>
                  <a:pt x="508189" y="98501"/>
                  <a:pt x="508189" y="94282"/>
                </a:cubicBezTo>
                <a:lnTo>
                  <a:pt x="508189" y="63860"/>
                </a:lnTo>
                <a:cubicBezTo>
                  <a:pt x="508189" y="58095"/>
                  <a:pt x="507335" y="53951"/>
                  <a:pt x="505628" y="51429"/>
                </a:cubicBezTo>
                <a:cubicBezTo>
                  <a:pt x="503351" y="48134"/>
                  <a:pt x="500169" y="46486"/>
                  <a:pt x="496082" y="46486"/>
                </a:cubicBezTo>
                <a:cubicBezTo>
                  <a:pt x="493288" y="46486"/>
                  <a:pt x="490520" y="47232"/>
                  <a:pt x="487778" y="48724"/>
                </a:cubicBezTo>
                <a:cubicBezTo>
                  <a:pt x="483484" y="50990"/>
                  <a:pt x="480173" y="53538"/>
                  <a:pt x="477845" y="56369"/>
                </a:cubicBezTo>
                <a:lnTo>
                  <a:pt x="477845" y="94282"/>
                </a:lnTo>
                <a:cubicBezTo>
                  <a:pt x="477845" y="98914"/>
                  <a:pt x="478168" y="101925"/>
                  <a:pt x="478815" y="103315"/>
                </a:cubicBezTo>
                <a:cubicBezTo>
                  <a:pt x="479461" y="104704"/>
                  <a:pt x="480419" y="105746"/>
                  <a:pt x="481686" y="106442"/>
                </a:cubicBezTo>
                <a:cubicBezTo>
                  <a:pt x="482954" y="107137"/>
                  <a:pt x="485528" y="107484"/>
                  <a:pt x="489408" y="107484"/>
                </a:cubicBezTo>
                <a:lnTo>
                  <a:pt x="489408" y="110356"/>
                </a:lnTo>
                <a:lnTo>
                  <a:pt x="454252" y="110356"/>
                </a:lnTo>
                <a:lnTo>
                  <a:pt x="454252" y="107484"/>
                </a:lnTo>
                <a:cubicBezTo>
                  <a:pt x="457512" y="107484"/>
                  <a:pt x="459788" y="107136"/>
                  <a:pt x="461082" y="106439"/>
                </a:cubicBezTo>
                <a:cubicBezTo>
                  <a:pt x="462375" y="105742"/>
                  <a:pt x="463358" y="104632"/>
                  <a:pt x="464031" y="103109"/>
                </a:cubicBezTo>
                <a:cubicBezTo>
                  <a:pt x="464703" y="101586"/>
                  <a:pt x="465040" y="98631"/>
                  <a:pt x="465040" y="94243"/>
                </a:cubicBezTo>
                <a:lnTo>
                  <a:pt x="465040" y="67141"/>
                </a:lnTo>
                <a:cubicBezTo>
                  <a:pt x="465040" y="59345"/>
                  <a:pt x="464807" y="54312"/>
                  <a:pt x="464341" y="52042"/>
                </a:cubicBezTo>
                <a:cubicBezTo>
                  <a:pt x="463979" y="50338"/>
                  <a:pt x="463410" y="49163"/>
                  <a:pt x="462634" y="48518"/>
                </a:cubicBezTo>
                <a:cubicBezTo>
                  <a:pt x="461858" y="47873"/>
                  <a:pt x="460797" y="47551"/>
                  <a:pt x="459452" y="47551"/>
                </a:cubicBezTo>
                <a:cubicBezTo>
                  <a:pt x="458003" y="47551"/>
                  <a:pt x="456270" y="47938"/>
                  <a:pt x="454252" y="48712"/>
                </a:cubicBezTo>
                <a:lnTo>
                  <a:pt x="453088" y="45923"/>
                </a:lnTo>
                <a:lnTo>
                  <a:pt x="474508" y="37251"/>
                </a:lnTo>
                <a:lnTo>
                  <a:pt x="477845" y="37251"/>
                </a:lnTo>
                <a:lnTo>
                  <a:pt x="477845" y="52384"/>
                </a:lnTo>
                <a:close/>
                <a:moveTo>
                  <a:pt x="575267" y="46260"/>
                </a:moveTo>
                <a:lnTo>
                  <a:pt x="597152" y="37406"/>
                </a:lnTo>
                <a:lnTo>
                  <a:pt x="600101" y="37406"/>
                </a:lnTo>
                <a:lnTo>
                  <a:pt x="600101" y="54014"/>
                </a:lnTo>
                <a:cubicBezTo>
                  <a:pt x="603775" y="47754"/>
                  <a:pt x="607461" y="43395"/>
                  <a:pt x="611160" y="40937"/>
                </a:cubicBezTo>
                <a:cubicBezTo>
                  <a:pt x="614859" y="38480"/>
                  <a:pt x="618753" y="37251"/>
                  <a:pt x="622840" y="37251"/>
                </a:cubicBezTo>
                <a:cubicBezTo>
                  <a:pt x="629980" y="37251"/>
                  <a:pt x="635930" y="40041"/>
                  <a:pt x="640689" y="45623"/>
                </a:cubicBezTo>
                <a:cubicBezTo>
                  <a:pt x="646536" y="52446"/>
                  <a:pt x="649459" y="61335"/>
                  <a:pt x="649459" y="72292"/>
                </a:cubicBezTo>
                <a:cubicBezTo>
                  <a:pt x="649459" y="84541"/>
                  <a:pt x="645941" y="94671"/>
                  <a:pt x="638904" y="102682"/>
                </a:cubicBezTo>
                <a:cubicBezTo>
                  <a:pt x="633110" y="109247"/>
                  <a:pt x="625815" y="112529"/>
                  <a:pt x="617020" y="112529"/>
                </a:cubicBezTo>
                <a:cubicBezTo>
                  <a:pt x="613191" y="112529"/>
                  <a:pt x="609880" y="111986"/>
                  <a:pt x="607086" y="110899"/>
                </a:cubicBezTo>
                <a:cubicBezTo>
                  <a:pt x="605016" y="110123"/>
                  <a:pt x="602688" y="108571"/>
                  <a:pt x="600101" y="106243"/>
                </a:cubicBezTo>
                <a:lnTo>
                  <a:pt x="600101" y="127895"/>
                </a:lnTo>
                <a:cubicBezTo>
                  <a:pt x="600101" y="132758"/>
                  <a:pt x="600399" y="135849"/>
                  <a:pt x="600994" y="137169"/>
                </a:cubicBezTo>
                <a:cubicBezTo>
                  <a:pt x="601589" y="138488"/>
                  <a:pt x="602624" y="139536"/>
                  <a:pt x="604098" y="140312"/>
                </a:cubicBezTo>
                <a:cubicBezTo>
                  <a:pt x="605573" y="141088"/>
                  <a:pt x="608250" y="141476"/>
                  <a:pt x="612130" y="141476"/>
                </a:cubicBezTo>
                <a:lnTo>
                  <a:pt x="612130" y="144347"/>
                </a:lnTo>
                <a:lnTo>
                  <a:pt x="574879" y="144347"/>
                </a:lnTo>
                <a:lnTo>
                  <a:pt x="574879" y="141476"/>
                </a:lnTo>
                <a:lnTo>
                  <a:pt x="576820" y="141476"/>
                </a:lnTo>
                <a:cubicBezTo>
                  <a:pt x="579665" y="141528"/>
                  <a:pt x="582097" y="140983"/>
                  <a:pt x="584115" y="139844"/>
                </a:cubicBezTo>
                <a:cubicBezTo>
                  <a:pt x="585098" y="139275"/>
                  <a:pt x="585861" y="138355"/>
                  <a:pt x="586404" y="137086"/>
                </a:cubicBezTo>
                <a:cubicBezTo>
                  <a:pt x="586947" y="135819"/>
                  <a:pt x="587219" y="132596"/>
                  <a:pt x="587219" y="127419"/>
                </a:cubicBezTo>
                <a:lnTo>
                  <a:pt x="587219" y="60162"/>
                </a:lnTo>
                <a:cubicBezTo>
                  <a:pt x="587219" y="55554"/>
                  <a:pt x="587012" y="52629"/>
                  <a:pt x="586598" y="51387"/>
                </a:cubicBezTo>
                <a:cubicBezTo>
                  <a:pt x="586184" y="50144"/>
                  <a:pt x="585524" y="49212"/>
                  <a:pt x="584619" y="48591"/>
                </a:cubicBezTo>
                <a:cubicBezTo>
                  <a:pt x="583714" y="47969"/>
                  <a:pt x="582485" y="47657"/>
                  <a:pt x="580933" y="47657"/>
                </a:cubicBezTo>
                <a:cubicBezTo>
                  <a:pt x="579691" y="47657"/>
                  <a:pt x="578113" y="48020"/>
                  <a:pt x="576199" y="48744"/>
                </a:cubicBezTo>
                <a:lnTo>
                  <a:pt x="575267" y="46260"/>
                </a:lnTo>
                <a:moveTo>
                  <a:pt x="600101" y="58733"/>
                </a:moveTo>
                <a:lnTo>
                  <a:pt x="600101" y="85241"/>
                </a:lnTo>
                <a:cubicBezTo>
                  <a:pt x="600101" y="90977"/>
                  <a:pt x="600334" y="94749"/>
                  <a:pt x="600800" y="96556"/>
                </a:cubicBezTo>
                <a:cubicBezTo>
                  <a:pt x="601524" y="99554"/>
                  <a:pt x="603296" y="102189"/>
                  <a:pt x="606116" y="104463"/>
                </a:cubicBezTo>
                <a:cubicBezTo>
                  <a:pt x="608936" y="106736"/>
                  <a:pt x="612492" y="107872"/>
                  <a:pt x="616787" y="107872"/>
                </a:cubicBezTo>
                <a:cubicBezTo>
                  <a:pt x="621960" y="107872"/>
                  <a:pt x="626151" y="105857"/>
                  <a:pt x="629359" y="101826"/>
                </a:cubicBezTo>
                <a:cubicBezTo>
                  <a:pt x="633550" y="96557"/>
                  <a:pt x="635645" y="89143"/>
                  <a:pt x="635645" y="79583"/>
                </a:cubicBezTo>
                <a:cubicBezTo>
                  <a:pt x="635645" y="68732"/>
                  <a:pt x="633265" y="60388"/>
                  <a:pt x="628505" y="54550"/>
                </a:cubicBezTo>
                <a:cubicBezTo>
                  <a:pt x="625194" y="50519"/>
                  <a:pt x="621262" y="48504"/>
                  <a:pt x="616709" y="48504"/>
                </a:cubicBezTo>
                <a:cubicBezTo>
                  <a:pt x="614226" y="48504"/>
                  <a:pt x="611768" y="49124"/>
                  <a:pt x="609337" y="50364"/>
                </a:cubicBezTo>
                <a:cubicBezTo>
                  <a:pt x="607474" y="51294"/>
                  <a:pt x="604396" y="54083"/>
                  <a:pt x="600101" y="58733"/>
                </a:cubicBezTo>
                <a:close/>
                <a:moveTo>
                  <a:pt x="700136" y="100112"/>
                </a:moveTo>
                <a:cubicBezTo>
                  <a:pt x="692841" y="105751"/>
                  <a:pt x="688262" y="109011"/>
                  <a:pt x="686400" y="109890"/>
                </a:cubicBezTo>
                <a:cubicBezTo>
                  <a:pt x="683606" y="111235"/>
                  <a:pt x="680631" y="111908"/>
                  <a:pt x="677475" y="111908"/>
                </a:cubicBezTo>
                <a:cubicBezTo>
                  <a:pt x="672560" y="111908"/>
                  <a:pt x="668511" y="110226"/>
                  <a:pt x="665329" y="106864"/>
                </a:cubicBezTo>
                <a:cubicBezTo>
                  <a:pt x="662148" y="103501"/>
                  <a:pt x="660557" y="99077"/>
                  <a:pt x="660557" y="93593"/>
                </a:cubicBezTo>
                <a:cubicBezTo>
                  <a:pt x="660557" y="90126"/>
                  <a:pt x="661333" y="87126"/>
                  <a:pt x="662885" y="84591"/>
                </a:cubicBezTo>
                <a:cubicBezTo>
                  <a:pt x="665006" y="81072"/>
                  <a:pt x="668692" y="77761"/>
                  <a:pt x="673944" y="74657"/>
                </a:cubicBezTo>
                <a:cubicBezTo>
                  <a:pt x="679195" y="71553"/>
                  <a:pt x="687926" y="67776"/>
                  <a:pt x="700136" y="63327"/>
                </a:cubicBezTo>
                <a:lnTo>
                  <a:pt x="700136" y="60533"/>
                </a:lnTo>
                <a:cubicBezTo>
                  <a:pt x="700136" y="53445"/>
                  <a:pt x="699011" y="48581"/>
                  <a:pt x="696760" y="45943"/>
                </a:cubicBezTo>
                <a:cubicBezTo>
                  <a:pt x="694509" y="43304"/>
                  <a:pt x="691237" y="41985"/>
                  <a:pt x="686943" y="41985"/>
                </a:cubicBezTo>
                <a:cubicBezTo>
                  <a:pt x="683683" y="41985"/>
                  <a:pt x="681096" y="42861"/>
                  <a:pt x="679182" y="44614"/>
                </a:cubicBezTo>
                <a:cubicBezTo>
                  <a:pt x="677216" y="46366"/>
                  <a:pt x="676233" y="48377"/>
                  <a:pt x="676233" y="50645"/>
                </a:cubicBezTo>
                <a:lnTo>
                  <a:pt x="676388" y="55129"/>
                </a:lnTo>
                <a:cubicBezTo>
                  <a:pt x="676388" y="57500"/>
                  <a:pt x="675780" y="59329"/>
                  <a:pt x="674565" y="60618"/>
                </a:cubicBezTo>
                <a:cubicBezTo>
                  <a:pt x="673349" y="61906"/>
                  <a:pt x="671758" y="62550"/>
                  <a:pt x="669792" y="62550"/>
                </a:cubicBezTo>
                <a:cubicBezTo>
                  <a:pt x="667878" y="62550"/>
                  <a:pt x="666312" y="61880"/>
                  <a:pt x="665097" y="60540"/>
                </a:cubicBezTo>
                <a:cubicBezTo>
                  <a:pt x="663881" y="59198"/>
                  <a:pt x="663273" y="57366"/>
                  <a:pt x="663273" y="55045"/>
                </a:cubicBezTo>
                <a:cubicBezTo>
                  <a:pt x="663273" y="50610"/>
                  <a:pt x="665549" y="46535"/>
                  <a:pt x="670102" y="42822"/>
                </a:cubicBezTo>
                <a:cubicBezTo>
                  <a:pt x="674655" y="39108"/>
                  <a:pt x="681045" y="37251"/>
                  <a:pt x="689271" y="37251"/>
                </a:cubicBezTo>
                <a:cubicBezTo>
                  <a:pt x="695583" y="37251"/>
                  <a:pt x="700757" y="38310"/>
                  <a:pt x="704792" y="40428"/>
                </a:cubicBezTo>
                <a:cubicBezTo>
                  <a:pt x="707845" y="42030"/>
                  <a:pt x="710095" y="44537"/>
                  <a:pt x="711544" y="47948"/>
                </a:cubicBezTo>
                <a:cubicBezTo>
                  <a:pt x="712475" y="50170"/>
                  <a:pt x="712941" y="54717"/>
                  <a:pt x="712941" y="61590"/>
                </a:cubicBezTo>
                <a:lnTo>
                  <a:pt x="712941" y="85696"/>
                </a:lnTo>
                <a:cubicBezTo>
                  <a:pt x="712941" y="92466"/>
                  <a:pt x="713070" y="96613"/>
                  <a:pt x="713329" y="98138"/>
                </a:cubicBezTo>
                <a:cubicBezTo>
                  <a:pt x="713588" y="99662"/>
                  <a:pt x="714014" y="100683"/>
                  <a:pt x="714609" y="101201"/>
                </a:cubicBezTo>
                <a:cubicBezTo>
                  <a:pt x="715204" y="101716"/>
                  <a:pt x="715890" y="101974"/>
                  <a:pt x="716666" y="101974"/>
                </a:cubicBezTo>
                <a:cubicBezTo>
                  <a:pt x="717494" y="101974"/>
                  <a:pt x="718218" y="101793"/>
                  <a:pt x="718839" y="101431"/>
                </a:cubicBezTo>
                <a:cubicBezTo>
                  <a:pt x="719925" y="100758"/>
                  <a:pt x="722021" y="98870"/>
                  <a:pt x="725125" y="95766"/>
                </a:cubicBezTo>
                <a:lnTo>
                  <a:pt x="725125" y="100112"/>
                </a:lnTo>
                <a:cubicBezTo>
                  <a:pt x="719330" y="107872"/>
                  <a:pt x="713794" y="111753"/>
                  <a:pt x="708517" y="111753"/>
                </a:cubicBezTo>
                <a:cubicBezTo>
                  <a:pt x="705982" y="111753"/>
                  <a:pt x="703964" y="110873"/>
                  <a:pt x="702464" y="109114"/>
                </a:cubicBezTo>
                <a:cubicBezTo>
                  <a:pt x="700964" y="107355"/>
                  <a:pt x="700188" y="104354"/>
                  <a:pt x="700136" y="100112"/>
                </a:cubicBezTo>
                <a:moveTo>
                  <a:pt x="700136" y="95024"/>
                </a:moveTo>
                <a:lnTo>
                  <a:pt x="700136" y="68060"/>
                </a:lnTo>
                <a:cubicBezTo>
                  <a:pt x="692323" y="71150"/>
                  <a:pt x="687279" y="73339"/>
                  <a:pt x="685003" y="74628"/>
                </a:cubicBezTo>
                <a:cubicBezTo>
                  <a:pt x="680915" y="76895"/>
                  <a:pt x="677992" y="79264"/>
                  <a:pt x="676233" y="81736"/>
                </a:cubicBezTo>
                <a:cubicBezTo>
                  <a:pt x="674474" y="84208"/>
                  <a:pt x="673595" y="86912"/>
                  <a:pt x="673595" y="89848"/>
                </a:cubicBezTo>
                <a:cubicBezTo>
                  <a:pt x="673595" y="93557"/>
                  <a:pt x="674707" y="96635"/>
                  <a:pt x="676932" y="99081"/>
                </a:cubicBezTo>
                <a:cubicBezTo>
                  <a:pt x="679156" y="101527"/>
                  <a:pt x="681717" y="102750"/>
                  <a:pt x="684615" y="102750"/>
                </a:cubicBezTo>
                <a:cubicBezTo>
                  <a:pt x="688547" y="102750"/>
                  <a:pt x="693720" y="100175"/>
                  <a:pt x="700136" y="95024"/>
                </a:cubicBezTo>
                <a:close/>
                <a:moveTo>
                  <a:pt x="790803" y="83349"/>
                </a:moveTo>
                <a:cubicBezTo>
                  <a:pt x="788889" y="92713"/>
                  <a:pt x="785138" y="99918"/>
                  <a:pt x="779550" y="104962"/>
                </a:cubicBezTo>
                <a:cubicBezTo>
                  <a:pt x="773963" y="110007"/>
                  <a:pt x="767780" y="112529"/>
                  <a:pt x="761002" y="112529"/>
                </a:cubicBezTo>
                <a:cubicBezTo>
                  <a:pt x="752931" y="112529"/>
                  <a:pt x="745895" y="109144"/>
                  <a:pt x="739894" y="102374"/>
                </a:cubicBezTo>
                <a:cubicBezTo>
                  <a:pt x="733892" y="95603"/>
                  <a:pt x="730891" y="86455"/>
                  <a:pt x="730891" y="74929"/>
                </a:cubicBezTo>
                <a:cubicBezTo>
                  <a:pt x="730891" y="63765"/>
                  <a:pt x="734215" y="54694"/>
                  <a:pt x="740864" y="47718"/>
                </a:cubicBezTo>
                <a:cubicBezTo>
                  <a:pt x="747512" y="40740"/>
                  <a:pt x="755492" y="37251"/>
                  <a:pt x="764805" y="37251"/>
                </a:cubicBezTo>
                <a:cubicBezTo>
                  <a:pt x="771790" y="37251"/>
                  <a:pt x="777533" y="39095"/>
                  <a:pt x="782034" y="42783"/>
                </a:cubicBezTo>
                <a:cubicBezTo>
                  <a:pt x="786535" y="46469"/>
                  <a:pt x="788785" y="50298"/>
                  <a:pt x="788785" y="54268"/>
                </a:cubicBezTo>
                <a:cubicBezTo>
                  <a:pt x="788785" y="56228"/>
                  <a:pt x="788152" y="57814"/>
                  <a:pt x="786884" y="59027"/>
                </a:cubicBezTo>
                <a:cubicBezTo>
                  <a:pt x="785616" y="60238"/>
                  <a:pt x="783844" y="60843"/>
                  <a:pt x="781568" y="60843"/>
                </a:cubicBezTo>
                <a:cubicBezTo>
                  <a:pt x="778516" y="60843"/>
                  <a:pt x="776213" y="59860"/>
                  <a:pt x="774661" y="57894"/>
                </a:cubicBezTo>
                <a:cubicBezTo>
                  <a:pt x="773782" y="56808"/>
                  <a:pt x="773200" y="54738"/>
                  <a:pt x="772915" y="51686"/>
                </a:cubicBezTo>
                <a:cubicBezTo>
                  <a:pt x="772630" y="48633"/>
                  <a:pt x="771583" y="46305"/>
                  <a:pt x="769772" y="44701"/>
                </a:cubicBezTo>
                <a:cubicBezTo>
                  <a:pt x="767961" y="43149"/>
                  <a:pt x="765452" y="42373"/>
                  <a:pt x="762244" y="42373"/>
                </a:cubicBezTo>
                <a:cubicBezTo>
                  <a:pt x="757070" y="42373"/>
                  <a:pt x="752906" y="44287"/>
                  <a:pt x="749750" y="48116"/>
                </a:cubicBezTo>
                <a:cubicBezTo>
                  <a:pt x="745559" y="53186"/>
                  <a:pt x="743463" y="59886"/>
                  <a:pt x="743463" y="68216"/>
                </a:cubicBezTo>
                <a:cubicBezTo>
                  <a:pt x="743463" y="76701"/>
                  <a:pt x="745546" y="84190"/>
                  <a:pt x="749711" y="90683"/>
                </a:cubicBezTo>
                <a:cubicBezTo>
                  <a:pt x="753876" y="97176"/>
                  <a:pt x="759502" y="100422"/>
                  <a:pt x="766590" y="100422"/>
                </a:cubicBezTo>
                <a:cubicBezTo>
                  <a:pt x="771660" y="100422"/>
                  <a:pt x="776213" y="98689"/>
                  <a:pt x="780249" y="95223"/>
                </a:cubicBezTo>
                <a:cubicBezTo>
                  <a:pt x="783094" y="92843"/>
                  <a:pt x="785862" y="88523"/>
                  <a:pt x="788553" y="82262"/>
                </a:cubicBezTo>
                <a:lnTo>
                  <a:pt x="790803" y="83349"/>
                </a:lnTo>
                <a:close/>
                <a:moveTo>
                  <a:pt x="821636" y="15832"/>
                </a:moveTo>
                <a:lnTo>
                  <a:pt x="821636" y="39269"/>
                </a:lnTo>
                <a:lnTo>
                  <a:pt x="838244" y="39269"/>
                </a:lnTo>
                <a:lnTo>
                  <a:pt x="838244" y="44701"/>
                </a:lnTo>
                <a:lnTo>
                  <a:pt x="821636" y="44701"/>
                </a:lnTo>
                <a:lnTo>
                  <a:pt x="821636" y="90736"/>
                </a:lnTo>
                <a:cubicBezTo>
                  <a:pt x="821636" y="95336"/>
                  <a:pt x="822296" y="98437"/>
                  <a:pt x="823615" y="100039"/>
                </a:cubicBezTo>
                <a:cubicBezTo>
                  <a:pt x="824934" y="101640"/>
                  <a:pt x="826629" y="102440"/>
                  <a:pt x="828698" y="102440"/>
                </a:cubicBezTo>
                <a:cubicBezTo>
                  <a:pt x="830405" y="102440"/>
                  <a:pt x="832061" y="101910"/>
                  <a:pt x="833665" y="100849"/>
                </a:cubicBezTo>
                <a:cubicBezTo>
                  <a:pt x="835269" y="99788"/>
                  <a:pt x="836510" y="98223"/>
                  <a:pt x="837390" y="96154"/>
                </a:cubicBezTo>
                <a:lnTo>
                  <a:pt x="840417" y="96154"/>
                </a:lnTo>
                <a:cubicBezTo>
                  <a:pt x="838606" y="101239"/>
                  <a:pt x="836045" y="105084"/>
                  <a:pt x="832734" y="107690"/>
                </a:cubicBezTo>
                <a:cubicBezTo>
                  <a:pt x="829422" y="110295"/>
                  <a:pt x="826008" y="111597"/>
                  <a:pt x="822490" y="111597"/>
                </a:cubicBezTo>
                <a:cubicBezTo>
                  <a:pt x="820110" y="111597"/>
                  <a:pt x="817782" y="110937"/>
                  <a:pt x="815505" y="109616"/>
                </a:cubicBezTo>
                <a:cubicBezTo>
                  <a:pt x="813229" y="108295"/>
                  <a:pt x="811547" y="106405"/>
                  <a:pt x="810461" y="103946"/>
                </a:cubicBezTo>
                <a:cubicBezTo>
                  <a:pt x="809374" y="101485"/>
                  <a:pt x="808831" y="97691"/>
                  <a:pt x="808831" y="92562"/>
                </a:cubicBezTo>
                <a:lnTo>
                  <a:pt x="808831" y="44701"/>
                </a:lnTo>
                <a:lnTo>
                  <a:pt x="797578" y="44701"/>
                </a:lnTo>
                <a:lnTo>
                  <a:pt x="797578" y="42140"/>
                </a:lnTo>
                <a:cubicBezTo>
                  <a:pt x="800424" y="40999"/>
                  <a:pt x="803334" y="39066"/>
                  <a:pt x="806309" y="36341"/>
                </a:cubicBezTo>
                <a:cubicBezTo>
                  <a:pt x="809284" y="33617"/>
                  <a:pt x="811935" y="30387"/>
                  <a:pt x="814263" y="26650"/>
                </a:cubicBezTo>
                <a:cubicBezTo>
                  <a:pt x="815453" y="24680"/>
                  <a:pt x="817109" y="21073"/>
                  <a:pt x="819230" y="15832"/>
                </a:cubicBezTo>
                <a:lnTo>
                  <a:pt x="821636" y="15832"/>
                </a:lnTo>
                <a:close/>
                <a:moveTo>
                  <a:pt x="919680" y="37251"/>
                </a:moveTo>
                <a:cubicBezTo>
                  <a:pt x="930441" y="37251"/>
                  <a:pt x="939081" y="41334"/>
                  <a:pt x="945600" y="49501"/>
                </a:cubicBezTo>
                <a:cubicBezTo>
                  <a:pt x="951136" y="56477"/>
                  <a:pt x="953904" y="64488"/>
                  <a:pt x="953904" y="73534"/>
                </a:cubicBezTo>
                <a:cubicBezTo>
                  <a:pt x="953904" y="79891"/>
                  <a:pt x="952378" y="86326"/>
                  <a:pt x="949325" y="92839"/>
                </a:cubicBezTo>
                <a:cubicBezTo>
                  <a:pt x="946273" y="99349"/>
                  <a:pt x="942069" y="104259"/>
                  <a:pt x="936714" y="107567"/>
                </a:cubicBezTo>
                <a:cubicBezTo>
                  <a:pt x="931359" y="110875"/>
                  <a:pt x="925397" y="112529"/>
                  <a:pt x="918826" y="112529"/>
                </a:cubicBezTo>
                <a:cubicBezTo>
                  <a:pt x="908116" y="112529"/>
                  <a:pt x="899606" y="108264"/>
                  <a:pt x="893294" y="99736"/>
                </a:cubicBezTo>
                <a:cubicBezTo>
                  <a:pt x="887965" y="92552"/>
                  <a:pt x="885300" y="84490"/>
                  <a:pt x="885300" y="75549"/>
                </a:cubicBezTo>
                <a:cubicBezTo>
                  <a:pt x="885300" y="69037"/>
                  <a:pt x="886917" y="62563"/>
                  <a:pt x="890151" y="56129"/>
                </a:cubicBezTo>
                <a:cubicBezTo>
                  <a:pt x="893384" y="49694"/>
                  <a:pt x="897639" y="44939"/>
                  <a:pt x="902917" y="41864"/>
                </a:cubicBezTo>
                <a:cubicBezTo>
                  <a:pt x="908194" y="38788"/>
                  <a:pt x="913782" y="37251"/>
                  <a:pt x="919680" y="37251"/>
                </a:cubicBezTo>
                <a:moveTo>
                  <a:pt x="917274" y="42373"/>
                </a:moveTo>
                <a:cubicBezTo>
                  <a:pt x="914532" y="42373"/>
                  <a:pt x="911777" y="43187"/>
                  <a:pt x="909009" y="44815"/>
                </a:cubicBezTo>
                <a:cubicBezTo>
                  <a:pt x="906241" y="46443"/>
                  <a:pt x="904003" y="49298"/>
                  <a:pt x="902296" y="53381"/>
                </a:cubicBezTo>
                <a:cubicBezTo>
                  <a:pt x="900589" y="57463"/>
                  <a:pt x="899735" y="62708"/>
                  <a:pt x="899735" y="69115"/>
                </a:cubicBezTo>
                <a:cubicBezTo>
                  <a:pt x="899735" y="79450"/>
                  <a:pt x="901791" y="88364"/>
                  <a:pt x="905905" y="95858"/>
                </a:cubicBezTo>
                <a:cubicBezTo>
                  <a:pt x="910018" y="103350"/>
                  <a:pt x="915437" y="107096"/>
                  <a:pt x="922163" y="107096"/>
                </a:cubicBezTo>
                <a:cubicBezTo>
                  <a:pt x="927182" y="107096"/>
                  <a:pt x="931321" y="105029"/>
                  <a:pt x="934580" y="100895"/>
                </a:cubicBezTo>
                <a:cubicBezTo>
                  <a:pt x="937839" y="96761"/>
                  <a:pt x="939469" y="89656"/>
                  <a:pt x="939469" y="79580"/>
                </a:cubicBezTo>
                <a:cubicBezTo>
                  <a:pt x="939469" y="66971"/>
                  <a:pt x="936753" y="57049"/>
                  <a:pt x="931321" y="49813"/>
                </a:cubicBezTo>
                <a:cubicBezTo>
                  <a:pt x="927647" y="44853"/>
                  <a:pt x="922965" y="42373"/>
                  <a:pt x="917274" y="42373"/>
                </a:cubicBezTo>
                <a:close/>
                <a:moveTo>
                  <a:pt x="992163" y="44701"/>
                </a:moveTo>
                <a:lnTo>
                  <a:pt x="992163" y="91478"/>
                </a:lnTo>
                <a:cubicBezTo>
                  <a:pt x="992163" y="98109"/>
                  <a:pt x="992887" y="102304"/>
                  <a:pt x="994336" y="104065"/>
                </a:cubicBezTo>
                <a:cubicBezTo>
                  <a:pt x="996250" y="106345"/>
                  <a:pt x="998811" y="107484"/>
                  <a:pt x="1002019" y="107484"/>
                </a:cubicBezTo>
                <a:lnTo>
                  <a:pt x="1008460" y="107484"/>
                </a:lnTo>
                <a:lnTo>
                  <a:pt x="1008460" y="110356"/>
                </a:lnTo>
                <a:lnTo>
                  <a:pt x="966010" y="110356"/>
                </a:lnTo>
                <a:lnTo>
                  <a:pt x="966010" y="107484"/>
                </a:lnTo>
                <a:lnTo>
                  <a:pt x="969192" y="107484"/>
                </a:lnTo>
                <a:cubicBezTo>
                  <a:pt x="971261" y="107484"/>
                  <a:pt x="973150" y="106966"/>
                  <a:pt x="974857" y="105930"/>
                </a:cubicBezTo>
                <a:cubicBezTo>
                  <a:pt x="976564" y="104893"/>
                  <a:pt x="977741" y="103495"/>
                  <a:pt x="978388" y="101734"/>
                </a:cubicBezTo>
                <a:cubicBezTo>
                  <a:pt x="979035" y="99974"/>
                  <a:pt x="979358" y="96555"/>
                  <a:pt x="979358" y="91478"/>
                </a:cubicBezTo>
                <a:lnTo>
                  <a:pt x="979358" y="44701"/>
                </a:lnTo>
                <a:lnTo>
                  <a:pt x="965544" y="44701"/>
                </a:lnTo>
                <a:lnTo>
                  <a:pt x="965544" y="39269"/>
                </a:lnTo>
                <a:lnTo>
                  <a:pt x="979358" y="39269"/>
                </a:lnTo>
                <a:lnTo>
                  <a:pt x="979358" y="34593"/>
                </a:lnTo>
                <a:cubicBezTo>
                  <a:pt x="979358" y="27477"/>
                  <a:pt x="980496" y="21452"/>
                  <a:pt x="982773" y="16518"/>
                </a:cubicBezTo>
                <a:cubicBezTo>
                  <a:pt x="985049" y="11584"/>
                  <a:pt x="988528" y="7597"/>
                  <a:pt x="993211" y="4559"/>
                </a:cubicBezTo>
                <a:cubicBezTo>
                  <a:pt x="997893" y="1520"/>
                  <a:pt x="1003157" y="0"/>
                  <a:pt x="1009004" y="0"/>
                </a:cubicBezTo>
                <a:cubicBezTo>
                  <a:pt x="1014436" y="0"/>
                  <a:pt x="1019429" y="1759"/>
                  <a:pt x="1023981" y="5277"/>
                </a:cubicBezTo>
                <a:cubicBezTo>
                  <a:pt x="1026982" y="7605"/>
                  <a:pt x="1028483" y="10218"/>
                  <a:pt x="1028483" y="13115"/>
                </a:cubicBezTo>
                <a:cubicBezTo>
                  <a:pt x="1028483" y="14668"/>
                  <a:pt x="1027810" y="16129"/>
                  <a:pt x="1026465" y="17500"/>
                </a:cubicBezTo>
                <a:cubicBezTo>
                  <a:pt x="1025120" y="18871"/>
                  <a:pt x="1023671" y="19557"/>
                  <a:pt x="1022119" y="19557"/>
                </a:cubicBezTo>
                <a:cubicBezTo>
                  <a:pt x="1020929" y="19557"/>
                  <a:pt x="1019674" y="19125"/>
                  <a:pt x="1018355" y="18262"/>
                </a:cubicBezTo>
                <a:cubicBezTo>
                  <a:pt x="1017036" y="17398"/>
                  <a:pt x="1015419" y="15541"/>
                  <a:pt x="1013505" y="12691"/>
                </a:cubicBezTo>
                <a:cubicBezTo>
                  <a:pt x="1011590" y="9841"/>
                  <a:pt x="1009831" y="7918"/>
                  <a:pt x="1008227" y="6924"/>
                </a:cubicBezTo>
                <a:cubicBezTo>
                  <a:pt x="1006624" y="5930"/>
                  <a:pt x="1004839" y="5432"/>
                  <a:pt x="1002873" y="5432"/>
                </a:cubicBezTo>
                <a:cubicBezTo>
                  <a:pt x="1000493" y="5432"/>
                  <a:pt x="998475" y="6073"/>
                  <a:pt x="996819" y="7353"/>
                </a:cubicBezTo>
                <a:cubicBezTo>
                  <a:pt x="995164" y="8632"/>
                  <a:pt x="993974" y="10616"/>
                  <a:pt x="993249" y="13305"/>
                </a:cubicBezTo>
                <a:cubicBezTo>
                  <a:pt x="992525" y="15993"/>
                  <a:pt x="992163" y="22925"/>
                  <a:pt x="992163" y="34098"/>
                </a:cubicBezTo>
                <a:lnTo>
                  <a:pt x="992163" y="39269"/>
                </a:lnTo>
                <a:lnTo>
                  <a:pt x="1010478" y="39269"/>
                </a:lnTo>
                <a:lnTo>
                  <a:pt x="1010478" y="44701"/>
                </a:lnTo>
                <a:lnTo>
                  <a:pt x="992163" y="44701"/>
                </a:lnTo>
                <a:close/>
                <a:moveTo>
                  <a:pt x="1141041" y="5122"/>
                </a:moveTo>
                <a:lnTo>
                  <a:pt x="1142205" y="29801"/>
                </a:lnTo>
                <a:lnTo>
                  <a:pt x="1139256" y="29801"/>
                </a:lnTo>
                <a:cubicBezTo>
                  <a:pt x="1138687" y="25455"/>
                  <a:pt x="1137911" y="22351"/>
                  <a:pt x="1136928" y="20488"/>
                </a:cubicBezTo>
                <a:cubicBezTo>
                  <a:pt x="1135324" y="17487"/>
                  <a:pt x="1133190" y="15275"/>
                  <a:pt x="1130525" y="13853"/>
                </a:cubicBezTo>
                <a:cubicBezTo>
                  <a:pt x="1127861" y="12430"/>
                  <a:pt x="1124356" y="11719"/>
                  <a:pt x="1120010" y="11719"/>
                </a:cubicBezTo>
                <a:lnTo>
                  <a:pt x="1105187" y="11719"/>
                </a:lnTo>
                <a:lnTo>
                  <a:pt x="1105187" y="92118"/>
                </a:lnTo>
                <a:cubicBezTo>
                  <a:pt x="1105187" y="98586"/>
                  <a:pt x="1105886" y="102621"/>
                  <a:pt x="1107282" y="104225"/>
                </a:cubicBezTo>
                <a:cubicBezTo>
                  <a:pt x="1109248" y="106398"/>
                  <a:pt x="1112275" y="107484"/>
                  <a:pt x="1116362" y="107484"/>
                </a:cubicBezTo>
                <a:lnTo>
                  <a:pt x="1120010" y="107484"/>
                </a:lnTo>
                <a:lnTo>
                  <a:pt x="1120010" y="110356"/>
                </a:lnTo>
                <a:lnTo>
                  <a:pt x="1075386" y="110356"/>
                </a:lnTo>
                <a:lnTo>
                  <a:pt x="1075386" y="107484"/>
                </a:lnTo>
                <a:lnTo>
                  <a:pt x="1079111" y="107484"/>
                </a:lnTo>
                <a:cubicBezTo>
                  <a:pt x="1083561" y="107484"/>
                  <a:pt x="1086717" y="106139"/>
                  <a:pt x="1088579" y="103449"/>
                </a:cubicBezTo>
                <a:cubicBezTo>
                  <a:pt x="1089718" y="101793"/>
                  <a:pt x="1090287" y="98016"/>
                  <a:pt x="1090287" y="92118"/>
                </a:cubicBezTo>
                <a:lnTo>
                  <a:pt x="1090287" y="11719"/>
                </a:lnTo>
                <a:lnTo>
                  <a:pt x="1077637" y="11719"/>
                </a:lnTo>
                <a:cubicBezTo>
                  <a:pt x="1072722" y="11719"/>
                  <a:pt x="1069230" y="12081"/>
                  <a:pt x="1067160" y="12805"/>
                </a:cubicBezTo>
                <a:cubicBezTo>
                  <a:pt x="1064470" y="13788"/>
                  <a:pt x="1062167" y="15676"/>
                  <a:pt x="1060253" y="18470"/>
                </a:cubicBezTo>
                <a:cubicBezTo>
                  <a:pt x="1058339" y="21264"/>
                  <a:pt x="1057201" y="25041"/>
                  <a:pt x="1056838" y="29801"/>
                </a:cubicBezTo>
                <a:lnTo>
                  <a:pt x="1053889" y="29801"/>
                </a:lnTo>
                <a:lnTo>
                  <a:pt x="1055131" y="5122"/>
                </a:lnTo>
                <a:lnTo>
                  <a:pt x="1141041" y="5122"/>
                </a:lnTo>
                <a:close/>
                <a:moveTo>
                  <a:pt x="1178783" y="60998"/>
                </a:moveTo>
                <a:lnTo>
                  <a:pt x="1178783" y="91704"/>
                </a:lnTo>
                <a:cubicBezTo>
                  <a:pt x="1178783" y="98337"/>
                  <a:pt x="1179507" y="102458"/>
                  <a:pt x="1180956" y="104065"/>
                </a:cubicBezTo>
                <a:cubicBezTo>
                  <a:pt x="1182922" y="106345"/>
                  <a:pt x="1185897" y="107484"/>
                  <a:pt x="1189881" y="107484"/>
                </a:cubicBezTo>
                <a:lnTo>
                  <a:pt x="1193916" y="107484"/>
                </a:lnTo>
                <a:lnTo>
                  <a:pt x="1193916" y="110356"/>
                </a:lnTo>
                <a:lnTo>
                  <a:pt x="1148827" y="110356"/>
                </a:lnTo>
                <a:lnTo>
                  <a:pt x="1148827" y="107484"/>
                </a:lnTo>
                <a:lnTo>
                  <a:pt x="1152785" y="107484"/>
                </a:lnTo>
                <a:cubicBezTo>
                  <a:pt x="1157234" y="107484"/>
                  <a:pt x="1160416" y="106036"/>
                  <a:pt x="1162330" y="103138"/>
                </a:cubicBezTo>
                <a:cubicBezTo>
                  <a:pt x="1163365" y="101535"/>
                  <a:pt x="1163882" y="97732"/>
                  <a:pt x="1163882" y="91730"/>
                </a:cubicBezTo>
                <a:lnTo>
                  <a:pt x="1163882" y="23747"/>
                </a:lnTo>
                <a:cubicBezTo>
                  <a:pt x="1163882" y="17125"/>
                  <a:pt x="1163184" y="13012"/>
                  <a:pt x="1161787" y="11408"/>
                </a:cubicBezTo>
                <a:cubicBezTo>
                  <a:pt x="1159769" y="9132"/>
                  <a:pt x="1156769" y="7993"/>
                  <a:pt x="1152785" y="7993"/>
                </a:cubicBezTo>
                <a:lnTo>
                  <a:pt x="1148827" y="7993"/>
                </a:lnTo>
                <a:lnTo>
                  <a:pt x="1148827" y="5122"/>
                </a:lnTo>
                <a:lnTo>
                  <a:pt x="1187397" y="5122"/>
                </a:lnTo>
                <a:cubicBezTo>
                  <a:pt x="1196813" y="5122"/>
                  <a:pt x="1204238" y="6091"/>
                  <a:pt x="1209670" y="8030"/>
                </a:cubicBezTo>
                <a:cubicBezTo>
                  <a:pt x="1215102" y="9967"/>
                  <a:pt x="1219681" y="13234"/>
                  <a:pt x="1223406" y="17832"/>
                </a:cubicBezTo>
                <a:cubicBezTo>
                  <a:pt x="1227131" y="22431"/>
                  <a:pt x="1228994" y="27882"/>
                  <a:pt x="1228994" y="34185"/>
                </a:cubicBezTo>
                <a:cubicBezTo>
                  <a:pt x="1228994" y="42763"/>
                  <a:pt x="1226161" y="49738"/>
                  <a:pt x="1220496" y="55112"/>
                </a:cubicBezTo>
                <a:cubicBezTo>
                  <a:pt x="1214831" y="60485"/>
                  <a:pt x="1206824" y="63171"/>
                  <a:pt x="1196477" y="63171"/>
                </a:cubicBezTo>
                <a:cubicBezTo>
                  <a:pt x="1193942" y="63171"/>
                  <a:pt x="1191200" y="62990"/>
                  <a:pt x="1188251" y="62628"/>
                </a:cubicBezTo>
                <a:cubicBezTo>
                  <a:pt x="1185302" y="62266"/>
                  <a:pt x="1182146" y="61723"/>
                  <a:pt x="1178783" y="60998"/>
                </a:cubicBezTo>
                <a:moveTo>
                  <a:pt x="1178783" y="56497"/>
                </a:moveTo>
                <a:cubicBezTo>
                  <a:pt x="1181525" y="57015"/>
                  <a:pt x="1183957" y="57403"/>
                  <a:pt x="1186078" y="57661"/>
                </a:cubicBezTo>
                <a:cubicBezTo>
                  <a:pt x="1188199" y="57920"/>
                  <a:pt x="1190010" y="58049"/>
                  <a:pt x="1191510" y="58049"/>
                </a:cubicBezTo>
                <a:cubicBezTo>
                  <a:pt x="1196891" y="58049"/>
                  <a:pt x="1201534" y="55967"/>
                  <a:pt x="1205441" y="51802"/>
                </a:cubicBezTo>
                <a:cubicBezTo>
                  <a:pt x="1209347" y="47637"/>
                  <a:pt x="1211300" y="42244"/>
                  <a:pt x="1211300" y="35621"/>
                </a:cubicBezTo>
                <a:cubicBezTo>
                  <a:pt x="1211300" y="31068"/>
                  <a:pt x="1210368" y="26839"/>
                  <a:pt x="1208506" y="22933"/>
                </a:cubicBezTo>
                <a:cubicBezTo>
                  <a:pt x="1206643" y="19026"/>
                  <a:pt x="1204005" y="16103"/>
                  <a:pt x="1200590" y="14163"/>
                </a:cubicBezTo>
                <a:cubicBezTo>
                  <a:pt x="1197175" y="12223"/>
                  <a:pt x="1193295" y="11253"/>
                  <a:pt x="1188949" y="11253"/>
                </a:cubicBezTo>
                <a:cubicBezTo>
                  <a:pt x="1186311" y="11253"/>
                  <a:pt x="1182922" y="11744"/>
                  <a:pt x="1178783" y="12727"/>
                </a:cubicBezTo>
                <a:lnTo>
                  <a:pt x="1178783" y="56497"/>
                </a:lnTo>
                <a:close/>
                <a:moveTo>
                  <a:pt x="1325667" y="81176"/>
                </a:moveTo>
                <a:lnTo>
                  <a:pt x="1328228" y="81722"/>
                </a:lnTo>
                <a:lnTo>
                  <a:pt x="1319226" y="110356"/>
                </a:lnTo>
                <a:lnTo>
                  <a:pt x="1237739" y="110356"/>
                </a:lnTo>
                <a:lnTo>
                  <a:pt x="1237739" y="107484"/>
                </a:lnTo>
                <a:lnTo>
                  <a:pt x="1241697" y="107484"/>
                </a:lnTo>
                <a:cubicBezTo>
                  <a:pt x="1246147" y="107484"/>
                  <a:pt x="1249328" y="106036"/>
                  <a:pt x="1251243" y="103138"/>
                </a:cubicBezTo>
                <a:cubicBezTo>
                  <a:pt x="1252329" y="101483"/>
                  <a:pt x="1252872" y="97654"/>
                  <a:pt x="1252872" y="91653"/>
                </a:cubicBezTo>
                <a:lnTo>
                  <a:pt x="1252872" y="23747"/>
                </a:lnTo>
                <a:cubicBezTo>
                  <a:pt x="1252872" y="17177"/>
                  <a:pt x="1252148" y="13064"/>
                  <a:pt x="1250699" y="11408"/>
                </a:cubicBezTo>
                <a:cubicBezTo>
                  <a:pt x="1248682" y="9132"/>
                  <a:pt x="1245681" y="7993"/>
                  <a:pt x="1241697" y="7993"/>
                </a:cubicBezTo>
                <a:lnTo>
                  <a:pt x="1237739" y="7993"/>
                </a:lnTo>
                <a:lnTo>
                  <a:pt x="1237739" y="5122"/>
                </a:lnTo>
                <a:lnTo>
                  <a:pt x="1285389" y="5122"/>
                </a:lnTo>
                <a:lnTo>
                  <a:pt x="1285389" y="7993"/>
                </a:lnTo>
                <a:cubicBezTo>
                  <a:pt x="1279802" y="7942"/>
                  <a:pt x="1275883" y="8460"/>
                  <a:pt x="1273632" y="9548"/>
                </a:cubicBezTo>
                <a:cubicBezTo>
                  <a:pt x="1271381" y="10634"/>
                  <a:pt x="1269842" y="12006"/>
                  <a:pt x="1269014" y="13664"/>
                </a:cubicBezTo>
                <a:cubicBezTo>
                  <a:pt x="1268187" y="15321"/>
                  <a:pt x="1267773" y="19282"/>
                  <a:pt x="1267773" y="25547"/>
                </a:cubicBezTo>
                <a:lnTo>
                  <a:pt x="1267773" y="91721"/>
                </a:lnTo>
                <a:cubicBezTo>
                  <a:pt x="1267773" y="96018"/>
                  <a:pt x="1268187" y="98970"/>
                  <a:pt x="1269014" y="100575"/>
                </a:cubicBezTo>
                <a:cubicBezTo>
                  <a:pt x="1269635" y="101661"/>
                  <a:pt x="1270592" y="102464"/>
                  <a:pt x="1271886" y="102983"/>
                </a:cubicBezTo>
                <a:cubicBezTo>
                  <a:pt x="1273179" y="103501"/>
                  <a:pt x="1277215" y="103759"/>
                  <a:pt x="1283992" y="103759"/>
                </a:cubicBezTo>
                <a:lnTo>
                  <a:pt x="1291675" y="103759"/>
                </a:lnTo>
                <a:cubicBezTo>
                  <a:pt x="1299746" y="103759"/>
                  <a:pt x="1305412" y="103160"/>
                  <a:pt x="1308671" y="101962"/>
                </a:cubicBezTo>
                <a:cubicBezTo>
                  <a:pt x="1311931" y="100764"/>
                  <a:pt x="1314905" y="98641"/>
                  <a:pt x="1317596" y="95594"/>
                </a:cubicBezTo>
                <a:cubicBezTo>
                  <a:pt x="1320286" y="92546"/>
                  <a:pt x="1322976" y="87740"/>
                  <a:pt x="1325667" y="81176"/>
                </a:cubicBezTo>
                <a:close/>
                <a:moveTo>
                  <a:pt x="1366798" y="39269"/>
                </a:moveTo>
                <a:lnTo>
                  <a:pt x="1400246" y="39269"/>
                </a:lnTo>
                <a:lnTo>
                  <a:pt x="1400246" y="42140"/>
                </a:lnTo>
                <a:lnTo>
                  <a:pt x="1398073" y="42140"/>
                </a:lnTo>
                <a:cubicBezTo>
                  <a:pt x="1396055" y="42140"/>
                  <a:pt x="1394516" y="42632"/>
                  <a:pt x="1393456" y="43615"/>
                </a:cubicBezTo>
                <a:cubicBezTo>
                  <a:pt x="1392395" y="44598"/>
                  <a:pt x="1391865" y="45917"/>
                  <a:pt x="1391865" y="47572"/>
                </a:cubicBezTo>
                <a:cubicBezTo>
                  <a:pt x="1391865" y="49383"/>
                  <a:pt x="1392408" y="51530"/>
                  <a:pt x="1393494" y="54014"/>
                </a:cubicBezTo>
                <a:lnTo>
                  <a:pt x="1410024" y="93282"/>
                </a:lnTo>
                <a:lnTo>
                  <a:pt x="1426632" y="52539"/>
                </a:lnTo>
                <a:cubicBezTo>
                  <a:pt x="1427822" y="49642"/>
                  <a:pt x="1428417" y="47443"/>
                  <a:pt x="1428417" y="45943"/>
                </a:cubicBezTo>
                <a:cubicBezTo>
                  <a:pt x="1428417" y="45218"/>
                  <a:pt x="1428210" y="44623"/>
                  <a:pt x="1427796" y="44158"/>
                </a:cubicBezTo>
                <a:cubicBezTo>
                  <a:pt x="1427227" y="43382"/>
                  <a:pt x="1426503" y="42851"/>
                  <a:pt x="1425623" y="42567"/>
                </a:cubicBezTo>
                <a:cubicBezTo>
                  <a:pt x="1424744" y="42282"/>
                  <a:pt x="1422959" y="42140"/>
                  <a:pt x="1420268" y="42140"/>
                </a:cubicBezTo>
                <a:lnTo>
                  <a:pt x="1420268" y="39269"/>
                </a:lnTo>
                <a:lnTo>
                  <a:pt x="1443473" y="39269"/>
                </a:lnTo>
                <a:lnTo>
                  <a:pt x="1443473" y="42140"/>
                </a:lnTo>
                <a:cubicBezTo>
                  <a:pt x="1440782" y="42347"/>
                  <a:pt x="1438920" y="42890"/>
                  <a:pt x="1437885" y="43770"/>
                </a:cubicBezTo>
                <a:cubicBezTo>
                  <a:pt x="1436074" y="45322"/>
                  <a:pt x="1434444" y="47909"/>
                  <a:pt x="1432996" y="51530"/>
                </a:cubicBezTo>
                <a:lnTo>
                  <a:pt x="1407774" y="112529"/>
                </a:lnTo>
                <a:lnTo>
                  <a:pt x="1404592" y="112529"/>
                </a:lnTo>
                <a:lnTo>
                  <a:pt x="1379215" y="52539"/>
                </a:lnTo>
                <a:cubicBezTo>
                  <a:pt x="1378077" y="49745"/>
                  <a:pt x="1376990" y="47741"/>
                  <a:pt x="1375955" y="46525"/>
                </a:cubicBezTo>
                <a:cubicBezTo>
                  <a:pt x="1374921" y="45309"/>
                  <a:pt x="1373601" y="44287"/>
                  <a:pt x="1371997" y="43459"/>
                </a:cubicBezTo>
                <a:cubicBezTo>
                  <a:pt x="1371118" y="42994"/>
                  <a:pt x="1369385" y="42554"/>
                  <a:pt x="1366798" y="42140"/>
                </a:cubicBezTo>
                <a:lnTo>
                  <a:pt x="1366798" y="39269"/>
                </a:lnTo>
                <a:close/>
                <a:moveTo>
                  <a:pt x="1461864" y="66120"/>
                </a:moveTo>
                <a:cubicBezTo>
                  <a:pt x="1461812" y="76651"/>
                  <a:pt x="1464373" y="84910"/>
                  <a:pt x="1469547" y="90898"/>
                </a:cubicBezTo>
                <a:cubicBezTo>
                  <a:pt x="1474720" y="96885"/>
                  <a:pt x="1480800" y="99879"/>
                  <a:pt x="1487784" y="99879"/>
                </a:cubicBezTo>
                <a:cubicBezTo>
                  <a:pt x="1492441" y="99879"/>
                  <a:pt x="1496489" y="98598"/>
                  <a:pt x="1499930" y="96037"/>
                </a:cubicBezTo>
                <a:cubicBezTo>
                  <a:pt x="1503370" y="93476"/>
                  <a:pt x="1506254" y="89092"/>
                  <a:pt x="1508583" y="82883"/>
                </a:cubicBezTo>
                <a:lnTo>
                  <a:pt x="1510988" y="84435"/>
                </a:lnTo>
                <a:cubicBezTo>
                  <a:pt x="1509902" y="91523"/>
                  <a:pt x="1506746" y="97978"/>
                  <a:pt x="1501520" y="103798"/>
                </a:cubicBezTo>
                <a:cubicBezTo>
                  <a:pt x="1496295" y="109619"/>
                  <a:pt x="1489750" y="112529"/>
                  <a:pt x="1481886" y="112529"/>
                </a:cubicBezTo>
                <a:cubicBezTo>
                  <a:pt x="1473349" y="112529"/>
                  <a:pt x="1466042" y="109212"/>
                  <a:pt x="1459962" y="102578"/>
                </a:cubicBezTo>
                <a:cubicBezTo>
                  <a:pt x="1453883" y="95943"/>
                  <a:pt x="1450844" y="87023"/>
                  <a:pt x="1450844" y="75819"/>
                </a:cubicBezTo>
                <a:cubicBezTo>
                  <a:pt x="1450844" y="63686"/>
                  <a:pt x="1453961" y="54226"/>
                  <a:pt x="1460195" y="47437"/>
                </a:cubicBezTo>
                <a:cubicBezTo>
                  <a:pt x="1466430" y="40646"/>
                  <a:pt x="1474255" y="37251"/>
                  <a:pt x="1483671" y="37251"/>
                </a:cubicBezTo>
                <a:cubicBezTo>
                  <a:pt x="1491639" y="37251"/>
                  <a:pt x="1498183" y="39870"/>
                  <a:pt x="1503305" y="45109"/>
                </a:cubicBezTo>
                <a:cubicBezTo>
                  <a:pt x="1508427" y="50345"/>
                  <a:pt x="1510988" y="57349"/>
                  <a:pt x="1510988" y="66120"/>
                </a:cubicBezTo>
                <a:lnTo>
                  <a:pt x="1461864" y="66120"/>
                </a:lnTo>
                <a:moveTo>
                  <a:pt x="1461864" y="61619"/>
                </a:moveTo>
                <a:lnTo>
                  <a:pt x="1494769" y="61619"/>
                </a:lnTo>
                <a:cubicBezTo>
                  <a:pt x="1494510" y="57066"/>
                  <a:pt x="1493967" y="53859"/>
                  <a:pt x="1493139" y="51996"/>
                </a:cubicBezTo>
                <a:cubicBezTo>
                  <a:pt x="1491846" y="49099"/>
                  <a:pt x="1489918" y="46822"/>
                  <a:pt x="1487357" y="45167"/>
                </a:cubicBezTo>
                <a:cubicBezTo>
                  <a:pt x="1484796" y="43511"/>
                  <a:pt x="1482119" y="42683"/>
                  <a:pt x="1479325" y="42683"/>
                </a:cubicBezTo>
                <a:cubicBezTo>
                  <a:pt x="1475031" y="42683"/>
                  <a:pt x="1471189" y="44352"/>
                  <a:pt x="1467801" y="47689"/>
                </a:cubicBezTo>
                <a:cubicBezTo>
                  <a:pt x="1464412" y="51026"/>
                  <a:pt x="1462433" y="55669"/>
                  <a:pt x="1461864" y="61619"/>
                </a:cubicBezTo>
                <a:close/>
                <a:moveTo>
                  <a:pt x="1541278" y="37251"/>
                </a:moveTo>
                <a:lnTo>
                  <a:pt x="1541278" y="53238"/>
                </a:lnTo>
                <a:cubicBezTo>
                  <a:pt x="1547228" y="42580"/>
                  <a:pt x="1553333" y="37251"/>
                  <a:pt x="1559593" y="37251"/>
                </a:cubicBezTo>
                <a:cubicBezTo>
                  <a:pt x="1562439" y="37251"/>
                  <a:pt x="1564793" y="38117"/>
                  <a:pt x="1566655" y="39851"/>
                </a:cubicBezTo>
                <a:cubicBezTo>
                  <a:pt x="1568518" y="41584"/>
                  <a:pt x="1569449" y="43589"/>
                  <a:pt x="1569449" y="45865"/>
                </a:cubicBezTo>
                <a:cubicBezTo>
                  <a:pt x="1569449" y="47883"/>
                  <a:pt x="1568777" y="49590"/>
                  <a:pt x="1567431" y="50987"/>
                </a:cubicBezTo>
                <a:cubicBezTo>
                  <a:pt x="1566086" y="52384"/>
                  <a:pt x="1564482" y="53083"/>
                  <a:pt x="1562620" y="53083"/>
                </a:cubicBezTo>
                <a:cubicBezTo>
                  <a:pt x="1560809" y="53083"/>
                  <a:pt x="1558778" y="52190"/>
                  <a:pt x="1556528" y="50405"/>
                </a:cubicBezTo>
                <a:cubicBezTo>
                  <a:pt x="1554277" y="48620"/>
                  <a:pt x="1552609" y="47728"/>
                  <a:pt x="1551522" y="47728"/>
                </a:cubicBezTo>
                <a:cubicBezTo>
                  <a:pt x="1550591" y="47728"/>
                  <a:pt x="1549582" y="48243"/>
                  <a:pt x="1548496" y="49275"/>
                </a:cubicBezTo>
                <a:cubicBezTo>
                  <a:pt x="1546167" y="51391"/>
                  <a:pt x="1543762" y="54875"/>
                  <a:pt x="1541278" y="59725"/>
                </a:cubicBezTo>
                <a:lnTo>
                  <a:pt x="1541278" y="93707"/>
                </a:lnTo>
                <a:cubicBezTo>
                  <a:pt x="1541278" y="97628"/>
                  <a:pt x="1541770" y="100594"/>
                  <a:pt x="1542753" y="102607"/>
                </a:cubicBezTo>
                <a:cubicBezTo>
                  <a:pt x="1543425" y="104001"/>
                  <a:pt x="1544615" y="105163"/>
                  <a:pt x="1546323" y="106092"/>
                </a:cubicBezTo>
                <a:cubicBezTo>
                  <a:pt x="1548030" y="107020"/>
                  <a:pt x="1550487" y="107484"/>
                  <a:pt x="1553695" y="107484"/>
                </a:cubicBezTo>
                <a:lnTo>
                  <a:pt x="1553695" y="110356"/>
                </a:lnTo>
                <a:lnTo>
                  <a:pt x="1517298" y="110356"/>
                </a:lnTo>
                <a:lnTo>
                  <a:pt x="1517298" y="107484"/>
                </a:lnTo>
                <a:cubicBezTo>
                  <a:pt x="1520920" y="107484"/>
                  <a:pt x="1523610" y="106917"/>
                  <a:pt x="1525369" y="105782"/>
                </a:cubicBezTo>
                <a:cubicBezTo>
                  <a:pt x="1526662" y="104956"/>
                  <a:pt x="1527568" y="103639"/>
                  <a:pt x="1528085" y="101831"/>
                </a:cubicBezTo>
                <a:cubicBezTo>
                  <a:pt x="1528344" y="100953"/>
                  <a:pt x="1528473" y="98450"/>
                  <a:pt x="1528473" y="94320"/>
                </a:cubicBezTo>
                <a:lnTo>
                  <a:pt x="1528473" y="66831"/>
                </a:lnTo>
                <a:cubicBezTo>
                  <a:pt x="1528473" y="58571"/>
                  <a:pt x="1528305" y="53654"/>
                  <a:pt x="1527969" y="52081"/>
                </a:cubicBezTo>
                <a:cubicBezTo>
                  <a:pt x="1527633" y="50506"/>
                  <a:pt x="1527012" y="49357"/>
                  <a:pt x="1526106" y="48635"/>
                </a:cubicBezTo>
                <a:cubicBezTo>
                  <a:pt x="1525201" y="47912"/>
                  <a:pt x="1524076" y="47551"/>
                  <a:pt x="1522730" y="47551"/>
                </a:cubicBezTo>
                <a:cubicBezTo>
                  <a:pt x="1521127" y="47551"/>
                  <a:pt x="1519316" y="47938"/>
                  <a:pt x="1517298" y="48712"/>
                </a:cubicBezTo>
                <a:lnTo>
                  <a:pt x="1516522" y="45923"/>
                </a:lnTo>
                <a:lnTo>
                  <a:pt x="1538019" y="37251"/>
                </a:lnTo>
                <a:lnTo>
                  <a:pt x="1541278" y="37251"/>
                </a:lnTo>
                <a:close/>
                <a:moveTo>
                  <a:pt x="1619348" y="37251"/>
                </a:moveTo>
                <a:lnTo>
                  <a:pt x="1619348" y="61309"/>
                </a:lnTo>
                <a:lnTo>
                  <a:pt x="1616787" y="61309"/>
                </a:lnTo>
                <a:cubicBezTo>
                  <a:pt x="1614821" y="53763"/>
                  <a:pt x="1612299" y="48631"/>
                  <a:pt x="1609221" y="45911"/>
                </a:cubicBezTo>
                <a:cubicBezTo>
                  <a:pt x="1606142" y="43190"/>
                  <a:pt x="1602223" y="41830"/>
                  <a:pt x="1597463" y="41830"/>
                </a:cubicBezTo>
                <a:cubicBezTo>
                  <a:pt x="1593842" y="41830"/>
                  <a:pt x="1590919" y="42786"/>
                  <a:pt x="1588694" y="44699"/>
                </a:cubicBezTo>
                <a:cubicBezTo>
                  <a:pt x="1586469" y="46610"/>
                  <a:pt x="1585357" y="48729"/>
                  <a:pt x="1585357" y="51055"/>
                </a:cubicBezTo>
                <a:cubicBezTo>
                  <a:pt x="1585357" y="53949"/>
                  <a:pt x="1586185" y="56429"/>
                  <a:pt x="1587840" y="58496"/>
                </a:cubicBezTo>
                <a:cubicBezTo>
                  <a:pt x="1589444" y="60615"/>
                  <a:pt x="1592704" y="62863"/>
                  <a:pt x="1597619" y="65240"/>
                </a:cubicBezTo>
                <a:lnTo>
                  <a:pt x="1608949" y="70745"/>
                </a:lnTo>
                <a:cubicBezTo>
                  <a:pt x="1619452" y="75861"/>
                  <a:pt x="1624703" y="82605"/>
                  <a:pt x="1624703" y="90979"/>
                </a:cubicBezTo>
                <a:cubicBezTo>
                  <a:pt x="1624703" y="97438"/>
                  <a:pt x="1622259" y="102644"/>
                  <a:pt x="1617369" y="106599"/>
                </a:cubicBezTo>
                <a:cubicBezTo>
                  <a:pt x="1612480" y="110552"/>
                  <a:pt x="1607009" y="112529"/>
                  <a:pt x="1600956" y="112529"/>
                </a:cubicBezTo>
                <a:cubicBezTo>
                  <a:pt x="1596610" y="112529"/>
                  <a:pt x="1591643" y="111753"/>
                  <a:pt x="1586055" y="110201"/>
                </a:cubicBezTo>
                <a:cubicBezTo>
                  <a:pt x="1584348" y="109683"/>
                  <a:pt x="1582951" y="109425"/>
                  <a:pt x="1581865" y="109425"/>
                </a:cubicBezTo>
                <a:cubicBezTo>
                  <a:pt x="1580675" y="109425"/>
                  <a:pt x="1579743" y="110097"/>
                  <a:pt x="1579071" y="111442"/>
                </a:cubicBezTo>
                <a:lnTo>
                  <a:pt x="1576510" y="111442"/>
                </a:lnTo>
                <a:lnTo>
                  <a:pt x="1576510" y="85987"/>
                </a:lnTo>
                <a:lnTo>
                  <a:pt x="1579071" y="85987"/>
                </a:lnTo>
                <a:cubicBezTo>
                  <a:pt x="1580519" y="93257"/>
                  <a:pt x="1583287" y="98734"/>
                  <a:pt x="1587375" y="102421"/>
                </a:cubicBezTo>
                <a:cubicBezTo>
                  <a:pt x="1591462" y="106107"/>
                  <a:pt x="1596041" y="107950"/>
                  <a:pt x="1601111" y="107950"/>
                </a:cubicBezTo>
                <a:cubicBezTo>
                  <a:pt x="1604681" y="107950"/>
                  <a:pt x="1607591" y="106904"/>
                  <a:pt x="1609842" y="104812"/>
                </a:cubicBezTo>
                <a:cubicBezTo>
                  <a:pt x="1612092" y="102718"/>
                  <a:pt x="1613217" y="100198"/>
                  <a:pt x="1613217" y="97252"/>
                </a:cubicBezTo>
                <a:cubicBezTo>
                  <a:pt x="1613217" y="93686"/>
                  <a:pt x="1611963" y="90688"/>
                  <a:pt x="1609454" y="88260"/>
                </a:cubicBezTo>
                <a:cubicBezTo>
                  <a:pt x="1606944" y="85831"/>
                  <a:pt x="1601939" y="82757"/>
                  <a:pt x="1594437" y="79037"/>
                </a:cubicBezTo>
                <a:cubicBezTo>
                  <a:pt x="1586935" y="75315"/>
                  <a:pt x="1582020" y="71955"/>
                  <a:pt x="1579692" y="68958"/>
                </a:cubicBezTo>
                <a:cubicBezTo>
                  <a:pt x="1577363" y="66012"/>
                  <a:pt x="1576199" y="62291"/>
                  <a:pt x="1576199" y="57795"/>
                </a:cubicBezTo>
                <a:cubicBezTo>
                  <a:pt x="1576199" y="51955"/>
                  <a:pt x="1578204" y="47071"/>
                  <a:pt x="1582214" y="43144"/>
                </a:cubicBezTo>
                <a:cubicBezTo>
                  <a:pt x="1586224" y="39215"/>
                  <a:pt x="1591410" y="37251"/>
                  <a:pt x="1597774" y="37251"/>
                </a:cubicBezTo>
                <a:cubicBezTo>
                  <a:pt x="1600568" y="37251"/>
                  <a:pt x="1603956" y="37846"/>
                  <a:pt x="1607940" y="39036"/>
                </a:cubicBezTo>
                <a:cubicBezTo>
                  <a:pt x="1610579" y="39812"/>
                  <a:pt x="1612338" y="40200"/>
                  <a:pt x="1613217" y="40200"/>
                </a:cubicBezTo>
                <a:cubicBezTo>
                  <a:pt x="1614045" y="40200"/>
                  <a:pt x="1614692" y="40019"/>
                  <a:pt x="1615158" y="39657"/>
                </a:cubicBezTo>
                <a:cubicBezTo>
                  <a:pt x="1615623" y="39295"/>
                  <a:pt x="1616167" y="38493"/>
                  <a:pt x="1616787" y="37251"/>
                </a:cubicBezTo>
                <a:lnTo>
                  <a:pt x="1619348" y="37251"/>
                </a:lnTo>
                <a:close/>
                <a:moveTo>
                  <a:pt x="1653316" y="0"/>
                </a:moveTo>
                <a:cubicBezTo>
                  <a:pt x="1655488" y="0"/>
                  <a:pt x="1657338" y="767"/>
                  <a:pt x="1658864" y="2302"/>
                </a:cubicBezTo>
                <a:cubicBezTo>
                  <a:pt x="1660391" y="3834"/>
                  <a:pt x="1661154" y="5693"/>
                  <a:pt x="1661154" y="7877"/>
                </a:cubicBezTo>
                <a:cubicBezTo>
                  <a:pt x="1661154" y="10061"/>
                  <a:pt x="1660391" y="11934"/>
                  <a:pt x="1658864" y="13494"/>
                </a:cubicBezTo>
                <a:cubicBezTo>
                  <a:pt x="1657338" y="15052"/>
                  <a:pt x="1655488" y="15832"/>
                  <a:pt x="1653316" y="15832"/>
                </a:cubicBezTo>
                <a:cubicBezTo>
                  <a:pt x="1651143" y="15832"/>
                  <a:pt x="1649280" y="15052"/>
                  <a:pt x="1647728" y="13494"/>
                </a:cubicBezTo>
                <a:cubicBezTo>
                  <a:pt x="1646176" y="11934"/>
                  <a:pt x="1645400" y="10061"/>
                  <a:pt x="1645400" y="7877"/>
                </a:cubicBezTo>
                <a:cubicBezTo>
                  <a:pt x="1645400" y="5693"/>
                  <a:pt x="1646163" y="3834"/>
                  <a:pt x="1647689" y="2302"/>
                </a:cubicBezTo>
                <a:cubicBezTo>
                  <a:pt x="1649215" y="767"/>
                  <a:pt x="1651091" y="0"/>
                  <a:pt x="1653316" y="0"/>
                </a:cubicBezTo>
                <a:moveTo>
                  <a:pt x="1659757" y="37251"/>
                </a:moveTo>
                <a:lnTo>
                  <a:pt x="1659757" y="94243"/>
                </a:lnTo>
                <a:cubicBezTo>
                  <a:pt x="1659757" y="98683"/>
                  <a:pt x="1660080" y="101638"/>
                  <a:pt x="1660727" y="103109"/>
                </a:cubicBezTo>
                <a:cubicBezTo>
                  <a:pt x="1661374" y="104581"/>
                  <a:pt x="1662331" y="105678"/>
                  <a:pt x="1663598" y="106400"/>
                </a:cubicBezTo>
                <a:cubicBezTo>
                  <a:pt x="1664866" y="107123"/>
                  <a:pt x="1667181" y="107484"/>
                  <a:pt x="1670544" y="107484"/>
                </a:cubicBezTo>
                <a:lnTo>
                  <a:pt x="1670544" y="110356"/>
                </a:lnTo>
                <a:lnTo>
                  <a:pt x="1636009" y="110356"/>
                </a:lnTo>
                <a:lnTo>
                  <a:pt x="1636009" y="107484"/>
                </a:lnTo>
                <a:cubicBezTo>
                  <a:pt x="1639476" y="107484"/>
                  <a:pt x="1641804" y="107149"/>
                  <a:pt x="1642994" y="106478"/>
                </a:cubicBezTo>
                <a:cubicBezTo>
                  <a:pt x="1644184" y="105807"/>
                  <a:pt x="1645128" y="104697"/>
                  <a:pt x="1645827" y="103148"/>
                </a:cubicBezTo>
                <a:cubicBezTo>
                  <a:pt x="1646525" y="101599"/>
                  <a:pt x="1646874" y="98631"/>
                  <a:pt x="1646874" y="94243"/>
                </a:cubicBezTo>
                <a:lnTo>
                  <a:pt x="1646874" y="66909"/>
                </a:lnTo>
                <a:cubicBezTo>
                  <a:pt x="1646874" y="59216"/>
                  <a:pt x="1646641" y="54234"/>
                  <a:pt x="1646176" y="51965"/>
                </a:cubicBezTo>
                <a:cubicBezTo>
                  <a:pt x="1645814" y="50312"/>
                  <a:pt x="1645244" y="49163"/>
                  <a:pt x="1644468" y="48518"/>
                </a:cubicBezTo>
                <a:cubicBezTo>
                  <a:pt x="1643692" y="47873"/>
                  <a:pt x="1642632" y="47551"/>
                  <a:pt x="1641287" y="47551"/>
                </a:cubicBezTo>
                <a:cubicBezTo>
                  <a:pt x="1639838" y="47551"/>
                  <a:pt x="1638079" y="47938"/>
                  <a:pt x="1636009" y="48712"/>
                </a:cubicBezTo>
                <a:lnTo>
                  <a:pt x="1634923" y="45923"/>
                </a:lnTo>
                <a:lnTo>
                  <a:pt x="1656342" y="37251"/>
                </a:lnTo>
                <a:lnTo>
                  <a:pt x="1659757" y="37251"/>
                </a:lnTo>
                <a:close/>
                <a:moveTo>
                  <a:pt x="1714185" y="37251"/>
                </a:moveTo>
                <a:cubicBezTo>
                  <a:pt x="1724946" y="37251"/>
                  <a:pt x="1733586" y="41334"/>
                  <a:pt x="1740105" y="49501"/>
                </a:cubicBezTo>
                <a:cubicBezTo>
                  <a:pt x="1745641" y="56477"/>
                  <a:pt x="1748409" y="64488"/>
                  <a:pt x="1748409" y="73534"/>
                </a:cubicBezTo>
                <a:cubicBezTo>
                  <a:pt x="1748409" y="79891"/>
                  <a:pt x="1746883" y="86326"/>
                  <a:pt x="1743830" y="92839"/>
                </a:cubicBezTo>
                <a:cubicBezTo>
                  <a:pt x="1740778" y="99349"/>
                  <a:pt x="1736574" y="104259"/>
                  <a:pt x="1731219" y="107567"/>
                </a:cubicBezTo>
                <a:cubicBezTo>
                  <a:pt x="1725864" y="110875"/>
                  <a:pt x="1719902" y="112529"/>
                  <a:pt x="1713331" y="112529"/>
                </a:cubicBezTo>
                <a:cubicBezTo>
                  <a:pt x="1702621" y="112529"/>
                  <a:pt x="1694111" y="108264"/>
                  <a:pt x="1687799" y="99736"/>
                </a:cubicBezTo>
                <a:cubicBezTo>
                  <a:pt x="1682470" y="92552"/>
                  <a:pt x="1679805" y="84490"/>
                  <a:pt x="1679805" y="75549"/>
                </a:cubicBezTo>
                <a:cubicBezTo>
                  <a:pt x="1679805" y="69037"/>
                  <a:pt x="1681422" y="62563"/>
                  <a:pt x="1684656" y="56129"/>
                </a:cubicBezTo>
                <a:cubicBezTo>
                  <a:pt x="1687889" y="49694"/>
                  <a:pt x="1692145" y="44939"/>
                  <a:pt x="1697422" y="41864"/>
                </a:cubicBezTo>
                <a:cubicBezTo>
                  <a:pt x="1702699" y="38788"/>
                  <a:pt x="1708287" y="37251"/>
                  <a:pt x="1714185" y="37251"/>
                </a:cubicBezTo>
                <a:moveTo>
                  <a:pt x="1711779" y="42373"/>
                </a:moveTo>
                <a:cubicBezTo>
                  <a:pt x="1709037" y="42373"/>
                  <a:pt x="1706282" y="43187"/>
                  <a:pt x="1703514" y="44815"/>
                </a:cubicBezTo>
                <a:cubicBezTo>
                  <a:pt x="1700746" y="46443"/>
                  <a:pt x="1698508" y="49298"/>
                  <a:pt x="1696801" y="53381"/>
                </a:cubicBezTo>
                <a:cubicBezTo>
                  <a:pt x="1695094" y="57463"/>
                  <a:pt x="1694240" y="62708"/>
                  <a:pt x="1694240" y="69115"/>
                </a:cubicBezTo>
                <a:cubicBezTo>
                  <a:pt x="1694240" y="79450"/>
                  <a:pt x="1696296" y="88364"/>
                  <a:pt x="1700410" y="95858"/>
                </a:cubicBezTo>
                <a:cubicBezTo>
                  <a:pt x="1704523" y="103350"/>
                  <a:pt x="1709942" y="107096"/>
                  <a:pt x="1716668" y="107096"/>
                </a:cubicBezTo>
                <a:cubicBezTo>
                  <a:pt x="1721687" y="107096"/>
                  <a:pt x="1725826" y="105029"/>
                  <a:pt x="1729085" y="100895"/>
                </a:cubicBezTo>
                <a:cubicBezTo>
                  <a:pt x="1732344" y="96761"/>
                  <a:pt x="1733974" y="89656"/>
                  <a:pt x="1733974" y="79580"/>
                </a:cubicBezTo>
                <a:cubicBezTo>
                  <a:pt x="1733974" y="66971"/>
                  <a:pt x="1731258" y="57049"/>
                  <a:pt x="1725826" y="49813"/>
                </a:cubicBezTo>
                <a:cubicBezTo>
                  <a:pt x="1722152" y="44853"/>
                  <a:pt x="1717470" y="42373"/>
                  <a:pt x="1711779" y="42373"/>
                </a:cubicBezTo>
                <a:close/>
                <a:moveTo>
                  <a:pt x="1779608" y="52306"/>
                </a:moveTo>
                <a:cubicBezTo>
                  <a:pt x="1787937" y="42269"/>
                  <a:pt x="1795879" y="37251"/>
                  <a:pt x="1803433" y="37251"/>
                </a:cubicBezTo>
                <a:cubicBezTo>
                  <a:pt x="1807313" y="37251"/>
                  <a:pt x="1810650" y="38219"/>
                  <a:pt x="1813444" y="40156"/>
                </a:cubicBezTo>
                <a:cubicBezTo>
                  <a:pt x="1816238" y="42092"/>
                  <a:pt x="1818462" y="45279"/>
                  <a:pt x="1820118" y="49719"/>
                </a:cubicBezTo>
                <a:cubicBezTo>
                  <a:pt x="1821256" y="52815"/>
                  <a:pt x="1821825" y="57564"/>
                  <a:pt x="1821825" y="63967"/>
                </a:cubicBezTo>
                <a:lnTo>
                  <a:pt x="1821825" y="94243"/>
                </a:lnTo>
                <a:cubicBezTo>
                  <a:pt x="1821825" y="98734"/>
                  <a:pt x="1822187" y="101780"/>
                  <a:pt x="1822912" y="103381"/>
                </a:cubicBezTo>
                <a:cubicBezTo>
                  <a:pt x="1823481" y="104671"/>
                  <a:pt x="1824399" y="105678"/>
                  <a:pt x="1825667" y="106400"/>
                </a:cubicBezTo>
                <a:cubicBezTo>
                  <a:pt x="1826934" y="107123"/>
                  <a:pt x="1829275" y="107484"/>
                  <a:pt x="1832690" y="107484"/>
                </a:cubicBezTo>
                <a:lnTo>
                  <a:pt x="1832690" y="110356"/>
                </a:lnTo>
                <a:lnTo>
                  <a:pt x="1797535" y="110356"/>
                </a:lnTo>
                <a:lnTo>
                  <a:pt x="1797535" y="107484"/>
                </a:lnTo>
                <a:lnTo>
                  <a:pt x="1799009" y="107484"/>
                </a:lnTo>
                <a:cubicBezTo>
                  <a:pt x="1802320" y="107484"/>
                  <a:pt x="1804636" y="106982"/>
                  <a:pt x="1805955" y="105978"/>
                </a:cubicBezTo>
                <a:cubicBezTo>
                  <a:pt x="1807274" y="104974"/>
                  <a:pt x="1808192" y="103495"/>
                  <a:pt x="1808710" y="101540"/>
                </a:cubicBezTo>
                <a:cubicBezTo>
                  <a:pt x="1808917" y="100767"/>
                  <a:pt x="1809020" y="98348"/>
                  <a:pt x="1809020" y="94282"/>
                </a:cubicBezTo>
                <a:lnTo>
                  <a:pt x="1809020" y="65327"/>
                </a:lnTo>
                <a:cubicBezTo>
                  <a:pt x="1809020" y="58894"/>
                  <a:pt x="1808180" y="54223"/>
                  <a:pt x="1806498" y="51315"/>
                </a:cubicBezTo>
                <a:cubicBezTo>
                  <a:pt x="1804817" y="48406"/>
                  <a:pt x="1801984" y="46952"/>
                  <a:pt x="1798000" y="46952"/>
                </a:cubicBezTo>
                <a:cubicBezTo>
                  <a:pt x="1791843" y="46952"/>
                  <a:pt x="1785713" y="50298"/>
                  <a:pt x="1779608" y="56990"/>
                </a:cubicBezTo>
                <a:lnTo>
                  <a:pt x="1779608" y="94282"/>
                </a:lnTo>
                <a:cubicBezTo>
                  <a:pt x="1779608" y="99069"/>
                  <a:pt x="1779892" y="102028"/>
                  <a:pt x="1780461" y="103160"/>
                </a:cubicBezTo>
                <a:cubicBezTo>
                  <a:pt x="1781186" y="104653"/>
                  <a:pt x="1782182" y="105746"/>
                  <a:pt x="1783449" y="106442"/>
                </a:cubicBezTo>
                <a:cubicBezTo>
                  <a:pt x="1784717" y="107137"/>
                  <a:pt x="1787291" y="107484"/>
                  <a:pt x="1791171" y="107484"/>
                </a:cubicBezTo>
                <a:lnTo>
                  <a:pt x="1791171" y="110356"/>
                </a:lnTo>
                <a:lnTo>
                  <a:pt x="1756015" y="110356"/>
                </a:lnTo>
                <a:lnTo>
                  <a:pt x="1756015" y="107484"/>
                </a:lnTo>
                <a:lnTo>
                  <a:pt x="1757567" y="107484"/>
                </a:lnTo>
                <a:cubicBezTo>
                  <a:pt x="1761189" y="107484"/>
                  <a:pt x="1763634" y="106568"/>
                  <a:pt x="1764901" y="104737"/>
                </a:cubicBezTo>
                <a:cubicBezTo>
                  <a:pt x="1766169" y="102903"/>
                  <a:pt x="1766803" y="99405"/>
                  <a:pt x="1766803" y="94243"/>
                </a:cubicBezTo>
                <a:lnTo>
                  <a:pt x="1766803" y="67915"/>
                </a:lnTo>
                <a:cubicBezTo>
                  <a:pt x="1766803" y="59398"/>
                  <a:pt x="1766609" y="54210"/>
                  <a:pt x="1766221" y="52353"/>
                </a:cubicBezTo>
                <a:cubicBezTo>
                  <a:pt x="1765833" y="50493"/>
                  <a:pt x="1765238" y="49228"/>
                  <a:pt x="1764436" y="48557"/>
                </a:cubicBezTo>
                <a:cubicBezTo>
                  <a:pt x="1763634" y="47886"/>
                  <a:pt x="1762560" y="47551"/>
                  <a:pt x="1761215" y="47551"/>
                </a:cubicBezTo>
                <a:cubicBezTo>
                  <a:pt x="1759766" y="47551"/>
                  <a:pt x="1758033" y="47938"/>
                  <a:pt x="1756015" y="48712"/>
                </a:cubicBezTo>
                <a:lnTo>
                  <a:pt x="1754851" y="45923"/>
                </a:lnTo>
                <a:lnTo>
                  <a:pt x="1776271" y="37251"/>
                </a:lnTo>
                <a:lnTo>
                  <a:pt x="1779608" y="37251"/>
                </a:lnTo>
                <a:lnTo>
                  <a:pt x="1779608" y="52306"/>
                </a:lnTo>
                <a:close/>
                <a:moveTo>
                  <a:pt x="1884297" y="37251"/>
                </a:moveTo>
                <a:lnTo>
                  <a:pt x="1884297" y="61309"/>
                </a:lnTo>
                <a:lnTo>
                  <a:pt x="1881736" y="61309"/>
                </a:lnTo>
                <a:cubicBezTo>
                  <a:pt x="1879770" y="53763"/>
                  <a:pt x="1877247" y="48631"/>
                  <a:pt x="1874169" y="45911"/>
                </a:cubicBezTo>
                <a:cubicBezTo>
                  <a:pt x="1871091" y="43190"/>
                  <a:pt x="1867172" y="41830"/>
                  <a:pt x="1862412" y="41830"/>
                </a:cubicBezTo>
                <a:cubicBezTo>
                  <a:pt x="1858790" y="41830"/>
                  <a:pt x="1855867" y="42786"/>
                  <a:pt x="1853642" y="44699"/>
                </a:cubicBezTo>
                <a:cubicBezTo>
                  <a:pt x="1851418" y="46610"/>
                  <a:pt x="1850305" y="48729"/>
                  <a:pt x="1850305" y="51055"/>
                </a:cubicBezTo>
                <a:cubicBezTo>
                  <a:pt x="1850305" y="53949"/>
                  <a:pt x="1851133" y="56429"/>
                  <a:pt x="1852789" y="58496"/>
                </a:cubicBezTo>
                <a:cubicBezTo>
                  <a:pt x="1854392" y="60615"/>
                  <a:pt x="1857652" y="62863"/>
                  <a:pt x="1862567" y="65240"/>
                </a:cubicBezTo>
                <a:lnTo>
                  <a:pt x="1873897" y="70745"/>
                </a:lnTo>
                <a:cubicBezTo>
                  <a:pt x="1884400" y="75861"/>
                  <a:pt x="1889651" y="82605"/>
                  <a:pt x="1889651" y="90979"/>
                </a:cubicBezTo>
                <a:cubicBezTo>
                  <a:pt x="1889651" y="97438"/>
                  <a:pt x="1887207" y="102644"/>
                  <a:pt x="1882318" y="106599"/>
                </a:cubicBezTo>
                <a:cubicBezTo>
                  <a:pt x="1877428" y="110552"/>
                  <a:pt x="1871957" y="112529"/>
                  <a:pt x="1865904" y="112529"/>
                </a:cubicBezTo>
                <a:cubicBezTo>
                  <a:pt x="1861558" y="112529"/>
                  <a:pt x="1856591" y="111753"/>
                  <a:pt x="1851004" y="110201"/>
                </a:cubicBezTo>
                <a:cubicBezTo>
                  <a:pt x="1849296" y="109683"/>
                  <a:pt x="1847899" y="109425"/>
                  <a:pt x="1846813" y="109425"/>
                </a:cubicBezTo>
                <a:cubicBezTo>
                  <a:pt x="1845623" y="109425"/>
                  <a:pt x="1844692" y="110097"/>
                  <a:pt x="1844019" y="111442"/>
                </a:cubicBezTo>
                <a:lnTo>
                  <a:pt x="1841458" y="111442"/>
                </a:lnTo>
                <a:lnTo>
                  <a:pt x="1841458" y="85987"/>
                </a:lnTo>
                <a:lnTo>
                  <a:pt x="1844019" y="85987"/>
                </a:lnTo>
                <a:cubicBezTo>
                  <a:pt x="1845468" y="93257"/>
                  <a:pt x="1848236" y="98734"/>
                  <a:pt x="1852323" y="102421"/>
                </a:cubicBezTo>
                <a:cubicBezTo>
                  <a:pt x="1856410" y="106107"/>
                  <a:pt x="1860989" y="107950"/>
                  <a:pt x="1866059" y="107950"/>
                </a:cubicBezTo>
                <a:cubicBezTo>
                  <a:pt x="1869629" y="107950"/>
                  <a:pt x="1872539" y="106904"/>
                  <a:pt x="1874790" y="104812"/>
                </a:cubicBezTo>
                <a:cubicBezTo>
                  <a:pt x="1877040" y="102718"/>
                  <a:pt x="1878166" y="100198"/>
                  <a:pt x="1878166" y="97252"/>
                </a:cubicBezTo>
                <a:cubicBezTo>
                  <a:pt x="1878166" y="93686"/>
                  <a:pt x="1876911" y="90688"/>
                  <a:pt x="1874402" y="88260"/>
                </a:cubicBezTo>
                <a:cubicBezTo>
                  <a:pt x="1871893" y="85831"/>
                  <a:pt x="1866887" y="82757"/>
                  <a:pt x="1859385" y="79037"/>
                </a:cubicBezTo>
                <a:cubicBezTo>
                  <a:pt x="1851883" y="75315"/>
                  <a:pt x="1846968" y="71955"/>
                  <a:pt x="1844640" y="68958"/>
                </a:cubicBezTo>
                <a:cubicBezTo>
                  <a:pt x="1842312" y="66012"/>
                  <a:pt x="1841148" y="62291"/>
                  <a:pt x="1841148" y="57795"/>
                </a:cubicBezTo>
                <a:cubicBezTo>
                  <a:pt x="1841148" y="51955"/>
                  <a:pt x="1843152" y="47071"/>
                  <a:pt x="1847162" y="43144"/>
                </a:cubicBezTo>
                <a:cubicBezTo>
                  <a:pt x="1851172" y="39215"/>
                  <a:pt x="1856358" y="37251"/>
                  <a:pt x="1862722" y="37251"/>
                </a:cubicBezTo>
                <a:cubicBezTo>
                  <a:pt x="1865516" y="37251"/>
                  <a:pt x="1868905" y="37846"/>
                  <a:pt x="1872889" y="39036"/>
                </a:cubicBezTo>
                <a:cubicBezTo>
                  <a:pt x="1875527" y="39812"/>
                  <a:pt x="1877286" y="40200"/>
                  <a:pt x="1878166" y="40200"/>
                </a:cubicBezTo>
                <a:cubicBezTo>
                  <a:pt x="1878994" y="40200"/>
                  <a:pt x="1879640" y="40019"/>
                  <a:pt x="1880106" y="39657"/>
                </a:cubicBezTo>
                <a:cubicBezTo>
                  <a:pt x="1880572" y="39295"/>
                  <a:pt x="1881115" y="38493"/>
                  <a:pt x="1881736" y="37251"/>
                </a:cubicBezTo>
                <a:lnTo>
                  <a:pt x="1884297" y="372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5A0E6-B260-4F94-94FE-82EAAE5C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652915"/>
            <a:ext cx="2034396" cy="317874"/>
          </a:xfrm>
          <a:custGeom xmlns:a="http://schemas.openxmlformats.org/drawingml/2006/main">
            <a:pathLst>
              <a:path w="2034396" h="317874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6266F-331F-49B8-B314-DD8CFB4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652915"/>
            <a:ext cx="2034396" cy="317874"/>
          </a:xfrm>
          <a:custGeom xmlns:a="http://schemas.openxmlformats.org/drawingml/2006/main">
            <a:pathLst>
              <a:path w="2034396" h="317874" fill="none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A704D-22B8-4F25-BED0-0449B623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21" y="728410"/>
            <a:ext cx="1907246" cy="190725"/>
          </a:xfrm>
          <a:custGeom xmlns:a="http://schemas.openxmlformats.org/drawingml/2006/main">
            <a:pathLst>
              <a:path w="1907246" h="190725">
                <a:moveTo>
                  <a:pt x="0" y="0"/>
                </a:moveTo>
                <a:lnTo>
                  <a:pt x="1907246" y="0"/>
                </a:lnTo>
                <a:lnTo>
                  <a:pt x="190724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RQ2:ImpactofTPLnesting">
            <a:extLst xmlns:a="http://schemas.openxmlformats.org/drawingml/2006/main">
              <a:ext uri="{FF2B5EF4-FFF2-40B4-BE49-F238E27FC236}">
                <a16:creationId xmlns:a16="http://schemas.microsoft.com/office/drawing/2014/main" id="{A70198DA-97B8-458D-8C76-E7F4EFC4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39" y="769045"/>
            <a:ext cx="1821776" cy="144658"/>
          </a:xfrm>
          <a:custGeom xmlns:a="http://schemas.openxmlformats.org/drawingml/2006/main">
            <a:pathLst>
              <a:path w="1821776" h="144658">
                <a:moveTo>
                  <a:pt x="39269" y="62395"/>
                </a:moveTo>
                <a:lnTo>
                  <a:pt x="39269" y="92041"/>
                </a:lnTo>
                <a:cubicBezTo>
                  <a:pt x="39269" y="97703"/>
                  <a:pt x="39618" y="101268"/>
                  <a:pt x="40316" y="102736"/>
                </a:cubicBezTo>
                <a:cubicBezTo>
                  <a:pt x="41015" y="104202"/>
                  <a:pt x="42244" y="105374"/>
                  <a:pt x="44003" y="106250"/>
                </a:cubicBezTo>
                <a:cubicBezTo>
                  <a:pt x="45762" y="107125"/>
                  <a:pt x="49047" y="107562"/>
                  <a:pt x="53859" y="107562"/>
                </a:cubicBezTo>
                <a:lnTo>
                  <a:pt x="53859" y="110356"/>
                </a:lnTo>
                <a:lnTo>
                  <a:pt x="0" y="110356"/>
                </a:lnTo>
                <a:lnTo>
                  <a:pt x="0" y="107562"/>
                </a:lnTo>
                <a:cubicBezTo>
                  <a:pt x="4863" y="107562"/>
                  <a:pt x="8162" y="107112"/>
                  <a:pt x="9895" y="106211"/>
                </a:cubicBezTo>
                <a:cubicBezTo>
                  <a:pt x="11628" y="105311"/>
                  <a:pt x="12844" y="104139"/>
                  <a:pt x="13542" y="102697"/>
                </a:cubicBezTo>
                <a:cubicBezTo>
                  <a:pt x="14241" y="101255"/>
                  <a:pt x="14590" y="97703"/>
                  <a:pt x="14590" y="92041"/>
                </a:cubicBezTo>
                <a:lnTo>
                  <a:pt x="14590" y="23437"/>
                </a:lnTo>
                <a:cubicBezTo>
                  <a:pt x="14590" y="17775"/>
                  <a:pt x="14241" y="14211"/>
                  <a:pt x="13542" y="12744"/>
                </a:cubicBezTo>
                <a:cubicBezTo>
                  <a:pt x="12844" y="11276"/>
                  <a:pt x="11615" y="10105"/>
                  <a:pt x="9856" y="9230"/>
                </a:cubicBezTo>
                <a:cubicBezTo>
                  <a:pt x="8097" y="8354"/>
                  <a:pt x="4812" y="7916"/>
                  <a:pt x="0" y="7916"/>
                </a:cubicBezTo>
                <a:lnTo>
                  <a:pt x="0" y="5122"/>
                </a:lnTo>
                <a:lnTo>
                  <a:pt x="48892" y="5122"/>
                </a:lnTo>
                <a:cubicBezTo>
                  <a:pt x="61619" y="5122"/>
                  <a:pt x="70932" y="6001"/>
                  <a:pt x="76830" y="7758"/>
                </a:cubicBezTo>
                <a:cubicBezTo>
                  <a:pt x="82728" y="9516"/>
                  <a:pt x="87540" y="12759"/>
                  <a:pt x="91265" y="17488"/>
                </a:cubicBezTo>
                <a:cubicBezTo>
                  <a:pt x="94990" y="22217"/>
                  <a:pt x="96852" y="27760"/>
                  <a:pt x="96852" y="34118"/>
                </a:cubicBezTo>
                <a:cubicBezTo>
                  <a:pt x="96852" y="41872"/>
                  <a:pt x="94059" y="48281"/>
                  <a:pt x="88471" y="53347"/>
                </a:cubicBezTo>
                <a:cubicBezTo>
                  <a:pt x="84901" y="56551"/>
                  <a:pt x="79908" y="58955"/>
                  <a:pt x="73493" y="60557"/>
                </a:cubicBezTo>
                <a:lnTo>
                  <a:pt x="98792" y="96265"/>
                </a:lnTo>
                <a:cubicBezTo>
                  <a:pt x="102104" y="100825"/>
                  <a:pt x="104458" y="103668"/>
                  <a:pt x="105855" y="104795"/>
                </a:cubicBezTo>
                <a:cubicBezTo>
                  <a:pt x="107976" y="106383"/>
                  <a:pt x="110433" y="107253"/>
                  <a:pt x="113227" y="107407"/>
                </a:cubicBezTo>
                <a:lnTo>
                  <a:pt x="113227" y="110356"/>
                </a:lnTo>
                <a:lnTo>
                  <a:pt x="80089" y="110356"/>
                </a:lnTo>
                <a:lnTo>
                  <a:pt x="46176" y="62395"/>
                </a:lnTo>
                <a:lnTo>
                  <a:pt x="39269" y="62395"/>
                </a:lnTo>
                <a:moveTo>
                  <a:pt x="39269" y="11020"/>
                </a:moveTo>
                <a:lnTo>
                  <a:pt x="39269" y="56808"/>
                </a:lnTo>
                <a:lnTo>
                  <a:pt x="43692" y="56808"/>
                </a:lnTo>
                <a:cubicBezTo>
                  <a:pt x="50884" y="56808"/>
                  <a:pt x="56264" y="56153"/>
                  <a:pt x="59834" y="54843"/>
                </a:cubicBezTo>
                <a:cubicBezTo>
                  <a:pt x="63404" y="53532"/>
                  <a:pt x="66211" y="51168"/>
                  <a:pt x="68255" y="47752"/>
                </a:cubicBezTo>
                <a:cubicBezTo>
                  <a:pt x="70298" y="44334"/>
                  <a:pt x="71320" y="39876"/>
                  <a:pt x="71320" y="34377"/>
                </a:cubicBezTo>
                <a:cubicBezTo>
                  <a:pt x="71320" y="26411"/>
                  <a:pt x="69444" y="20527"/>
                  <a:pt x="65694" y="16724"/>
                </a:cubicBezTo>
                <a:cubicBezTo>
                  <a:pt x="61943" y="12921"/>
                  <a:pt x="55902" y="11020"/>
                  <a:pt x="47572" y="11020"/>
                </a:cubicBezTo>
                <a:lnTo>
                  <a:pt x="39269" y="11020"/>
                </a:lnTo>
                <a:close/>
                <a:moveTo>
                  <a:pt x="187779" y="111287"/>
                </a:moveTo>
                <a:cubicBezTo>
                  <a:pt x="190159" y="118194"/>
                  <a:pt x="193858" y="123387"/>
                  <a:pt x="198877" y="126866"/>
                </a:cubicBezTo>
                <a:cubicBezTo>
                  <a:pt x="203895" y="130346"/>
                  <a:pt x="210181" y="132085"/>
                  <a:pt x="217735" y="132085"/>
                </a:cubicBezTo>
                <a:cubicBezTo>
                  <a:pt x="219804" y="132085"/>
                  <a:pt x="222003" y="131879"/>
                  <a:pt x="224331" y="131465"/>
                </a:cubicBezTo>
                <a:lnTo>
                  <a:pt x="224331" y="136276"/>
                </a:lnTo>
                <a:cubicBezTo>
                  <a:pt x="216519" y="138346"/>
                  <a:pt x="209535" y="139380"/>
                  <a:pt x="203378" y="139380"/>
                </a:cubicBezTo>
                <a:cubicBezTo>
                  <a:pt x="193755" y="139380"/>
                  <a:pt x="185153" y="137000"/>
                  <a:pt x="177574" y="132238"/>
                </a:cubicBezTo>
                <a:cubicBezTo>
                  <a:pt x="169994" y="127478"/>
                  <a:pt x="164290" y="120495"/>
                  <a:pt x="160462" y="111287"/>
                </a:cubicBezTo>
                <a:cubicBezTo>
                  <a:pt x="147734" y="108598"/>
                  <a:pt x="137477" y="102369"/>
                  <a:pt x="129691" y="92599"/>
                </a:cubicBezTo>
                <a:cubicBezTo>
                  <a:pt x="121904" y="82827"/>
                  <a:pt x="118011" y="71168"/>
                  <a:pt x="118011" y="57622"/>
                </a:cubicBezTo>
                <a:cubicBezTo>
                  <a:pt x="118011" y="41906"/>
                  <a:pt x="123288" y="28839"/>
                  <a:pt x="133843" y="18422"/>
                </a:cubicBezTo>
                <a:cubicBezTo>
                  <a:pt x="144397" y="8003"/>
                  <a:pt x="157797" y="2794"/>
                  <a:pt x="174043" y="2794"/>
                </a:cubicBezTo>
                <a:cubicBezTo>
                  <a:pt x="190237" y="2794"/>
                  <a:pt x="203585" y="8016"/>
                  <a:pt x="214087" y="18461"/>
                </a:cubicBezTo>
                <a:cubicBezTo>
                  <a:pt x="224590" y="28903"/>
                  <a:pt x="229842" y="41957"/>
                  <a:pt x="229842" y="57622"/>
                </a:cubicBezTo>
                <a:cubicBezTo>
                  <a:pt x="229842" y="71271"/>
                  <a:pt x="225728" y="83137"/>
                  <a:pt x="217502" y="93219"/>
                </a:cubicBezTo>
                <a:cubicBezTo>
                  <a:pt x="209276" y="103300"/>
                  <a:pt x="199368" y="109323"/>
                  <a:pt x="187779" y="111287"/>
                </a:cubicBezTo>
                <a:moveTo>
                  <a:pt x="173965" y="8692"/>
                </a:moveTo>
                <a:cubicBezTo>
                  <a:pt x="164652" y="8692"/>
                  <a:pt x="157461" y="13525"/>
                  <a:pt x="152391" y="23192"/>
                </a:cubicBezTo>
                <a:cubicBezTo>
                  <a:pt x="148148" y="31308"/>
                  <a:pt x="146027" y="42863"/>
                  <a:pt x="146027" y="57855"/>
                </a:cubicBezTo>
                <a:cubicBezTo>
                  <a:pt x="146027" y="75845"/>
                  <a:pt x="149209" y="89183"/>
                  <a:pt x="155573" y="97868"/>
                </a:cubicBezTo>
                <a:cubicBezTo>
                  <a:pt x="160022" y="103917"/>
                  <a:pt x="166153" y="106941"/>
                  <a:pt x="173965" y="106941"/>
                </a:cubicBezTo>
                <a:cubicBezTo>
                  <a:pt x="181829" y="106941"/>
                  <a:pt x="187960" y="103969"/>
                  <a:pt x="192358" y="98024"/>
                </a:cubicBezTo>
                <a:cubicBezTo>
                  <a:pt x="198721" y="89493"/>
                  <a:pt x="201903" y="76672"/>
                  <a:pt x="201903" y="59560"/>
                </a:cubicBezTo>
                <a:cubicBezTo>
                  <a:pt x="201903" y="42708"/>
                  <a:pt x="199911" y="30508"/>
                  <a:pt x="195928" y="22959"/>
                </a:cubicBezTo>
                <a:cubicBezTo>
                  <a:pt x="190961" y="13448"/>
                  <a:pt x="183640" y="8692"/>
                  <a:pt x="173965" y="8692"/>
                </a:cubicBezTo>
                <a:close/>
                <a:moveTo>
                  <a:pt x="301266" y="110356"/>
                </a:moveTo>
                <a:lnTo>
                  <a:pt x="239336" y="110356"/>
                </a:lnTo>
                <a:lnTo>
                  <a:pt x="239336" y="108648"/>
                </a:lnTo>
                <a:cubicBezTo>
                  <a:pt x="258324" y="86059"/>
                  <a:pt x="269849" y="70862"/>
                  <a:pt x="273910" y="63057"/>
                </a:cubicBezTo>
                <a:cubicBezTo>
                  <a:pt x="277971" y="55251"/>
                  <a:pt x="280002" y="47627"/>
                  <a:pt x="280002" y="40183"/>
                </a:cubicBezTo>
                <a:cubicBezTo>
                  <a:pt x="280002" y="34755"/>
                  <a:pt x="278321" y="30245"/>
                  <a:pt x="274958" y="26653"/>
                </a:cubicBezTo>
                <a:cubicBezTo>
                  <a:pt x="271595" y="23060"/>
                  <a:pt x="267482" y="21264"/>
                  <a:pt x="262618" y="21264"/>
                </a:cubicBezTo>
                <a:cubicBezTo>
                  <a:pt x="254651" y="21264"/>
                  <a:pt x="248468" y="25242"/>
                  <a:pt x="244070" y="33198"/>
                </a:cubicBezTo>
                <a:lnTo>
                  <a:pt x="241199" y="32192"/>
                </a:lnTo>
                <a:cubicBezTo>
                  <a:pt x="243993" y="22237"/>
                  <a:pt x="248235" y="14875"/>
                  <a:pt x="253926" y="10106"/>
                </a:cubicBezTo>
                <a:cubicBezTo>
                  <a:pt x="259618" y="5335"/>
                  <a:pt x="266188" y="2949"/>
                  <a:pt x="273638" y="2949"/>
                </a:cubicBezTo>
                <a:cubicBezTo>
                  <a:pt x="278967" y="2949"/>
                  <a:pt x="283831" y="4191"/>
                  <a:pt x="288228" y="6674"/>
                </a:cubicBezTo>
                <a:cubicBezTo>
                  <a:pt x="292626" y="9158"/>
                  <a:pt x="296067" y="12559"/>
                  <a:pt x="298550" y="16879"/>
                </a:cubicBezTo>
                <a:cubicBezTo>
                  <a:pt x="301033" y="21199"/>
                  <a:pt x="302275" y="25248"/>
                  <a:pt x="302275" y="29025"/>
                </a:cubicBezTo>
                <a:cubicBezTo>
                  <a:pt x="302275" y="35906"/>
                  <a:pt x="300361" y="42890"/>
                  <a:pt x="296532" y="49978"/>
                </a:cubicBezTo>
                <a:cubicBezTo>
                  <a:pt x="291307" y="59550"/>
                  <a:pt x="279899" y="72898"/>
                  <a:pt x="262308" y="90023"/>
                </a:cubicBezTo>
                <a:lnTo>
                  <a:pt x="285046" y="90023"/>
                </a:lnTo>
                <a:cubicBezTo>
                  <a:pt x="290634" y="90023"/>
                  <a:pt x="294269" y="89790"/>
                  <a:pt x="295950" y="89325"/>
                </a:cubicBezTo>
                <a:cubicBezTo>
                  <a:pt x="297632" y="88859"/>
                  <a:pt x="299016" y="88070"/>
                  <a:pt x="300102" y="86958"/>
                </a:cubicBezTo>
                <a:cubicBezTo>
                  <a:pt x="301189" y="85845"/>
                  <a:pt x="302611" y="83504"/>
                  <a:pt x="304370" y="79934"/>
                </a:cubicBezTo>
                <a:lnTo>
                  <a:pt x="307164" y="79934"/>
                </a:lnTo>
                <a:lnTo>
                  <a:pt x="301266" y="110356"/>
                </a:lnTo>
                <a:close/>
                <a:moveTo>
                  <a:pt x="337353" y="37251"/>
                </a:moveTo>
                <a:cubicBezTo>
                  <a:pt x="339733" y="37251"/>
                  <a:pt x="341764" y="38092"/>
                  <a:pt x="343445" y="39773"/>
                </a:cubicBezTo>
                <a:cubicBezTo>
                  <a:pt x="345127" y="41455"/>
                  <a:pt x="345968" y="43485"/>
                  <a:pt x="345968" y="45865"/>
                </a:cubicBezTo>
                <a:cubicBezTo>
                  <a:pt x="345968" y="48245"/>
                  <a:pt x="345127" y="50276"/>
                  <a:pt x="343445" y="51957"/>
                </a:cubicBezTo>
                <a:cubicBezTo>
                  <a:pt x="341764" y="53639"/>
                  <a:pt x="339733" y="54479"/>
                  <a:pt x="337353" y="54479"/>
                </a:cubicBezTo>
                <a:cubicBezTo>
                  <a:pt x="334973" y="54479"/>
                  <a:pt x="332943" y="53639"/>
                  <a:pt x="331261" y="51957"/>
                </a:cubicBezTo>
                <a:cubicBezTo>
                  <a:pt x="329580" y="50276"/>
                  <a:pt x="328739" y="48245"/>
                  <a:pt x="328739" y="45865"/>
                </a:cubicBezTo>
                <a:cubicBezTo>
                  <a:pt x="328739" y="43485"/>
                  <a:pt x="329580" y="41455"/>
                  <a:pt x="331261" y="39773"/>
                </a:cubicBezTo>
                <a:cubicBezTo>
                  <a:pt x="332943" y="38092"/>
                  <a:pt x="334973" y="37251"/>
                  <a:pt x="337353" y="37251"/>
                </a:cubicBezTo>
                <a:moveTo>
                  <a:pt x="337198" y="95223"/>
                </a:moveTo>
                <a:cubicBezTo>
                  <a:pt x="339630" y="95223"/>
                  <a:pt x="341686" y="96076"/>
                  <a:pt x="343368" y="97784"/>
                </a:cubicBezTo>
                <a:cubicBezTo>
                  <a:pt x="345049" y="99491"/>
                  <a:pt x="345890" y="101535"/>
                  <a:pt x="345890" y="103914"/>
                </a:cubicBezTo>
                <a:cubicBezTo>
                  <a:pt x="345890" y="106294"/>
                  <a:pt x="345036" y="108325"/>
                  <a:pt x="343329" y="110007"/>
                </a:cubicBezTo>
                <a:cubicBezTo>
                  <a:pt x="341622" y="111688"/>
                  <a:pt x="339578" y="112529"/>
                  <a:pt x="337198" y="112529"/>
                </a:cubicBezTo>
                <a:cubicBezTo>
                  <a:pt x="334818" y="112529"/>
                  <a:pt x="332788" y="111688"/>
                  <a:pt x="331106" y="110007"/>
                </a:cubicBezTo>
                <a:cubicBezTo>
                  <a:pt x="329425" y="108325"/>
                  <a:pt x="328584" y="106294"/>
                  <a:pt x="328584" y="103914"/>
                </a:cubicBezTo>
                <a:cubicBezTo>
                  <a:pt x="328584" y="101535"/>
                  <a:pt x="329425" y="99491"/>
                  <a:pt x="331106" y="97784"/>
                </a:cubicBezTo>
                <a:cubicBezTo>
                  <a:pt x="332788" y="96076"/>
                  <a:pt x="334818" y="95223"/>
                  <a:pt x="337198" y="95223"/>
                </a:cubicBezTo>
                <a:close/>
                <a:moveTo>
                  <a:pt x="447890" y="107484"/>
                </a:moveTo>
                <a:lnTo>
                  <a:pt x="447890" y="110356"/>
                </a:lnTo>
                <a:lnTo>
                  <a:pt x="402801" y="110356"/>
                </a:lnTo>
                <a:lnTo>
                  <a:pt x="402801" y="107484"/>
                </a:lnTo>
                <a:lnTo>
                  <a:pt x="406526" y="107484"/>
                </a:lnTo>
                <a:cubicBezTo>
                  <a:pt x="410872" y="107484"/>
                  <a:pt x="414028" y="106217"/>
                  <a:pt x="415994" y="103682"/>
                </a:cubicBezTo>
                <a:cubicBezTo>
                  <a:pt x="417236" y="102026"/>
                  <a:pt x="417857" y="98042"/>
                  <a:pt x="417857" y="91730"/>
                </a:cubicBezTo>
                <a:lnTo>
                  <a:pt x="417857" y="23747"/>
                </a:lnTo>
                <a:cubicBezTo>
                  <a:pt x="417857" y="18419"/>
                  <a:pt x="417521" y="14900"/>
                  <a:pt x="416848" y="13193"/>
                </a:cubicBezTo>
                <a:cubicBezTo>
                  <a:pt x="416331" y="11900"/>
                  <a:pt x="415270" y="10787"/>
                  <a:pt x="413666" y="9856"/>
                </a:cubicBezTo>
                <a:cubicBezTo>
                  <a:pt x="411390" y="8614"/>
                  <a:pt x="409010" y="7993"/>
                  <a:pt x="406526" y="7993"/>
                </a:cubicBezTo>
                <a:lnTo>
                  <a:pt x="402801" y="7993"/>
                </a:lnTo>
                <a:lnTo>
                  <a:pt x="402801" y="5122"/>
                </a:lnTo>
                <a:lnTo>
                  <a:pt x="447890" y="5122"/>
                </a:lnTo>
                <a:lnTo>
                  <a:pt x="447890" y="7993"/>
                </a:lnTo>
                <a:lnTo>
                  <a:pt x="444088" y="7993"/>
                </a:lnTo>
                <a:cubicBezTo>
                  <a:pt x="439794" y="7993"/>
                  <a:pt x="436663" y="9261"/>
                  <a:pt x="434697" y="11796"/>
                </a:cubicBezTo>
                <a:cubicBezTo>
                  <a:pt x="433404" y="13452"/>
                  <a:pt x="432757" y="17435"/>
                  <a:pt x="432757" y="23747"/>
                </a:cubicBezTo>
                <a:lnTo>
                  <a:pt x="432757" y="91730"/>
                </a:lnTo>
                <a:cubicBezTo>
                  <a:pt x="432757" y="97059"/>
                  <a:pt x="433094" y="100577"/>
                  <a:pt x="433766" y="102285"/>
                </a:cubicBezTo>
                <a:cubicBezTo>
                  <a:pt x="434284" y="103578"/>
                  <a:pt x="435370" y="104691"/>
                  <a:pt x="437026" y="105622"/>
                </a:cubicBezTo>
                <a:cubicBezTo>
                  <a:pt x="439250" y="106864"/>
                  <a:pt x="441604" y="107484"/>
                  <a:pt x="444088" y="107484"/>
                </a:cubicBezTo>
                <a:lnTo>
                  <a:pt x="447890" y="107484"/>
                </a:lnTo>
                <a:close/>
                <a:moveTo>
                  <a:pt x="477845" y="52384"/>
                </a:moveTo>
                <a:cubicBezTo>
                  <a:pt x="483018" y="47210"/>
                  <a:pt x="486071" y="44235"/>
                  <a:pt x="487002" y="43459"/>
                </a:cubicBezTo>
                <a:cubicBezTo>
                  <a:pt x="489330" y="41493"/>
                  <a:pt x="491840" y="39967"/>
                  <a:pt x="494530" y="38881"/>
                </a:cubicBezTo>
                <a:cubicBezTo>
                  <a:pt x="497220" y="37794"/>
                  <a:pt x="499885" y="37251"/>
                  <a:pt x="502523" y="37251"/>
                </a:cubicBezTo>
                <a:cubicBezTo>
                  <a:pt x="506973" y="37251"/>
                  <a:pt x="510801" y="38544"/>
                  <a:pt x="514009" y="41131"/>
                </a:cubicBezTo>
                <a:cubicBezTo>
                  <a:pt x="517217" y="43718"/>
                  <a:pt x="519364" y="47469"/>
                  <a:pt x="520450" y="52384"/>
                </a:cubicBezTo>
                <a:cubicBezTo>
                  <a:pt x="525779" y="46176"/>
                  <a:pt x="530280" y="42101"/>
                  <a:pt x="533954" y="40161"/>
                </a:cubicBezTo>
                <a:cubicBezTo>
                  <a:pt x="537627" y="38221"/>
                  <a:pt x="541404" y="37251"/>
                  <a:pt x="545284" y="37251"/>
                </a:cubicBezTo>
                <a:cubicBezTo>
                  <a:pt x="549061" y="37251"/>
                  <a:pt x="552411" y="38219"/>
                  <a:pt x="555334" y="40156"/>
                </a:cubicBezTo>
                <a:cubicBezTo>
                  <a:pt x="558257" y="42092"/>
                  <a:pt x="560573" y="45253"/>
                  <a:pt x="562280" y="49641"/>
                </a:cubicBezTo>
                <a:cubicBezTo>
                  <a:pt x="563418" y="52635"/>
                  <a:pt x="563987" y="57333"/>
                  <a:pt x="563987" y="63734"/>
                </a:cubicBezTo>
                <a:lnTo>
                  <a:pt x="563987" y="94243"/>
                </a:lnTo>
                <a:cubicBezTo>
                  <a:pt x="563987" y="98683"/>
                  <a:pt x="564324" y="101729"/>
                  <a:pt x="564996" y="103381"/>
                </a:cubicBezTo>
                <a:cubicBezTo>
                  <a:pt x="565514" y="104516"/>
                  <a:pt x="566471" y="105484"/>
                  <a:pt x="567868" y="106284"/>
                </a:cubicBezTo>
                <a:cubicBezTo>
                  <a:pt x="569264" y="107084"/>
                  <a:pt x="571541" y="107484"/>
                  <a:pt x="574697" y="107484"/>
                </a:cubicBezTo>
                <a:lnTo>
                  <a:pt x="574697" y="110356"/>
                </a:lnTo>
                <a:lnTo>
                  <a:pt x="539619" y="110356"/>
                </a:lnTo>
                <a:lnTo>
                  <a:pt x="539619" y="107484"/>
                </a:lnTo>
                <a:lnTo>
                  <a:pt x="541093" y="107484"/>
                </a:lnTo>
                <a:cubicBezTo>
                  <a:pt x="544146" y="107484"/>
                  <a:pt x="546526" y="106893"/>
                  <a:pt x="548233" y="105709"/>
                </a:cubicBezTo>
                <a:cubicBezTo>
                  <a:pt x="549423" y="104885"/>
                  <a:pt x="550277" y="103572"/>
                  <a:pt x="550794" y="101771"/>
                </a:cubicBezTo>
                <a:cubicBezTo>
                  <a:pt x="551001" y="100896"/>
                  <a:pt x="551105" y="98400"/>
                  <a:pt x="551105" y="94282"/>
                </a:cubicBezTo>
                <a:lnTo>
                  <a:pt x="551105" y="63860"/>
                </a:lnTo>
                <a:cubicBezTo>
                  <a:pt x="551105" y="58095"/>
                  <a:pt x="550406" y="54028"/>
                  <a:pt x="549009" y="51661"/>
                </a:cubicBezTo>
                <a:cubicBezTo>
                  <a:pt x="546992" y="48366"/>
                  <a:pt x="543758" y="46719"/>
                  <a:pt x="539309" y="46719"/>
                </a:cubicBezTo>
                <a:cubicBezTo>
                  <a:pt x="536566" y="46719"/>
                  <a:pt x="533811" y="47401"/>
                  <a:pt x="531044" y="48766"/>
                </a:cubicBezTo>
                <a:cubicBezTo>
                  <a:pt x="528276" y="50129"/>
                  <a:pt x="524926" y="52664"/>
                  <a:pt x="520994" y="56371"/>
                </a:cubicBezTo>
                <a:lnTo>
                  <a:pt x="520838" y="57220"/>
                </a:lnTo>
                <a:lnTo>
                  <a:pt x="520994" y="60540"/>
                </a:lnTo>
                <a:lnTo>
                  <a:pt x="520994" y="94282"/>
                </a:lnTo>
                <a:cubicBezTo>
                  <a:pt x="520994" y="99121"/>
                  <a:pt x="521265" y="102132"/>
                  <a:pt x="521808" y="103315"/>
                </a:cubicBezTo>
                <a:cubicBezTo>
                  <a:pt x="522352" y="104499"/>
                  <a:pt x="523373" y="105490"/>
                  <a:pt x="524874" y="106289"/>
                </a:cubicBezTo>
                <a:cubicBezTo>
                  <a:pt x="526374" y="107086"/>
                  <a:pt x="528935" y="107484"/>
                  <a:pt x="532557" y="107484"/>
                </a:cubicBezTo>
                <a:lnTo>
                  <a:pt x="532557" y="110356"/>
                </a:lnTo>
                <a:lnTo>
                  <a:pt x="496625" y="110356"/>
                </a:lnTo>
                <a:lnTo>
                  <a:pt x="496625" y="107484"/>
                </a:lnTo>
                <a:cubicBezTo>
                  <a:pt x="500557" y="107484"/>
                  <a:pt x="503261" y="107021"/>
                  <a:pt x="504735" y="106095"/>
                </a:cubicBezTo>
                <a:cubicBezTo>
                  <a:pt x="506210" y="105168"/>
                  <a:pt x="507231" y="103779"/>
                  <a:pt x="507801" y="101926"/>
                </a:cubicBezTo>
                <a:cubicBezTo>
                  <a:pt x="508059" y="101050"/>
                  <a:pt x="508189" y="98501"/>
                  <a:pt x="508189" y="94282"/>
                </a:cubicBezTo>
                <a:lnTo>
                  <a:pt x="508189" y="63860"/>
                </a:lnTo>
                <a:cubicBezTo>
                  <a:pt x="508189" y="58095"/>
                  <a:pt x="507335" y="53951"/>
                  <a:pt x="505628" y="51429"/>
                </a:cubicBezTo>
                <a:cubicBezTo>
                  <a:pt x="503351" y="48134"/>
                  <a:pt x="500169" y="46486"/>
                  <a:pt x="496082" y="46486"/>
                </a:cubicBezTo>
                <a:cubicBezTo>
                  <a:pt x="493288" y="46486"/>
                  <a:pt x="490520" y="47232"/>
                  <a:pt x="487778" y="48724"/>
                </a:cubicBezTo>
                <a:cubicBezTo>
                  <a:pt x="483484" y="50990"/>
                  <a:pt x="480173" y="53538"/>
                  <a:pt x="477845" y="56369"/>
                </a:cubicBezTo>
                <a:lnTo>
                  <a:pt x="477845" y="94282"/>
                </a:lnTo>
                <a:cubicBezTo>
                  <a:pt x="477845" y="98914"/>
                  <a:pt x="478168" y="101925"/>
                  <a:pt x="478815" y="103315"/>
                </a:cubicBezTo>
                <a:cubicBezTo>
                  <a:pt x="479461" y="104704"/>
                  <a:pt x="480419" y="105746"/>
                  <a:pt x="481686" y="106442"/>
                </a:cubicBezTo>
                <a:cubicBezTo>
                  <a:pt x="482954" y="107137"/>
                  <a:pt x="485528" y="107484"/>
                  <a:pt x="489408" y="107484"/>
                </a:cubicBezTo>
                <a:lnTo>
                  <a:pt x="489408" y="110356"/>
                </a:lnTo>
                <a:lnTo>
                  <a:pt x="454252" y="110356"/>
                </a:lnTo>
                <a:lnTo>
                  <a:pt x="454252" y="107484"/>
                </a:lnTo>
                <a:cubicBezTo>
                  <a:pt x="457512" y="107484"/>
                  <a:pt x="459788" y="107136"/>
                  <a:pt x="461082" y="106439"/>
                </a:cubicBezTo>
                <a:cubicBezTo>
                  <a:pt x="462375" y="105742"/>
                  <a:pt x="463358" y="104632"/>
                  <a:pt x="464031" y="103109"/>
                </a:cubicBezTo>
                <a:cubicBezTo>
                  <a:pt x="464703" y="101586"/>
                  <a:pt x="465040" y="98631"/>
                  <a:pt x="465040" y="94243"/>
                </a:cubicBezTo>
                <a:lnTo>
                  <a:pt x="465040" y="67141"/>
                </a:lnTo>
                <a:cubicBezTo>
                  <a:pt x="465040" y="59345"/>
                  <a:pt x="464807" y="54312"/>
                  <a:pt x="464341" y="52042"/>
                </a:cubicBezTo>
                <a:cubicBezTo>
                  <a:pt x="463979" y="50338"/>
                  <a:pt x="463410" y="49163"/>
                  <a:pt x="462634" y="48518"/>
                </a:cubicBezTo>
                <a:cubicBezTo>
                  <a:pt x="461858" y="47873"/>
                  <a:pt x="460797" y="47551"/>
                  <a:pt x="459452" y="47551"/>
                </a:cubicBezTo>
                <a:cubicBezTo>
                  <a:pt x="458003" y="47551"/>
                  <a:pt x="456270" y="47938"/>
                  <a:pt x="454252" y="48712"/>
                </a:cubicBezTo>
                <a:lnTo>
                  <a:pt x="453088" y="45923"/>
                </a:lnTo>
                <a:lnTo>
                  <a:pt x="474508" y="37251"/>
                </a:lnTo>
                <a:lnTo>
                  <a:pt x="477845" y="37251"/>
                </a:lnTo>
                <a:lnTo>
                  <a:pt x="477845" y="52384"/>
                </a:lnTo>
                <a:close/>
                <a:moveTo>
                  <a:pt x="575267" y="46260"/>
                </a:moveTo>
                <a:lnTo>
                  <a:pt x="597152" y="37406"/>
                </a:lnTo>
                <a:lnTo>
                  <a:pt x="600101" y="37406"/>
                </a:lnTo>
                <a:lnTo>
                  <a:pt x="600101" y="54014"/>
                </a:lnTo>
                <a:cubicBezTo>
                  <a:pt x="603775" y="47754"/>
                  <a:pt x="607461" y="43395"/>
                  <a:pt x="611160" y="40937"/>
                </a:cubicBezTo>
                <a:cubicBezTo>
                  <a:pt x="614859" y="38480"/>
                  <a:pt x="618753" y="37251"/>
                  <a:pt x="622840" y="37251"/>
                </a:cubicBezTo>
                <a:cubicBezTo>
                  <a:pt x="629980" y="37251"/>
                  <a:pt x="635930" y="40041"/>
                  <a:pt x="640689" y="45623"/>
                </a:cubicBezTo>
                <a:cubicBezTo>
                  <a:pt x="646536" y="52446"/>
                  <a:pt x="649459" y="61335"/>
                  <a:pt x="649459" y="72292"/>
                </a:cubicBezTo>
                <a:cubicBezTo>
                  <a:pt x="649459" y="84541"/>
                  <a:pt x="645941" y="94671"/>
                  <a:pt x="638904" y="102682"/>
                </a:cubicBezTo>
                <a:cubicBezTo>
                  <a:pt x="633110" y="109247"/>
                  <a:pt x="625815" y="112529"/>
                  <a:pt x="617020" y="112529"/>
                </a:cubicBezTo>
                <a:cubicBezTo>
                  <a:pt x="613191" y="112529"/>
                  <a:pt x="609880" y="111986"/>
                  <a:pt x="607086" y="110899"/>
                </a:cubicBezTo>
                <a:cubicBezTo>
                  <a:pt x="605016" y="110123"/>
                  <a:pt x="602688" y="108571"/>
                  <a:pt x="600101" y="106243"/>
                </a:cubicBezTo>
                <a:lnTo>
                  <a:pt x="600101" y="127895"/>
                </a:lnTo>
                <a:cubicBezTo>
                  <a:pt x="600101" y="132758"/>
                  <a:pt x="600399" y="135849"/>
                  <a:pt x="600994" y="137169"/>
                </a:cubicBezTo>
                <a:cubicBezTo>
                  <a:pt x="601589" y="138488"/>
                  <a:pt x="602624" y="139536"/>
                  <a:pt x="604098" y="140312"/>
                </a:cubicBezTo>
                <a:cubicBezTo>
                  <a:pt x="605573" y="141088"/>
                  <a:pt x="608250" y="141476"/>
                  <a:pt x="612130" y="141476"/>
                </a:cubicBezTo>
                <a:lnTo>
                  <a:pt x="612130" y="144347"/>
                </a:lnTo>
                <a:lnTo>
                  <a:pt x="574879" y="144347"/>
                </a:lnTo>
                <a:lnTo>
                  <a:pt x="574879" y="141476"/>
                </a:lnTo>
                <a:lnTo>
                  <a:pt x="576820" y="141476"/>
                </a:lnTo>
                <a:cubicBezTo>
                  <a:pt x="579665" y="141528"/>
                  <a:pt x="582097" y="140983"/>
                  <a:pt x="584115" y="139844"/>
                </a:cubicBezTo>
                <a:cubicBezTo>
                  <a:pt x="585098" y="139275"/>
                  <a:pt x="585861" y="138355"/>
                  <a:pt x="586404" y="137086"/>
                </a:cubicBezTo>
                <a:cubicBezTo>
                  <a:pt x="586947" y="135819"/>
                  <a:pt x="587219" y="132596"/>
                  <a:pt x="587219" y="127419"/>
                </a:cubicBezTo>
                <a:lnTo>
                  <a:pt x="587219" y="60162"/>
                </a:lnTo>
                <a:cubicBezTo>
                  <a:pt x="587219" y="55554"/>
                  <a:pt x="587012" y="52629"/>
                  <a:pt x="586598" y="51387"/>
                </a:cubicBezTo>
                <a:cubicBezTo>
                  <a:pt x="586184" y="50144"/>
                  <a:pt x="585524" y="49212"/>
                  <a:pt x="584619" y="48591"/>
                </a:cubicBezTo>
                <a:cubicBezTo>
                  <a:pt x="583714" y="47969"/>
                  <a:pt x="582485" y="47657"/>
                  <a:pt x="580933" y="47657"/>
                </a:cubicBezTo>
                <a:cubicBezTo>
                  <a:pt x="579691" y="47657"/>
                  <a:pt x="578113" y="48020"/>
                  <a:pt x="576199" y="48744"/>
                </a:cubicBezTo>
                <a:lnTo>
                  <a:pt x="575267" y="46260"/>
                </a:lnTo>
                <a:moveTo>
                  <a:pt x="600101" y="58733"/>
                </a:moveTo>
                <a:lnTo>
                  <a:pt x="600101" y="85241"/>
                </a:lnTo>
                <a:cubicBezTo>
                  <a:pt x="600101" y="90977"/>
                  <a:pt x="600334" y="94749"/>
                  <a:pt x="600800" y="96556"/>
                </a:cubicBezTo>
                <a:cubicBezTo>
                  <a:pt x="601524" y="99554"/>
                  <a:pt x="603296" y="102189"/>
                  <a:pt x="606116" y="104463"/>
                </a:cubicBezTo>
                <a:cubicBezTo>
                  <a:pt x="608936" y="106736"/>
                  <a:pt x="612492" y="107872"/>
                  <a:pt x="616787" y="107872"/>
                </a:cubicBezTo>
                <a:cubicBezTo>
                  <a:pt x="621960" y="107872"/>
                  <a:pt x="626151" y="105857"/>
                  <a:pt x="629359" y="101826"/>
                </a:cubicBezTo>
                <a:cubicBezTo>
                  <a:pt x="633550" y="96557"/>
                  <a:pt x="635645" y="89143"/>
                  <a:pt x="635645" y="79583"/>
                </a:cubicBezTo>
                <a:cubicBezTo>
                  <a:pt x="635645" y="68732"/>
                  <a:pt x="633265" y="60388"/>
                  <a:pt x="628505" y="54550"/>
                </a:cubicBezTo>
                <a:cubicBezTo>
                  <a:pt x="625194" y="50519"/>
                  <a:pt x="621262" y="48504"/>
                  <a:pt x="616709" y="48504"/>
                </a:cubicBezTo>
                <a:cubicBezTo>
                  <a:pt x="614226" y="48504"/>
                  <a:pt x="611768" y="49124"/>
                  <a:pt x="609337" y="50364"/>
                </a:cubicBezTo>
                <a:cubicBezTo>
                  <a:pt x="607474" y="51294"/>
                  <a:pt x="604396" y="54083"/>
                  <a:pt x="600101" y="58733"/>
                </a:cubicBezTo>
                <a:close/>
                <a:moveTo>
                  <a:pt x="700136" y="100112"/>
                </a:moveTo>
                <a:cubicBezTo>
                  <a:pt x="692841" y="105751"/>
                  <a:pt x="688262" y="109011"/>
                  <a:pt x="686400" y="109890"/>
                </a:cubicBezTo>
                <a:cubicBezTo>
                  <a:pt x="683606" y="111235"/>
                  <a:pt x="680631" y="111908"/>
                  <a:pt x="677475" y="111908"/>
                </a:cubicBezTo>
                <a:cubicBezTo>
                  <a:pt x="672560" y="111908"/>
                  <a:pt x="668511" y="110226"/>
                  <a:pt x="665329" y="106864"/>
                </a:cubicBezTo>
                <a:cubicBezTo>
                  <a:pt x="662148" y="103501"/>
                  <a:pt x="660557" y="99077"/>
                  <a:pt x="660557" y="93593"/>
                </a:cubicBezTo>
                <a:cubicBezTo>
                  <a:pt x="660557" y="90126"/>
                  <a:pt x="661333" y="87126"/>
                  <a:pt x="662885" y="84591"/>
                </a:cubicBezTo>
                <a:cubicBezTo>
                  <a:pt x="665006" y="81072"/>
                  <a:pt x="668692" y="77761"/>
                  <a:pt x="673944" y="74657"/>
                </a:cubicBezTo>
                <a:cubicBezTo>
                  <a:pt x="679195" y="71553"/>
                  <a:pt x="687926" y="67776"/>
                  <a:pt x="700136" y="63327"/>
                </a:cubicBezTo>
                <a:lnTo>
                  <a:pt x="700136" y="60533"/>
                </a:lnTo>
                <a:cubicBezTo>
                  <a:pt x="700136" y="53445"/>
                  <a:pt x="699011" y="48581"/>
                  <a:pt x="696760" y="45943"/>
                </a:cubicBezTo>
                <a:cubicBezTo>
                  <a:pt x="694509" y="43304"/>
                  <a:pt x="691237" y="41985"/>
                  <a:pt x="686943" y="41985"/>
                </a:cubicBezTo>
                <a:cubicBezTo>
                  <a:pt x="683683" y="41985"/>
                  <a:pt x="681096" y="42861"/>
                  <a:pt x="679182" y="44614"/>
                </a:cubicBezTo>
                <a:cubicBezTo>
                  <a:pt x="677216" y="46366"/>
                  <a:pt x="676233" y="48377"/>
                  <a:pt x="676233" y="50645"/>
                </a:cubicBezTo>
                <a:lnTo>
                  <a:pt x="676388" y="55129"/>
                </a:lnTo>
                <a:cubicBezTo>
                  <a:pt x="676388" y="57500"/>
                  <a:pt x="675780" y="59329"/>
                  <a:pt x="674565" y="60618"/>
                </a:cubicBezTo>
                <a:cubicBezTo>
                  <a:pt x="673349" y="61906"/>
                  <a:pt x="671758" y="62550"/>
                  <a:pt x="669792" y="62550"/>
                </a:cubicBezTo>
                <a:cubicBezTo>
                  <a:pt x="667878" y="62550"/>
                  <a:pt x="666312" y="61880"/>
                  <a:pt x="665097" y="60540"/>
                </a:cubicBezTo>
                <a:cubicBezTo>
                  <a:pt x="663881" y="59198"/>
                  <a:pt x="663273" y="57366"/>
                  <a:pt x="663273" y="55045"/>
                </a:cubicBezTo>
                <a:cubicBezTo>
                  <a:pt x="663273" y="50610"/>
                  <a:pt x="665549" y="46535"/>
                  <a:pt x="670102" y="42822"/>
                </a:cubicBezTo>
                <a:cubicBezTo>
                  <a:pt x="674655" y="39108"/>
                  <a:pt x="681045" y="37251"/>
                  <a:pt x="689271" y="37251"/>
                </a:cubicBezTo>
                <a:cubicBezTo>
                  <a:pt x="695583" y="37251"/>
                  <a:pt x="700757" y="38310"/>
                  <a:pt x="704792" y="40428"/>
                </a:cubicBezTo>
                <a:cubicBezTo>
                  <a:pt x="707845" y="42030"/>
                  <a:pt x="710095" y="44537"/>
                  <a:pt x="711544" y="47948"/>
                </a:cubicBezTo>
                <a:cubicBezTo>
                  <a:pt x="712475" y="50170"/>
                  <a:pt x="712941" y="54717"/>
                  <a:pt x="712941" y="61590"/>
                </a:cubicBezTo>
                <a:lnTo>
                  <a:pt x="712941" y="85696"/>
                </a:lnTo>
                <a:cubicBezTo>
                  <a:pt x="712941" y="92466"/>
                  <a:pt x="713070" y="96613"/>
                  <a:pt x="713329" y="98138"/>
                </a:cubicBezTo>
                <a:cubicBezTo>
                  <a:pt x="713588" y="99662"/>
                  <a:pt x="714014" y="100683"/>
                  <a:pt x="714609" y="101201"/>
                </a:cubicBezTo>
                <a:cubicBezTo>
                  <a:pt x="715204" y="101716"/>
                  <a:pt x="715890" y="101974"/>
                  <a:pt x="716666" y="101974"/>
                </a:cubicBezTo>
                <a:cubicBezTo>
                  <a:pt x="717494" y="101974"/>
                  <a:pt x="718218" y="101793"/>
                  <a:pt x="718839" y="101431"/>
                </a:cubicBezTo>
                <a:cubicBezTo>
                  <a:pt x="719925" y="100758"/>
                  <a:pt x="722021" y="98870"/>
                  <a:pt x="725125" y="95766"/>
                </a:cubicBezTo>
                <a:lnTo>
                  <a:pt x="725125" y="100112"/>
                </a:lnTo>
                <a:cubicBezTo>
                  <a:pt x="719330" y="107872"/>
                  <a:pt x="713794" y="111753"/>
                  <a:pt x="708517" y="111753"/>
                </a:cubicBezTo>
                <a:cubicBezTo>
                  <a:pt x="705982" y="111753"/>
                  <a:pt x="703964" y="110873"/>
                  <a:pt x="702464" y="109114"/>
                </a:cubicBezTo>
                <a:cubicBezTo>
                  <a:pt x="700964" y="107355"/>
                  <a:pt x="700188" y="104354"/>
                  <a:pt x="700136" y="100112"/>
                </a:cubicBezTo>
                <a:moveTo>
                  <a:pt x="700136" y="95024"/>
                </a:moveTo>
                <a:lnTo>
                  <a:pt x="700136" y="68060"/>
                </a:lnTo>
                <a:cubicBezTo>
                  <a:pt x="692323" y="71150"/>
                  <a:pt x="687279" y="73339"/>
                  <a:pt x="685003" y="74628"/>
                </a:cubicBezTo>
                <a:cubicBezTo>
                  <a:pt x="680915" y="76895"/>
                  <a:pt x="677992" y="79264"/>
                  <a:pt x="676233" y="81736"/>
                </a:cubicBezTo>
                <a:cubicBezTo>
                  <a:pt x="674474" y="84208"/>
                  <a:pt x="673595" y="86912"/>
                  <a:pt x="673595" y="89848"/>
                </a:cubicBezTo>
                <a:cubicBezTo>
                  <a:pt x="673595" y="93557"/>
                  <a:pt x="674707" y="96635"/>
                  <a:pt x="676932" y="99081"/>
                </a:cubicBezTo>
                <a:cubicBezTo>
                  <a:pt x="679156" y="101527"/>
                  <a:pt x="681717" y="102750"/>
                  <a:pt x="684615" y="102750"/>
                </a:cubicBezTo>
                <a:cubicBezTo>
                  <a:pt x="688547" y="102750"/>
                  <a:pt x="693720" y="100175"/>
                  <a:pt x="700136" y="95024"/>
                </a:cubicBezTo>
                <a:close/>
                <a:moveTo>
                  <a:pt x="790803" y="83349"/>
                </a:moveTo>
                <a:cubicBezTo>
                  <a:pt x="788889" y="92713"/>
                  <a:pt x="785138" y="99918"/>
                  <a:pt x="779550" y="104962"/>
                </a:cubicBezTo>
                <a:cubicBezTo>
                  <a:pt x="773963" y="110007"/>
                  <a:pt x="767780" y="112529"/>
                  <a:pt x="761002" y="112529"/>
                </a:cubicBezTo>
                <a:cubicBezTo>
                  <a:pt x="752931" y="112529"/>
                  <a:pt x="745895" y="109144"/>
                  <a:pt x="739894" y="102374"/>
                </a:cubicBezTo>
                <a:cubicBezTo>
                  <a:pt x="733892" y="95603"/>
                  <a:pt x="730891" y="86455"/>
                  <a:pt x="730891" y="74929"/>
                </a:cubicBezTo>
                <a:cubicBezTo>
                  <a:pt x="730891" y="63765"/>
                  <a:pt x="734215" y="54694"/>
                  <a:pt x="740864" y="47718"/>
                </a:cubicBezTo>
                <a:cubicBezTo>
                  <a:pt x="747512" y="40740"/>
                  <a:pt x="755492" y="37251"/>
                  <a:pt x="764805" y="37251"/>
                </a:cubicBezTo>
                <a:cubicBezTo>
                  <a:pt x="771790" y="37251"/>
                  <a:pt x="777533" y="39095"/>
                  <a:pt x="782034" y="42783"/>
                </a:cubicBezTo>
                <a:cubicBezTo>
                  <a:pt x="786535" y="46469"/>
                  <a:pt x="788785" y="50298"/>
                  <a:pt x="788785" y="54268"/>
                </a:cubicBezTo>
                <a:cubicBezTo>
                  <a:pt x="788785" y="56228"/>
                  <a:pt x="788152" y="57814"/>
                  <a:pt x="786884" y="59027"/>
                </a:cubicBezTo>
                <a:cubicBezTo>
                  <a:pt x="785616" y="60238"/>
                  <a:pt x="783844" y="60843"/>
                  <a:pt x="781568" y="60843"/>
                </a:cubicBezTo>
                <a:cubicBezTo>
                  <a:pt x="778516" y="60843"/>
                  <a:pt x="776213" y="59860"/>
                  <a:pt x="774661" y="57894"/>
                </a:cubicBezTo>
                <a:cubicBezTo>
                  <a:pt x="773782" y="56808"/>
                  <a:pt x="773200" y="54738"/>
                  <a:pt x="772915" y="51686"/>
                </a:cubicBezTo>
                <a:cubicBezTo>
                  <a:pt x="772630" y="48633"/>
                  <a:pt x="771583" y="46305"/>
                  <a:pt x="769772" y="44701"/>
                </a:cubicBezTo>
                <a:cubicBezTo>
                  <a:pt x="767961" y="43149"/>
                  <a:pt x="765452" y="42373"/>
                  <a:pt x="762244" y="42373"/>
                </a:cubicBezTo>
                <a:cubicBezTo>
                  <a:pt x="757070" y="42373"/>
                  <a:pt x="752906" y="44287"/>
                  <a:pt x="749750" y="48116"/>
                </a:cubicBezTo>
                <a:cubicBezTo>
                  <a:pt x="745559" y="53186"/>
                  <a:pt x="743463" y="59886"/>
                  <a:pt x="743463" y="68216"/>
                </a:cubicBezTo>
                <a:cubicBezTo>
                  <a:pt x="743463" y="76701"/>
                  <a:pt x="745546" y="84190"/>
                  <a:pt x="749711" y="90683"/>
                </a:cubicBezTo>
                <a:cubicBezTo>
                  <a:pt x="753876" y="97176"/>
                  <a:pt x="759502" y="100422"/>
                  <a:pt x="766590" y="100422"/>
                </a:cubicBezTo>
                <a:cubicBezTo>
                  <a:pt x="771660" y="100422"/>
                  <a:pt x="776213" y="98689"/>
                  <a:pt x="780249" y="95223"/>
                </a:cubicBezTo>
                <a:cubicBezTo>
                  <a:pt x="783094" y="92843"/>
                  <a:pt x="785862" y="88523"/>
                  <a:pt x="788553" y="82262"/>
                </a:cubicBezTo>
                <a:lnTo>
                  <a:pt x="790803" y="83349"/>
                </a:lnTo>
                <a:close/>
                <a:moveTo>
                  <a:pt x="821636" y="15832"/>
                </a:moveTo>
                <a:lnTo>
                  <a:pt x="821636" y="39269"/>
                </a:lnTo>
                <a:lnTo>
                  <a:pt x="838244" y="39269"/>
                </a:lnTo>
                <a:lnTo>
                  <a:pt x="838244" y="44701"/>
                </a:lnTo>
                <a:lnTo>
                  <a:pt x="821636" y="44701"/>
                </a:lnTo>
                <a:lnTo>
                  <a:pt x="821636" y="90736"/>
                </a:lnTo>
                <a:cubicBezTo>
                  <a:pt x="821636" y="95336"/>
                  <a:pt x="822296" y="98437"/>
                  <a:pt x="823615" y="100039"/>
                </a:cubicBezTo>
                <a:cubicBezTo>
                  <a:pt x="824934" y="101640"/>
                  <a:pt x="826629" y="102440"/>
                  <a:pt x="828698" y="102440"/>
                </a:cubicBezTo>
                <a:cubicBezTo>
                  <a:pt x="830405" y="102440"/>
                  <a:pt x="832061" y="101910"/>
                  <a:pt x="833665" y="100849"/>
                </a:cubicBezTo>
                <a:cubicBezTo>
                  <a:pt x="835269" y="99788"/>
                  <a:pt x="836510" y="98223"/>
                  <a:pt x="837390" y="96154"/>
                </a:cubicBezTo>
                <a:lnTo>
                  <a:pt x="840417" y="96154"/>
                </a:lnTo>
                <a:cubicBezTo>
                  <a:pt x="838606" y="101239"/>
                  <a:pt x="836045" y="105084"/>
                  <a:pt x="832734" y="107690"/>
                </a:cubicBezTo>
                <a:cubicBezTo>
                  <a:pt x="829422" y="110295"/>
                  <a:pt x="826008" y="111597"/>
                  <a:pt x="822490" y="111597"/>
                </a:cubicBezTo>
                <a:cubicBezTo>
                  <a:pt x="820110" y="111597"/>
                  <a:pt x="817782" y="110937"/>
                  <a:pt x="815505" y="109616"/>
                </a:cubicBezTo>
                <a:cubicBezTo>
                  <a:pt x="813229" y="108295"/>
                  <a:pt x="811547" y="106405"/>
                  <a:pt x="810461" y="103946"/>
                </a:cubicBezTo>
                <a:cubicBezTo>
                  <a:pt x="809374" y="101485"/>
                  <a:pt x="808831" y="97691"/>
                  <a:pt x="808831" y="92562"/>
                </a:cubicBezTo>
                <a:lnTo>
                  <a:pt x="808831" y="44701"/>
                </a:lnTo>
                <a:lnTo>
                  <a:pt x="797578" y="44701"/>
                </a:lnTo>
                <a:lnTo>
                  <a:pt x="797578" y="42140"/>
                </a:lnTo>
                <a:cubicBezTo>
                  <a:pt x="800424" y="40999"/>
                  <a:pt x="803334" y="39066"/>
                  <a:pt x="806309" y="36341"/>
                </a:cubicBezTo>
                <a:cubicBezTo>
                  <a:pt x="809284" y="33617"/>
                  <a:pt x="811935" y="30387"/>
                  <a:pt x="814263" y="26650"/>
                </a:cubicBezTo>
                <a:cubicBezTo>
                  <a:pt x="815453" y="24680"/>
                  <a:pt x="817109" y="21073"/>
                  <a:pt x="819230" y="15832"/>
                </a:cubicBezTo>
                <a:lnTo>
                  <a:pt x="821636" y="15832"/>
                </a:lnTo>
                <a:close/>
                <a:moveTo>
                  <a:pt x="919680" y="37251"/>
                </a:moveTo>
                <a:cubicBezTo>
                  <a:pt x="930441" y="37251"/>
                  <a:pt x="939081" y="41334"/>
                  <a:pt x="945600" y="49501"/>
                </a:cubicBezTo>
                <a:cubicBezTo>
                  <a:pt x="951136" y="56477"/>
                  <a:pt x="953904" y="64488"/>
                  <a:pt x="953904" y="73534"/>
                </a:cubicBezTo>
                <a:cubicBezTo>
                  <a:pt x="953904" y="79891"/>
                  <a:pt x="952378" y="86326"/>
                  <a:pt x="949325" y="92839"/>
                </a:cubicBezTo>
                <a:cubicBezTo>
                  <a:pt x="946273" y="99349"/>
                  <a:pt x="942069" y="104259"/>
                  <a:pt x="936714" y="107567"/>
                </a:cubicBezTo>
                <a:cubicBezTo>
                  <a:pt x="931359" y="110875"/>
                  <a:pt x="925397" y="112529"/>
                  <a:pt x="918826" y="112529"/>
                </a:cubicBezTo>
                <a:cubicBezTo>
                  <a:pt x="908116" y="112529"/>
                  <a:pt x="899606" y="108264"/>
                  <a:pt x="893294" y="99736"/>
                </a:cubicBezTo>
                <a:cubicBezTo>
                  <a:pt x="887965" y="92552"/>
                  <a:pt x="885300" y="84490"/>
                  <a:pt x="885300" y="75549"/>
                </a:cubicBezTo>
                <a:cubicBezTo>
                  <a:pt x="885300" y="69037"/>
                  <a:pt x="886917" y="62563"/>
                  <a:pt x="890151" y="56129"/>
                </a:cubicBezTo>
                <a:cubicBezTo>
                  <a:pt x="893384" y="49694"/>
                  <a:pt x="897639" y="44939"/>
                  <a:pt x="902917" y="41864"/>
                </a:cubicBezTo>
                <a:cubicBezTo>
                  <a:pt x="908194" y="38788"/>
                  <a:pt x="913782" y="37251"/>
                  <a:pt x="919680" y="37251"/>
                </a:cubicBezTo>
                <a:moveTo>
                  <a:pt x="917274" y="42373"/>
                </a:moveTo>
                <a:cubicBezTo>
                  <a:pt x="914532" y="42373"/>
                  <a:pt x="911777" y="43187"/>
                  <a:pt x="909009" y="44815"/>
                </a:cubicBezTo>
                <a:cubicBezTo>
                  <a:pt x="906241" y="46443"/>
                  <a:pt x="904003" y="49298"/>
                  <a:pt x="902296" y="53381"/>
                </a:cubicBezTo>
                <a:cubicBezTo>
                  <a:pt x="900589" y="57463"/>
                  <a:pt x="899735" y="62708"/>
                  <a:pt x="899735" y="69115"/>
                </a:cubicBezTo>
                <a:cubicBezTo>
                  <a:pt x="899735" y="79450"/>
                  <a:pt x="901791" y="88364"/>
                  <a:pt x="905905" y="95858"/>
                </a:cubicBezTo>
                <a:cubicBezTo>
                  <a:pt x="910018" y="103350"/>
                  <a:pt x="915437" y="107096"/>
                  <a:pt x="922163" y="107096"/>
                </a:cubicBezTo>
                <a:cubicBezTo>
                  <a:pt x="927182" y="107096"/>
                  <a:pt x="931321" y="105029"/>
                  <a:pt x="934580" y="100895"/>
                </a:cubicBezTo>
                <a:cubicBezTo>
                  <a:pt x="937839" y="96761"/>
                  <a:pt x="939469" y="89656"/>
                  <a:pt x="939469" y="79580"/>
                </a:cubicBezTo>
                <a:cubicBezTo>
                  <a:pt x="939469" y="66971"/>
                  <a:pt x="936753" y="57049"/>
                  <a:pt x="931321" y="49813"/>
                </a:cubicBezTo>
                <a:cubicBezTo>
                  <a:pt x="927647" y="44853"/>
                  <a:pt x="922965" y="42373"/>
                  <a:pt x="917274" y="42373"/>
                </a:cubicBezTo>
                <a:close/>
                <a:moveTo>
                  <a:pt x="992163" y="44701"/>
                </a:moveTo>
                <a:lnTo>
                  <a:pt x="992163" y="91478"/>
                </a:lnTo>
                <a:cubicBezTo>
                  <a:pt x="992163" y="98109"/>
                  <a:pt x="992887" y="102304"/>
                  <a:pt x="994336" y="104065"/>
                </a:cubicBezTo>
                <a:cubicBezTo>
                  <a:pt x="996250" y="106345"/>
                  <a:pt x="998811" y="107484"/>
                  <a:pt x="1002019" y="107484"/>
                </a:cubicBezTo>
                <a:lnTo>
                  <a:pt x="1008460" y="107484"/>
                </a:lnTo>
                <a:lnTo>
                  <a:pt x="1008460" y="110356"/>
                </a:lnTo>
                <a:lnTo>
                  <a:pt x="966010" y="110356"/>
                </a:lnTo>
                <a:lnTo>
                  <a:pt x="966010" y="107484"/>
                </a:lnTo>
                <a:lnTo>
                  <a:pt x="969192" y="107484"/>
                </a:lnTo>
                <a:cubicBezTo>
                  <a:pt x="971261" y="107484"/>
                  <a:pt x="973150" y="106966"/>
                  <a:pt x="974857" y="105930"/>
                </a:cubicBezTo>
                <a:cubicBezTo>
                  <a:pt x="976564" y="104893"/>
                  <a:pt x="977741" y="103495"/>
                  <a:pt x="978388" y="101734"/>
                </a:cubicBezTo>
                <a:cubicBezTo>
                  <a:pt x="979035" y="99974"/>
                  <a:pt x="979358" y="96555"/>
                  <a:pt x="979358" y="91478"/>
                </a:cubicBezTo>
                <a:lnTo>
                  <a:pt x="979358" y="44701"/>
                </a:lnTo>
                <a:lnTo>
                  <a:pt x="965544" y="44701"/>
                </a:lnTo>
                <a:lnTo>
                  <a:pt x="965544" y="39269"/>
                </a:lnTo>
                <a:lnTo>
                  <a:pt x="979358" y="39269"/>
                </a:lnTo>
                <a:lnTo>
                  <a:pt x="979358" y="34593"/>
                </a:lnTo>
                <a:cubicBezTo>
                  <a:pt x="979358" y="27477"/>
                  <a:pt x="980496" y="21452"/>
                  <a:pt x="982773" y="16518"/>
                </a:cubicBezTo>
                <a:cubicBezTo>
                  <a:pt x="985049" y="11584"/>
                  <a:pt x="988528" y="7597"/>
                  <a:pt x="993211" y="4559"/>
                </a:cubicBezTo>
                <a:cubicBezTo>
                  <a:pt x="997893" y="1520"/>
                  <a:pt x="1003157" y="0"/>
                  <a:pt x="1009004" y="0"/>
                </a:cubicBezTo>
                <a:cubicBezTo>
                  <a:pt x="1014436" y="0"/>
                  <a:pt x="1019429" y="1759"/>
                  <a:pt x="1023981" y="5277"/>
                </a:cubicBezTo>
                <a:cubicBezTo>
                  <a:pt x="1026982" y="7605"/>
                  <a:pt x="1028483" y="10218"/>
                  <a:pt x="1028483" y="13115"/>
                </a:cubicBezTo>
                <a:cubicBezTo>
                  <a:pt x="1028483" y="14668"/>
                  <a:pt x="1027810" y="16129"/>
                  <a:pt x="1026465" y="17500"/>
                </a:cubicBezTo>
                <a:cubicBezTo>
                  <a:pt x="1025120" y="18871"/>
                  <a:pt x="1023671" y="19557"/>
                  <a:pt x="1022119" y="19557"/>
                </a:cubicBezTo>
                <a:cubicBezTo>
                  <a:pt x="1020929" y="19557"/>
                  <a:pt x="1019674" y="19125"/>
                  <a:pt x="1018355" y="18262"/>
                </a:cubicBezTo>
                <a:cubicBezTo>
                  <a:pt x="1017036" y="17398"/>
                  <a:pt x="1015419" y="15541"/>
                  <a:pt x="1013505" y="12691"/>
                </a:cubicBezTo>
                <a:cubicBezTo>
                  <a:pt x="1011590" y="9841"/>
                  <a:pt x="1009831" y="7918"/>
                  <a:pt x="1008227" y="6924"/>
                </a:cubicBezTo>
                <a:cubicBezTo>
                  <a:pt x="1006624" y="5930"/>
                  <a:pt x="1004839" y="5432"/>
                  <a:pt x="1002873" y="5432"/>
                </a:cubicBezTo>
                <a:cubicBezTo>
                  <a:pt x="1000493" y="5432"/>
                  <a:pt x="998475" y="6073"/>
                  <a:pt x="996819" y="7353"/>
                </a:cubicBezTo>
                <a:cubicBezTo>
                  <a:pt x="995164" y="8632"/>
                  <a:pt x="993974" y="10616"/>
                  <a:pt x="993249" y="13305"/>
                </a:cubicBezTo>
                <a:cubicBezTo>
                  <a:pt x="992525" y="15993"/>
                  <a:pt x="992163" y="22925"/>
                  <a:pt x="992163" y="34098"/>
                </a:cubicBezTo>
                <a:lnTo>
                  <a:pt x="992163" y="39269"/>
                </a:lnTo>
                <a:lnTo>
                  <a:pt x="1010478" y="39269"/>
                </a:lnTo>
                <a:lnTo>
                  <a:pt x="1010478" y="44701"/>
                </a:lnTo>
                <a:lnTo>
                  <a:pt x="992163" y="44701"/>
                </a:lnTo>
                <a:close/>
                <a:moveTo>
                  <a:pt x="1141041" y="5122"/>
                </a:moveTo>
                <a:lnTo>
                  <a:pt x="1142205" y="29801"/>
                </a:lnTo>
                <a:lnTo>
                  <a:pt x="1139256" y="29801"/>
                </a:lnTo>
                <a:cubicBezTo>
                  <a:pt x="1138687" y="25455"/>
                  <a:pt x="1137911" y="22351"/>
                  <a:pt x="1136928" y="20488"/>
                </a:cubicBezTo>
                <a:cubicBezTo>
                  <a:pt x="1135324" y="17487"/>
                  <a:pt x="1133190" y="15275"/>
                  <a:pt x="1130525" y="13853"/>
                </a:cubicBezTo>
                <a:cubicBezTo>
                  <a:pt x="1127861" y="12430"/>
                  <a:pt x="1124356" y="11719"/>
                  <a:pt x="1120010" y="11719"/>
                </a:cubicBezTo>
                <a:lnTo>
                  <a:pt x="1105187" y="11719"/>
                </a:lnTo>
                <a:lnTo>
                  <a:pt x="1105187" y="92118"/>
                </a:lnTo>
                <a:cubicBezTo>
                  <a:pt x="1105187" y="98586"/>
                  <a:pt x="1105886" y="102621"/>
                  <a:pt x="1107282" y="104225"/>
                </a:cubicBezTo>
                <a:cubicBezTo>
                  <a:pt x="1109248" y="106398"/>
                  <a:pt x="1112275" y="107484"/>
                  <a:pt x="1116362" y="107484"/>
                </a:cubicBezTo>
                <a:lnTo>
                  <a:pt x="1120010" y="107484"/>
                </a:lnTo>
                <a:lnTo>
                  <a:pt x="1120010" y="110356"/>
                </a:lnTo>
                <a:lnTo>
                  <a:pt x="1075386" y="110356"/>
                </a:lnTo>
                <a:lnTo>
                  <a:pt x="1075386" y="107484"/>
                </a:lnTo>
                <a:lnTo>
                  <a:pt x="1079111" y="107484"/>
                </a:lnTo>
                <a:cubicBezTo>
                  <a:pt x="1083561" y="107484"/>
                  <a:pt x="1086717" y="106139"/>
                  <a:pt x="1088579" y="103449"/>
                </a:cubicBezTo>
                <a:cubicBezTo>
                  <a:pt x="1089718" y="101793"/>
                  <a:pt x="1090287" y="98016"/>
                  <a:pt x="1090287" y="92118"/>
                </a:cubicBezTo>
                <a:lnTo>
                  <a:pt x="1090287" y="11719"/>
                </a:lnTo>
                <a:lnTo>
                  <a:pt x="1077637" y="11719"/>
                </a:lnTo>
                <a:cubicBezTo>
                  <a:pt x="1072722" y="11719"/>
                  <a:pt x="1069230" y="12081"/>
                  <a:pt x="1067160" y="12805"/>
                </a:cubicBezTo>
                <a:cubicBezTo>
                  <a:pt x="1064470" y="13788"/>
                  <a:pt x="1062167" y="15676"/>
                  <a:pt x="1060253" y="18470"/>
                </a:cubicBezTo>
                <a:cubicBezTo>
                  <a:pt x="1058339" y="21264"/>
                  <a:pt x="1057201" y="25041"/>
                  <a:pt x="1056838" y="29801"/>
                </a:cubicBezTo>
                <a:lnTo>
                  <a:pt x="1053889" y="29801"/>
                </a:lnTo>
                <a:lnTo>
                  <a:pt x="1055131" y="5122"/>
                </a:lnTo>
                <a:lnTo>
                  <a:pt x="1141041" y="5122"/>
                </a:lnTo>
                <a:close/>
                <a:moveTo>
                  <a:pt x="1178783" y="60998"/>
                </a:moveTo>
                <a:lnTo>
                  <a:pt x="1178783" y="91704"/>
                </a:lnTo>
                <a:cubicBezTo>
                  <a:pt x="1178783" y="98337"/>
                  <a:pt x="1179507" y="102458"/>
                  <a:pt x="1180956" y="104065"/>
                </a:cubicBezTo>
                <a:cubicBezTo>
                  <a:pt x="1182922" y="106345"/>
                  <a:pt x="1185897" y="107484"/>
                  <a:pt x="1189881" y="107484"/>
                </a:cubicBezTo>
                <a:lnTo>
                  <a:pt x="1193916" y="107484"/>
                </a:lnTo>
                <a:lnTo>
                  <a:pt x="1193916" y="110356"/>
                </a:lnTo>
                <a:lnTo>
                  <a:pt x="1148827" y="110356"/>
                </a:lnTo>
                <a:lnTo>
                  <a:pt x="1148827" y="107484"/>
                </a:lnTo>
                <a:lnTo>
                  <a:pt x="1152785" y="107484"/>
                </a:lnTo>
                <a:cubicBezTo>
                  <a:pt x="1157234" y="107484"/>
                  <a:pt x="1160416" y="106036"/>
                  <a:pt x="1162330" y="103138"/>
                </a:cubicBezTo>
                <a:cubicBezTo>
                  <a:pt x="1163365" y="101535"/>
                  <a:pt x="1163882" y="97732"/>
                  <a:pt x="1163882" y="91730"/>
                </a:cubicBezTo>
                <a:lnTo>
                  <a:pt x="1163882" y="23747"/>
                </a:lnTo>
                <a:cubicBezTo>
                  <a:pt x="1163882" y="17125"/>
                  <a:pt x="1163184" y="13012"/>
                  <a:pt x="1161787" y="11408"/>
                </a:cubicBezTo>
                <a:cubicBezTo>
                  <a:pt x="1159769" y="9132"/>
                  <a:pt x="1156769" y="7993"/>
                  <a:pt x="1152785" y="7993"/>
                </a:cubicBezTo>
                <a:lnTo>
                  <a:pt x="1148827" y="7993"/>
                </a:lnTo>
                <a:lnTo>
                  <a:pt x="1148827" y="5122"/>
                </a:lnTo>
                <a:lnTo>
                  <a:pt x="1187397" y="5122"/>
                </a:lnTo>
                <a:cubicBezTo>
                  <a:pt x="1196813" y="5122"/>
                  <a:pt x="1204238" y="6091"/>
                  <a:pt x="1209670" y="8030"/>
                </a:cubicBezTo>
                <a:cubicBezTo>
                  <a:pt x="1215102" y="9967"/>
                  <a:pt x="1219681" y="13234"/>
                  <a:pt x="1223406" y="17832"/>
                </a:cubicBezTo>
                <a:cubicBezTo>
                  <a:pt x="1227131" y="22431"/>
                  <a:pt x="1228994" y="27882"/>
                  <a:pt x="1228994" y="34185"/>
                </a:cubicBezTo>
                <a:cubicBezTo>
                  <a:pt x="1228994" y="42763"/>
                  <a:pt x="1226161" y="49738"/>
                  <a:pt x="1220496" y="55112"/>
                </a:cubicBezTo>
                <a:cubicBezTo>
                  <a:pt x="1214831" y="60485"/>
                  <a:pt x="1206824" y="63171"/>
                  <a:pt x="1196477" y="63171"/>
                </a:cubicBezTo>
                <a:cubicBezTo>
                  <a:pt x="1193942" y="63171"/>
                  <a:pt x="1191200" y="62990"/>
                  <a:pt x="1188251" y="62628"/>
                </a:cubicBezTo>
                <a:cubicBezTo>
                  <a:pt x="1185302" y="62266"/>
                  <a:pt x="1182146" y="61723"/>
                  <a:pt x="1178783" y="60998"/>
                </a:cubicBezTo>
                <a:moveTo>
                  <a:pt x="1178783" y="56497"/>
                </a:moveTo>
                <a:cubicBezTo>
                  <a:pt x="1181525" y="57015"/>
                  <a:pt x="1183957" y="57403"/>
                  <a:pt x="1186078" y="57661"/>
                </a:cubicBezTo>
                <a:cubicBezTo>
                  <a:pt x="1188199" y="57920"/>
                  <a:pt x="1190010" y="58049"/>
                  <a:pt x="1191510" y="58049"/>
                </a:cubicBezTo>
                <a:cubicBezTo>
                  <a:pt x="1196891" y="58049"/>
                  <a:pt x="1201534" y="55967"/>
                  <a:pt x="1205441" y="51802"/>
                </a:cubicBezTo>
                <a:cubicBezTo>
                  <a:pt x="1209347" y="47637"/>
                  <a:pt x="1211300" y="42244"/>
                  <a:pt x="1211300" y="35621"/>
                </a:cubicBezTo>
                <a:cubicBezTo>
                  <a:pt x="1211300" y="31068"/>
                  <a:pt x="1210368" y="26839"/>
                  <a:pt x="1208506" y="22933"/>
                </a:cubicBezTo>
                <a:cubicBezTo>
                  <a:pt x="1206643" y="19026"/>
                  <a:pt x="1204005" y="16103"/>
                  <a:pt x="1200590" y="14163"/>
                </a:cubicBezTo>
                <a:cubicBezTo>
                  <a:pt x="1197175" y="12223"/>
                  <a:pt x="1193295" y="11253"/>
                  <a:pt x="1188949" y="11253"/>
                </a:cubicBezTo>
                <a:cubicBezTo>
                  <a:pt x="1186311" y="11253"/>
                  <a:pt x="1182922" y="11744"/>
                  <a:pt x="1178783" y="12727"/>
                </a:cubicBezTo>
                <a:lnTo>
                  <a:pt x="1178783" y="56497"/>
                </a:lnTo>
                <a:close/>
                <a:moveTo>
                  <a:pt x="1325667" y="81176"/>
                </a:moveTo>
                <a:lnTo>
                  <a:pt x="1328228" y="81722"/>
                </a:lnTo>
                <a:lnTo>
                  <a:pt x="1319226" y="110356"/>
                </a:lnTo>
                <a:lnTo>
                  <a:pt x="1237739" y="110356"/>
                </a:lnTo>
                <a:lnTo>
                  <a:pt x="1237739" y="107484"/>
                </a:lnTo>
                <a:lnTo>
                  <a:pt x="1241697" y="107484"/>
                </a:lnTo>
                <a:cubicBezTo>
                  <a:pt x="1246147" y="107484"/>
                  <a:pt x="1249328" y="106036"/>
                  <a:pt x="1251243" y="103138"/>
                </a:cubicBezTo>
                <a:cubicBezTo>
                  <a:pt x="1252329" y="101483"/>
                  <a:pt x="1252872" y="97654"/>
                  <a:pt x="1252872" y="91653"/>
                </a:cubicBezTo>
                <a:lnTo>
                  <a:pt x="1252872" y="23747"/>
                </a:lnTo>
                <a:cubicBezTo>
                  <a:pt x="1252872" y="17177"/>
                  <a:pt x="1252148" y="13064"/>
                  <a:pt x="1250699" y="11408"/>
                </a:cubicBezTo>
                <a:cubicBezTo>
                  <a:pt x="1248682" y="9132"/>
                  <a:pt x="1245681" y="7993"/>
                  <a:pt x="1241697" y="7993"/>
                </a:cubicBezTo>
                <a:lnTo>
                  <a:pt x="1237739" y="7993"/>
                </a:lnTo>
                <a:lnTo>
                  <a:pt x="1237739" y="5122"/>
                </a:lnTo>
                <a:lnTo>
                  <a:pt x="1285389" y="5122"/>
                </a:lnTo>
                <a:lnTo>
                  <a:pt x="1285389" y="7993"/>
                </a:lnTo>
                <a:cubicBezTo>
                  <a:pt x="1279802" y="7942"/>
                  <a:pt x="1275883" y="8460"/>
                  <a:pt x="1273632" y="9548"/>
                </a:cubicBezTo>
                <a:cubicBezTo>
                  <a:pt x="1271381" y="10634"/>
                  <a:pt x="1269842" y="12006"/>
                  <a:pt x="1269014" y="13664"/>
                </a:cubicBezTo>
                <a:cubicBezTo>
                  <a:pt x="1268187" y="15321"/>
                  <a:pt x="1267773" y="19282"/>
                  <a:pt x="1267773" y="25547"/>
                </a:cubicBezTo>
                <a:lnTo>
                  <a:pt x="1267773" y="91721"/>
                </a:lnTo>
                <a:cubicBezTo>
                  <a:pt x="1267773" y="96018"/>
                  <a:pt x="1268187" y="98970"/>
                  <a:pt x="1269014" y="100575"/>
                </a:cubicBezTo>
                <a:cubicBezTo>
                  <a:pt x="1269635" y="101661"/>
                  <a:pt x="1270592" y="102464"/>
                  <a:pt x="1271886" y="102983"/>
                </a:cubicBezTo>
                <a:cubicBezTo>
                  <a:pt x="1273179" y="103501"/>
                  <a:pt x="1277215" y="103759"/>
                  <a:pt x="1283992" y="103759"/>
                </a:cubicBezTo>
                <a:lnTo>
                  <a:pt x="1291675" y="103759"/>
                </a:lnTo>
                <a:cubicBezTo>
                  <a:pt x="1299746" y="103759"/>
                  <a:pt x="1305412" y="103160"/>
                  <a:pt x="1308671" y="101962"/>
                </a:cubicBezTo>
                <a:cubicBezTo>
                  <a:pt x="1311931" y="100764"/>
                  <a:pt x="1314905" y="98641"/>
                  <a:pt x="1317596" y="95594"/>
                </a:cubicBezTo>
                <a:cubicBezTo>
                  <a:pt x="1320286" y="92546"/>
                  <a:pt x="1322976" y="87740"/>
                  <a:pt x="1325667" y="81176"/>
                </a:cubicBezTo>
                <a:close/>
                <a:moveTo>
                  <a:pt x="1391166" y="52306"/>
                </a:moveTo>
                <a:cubicBezTo>
                  <a:pt x="1399496" y="42269"/>
                  <a:pt x="1407438" y="37251"/>
                  <a:pt x="1414991" y="37251"/>
                </a:cubicBezTo>
                <a:cubicBezTo>
                  <a:pt x="1418872" y="37251"/>
                  <a:pt x="1422209" y="38219"/>
                  <a:pt x="1425002" y="40156"/>
                </a:cubicBezTo>
                <a:cubicBezTo>
                  <a:pt x="1427796" y="42092"/>
                  <a:pt x="1430021" y="45279"/>
                  <a:pt x="1431677" y="49719"/>
                </a:cubicBezTo>
                <a:cubicBezTo>
                  <a:pt x="1432815" y="52815"/>
                  <a:pt x="1433384" y="57564"/>
                  <a:pt x="1433384" y="63967"/>
                </a:cubicBezTo>
                <a:lnTo>
                  <a:pt x="1433384" y="94243"/>
                </a:lnTo>
                <a:cubicBezTo>
                  <a:pt x="1433384" y="98734"/>
                  <a:pt x="1433746" y="101780"/>
                  <a:pt x="1434470" y="103381"/>
                </a:cubicBezTo>
                <a:cubicBezTo>
                  <a:pt x="1435039" y="104671"/>
                  <a:pt x="1435958" y="105678"/>
                  <a:pt x="1437225" y="106400"/>
                </a:cubicBezTo>
                <a:cubicBezTo>
                  <a:pt x="1438493" y="107123"/>
                  <a:pt x="1440834" y="107484"/>
                  <a:pt x="1444249" y="107484"/>
                </a:cubicBezTo>
                <a:lnTo>
                  <a:pt x="1444249" y="110356"/>
                </a:lnTo>
                <a:lnTo>
                  <a:pt x="1409093" y="110356"/>
                </a:lnTo>
                <a:lnTo>
                  <a:pt x="1409093" y="107484"/>
                </a:lnTo>
                <a:lnTo>
                  <a:pt x="1410568" y="107484"/>
                </a:lnTo>
                <a:cubicBezTo>
                  <a:pt x="1413879" y="107484"/>
                  <a:pt x="1416194" y="106982"/>
                  <a:pt x="1417513" y="105978"/>
                </a:cubicBezTo>
                <a:cubicBezTo>
                  <a:pt x="1418833" y="104974"/>
                  <a:pt x="1419751" y="103495"/>
                  <a:pt x="1420268" y="101540"/>
                </a:cubicBezTo>
                <a:cubicBezTo>
                  <a:pt x="1420475" y="100767"/>
                  <a:pt x="1420579" y="98348"/>
                  <a:pt x="1420579" y="94282"/>
                </a:cubicBezTo>
                <a:lnTo>
                  <a:pt x="1420579" y="65327"/>
                </a:lnTo>
                <a:cubicBezTo>
                  <a:pt x="1420579" y="58894"/>
                  <a:pt x="1419738" y="54223"/>
                  <a:pt x="1418057" y="51315"/>
                </a:cubicBezTo>
                <a:cubicBezTo>
                  <a:pt x="1416375" y="48406"/>
                  <a:pt x="1413543" y="46952"/>
                  <a:pt x="1409559" y="46952"/>
                </a:cubicBezTo>
                <a:cubicBezTo>
                  <a:pt x="1403402" y="46952"/>
                  <a:pt x="1397271" y="50298"/>
                  <a:pt x="1391166" y="56990"/>
                </a:cubicBezTo>
                <a:lnTo>
                  <a:pt x="1391166" y="94282"/>
                </a:lnTo>
                <a:cubicBezTo>
                  <a:pt x="1391166" y="99069"/>
                  <a:pt x="1391451" y="102028"/>
                  <a:pt x="1392020" y="103160"/>
                </a:cubicBezTo>
                <a:cubicBezTo>
                  <a:pt x="1392744" y="104653"/>
                  <a:pt x="1393740" y="105746"/>
                  <a:pt x="1395008" y="106442"/>
                </a:cubicBezTo>
                <a:cubicBezTo>
                  <a:pt x="1396275" y="107137"/>
                  <a:pt x="1398849" y="107484"/>
                  <a:pt x="1402729" y="107484"/>
                </a:cubicBezTo>
                <a:lnTo>
                  <a:pt x="1402729" y="110356"/>
                </a:lnTo>
                <a:lnTo>
                  <a:pt x="1367574" y="110356"/>
                </a:lnTo>
                <a:lnTo>
                  <a:pt x="1367574" y="107484"/>
                </a:lnTo>
                <a:lnTo>
                  <a:pt x="1369126" y="107484"/>
                </a:lnTo>
                <a:cubicBezTo>
                  <a:pt x="1372748" y="107484"/>
                  <a:pt x="1375192" y="106568"/>
                  <a:pt x="1376460" y="104737"/>
                </a:cubicBezTo>
                <a:cubicBezTo>
                  <a:pt x="1377727" y="102903"/>
                  <a:pt x="1378361" y="99405"/>
                  <a:pt x="1378361" y="94243"/>
                </a:cubicBezTo>
                <a:lnTo>
                  <a:pt x="1378361" y="67915"/>
                </a:lnTo>
                <a:cubicBezTo>
                  <a:pt x="1378361" y="59398"/>
                  <a:pt x="1378167" y="54210"/>
                  <a:pt x="1377779" y="52353"/>
                </a:cubicBezTo>
                <a:cubicBezTo>
                  <a:pt x="1377391" y="50493"/>
                  <a:pt x="1376796" y="49228"/>
                  <a:pt x="1375994" y="48557"/>
                </a:cubicBezTo>
                <a:cubicBezTo>
                  <a:pt x="1375192" y="47886"/>
                  <a:pt x="1374119" y="47551"/>
                  <a:pt x="1372774" y="47551"/>
                </a:cubicBezTo>
                <a:cubicBezTo>
                  <a:pt x="1371325" y="47551"/>
                  <a:pt x="1369592" y="47938"/>
                  <a:pt x="1367574" y="48712"/>
                </a:cubicBezTo>
                <a:lnTo>
                  <a:pt x="1366410" y="45923"/>
                </a:lnTo>
                <a:lnTo>
                  <a:pt x="1387829" y="37251"/>
                </a:lnTo>
                <a:lnTo>
                  <a:pt x="1391166" y="37251"/>
                </a:lnTo>
                <a:lnTo>
                  <a:pt x="1391166" y="52306"/>
                </a:lnTo>
                <a:close/>
                <a:moveTo>
                  <a:pt x="1461864" y="66120"/>
                </a:moveTo>
                <a:cubicBezTo>
                  <a:pt x="1461812" y="76651"/>
                  <a:pt x="1464373" y="84910"/>
                  <a:pt x="1469547" y="90898"/>
                </a:cubicBezTo>
                <a:cubicBezTo>
                  <a:pt x="1474720" y="96885"/>
                  <a:pt x="1480800" y="99879"/>
                  <a:pt x="1487784" y="99879"/>
                </a:cubicBezTo>
                <a:cubicBezTo>
                  <a:pt x="1492441" y="99879"/>
                  <a:pt x="1496489" y="98598"/>
                  <a:pt x="1499930" y="96037"/>
                </a:cubicBezTo>
                <a:cubicBezTo>
                  <a:pt x="1503370" y="93476"/>
                  <a:pt x="1506254" y="89092"/>
                  <a:pt x="1508583" y="82883"/>
                </a:cubicBezTo>
                <a:lnTo>
                  <a:pt x="1510988" y="84435"/>
                </a:lnTo>
                <a:cubicBezTo>
                  <a:pt x="1509902" y="91523"/>
                  <a:pt x="1506746" y="97978"/>
                  <a:pt x="1501520" y="103798"/>
                </a:cubicBezTo>
                <a:cubicBezTo>
                  <a:pt x="1496295" y="109619"/>
                  <a:pt x="1489750" y="112529"/>
                  <a:pt x="1481886" y="112529"/>
                </a:cubicBezTo>
                <a:cubicBezTo>
                  <a:pt x="1473349" y="112529"/>
                  <a:pt x="1466042" y="109212"/>
                  <a:pt x="1459962" y="102578"/>
                </a:cubicBezTo>
                <a:cubicBezTo>
                  <a:pt x="1453883" y="95943"/>
                  <a:pt x="1450844" y="87023"/>
                  <a:pt x="1450844" y="75819"/>
                </a:cubicBezTo>
                <a:cubicBezTo>
                  <a:pt x="1450844" y="63686"/>
                  <a:pt x="1453961" y="54226"/>
                  <a:pt x="1460195" y="47437"/>
                </a:cubicBezTo>
                <a:cubicBezTo>
                  <a:pt x="1466430" y="40646"/>
                  <a:pt x="1474255" y="37251"/>
                  <a:pt x="1483671" y="37251"/>
                </a:cubicBezTo>
                <a:cubicBezTo>
                  <a:pt x="1491639" y="37251"/>
                  <a:pt x="1498183" y="39870"/>
                  <a:pt x="1503305" y="45109"/>
                </a:cubicBezTo>
                <a:cubicBezTo>
                  <a:pt x="1508427" y="50345"/>
                  <a:pt x="1510988" y="57349"/>
                  <a:pt x="1510988" y="66120"/>
                </a:cubicBezTo>
                <a:lnTo>
                  <a:pt x="1461864" y="66120"/>
                </a:lnTo>
                <a:moveTo>
                  <a:pt x="1461864" y="61619"/>
                </a:moveTo>
                <a:lnTo>
                  <a:pt x="1494769" y="61619"/>
                </a:lnTo>
                <a:cubicBezTo>
                  <a:pt x="1494510" y="57066"/>
                  <a:pt x="1493967" y="53859"/>
                  <a:pt x="1493139" y="51996"/>
                </a:cubicBezTo>
                <a:cubicBezTo>
                  <a:pt x="1491846" y="49099"/>
                  <a:pt x="1489918" y="46822"/>
                  <a:pt x="1487357" y="45167"/>
                </a:cubicBezTo>
                <a:cubicBezTo>
                  <a:pt x="1484796" y="43511"/>
                  <a:pt x="1482119" y="42683"/>
                  <a:pt x="1479325" y="42683"/>
                </a:cubicBezTo>
                <a:cubicBezTo>
                  <a:pt x="1475031" y="42683"/>
                  <a:pt x="1471189" y="44352"/>
                  <a:pt x="1467801" y="47689"/>
                </a:cubicBezTo>
                <a:cubicBezTo>
                  <a:pt x="1464412" y="51026"/>
                  <a:pt x="1462433" y="55669"/>
                  <a:pt x="1461864" y="61619"/>
                </a:cubicBezTo>
                <a:close/>
                <a:moveTo>
                  <a:pt x="1566423" y="37251"/>
                </a:moveTo>
                <a:lnTo>
                  <a:pt x="1566423" y="61309"/>
                </a:lnTo>
                <a:lnTo>
                  <a:pt x="1563862" y="61309"/>
                </a:lnTo>
                <a:cubicBezTo>
                  <a:pt x="1561896" y="53763"/>
                  <a:pt x="1559373" y="48631"/>
                  <a:pt x="1556295" y="45911"/>
                </a:cubicBezTo>
                <a:cubicBezTo>
                  <a:pt x="1553217" y="43190"/>
                  <a:pt x="1549298" y="41830"/>
                  <a:pt x="1544538" y="41830"/>
                </a:cubicBezTo>
                <a:cubicBezTo>
                  <a:pt x="1540916" y="41830"/>
                  <a:pt x="1537993" y="42786"/>
                  <a:pt x="1535768" y="44699"/>
                </a:cubicBezTo>
                <a:cubicBezTo>
                  <a:pt x="1533544" y="46610"/>
                  <a:pt x="1532431" y="48729"/>
                  <a:pt x="1532431" y="51055"/>
                </a:cubicBezTo>
                <a:cubicBezTo>
                  <a:pt x="1532431" y="53949"/>
                  <a:pt x="1533259" y="56429"/>
                  <a:pt x="1534915" y="58496"/>
                </a:cubicBezTo>
                <a:cubicBezTo>
                  <a:pt x="1536518" y="60615"/>
                  <a:pt x="1539778" y="62863"/>
                  <a:pt x="1544693" y="65240"/>
                </a:cubicBezTo>
                <a:lnTo>
                  <a:pt x="1556023" y="70745"/>
                </a:lnTo>
                <a:cubicBezTo>
                  <a:pt x="1566526" y="75861"/>
                  <a:pt x="1571777" y="82605"/>
                  <a:pt x="1571777" y="90979"/>
                </a:cubicBezTo>
                <a:cubicBezTo>
                  <a:pt x="1571777" y="97438"/>
                  <a:pt x="1569333" y="102644"/>
                  <a:pt x="1564444" y="106599"/>
                </a:cubicBezTo>
                <a:cubicBezTo>
                  <a:pt x="1559554" y="110552"/>
                  <a:pt x="1554083" y="112529"/>
                  <a:pt x="1548030" y="112529"/>
                </a:cubicBezTo>
                <a:cubicBezTo>
                  <a:pt x="1543684" y="112529"/>
                  <a:pt x="1538717" y="111753"/>
                  <a:pt x="1533130" y="110201"/>
                </a:cubicBezTo>
                <a:cubicBezTo>
                  <a:pt x="1531422" y="109683"/>
                  <a:pt x="1530025" y="109425"/>
                  <a:pt x="1528939" y="109425"/>
                </a:cubicBezTo>
                <a:cubicBezTo>
                  <a:pt x="1527749" y="109425"/>
                  <a:pt x="1526818" y="110097"/>
                  <a:pt x="1526145" y="111442"/>
                </a:cubicBezTo>
                <a:lnTo>
                  <a:pt x="1523584" y="111442"/>
                </a:lnTo>
                <a:lnTo>
                  <a:pt x="1523584" y="85987"/>
                </a:lnTo>
                <a:lnTo>
                  <a:pt x="1526145" y="85987"/>
                </a:lnTo>
                <a:cubicBezTo>
                  <a:pt x="1527594" y="93257"/>
                  <a:pt x="1530362" y="98734"/>
                  <a:pt x="1534449" y="102421"/>
                </a:cubicBezTo>
                <a:cubicBezTo>
                  <a:pt x="1538536" y="106107"/>
                  <a:pt x="1543115" y="107950"/>
                  <a:pt x="1548185" y="107950"/>
                </a:cubicBezTo>
                <a:cubicBezTo>
                  <a:pt x="1551755" y="107950"/>
                  <a:pt x="1554665" y="106904"/>
                  <a:pt x="1556916" y="104812"/>
                </a:cubicBezTo>
                <a:cubicBezTo>
                  <a:pt x="1559166" y="102718"/>
                  <a:pt x="1560292" y="100198"/>
                  <a:pt x="1560292" y="97252"/>
                </a:cubicBezTo>
                <a:cubicBezTo>
                  <a:pt x="1560292" y="93686"/>
                  <a:pt x="1559037" y="90688"/>
                  <a:pt x="1556528" y="88260"/>
                </a:cubicBezTo>
                <a:cubicBezTo>
                  <a:pt x="1554019" y="85831"/>
                  <a:pt x="1549013" y="82757"/>
                  <a:pt x="1541511" y="79037"/>
                </a:cubicBezTo>
                <a:cubicBezTo>
                  <a:pt x="1534009" y="75315"/>
                  <a:pt x="1529094" y="71955"/>
                  <a:pt x="1526766" y="68958"/>
                </a:cubicBezTo>
                <a:cubicBezTo>
                  <a:pt x="1524438" y="66012"/>
                  <a:pt x="1523274" y="62291"/>
                  <a:pt x="1523274" y="57795"/>
                </a:cubicBezTo>
                <a:cubicBezTo>
                  <a:pt x="1523274" y="51955"/>
                  <a:pt x="1525278" y="47071"/>
                  <a:pt x="1529288" y="43144"/>
                </a:cubicBezTo>
                <a:cubicBezTo>
                  <a:pt x="1533298" y="39215"/>
                  <a:pt x="1538484" y="37251"/>
                  <a:pt x="1544848" y="37251"/>
                </a:cubicBezTo>
                <a:cubicBezTo>
                  <a:pt x="1547642" y="37251"/>
                  <a:pt x="1551031" y="37846"/>
                  <a:pt x="1555015" y="39036"/>
                </a:cubicBezTo>
                <a:cubicBezTo>
                  <a:pt x="1557653" y="39812"/>
                  <a:pt x="1559412" y="40200"/>
                  <a:pt x="1560292" y="40200"/>
                </a:cubicBezTo>
                <a:cubicBezTo>
                  <a:pt x="1561120" y="40200"/>
                  <a:pt x="1561766" y="40019"/>
                  <a:pt x="1562232" y="39657"/>
                </a:cubicBezTo>
                <a:cubicBezTo>
                  <a:pt x="1562698" y="39295"/>
                  <a:pt x="1563241" y="38493"/>
                  <a:pt x="1563862" y="37251"/>
                </a:cubicBezTo>
                <a:lnTo>
                  <a:pt x="1566423" y="37251"/>
                </a:lnTo>
                <a:close/>
                <a:moveTo>
                  <a:pt x="1602950" y="15832"/>
                </a:moveTo>
                <a:lnTo>
                  <a:pt x="1602950" y="39269"/>
                </a:lnTo>
                <a:lnTo>
                  <a:pt x="1619558" y="39269"/>
                </a:lnTo>
                <a:lnTo>
                  <a:pt x="1619558" y="44701"/>
                </a:lnTo>
                <a:lnTo>
                  <a:pt x="1602950" y="44701"/>
                </a:lnTo>
                <a:lnTo>
                  <a:pt x="1602950" y="90736"/>
                </a:lnTo>
                <a:cubicBezTo>
                  <a:pt x="1602950" y="95336"/>
                  <a:pt x="1603610" y="98437"/>
                  <a:pt x="1604929" y="100039"/>
                </a:cubicBezTo>
                <a:cubicBezTo>
                  <a:pt x="1606249" y="101640"/>
                  <a:pt x="1607943" y="102440"/>
                  <a:pt x="1610013" y="102440"/>
                </a:cubicBezTo>
                <a:cubicBezTo>
                  <a:pt x="1611720" y="102440"/>
                  <a:pt x="1613376" y="101910"/>
                  <a:pt x="1614979" y="100849"/>
                </a:cubicBezTo>
                <a:cubicBezTo>
                  <a:pt x="1616583" y="99788"/>
                  <a:pt x="1617825" y="98223"/>
                  <a:pt x="1618704" y="96154"/>
                </a:cubicBezTo>
                <a:lnTo>
                  <a:pt x="1621731" y="96154"/>
                </a:lnTo>
                <a:cubicBezTo>
                  <a:pt x="1619920" y="101239"/>
                  <a:pt x="1617359" y="105084"/>
                  <a:pt x="1614048" y="107690"/>
                </a:cubicBezTo>
                <a:cubicBezTo>
                  <a:pt x="1610737" y="110295"/>
                  <a:pt x="1607322" y="111597"/>
                  <a:pt x="1603804" y="111597"/>
                </a:cubicBezTo>
                <a:cubicBezTo>
                  <a:pt x="1601424" y="111597"/>
                  <a:pt x="1599096" y="110937"/>
                  <a:pt x="1596820" y="109616"/>
                </a:cubicBezTo>
                <a:cubicBezTo>
                  <a:pt x="1594543" y="108295"/>
                  <a:pt x="1592862" y="106405"/>
                  <a:pt x="1591775" y="103946"/>
                </a:cubicBezTo>
                <a:cubicBezTo>
                  <a:pt x="1590689" y="101485"/>
                  <a:pt x="1590145" y="97691"/>
                  <a:pt x="1590145" y="92562"/>
                </a:cubicBezTo>
                <a:lnTo>
                  <a:pt x="1590145" y="44701"/>
                </a:lnTo>
                <a:lnTo>
                  <a:pt x="1578893" y="44701"/>
                </a:lnTo>
                <a:lnTo>
                  <a:pt x="1578893" y="42140"/>
                </a:lnTo>
                <a:cubicBezTo>
                  <a:pt x="1581738" y="40999"/>
                  <a:pt x="1584648" y="39066"/>
                  <a:pt x="1587623" y="36341"/>
                </a:cubicBezTo>
                <a:cubicBezTo>
                  <a:pt x="1590598" y="33617"/>
                  <a:pt x="1593250" y="30387"/>
                  <a:pt x="1595578" y="26650"/>
                </a:cubicBezTo>
                <a:cubicBezTo>
                  <a:pt x="1596768" y="24680"/>
                  <a:pt x="1598423" y="21073"/>
                  <a:pt x="1600545" y="15832"/>
                </a:cubicBezTo>
                <a:lnTo>
                  <a:pt x="1602950" y="15832"/>
                </a:lnTo>
                <a:close/>
                <a:moveTo>
                  <a:pt x="1644574" y="0"/>
                </a:moveTo>
                <a:cubicBezTo>
                  <a:pt x="1646747" y="0"/>
                  <a:pt x="1648597" y="767"/>
                  <a:pt x="1650123" y="2302"/>
                </a:cubicBezTo>
                <a:cubicBezTo>
                  <a:pt x="1651649" y="3834"/>
                  <a:pt x="1652412" y="5693"/>
                  <a:pt x="1652412" y="7877"/>
                </a:cubicBezTo>
                <a:cubicBezTo>
                  <a:pt x="1652412" y="10061"/>
                  <a:pt x="1651649" y="11934"/>
                  <a:pt x="1650123" y="13494"/>
                </a:cubicBezTo>
                <a:cubicBezTo>
                  <a:pt x="1648597" y="15052"/>
                  <a:pt x="1646747" y="15832"/>
                  <a:pt x="1644574" y="15832"/>
                </a:cubicBezTo>
                <a:cubicBezTo>
                  <a:pt x="1642401" y="15832"/>
                  <a:pt x="1640539" y="15052"/>
                  <a:pt x="1638987" y="13494"/>
                </a:cubicBezTo>
                <a:cubicBezTo>
                  <a:pt x="1637434" y="11934"/>
                  <a:pt x="1636658" y="10061"/>
                  <a:pt x="1636658" y="7877"/>
                </a:cubicBezTo>
                <a:cubicBezTo>
                  <a:pt x="1636658" y="5693"/>
                  <a:pt x="1637421" y="3834"/>
                  <a:pt x="1638948" y="2302"/>
                </a:cubicBezTo>
                <a:cubicBezTo>
                  <a:pt x="1640474" y="767"/>
                  <a:pt x="1642349" y="0"/>
                  <a:pt x="1644574" y="0"/>
                </a:cubicBezTo>
                <a:moveTo>
                  <a:pt x="1651015" y="37251"/>
                </a:moveTo>
                <a:lnTo>
                  <a:pt x="1651015" y="94243"/>
                </a:lnTo>
                <a:cubicBezTo>
                  <a:pt x="1651015" y="98683"/>
                  <a:pt x="1651339" y="101638"/>
                  <a:pt x="1651986" y="103109"/>
                </a:cubicBezTo>
                <a:cubicBezTo>
                  <a:pt x="1652632" y="104581"/>
                  <a:pt x="1653589" y="105678"/>
                  <a:pt x="1654857" y="106400"/>
                </a:cubicBezTo>
                <a:cubicBezTo>
                  <a:pt x="1656125" y="107123"/>
                  <a:pt x="1658440" y="107484"/>
                  <a:pt x="1661803" y="107484"/>
                </a:cubicBezTo>
                <a:lnTo>
                  <a:pt x="1661803" y="110356"/>
                </a:lnTo>
                <a:lnTo>
                  <a:pt x="1627268" y="110356"/>
                </a:lnTo>
                <a:lnTo>
                  <a:pt x="1627268" y="107484"/>
                </a:lnTo>
                <a:cubicBezTo>
                  <a:pt x="1630734" y="107484"/>
                  <a:pt x="1633063" y="107149"/>
                  <a:pt x="1634253" y="106478"/>
                </a:cubicBezTo>
                <a:cubicBezTo>
                  <a:pt x="1635442" y="105807"/>
                  <a:pt x="1636387" y="104697"/>
                  <a:pt x="1637085" y="103148"/>
                </a:cubicBezTo>
                <a:cubicBezTo>
                  <a:pt x="1637784" y="101599"/>
                  <a:pt x="1638133" y="98631"/>
                  <a:pt x="1638133" y="94243"/>
                </a:cubicBezTo>
                <a:lnTo>
                  <a:pt x="1638133" y="66909"/>
                </a:lnTo>
                <a:cubicBezTo>
                  <a:pt x="1638133" y="59216"/>
                  <a:pt x="1637900" y="54234"/>
                  <a:pt x="1637434" y="51965"/>
                </a:cubicBezTo>
                <a:cubicBezTo>
                  <a:pt x="1637072" y="50312"/>
                  <a:pt x="1636503" y="49163"/>
                  <a:pt x="1635727" y="48518"/>
                </a:cubicBezTo>
                <a:cubicBezTo>
                  <a:pt x="1634951" y="47873"/>
                  <a:pt x="1633890" y="47551"/>
                  <a:pt x="1632545" y="47551"/>
                </a:cubicBezTo>
                <a:cubicBezTo>
                  <a:pt x="1631097" y="47551"/>
                  <a:pt x="1629337" y="47938"/>
                  <a:pt x="1627268" y="48712"/>
                </a:cubicBezTo>
                <a:lnTo>
                  <a:pt x="1626182" y="45923"/>
                </a:lnTo>
                <a:lnTo>
                  <a:pt x="1647601" y="37251"/>
                </a:lnTo>
                <a:lnTo>
                  <a:pt x="1651015" y="37251"/>
                </a:lnTo>
                <a:close/>
                <a:moveTo>
                  <a:pt x="1691397" y="52306"/>
                </a:moveTo>
                <a:cubicBezTo>
                  <a:pt x="1699727" y="42269"/>
                  <a:pt x="1707668" y="37251"/>
                  <a:pt x="1715222" y="37251"/>
                </a:cubicBezTo>
                <a:cubicBezTo>
                  <a:pt x="1719102" y="37251"/>
                  <a:pt x="1722439" y="38219"/>
                  <a:pt x="1725233" y="40156"/>
                </a:cubicBezTo>
                <a:cubicBezTo>
                  <a:pt x="1728027" y="42092"/>
                  <a:pt x="1730252" y="45279"/>
                  <a:pt x="1731907" y="49719"/>
                </a:cubicBezTo>
                <a:cubicBezTo>
                  <a:pt x="1733045" y="52815"/>
                  <a:pt x="1733615" y="57564"/>
                  <a:pt x="1733615" y="63967"/>
                </a:cubicBezTo>
                <a:lnTo>
                  <a:pt x="1733615" y="94243"/>
                </a:lnTo>
                <a:cubicBezTo>
                  <a:pt x="1733615" y="98734"/>
                  <a:pt x="1733977" y="101780"/>
                  <a:pt x="1734701" y="103381"/>
                </a:cubicBezTo>
                <a:cubicBezTo>
                  <a:pt x="1735270" y="104671"/>
                  <a:pt x="1736188" y="105678"/>
                  <a:pt x="1737456" y="106400"/>
                </a:cubicBezTo>
                <a:cubicBezTo>
                  <a:pt x="1738724" y="107123"/>
                  <a:pt x="1741065" y="107484"/>
                  <a:pt x="1744479" y="107484"/>
                </a:cubicBezTo>
                <a:lnTo>
                  <a:pt x="1744479" y="110356"/>
                </a:lnTo>
                <a:lnTo>
                  <a:pt x="1709324" y="110356"/>
                </a:lnTo>
                <a:lnTo>
                  <a:pt x="1709324" y="107484"/>
                </a:lnTo>
                <a:lnTo>
                  <a:pt x="1710798" y="107484"/>
                </a:lnTo>
                <a:cubicBezTo>
                  <a:pt x="1714110" y="107484"/>
                  <a:pt x="1716425" y="106982"/>
                  <a:pt x="1717744" y="105978"/>
                </a:cubicBezTo>
                <a:cubicBezTo>
                  <a:pt x="1719063" y="104974"/>
                  <a:pt x="1719982" y="103495"/>
                  <a:pt x="1720499" y="101540"/>
                </a:cubicBezTo>
                <a:cubicBezTo>
                  <a:pt x="1720706" y="100767"/>
                  <a:pt x="1720810" y="98348"/>
                  <a:pt x="1720810" y="94282"/>
                </a:cubicBezTo>
                <a:lnTo>
                  <a:pt x="1720810" y="65327"/>
                </a:lnTo>
                <a:cubicBezTo>
                  <a:pt x="1720810" y="58894"/>
                  <a:pt x="1719969" y="54223"/>
                  <a:pt x="1718287" y="51315"/>
                </a:cubicBezTo>
                <a:cubicBezTo>
                  <a:pt x="1716606" y="48406"/>
                  <a:pt x="1713773" y="46952"/>
                  <a:pt x="1709789" y="46952"/>
                </a:cubicBezTo>
                <a:cubicBezTo>
                  <a:pt x="1703633" y="46952"/>
                  <a:pt x="1697502" y="50298"/>
                  <a:pt x="1691397" y="56990"/>
                </a:cubicBezTo>
                <a:lnTo>
                  <a:pt x="1691397" y="94282"/>
                </a:lnTo>
                <a:cubicBezTo>
                  <a:pt x="1691397" y="99069"/>
                  <a:pt x="1691681" y="102028"/>
                  <a:pt x="1692251" y="103160"/>
                </a:cubicBezTo>
                <a:cubicBezTo>
                  <a:pt x="1692975" y="104653"/>
                  <a:pt x="1693971" y="105746"/>
                  <a:pt x="1695238" y="106442"/>
                </a:cubicBezTo>
                <a:cubicBezTo>
                  <a:pt x="1696506" y="107137"/>
                  <a:pt x="1699080" y="107484"/>
                  <a:pt x="1702960" y="107484"/>
                </a:cubicBezTo>
                <a:lnTo>
                  <a:pt x="1702960" y="110356"/>
                </a:lnTo>
                <a:lnTo>
                  <a:pt x="1667805" y="110356"/>
                </a:lnTo>
                <a:lnTo>
                  <a:pt x="1667805" y="107484"/>
                </a:lnTo>
                <a:lnTo>
                  <a:pt x="1669357" y="107484"/>
                </a:lnTo>
                <a:cubicBezTo>
                  <a:pt x="1672978" y="107484"/>
                  <a:pt x="1675423" y="106568"/>
                  <a:pt x="1676690" y="104737"/>
                </a:cubicBezTo>
                <a:cubicBezTo>
                  <a:pt x="1677958" y="102903"/>
                  <a:pt x="1678592" y="99405"/>
                  <a:pt x="1678592" y="94243"/>
                </a:cubicBezTo>
                <a:lnTo>
                  <a:pt x="1678592" y="67915"/>
                </a:lnTo>
                <a:cubicBezTo>
                  <a:pt x="1678592" y="59398"/>
                  <a:pt x="1678398" y="54210"/>
                  <a:pt x="1678010" y="52353"/>
                </a:cubicBezTo>
                <a:cubicBezTo>
                  <a:pt x="1677622" y="50493"/>
                  <a:pt x="1677027" y="49228"/>
                  <a:pt x="1676225" y="48557"/>
                </a:cubicBezTo>
                <a:cubicBezTo>
                  <a:pt x="1675423" y="47886"/>
                  <a:pt x="1674349" y="47551"/>
                  <a:pt x="1673004" y="47551"/>
                </a:cubicBezTo>
                <a:cubicBezTo>
                  <a:pt x="1671556" y="47551"/>
                  <a:pt x="1669822" y="47938"/>
                  <a:pt x="1667805" y="48712"/>
                </a:cubicBezTo>
                <a:lnTo>
                  <a:pt x="1666641" y="45923"/>
                </a:lnTo>
                <a:lnTo>
                  <a:pt x="1688060" y="37251"/>
                </a:lnTo>
                <a:lnTo>
                  <a:pt x="1691397" y="37251"/>
                </a:lnTo>
                <a:lnTo>
                  <a:pt x="1691397" y="52306"/>
                </a:lnTo>
                <a:close/>
                <a:moveTo>
                  <a:pt x="1769159" y="84452"/>
                </a:moveTo>
                <a:cubicBezTo>
                  <a:pt x="1764813" y="82334"/>
                  <a:pt x="1761476" y="79376"/>
                  <a:pt x="1759148" y="75579"/>
                </a:cubicBezTo>
                <a:cubicBezTo>
                  <a:pt x="1756820" y="71781"/>
                  <a:pt x="1755655" y="67582"/>
                  <a:pt x="1755655" y="62982"/>
                </a:cubicBezTo>
                <a:cubicBezTo>
                  <a:pt x="1755655" y="55956"/>
                  <a:pt x="1758307" y="49910"/>
                  <a:pt x="1763610" y="44847"/>
                </a:cubicBezTo>
                <a:cubicBezTo>
                  <a:pt x="1768913" y="39783"/>
                  <a:pt x="1775704" y="37251"/>
                  <a:pt x="1783982" y="37251"/>
                </a:cubicBezTo>
                <a:cubicBezTo>
                  <a:pt x="1790759" y="37251"/>
                  <a:pt x="1796631" y="38906"/>
                  <a:pt x="1801598" y="42218"/>
                </a:cubicBezTo>
                <a:lnTo>
                  <a:pt x="1816654" y="42218"/>
                </a:lnTo>
                <a:cubicBezTo>
                  <a:pt x="1818878" y="42218"/>
                  <a:pt x="1820172" y="42282"/>
                  <a:pt x="1820534" y="42409"/>
                </a:cubicBezTo>
                <a:cubicBezTo>
                  <a:pt x="1820896" y="42537"/>
                  <a:pt x="1821155" y="42754"/>
                  <a:pt x="1821310" y="43062"/>
                </a:cubicBezTo>
                <a:cubicBezTo>
                  <a:pt x="1821621" y="43522"/>
                  <a:pt x="1821776" y="44341"/>
                  <a:pt x="1821776" y="45518"/>
                </a:cubicBezTo>
                <a:cubicBezTo>
                  <a:pt x="1821776" y="46847"/>
                  <a:pt x="1821646" y="47768"/>
                  <a:pt x="1821388" y="48281"/>
                </a:cubicBezTo>
                <a:cubicBezTo>
                  <a:pt x="1821233" y="48536"/>
                  <a:pt x="1820961" y="48741"/>
                  <a:pt x="1820573" y="48894"/>
                </a:cubicBezTo>
                <a:cubicBezTo>
                  <a:pt x="1820185" y="49048"/>
                  <a:pt x="1818878" y="49125"/>
                  <a:pt x="1816654" y="49125"/>
                </a:cubicBezTo>
                <a:lnTo>
                  <a:pt x="1807419" y="49125"/>
                </a:lnTo>
                <a:cubicBezTo>
                  <a:pt x="1810316" y="52858"/>
                  <a:pt x="1811765" y="57627"/>
                  <a:pt x="1811765" y="63433"/>
                </a:cubicBezTo>
                <a:cubicBezTo>
                  <a:pt x="1811765" y="70069"/>
                  <a:pt x="1809229" y="75745"/>
                  <a:pt x="1804159" y="80463"/>
                </a:cubicBezTo>
                <a:cubicBezTo>
                  <a:pt x="1799089" y="85181"/>
                  <a:pt x="1792285" y="87540"/>
                  <a:pt x="1783749" y="87540"/>
                </a:cubicBezTo>
                <a:cubicBezTo>
                  <a:pt x="1780231" y="87540"/>
                  <a:pt x="1776635" y="87012"/>
                  <a:pt x="1772962" y="85956"/>
                </a:cubicBezTo>
                <a:cubicBezTo>
                  <a:pt x="1770685" y="87920"/>
                  <a:pt x="1769146" y="89640"/>
                  <a:pt x="1768344" y="91114"/>
                </a:cubicBezTo>
                <a:cubicBezTo>
                  <a:pt x="1767542" y="92587"/>
                  <a:pt x="1767141" y="93840"/>
                  <a:pt x="1767141" y="94873"/>
                </a:cubicBezTo>
                <a:cubicBezTo>
                  <a:pt x="1767141" y="95753"/>
                  <a:pt x="1767568" y="96607"/>
                  <a:pt x="1768422" y="97434"/>
                </a:cubicBezTo>
                <a:cubicBezTo>
                  <a:pt x="1769275" y="98261"/>
                  <a:pt x="1770944" y="98855"/>
                  <a:pt x="1773427" y="99217"/>
                </a:cubicBezTo>
                <a:cubicBezTo>
                  <a:pt x="1774876" y="99424"/>
                  <a:pt x="1778497" y="99605"/>
                  <a:pt x="1784292" y="99760"/>
                </a:cubicBezTo>
                <a:cubicBezTo>
                  <a:pt x="1794950" y="100017"/>
                  <a:pt x="1801857" y="100379"/>
                  <a:pt x="1805013" y="100844"/>
                </a:cubicBezTo>
                <a:cubicBezTo>
                  <a:pt x="1809824" y="101517"/>
                  <a:pt x="1813666" y="103301"/>
                  <a:pt x="1816537" y="106197"/>
                </a:cubicBezTo>
                <a:cubicBezTo>
                  <a:pt x="1819409" y="109091"/>
                  <a:pt x="1820844" y="112657"/>
                  <a:pt x="1820844" y="116897"/>
                </a:cubicBezTo>
                <a:cubicBezTo>
                  <a:pt x="1820844" y="122738"/>
                  <a:pt x="1818102" y="128218"/>
                  <a:pt x="1812618" y="133337"/>
                </a:cubicBezTo>
                <a:cubicBezTo>
                  <a:pt x="1804547" y="140884"/>
                  <a:pt x="1794019" y="144658"/>
                  <a:pt x="1781033" y="144658"/>
                </a:cubicBezTo>
                <a:cubicBezTo>
                  <a:pt x="1771047" y="144658"/>
                  <a:pt x="1762614" y="142410"/>
                  <a:pt x="1755733" y="137916"/>
                </a:cubicBezTo>
                <a:cubicBezTo>
                  <a:pt x="1751853" y="135332"/>
                  <a:pt x="1749913" y="132645"/>
                  <a:pt x="1749913" y="129854"/>
                </a:cubicBezTo>
                <a:cubicBezTo>
                  <a:pt x="1749913" y="128616"/>
                  <a:pt x="1750197" y="127377"/>
                  <a:pt x="1750766" y="126136"/>
                </a:cubicBezTo>
                <a:cubicBezTo>
                  <a:pt x="1751646" y="124224"/>
                  <a:pt x="1753457" y="121563"/>
                  <a:pt x="1756199" y="118153"/>
                </a:cubicBezTo>
                <a:cubicBezTo>
                  <a:pt x="1756561" y="117689"/>
                  <a:pt x="1759199" y="114899"/>
                  <a:pt x="1764114" y="109783"/>
                </a:cubicBezTo>
                <a:cubicBezTo>
                  <a:pt x="1761424" y="108178"/>
                  <a:pt x="1759523" y="106741"/>
                  <a:pt x="1758410" y="105471"/>
                </a:cubicBezTo>
                <a:cubicBezTo>
                  <a:pt x="1757298" y="104202"/>
                  <a:pt x="1756742" y="102765"/>
                  <a:pt x="1756742" y="101159"/>
                </a:cubicBezTo>
                <a:cubicBezTo>
                  <a:pt x="1756742" y="99345"/>
                  <a:pt x="1757479" y="97221"/>
                  <a:pt x="1758954" y="94786"/>
                </a:cubicBezTo>
                <a:cubicBezTo>
                  <a:pt x="1760428" y="92351"/>
                  <a:pt x="1763830" y="88907"/>
                  <a:pt x="1769159" y="84452"/>
                </a:cubicBezTo>
                <a:moveTo>
                  <a:pt x="1782662" y="41131"/>
                </a:moveTo>
                <a:cubicBezTo>
                  <a:pt x="1778834" y="41131"/>
                  <a:pt x="1775626" y="42649"/>
                  <a:pt x="1773039" y="45686"/>
                </a:cubicBezTo>
                <a:cubicBezTo>
                  <a:pt x="1770452" y="48720"/>
                  <a:pt x="1769159" y="53377"/>
                  <a:pt x="1769159" y="59655"/>
                </a:cubicBezTo>
                <a:cubicBezTo>
                  <a:pt x="1769159" y="67786"/>
                  <a:pt x="1770918" y="74089"/>
                  <a:pt x="1774436" y="78564"/>
                </a:cubicBezTo>
                <a:cubicBezTo>
                  <a:pt x="1777126" y="81961"/>
                  <a:pt x="1780541" y="83659"/>
                  <a:pt x="1784680" y="83659"/>
                </a:cubicBezTo>
                <a:cubicBezTo>
                  <a:pt x="1788612" y="83659"/>
                  <a:pt x="1791846" y="82193"/>
                  <a:pt x="1794381" y="79260"/>
                </a:cubicBezTo>
                <a:cubicBezTo>
                  <a:pt x="1796916" y="76327"/>
                  <a:pt x="1798184" y="71722"/>
                  <a:pt x="1798184" y="65444"/>
                </a:cubicBezTo>
                <a:cubicBezTo>
                  <a:pt x="1798184" y="57263"/>
                  <a:pt x="1796399" y="50856"/>
                  <a:pt x="1792829" y="46224"/>
                </a:cubicBezTo>
                <a:cubicBezTo>
                  <a:pt x="1790190" y="42829"/>
                  <a:pt x="1786801" y="41131"/>
                  <a:pt x="1782662" y="41131"/>
                </a:cubicBezTo>
                <a:moveTo>
                  <a:pt x="1768383" y="110402"/>
                </a:moveTo>
                <a:cubicBezTo>
                  <a:pt x="1765951" y="113036"/>
                  <a:pt x="1764114" y="115488"/>
                  <a:pt x="1762873" y="117760"/>
                </a:cubicBezTo>
                <a:cubicBezTo>
                  <a:pt x="1761631" y="120033"/>
                  <a:pt x="1761010" y="122125"/>
                  <a:pt x="1761010" y="124036"/>
                </a:cubicBezTo>
                <a:cubicBezTo>
                  <a:pt x="1761010" y="126515"/>
                  <a:pt x="1762511" y="128684"/>
                  <a:pt x="1765511" y="130543"/>
                </a:cubicBezTo>
                <a:cubicBezTo>
                  <a:pt x="1770685" y="133744"/>
                  <a:pt x="1778161" y="135345"/>
                  <a:pt x="1787940" y="135345"/>
                </a:cubicBezTo>
                <a:cubicBezTo>
                  <a:pt x="1797252" y="135345"/>
                  <a:pt x="1804120" y="133705"/>
                  <a:pt x="1808544" y="130424"/>
                </a:cubicBezTo>
                <a:cubicBezTo>
                  <a:pt x="1812967" y="127145"/>
                  <a:pt x="1815179" y="123647"/>
                  <a:pt x="1815179" y="119930"/>
                </a:cubicBezTo>
                <a:cubicBezTo>
                  <a:pt x="1815179" y="117245"/>
                  <a:pt x="1813860" y="115334"/>
                  <a:pt x="1811221" y="114197"/>
                </a:cubicBezTo>
                <a:cubicBezTo>
                  <a:pt x="1808531" y="113061"/>
                  <a:pt x="1803202" y="112390"/>
                  <a:pt x="1795234" y="112184"/>
                </a:cubicBezTo>
                <a:cubicBezTo>
                  <a:pt x="1783594" y="111874"/>
                  <a:pt x="1774643" y="111280"/>
                  <a:pt x="1768383" y="110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12477-1D83-4DAF-9930-8ABAB90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1082045"/>
            <a:ext cx="2034396" cy="317874"/>
          </a:xfrm>
          <a:custGeom xmlns:a="http://schemas.openxmlformats.org/drawingml/2006/main">
            <a:pathLst>
              <a:path w="2034396" h="317874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72688-B04C-49F3-BC86-25A3B63E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1082045"/>
            <a:ext cx="2034396" cy="317874"/>
          </a:xfrm>
          <a:custGeom xmlns:a="http://schemas.openxmlformats.org/drawingml/2006/main">
            <a:pathLst>
              <a:path w="2034396" h="317874" fill="none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F1545-2481-412D-BC03-A37189E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21" y="1157540"/>
            <a:ext cx="1954927" cy="190725"/>
          </a:xfrm>
          <a:custGeom xmlns:a="http://schemas.openxmlformats.org/drawingml/2006/main">
            <a:pathLst>
              <a:path w="1954927" h="190725">
                <a:moveTo>
                  <a:pt x="0" y="0"/>
                </a:moveTo>
                <a:lnTo>
                  <a:pt x="1954927" y="0"/>
                </a:lnTo>
                <a:lnTo>
                  <a:pt x="1954927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RQ3:Impactoff">
            <a:extLst xmlns:a="http://schemas.openxmlformats.org/drawingml/2006/main">
              <a:ext uri="{FF2B5EF4-FFF2-40B4-BE49-F238E27FC236}">
                <a16:creationId xmlns:a16="http://schemas.microsoft.com/office/drawing/2014/main" id="{6CD2D0F5-44EA-4CF2-A9D1-9D8D72C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39" y="1198175"/>
            <a:ext cx="1121142" cy="144347"/>
          </a:xfrm>
          <a:custGeom xmlns:a="http://schemas.openxmlformats.org/drawingml/2006/main">
            <a:pathLst>
              <a:path w="1121142" h="144347">
                <a:moveTo>
                  <a:pt x="39269" y="62395"/>
                </a:moveTo>
                <a:lnTo>
                  <a:pt x="39269" y="92041"/>
                </a:lnTo>
                <a:cubicBezTo>
                  <a:pt x="39269" y="97703"/>
                  <a:pt x="39618" y="101268"/>
                  <a:pt x="40316" y="102736"/>
                </a:cubicBezTo>
                <a:cubicBezTo>
                  <a:pt x="41015" y="104202"/>
                  <a:pt x="42244" y="105374"/>
                  <a:pt x="44003" y="106250"/>
                </a:cubicBezTo>
                <a:cubicBezTo>
                  <a:pt x="45762" y="107125"/>
                  <a:pt x="49047" y="107562"/>
                  <a:pt x="53859" y="107562"/>
                </a:cubicBezTo>
                <a:lnTo>
                  <a:pt x="53859" y="110356"/>
                </a:lnTo>
                <a:lnTo>
                  <a:pt x="0" y="110356"/>
                </a:lnTo>
                <a:lnTo>
                  <a:pt x="0" y="107562"/>
                </a:lnTo>
                <a:cubicBezTo>
                  <a:pt x="4863" y="107562"/>
                  <a:pt x="8162" y="107112"/>
                  <a:pt x="9895" y="106211"/>
                </a:cubicBezTo>
                <a:cubicBezTo>
                  <a:pt x="11628" y="105311"/>
                  <a:pt x="12844" y="104139"/>
                  <a:pt x="13542" y="102697"/>
                </a:cubicBezTo>
                <a:cubicBezTo>
                  <a:pt x="14241" y="101255"/>
                  <a:pt x="14590" y="97703"/>
                  <a:pt x="14590" y="92041"/>
                </a:cubicBezTo>
                <a:lnTo>
                  <a:pt x="14590" y="23437"/>
                </a:lnTo>
                <a:cubicBezTo>
                  <a:pt x="14590" y="17775"/>
                  <a:pt x="14241" y="14211"/>
                  <a:pt x="13542" y="12744"/>
                </a:cubicBezTo>
                <a:cubicBezTo>
                  <a:pt x="12844" y="11276"/>
                  <a:pt x="11615" y="10105"/>
                  <a:pt x="9856" y="9230"/>
                </a:cubicBezTo>
                <a:cubicBezTo>
                  <a:pt x="8097" y="8354"/>
                  <a:pt x="4812" y="7916"/>
                  <a:pt x="0" y="7916"/>
                </a:cubicBezTo>
                <a:lnTo>
                  <a:pt x="0" y="5122"/>
                </a:lnTo>
                <a:lnTo>
                  <a:pt x="48892" y="5122"/>
                </a:lnTo>
                <a:cubicBezTo>
                  <a:pt x="61619" y="5122"/>
                  <a:pt x="70932" y="6001"/>
                  <a:pt x="76830" y="7758"/>
                </a:cubicBezTo>
                <a:cubicBezTo>
                  <a:pt x="82728" y="9516"/>
                  <a:pt x="87540" y="12759"/>
                  <a:pt x="91265" y="17488"/>
                </a:cubicBezTo>
                <a:cubicBezTo>
                  <a:pt x="94990" y="22217"/>
                  <a:pt x="96852" y="27760"/>
                  <a:pt x="96852" y="34118"/>
                </a:cubicBezTo>
                <a:cubicBezTo>
                  <a:pt x="96852" y="41872"/>
                  <a:pt x="94059" y="48281"/>
                  <a:pt x="88471" y="53347"/>
                </a:cubicBezTo>
                <a:cubicBezTo>
                  <a:pt x="84901" y="56551"/>
                  <a:pt x="79908" y="58955"/>
                  <a:pt x="73493" y="60557"/>
                </a:cubicBezTo>
                <a:lnTo>
                  <a:pt x="98792" y="96265"/>
                </a:lnTo>
                <a:cubicBezTo>
                  <a:pt x="102104" y="100825"/>
                  <a:pt x="104458" y="103668"/>
                  <a:pt x="105855" y="104795"/>
                </a:cubicBezTo>
                <a:cubicBezTo>
                  <a:pt x="107976" y="106383"/>
                  <a:pt x="110433" y="107253"/>
                  <a:pt x="113227" y="107407"/>
                </a:cubicBezTo>
                <a:lnTo>
                  <a:pt x="113227" y="110356"/>
                </a:lnTo>
                <a:lnTo>
                  <a:pt x="80089" y="110356"/>
                </a:lnTo>
                <a:lnTo>
                  <a:pt x="46176" y="62395"/>
                </a:lnTo>
                <a:lnTo>
                  <a:pt x="39269" y="62395"/>
                </a:lnTo>
                <a:moveTo>
                  <a:pt x="39269" y="11020"/>
                </a:moveTo>
                <a:lnTo>
                  <a:pt x="39269" y="56808"/>
                </a:lnTo>
                <a:lnTo>
                  <a:pt x="43692" y="56808"/>
                </a:lnTo>
                <a:cubicBezTo>
                  <a:pt x="50884" y="56808"/>
                  <a:pt x="56264" y="56153"/>
                  <a:pt x="59834" y="54843"/>
                </a:cubicBezTo>
                <a:cubicBezTo>
                  <a:pt x="63404" y="53532"/>
                  <a:pt x="66211" y="51168"/>
                  <a:pt x="68255" y="47752"/>
                </a:cubicBezTo>
                <a:cubicBezTo>
                  <a:pt x="70298" y="44334"/>
                  <a:pt x="71320" y="39876"/>
                  <a:pt x="71320" y="34377"/>
                </a:cubicBezTo>
                <a:cubicBezTo>
                  <a:pt x="71320" y="26411"/>
                  <a:pt x="69444" y="20527"/>
                  <a:pt x="65694" y="16724"/>
                </a:cubicBezTo>
                <a:cubicBezTo>
                  <a:pt x="61943" y="12921"/>
                  <a:pt x="55902" y="11020"/>
                  <a:pt x="47572" y="11020"/>
                </a:cubicBezTo>
                <a:lnTo>
                  <a:pt x="39269" y="11020"/>
                </a:lnTo>
                <a:close/>
                <a:moveTo>
                  <a:pt x="187779" y="111287"/>
                </a:moveTo>
                <a:cubicBezTo>
                  <a:pt x="190159" y="118194"/>
                  <a:pt x="193858" y="123387"/>
                  <a:pt x="198877" y="126866"/>
                </a:cubicBezTo>
                <a:cubicBezTo>
                  <a:pt x="203895" y="130346"/>
                  <a:pt x="210181" y="132085"/>
                  <a:pt x="217735" y="132085"/>
                </a:cubicBezTo>
                <a:cubicBezTo>
                  <a:pt x="219804" y="132085"/>
                  <a:pt x="222003" y="131879"/>
                  <a:pt x="224331" y="131465"/>
                </a:cubicBezTo>
                <a:lnTo>
                  <a:pt x="224331" y="136276"/>
                </a:lnTo>
                <a:cubicBezTo>
                  <a:pt x="216519" y="138346"/>
                  <a:pt x="209535" y="139380"/>
                  <a:pt x="203378" y="139380"/>
                </a:cubicBezTo>
                <a:cubicBezTo>
                  <a:pt x="193755" y="139380"/>
                  <a:pt x="185153" y="137000"/>
                  <a:pt x="177574" y="132238"/>
                </a:cubicBezTo>
                <a:cubicBezTo>
                  <a:pt x="169994" y="127478"/>
                  <a:pt x="164290" y="120495"/>
                  <a:pt x="160462" y="111287"/>
                </a:cubicBezTo>
                <a:cubicBezTo>
                  <a:pt x="147734" y="108598"/>
                  <a:pt x="137477" y="102369"/>
                  <a:pt x="129691" y="92599"/>
                </a:cubicBezTo>
                <a:cubicBezTo>
                  <a:pt x="121904" y="82827"/>
                  <a:pt x="118011" y="71168"/>
                  <a:pt x="118011" y="57622"/>
                </a:cubicBezTo>
                <a:cubicBezTo>
                  <a:pt x="118011" y="41906"/>
                  <a:pt x="123288" y="28839"/>
                  <a:pt x="133843" y="18422"/>
                </a:cubicBezTo>
                <a:cubicBezTo>
                  <a:pt x="144397" y="8003"/>
                  <a:pt x="157797" y="2794"/>
                  <a:pt x="174043" y="2794"/>
                </a:cubicBezTo>
                <a:cubicBezTo>
                  <a:pt x="190237" y="2794"/>
                  <a:pt x="203585" y="8016"/>
                  <a:pt x="214087" y="18461"/>
                </a:cubicBezTo>
                <a:cubicBezTo>
                  <a:pt x="224590" y="28903"/>
                  <a:pt x="229842" y="41957"/>
                  <a:pt x="229842" y="57622"/>
                </a:cubicBezTo>
                <a:cubicBezTo>
                  <a:pt x="229842" y="71271"/>
                  <a:pt x="225728" y="83137"/>
                  <a:pt x="217502" y="93219"/>
                </a:cubicBezTo>
                <a:cubicBezTo>
                  <a:pt x="209276" y="103300"/>
                  <a:pt x="199368" y="109323"/>
                  <a:pt x="187779" y="111287"/>
                </a:cubicBezTo>
                <a:moveTo>
                  <a:pt x="173965" y="8692"/>
                </a:moveTo>
                <a:cubicBezTo>
                  <a:pt x="164652" y="8692"/>
                  <a:pt x="157461" y="13525"/>
                  <a:pt x="152391" y="23192"/>
                </a:cubicBezTo>
                <a:cubicBezTo>
                  <a:pt x="148148" y="31308"/>
                  <a:pt x="146027" y="42863"/>
                  <a:pt x="146027" y="57855"/>
                </a:cubicBezTo>
                <a:cubicBezTo>
                  <a:pt x="146027" y="75845"/>
                  <a:pt x="149209" y="89183"/>
                  <a:pt x="155573" y="97868"/>
                </a:cubicBezTo>
                <a:cubicBezTo>
                  <a:pt x="160022" y="103917"/>
                  <a:pt x="166153" y="106941"/>
                  <a:pt x="173965" y="106941"/>
                </a:cubicBezTo>
                <a:cubicBezTo>
                  <a:pt x="181829" y="106941"/>
                  <a:pt x="187960" y="103969"/>
                  <a:pt x="192358" y="98024"/>
                </a:cubicBezTo>
                <a:cubicBezTo>
                  <a:pt x="198721" y="89493"/>
                  <a:pt x="201903" y="76672"/>
                  <a:pt x="201903" y="59560"/>
                </a:cubicBezTo>
                <a:cubicBezTo>
                  <a:pt x="201903" y="42708"/>
                  <a:pt x="199911" y="30508"/>
                  <a:pt x="195928" y="22959"/>
                </a:cubicBezTo>
                <a:cubicBezTo>
                  <a:pt x="190961" y="13448"/>
                  <a:pt x="183640" y="8692"/>
                  <a:pt x="173965" y="8692"/>
                </a:cubicBezTo>
                <a:close/>
                <a:moveTo>
                  <a:pt x="258971" y="57584"/>
                </a:moveTo>
                <a:lnTo>
                  <a:pt x="258971" y="54790"/>
                </a:lnTo>
                <a:cubicBezTo>
                  <a:pt x="264869" y="53086"/>
                  <a:pt x="268956" y="51498"/>
                  <a:pt x="271233" y="50027"/>
                </a:cubicBezTo>
                <a:cubicBezTo>
                  <a:pt x="273509" y="48556"/>
                  <a:pt x="275475" y="46310"/>
                  <a:pt x="277131" y="43290"/>
                </a:cubicBezTo>
                <a:cubicBezTo>
                  <a:pt x="278786" y="40269"/>
                  <a:pt x="279614" y="37210"/>
                  <a:pt x="279614" y="34113"/>
                </a:cubicBezTo>
                <a:cubicBezTo>
                  <a:pt x="279614" y="29828"/>
                  <a:pt x="278049" y="26150"/>
                  <a:pt x="274919" y="23078"/>
                </a:cubicBezTo>
                <a:cubicBezTo>
                  <a:pt x="271789" y="20006"/>
                  <a:pt x="267896" y="18470"/>
                  <a:pt x="263239" y="18470"/>
                </a:cubicBezTo>
                <a:cubicBezTo>
                  <a:pt x="255996" y="18470"/>
                  <a:pt x="249839" y="22325"/>
                  <a:pt x="244769" y="30034"/>
                </a:cubicBezTo>
                <a:lnTo>
                  <a:pt x="241897" y="29025"/>
                </a:lnTo>
                <a:cubicBezTo>
                  <a:pt x="245623" y="20359"/>
                  <a:pt x="250395" y="13846"/>
                  <a:pt x="256216" y="9487"/>
                </a:cubicBezTo>
                <a:cubicBezTo>
                  <a:pt x="262036" y="5128"/>
                  <a:pt x="268516" y="2949"/>
                  <a:pt x="275656" y="2949"/>
                </a:cubicBezTo>
                <a:cubicBezTo>
                  <a:pt x="282951" y="2949"/>
                  <a:pt x="288966" y="5174"/>
                  <a:pt x="293700" y="9623"/>
                </a:cubicBezTo>
                <a:cubicBezTo>
                  <a:pt x="298433" y="14073"/>
                  <a:pt x="300800" y="19272"/>
                  <a:pt x="300800" y="25222"/>
                </a:cubicBezTo>
                <a:cubicBezTo>
                  <a:pt x="300800" y="29102"/>
                  <a:pt x="299701" y="32840"/>
                  <a:pt x="297502" y="36436"/>
                </a:cubicBezTo>
                <a:cubicBezTo>
                  <a:pt x="295303" y="40032"/>
                  <a:pt x="291850" y="43201"/>
                  <a:pt x="287142" y="45943"/>
                </a:cubicBezTo>
                <a:cubicBezTo>
                  <a:pt x="293195" y="48895"/>
                  <a:pt x="297813" y="52534"/>
                  <a:pt x="300994" y="56859"/>
                </a:cubicBezTo>
                <a:cubicBezTo>
                  <a:pt x="304176" y="61183"/>
                  <a:pt x="305767" y="66609"/>
                  <a:pt x="305767" y="73136"/>
                </a:cubicBezTo>
                <a:cubicBezTo>
                  <a:pt x="305767" y="84118"/>
                  <a:pt x="301796" y="93455"/>
                  <a:pt x="293855" y="101147"/>
                </a:cubicBezTo>
                <a:cubicBezTo>
                  <a:pt x="285913" y="108838"/>
                  <a:pt x="275268" y="112684"/>
                  <a:pt x="261920" y="112684"/>
                </a:cubicBezTo>
                <a:cubicBezTo>
                  <a:pt x="253021" y="112684"/>
                  <a:pt x="246528" y="111204"/>
                  <a:pt x="242441" y="108243"/>
                </a:cubicBezTo>
                <a:cubicBezTo>
                  <a:pt x="239492" y="106167"/>
                  <a:pt x="238017" y="103493"/>
                  <a:pt x="238017" y="100221"/>
                </a:cubicBezTo>
                <a:cubicBezTo>
                  <a:pt x="238017" y="97833"/>
                  <a:pt x="238871" y="95795"/>
                  <a:pt x="240578" y="94107"/>
                </a:cubicBezTo>
                <a:cubicBezTo>
                  <a:pt x="242286" y="92419"/>
                  <a:pt x="244252" y="91575"/>
                  <a:pt x="246476" y="91575"/>
                </a:cubicBezTo>
                <a:cubicBezTo>
                  <a:pt x="248184" y="91575"/>
                  <a:pt x="249787" y="91939"/>
                  <a:pt x="251288" y="92666"/>
                </a:cubicBezTo>
                <a:cubicBezTo>
                  <a:pt x="252116" y="93084"/>
                  <a:pt x="255052" y="95360"/>
                  <a:pt x="260096" y="99496"/>
                </a:cubicBezTo>
                <a:cubicBezTo>
                  <a:pt x="265141" y="103632"/>
                  <a:pt x="269862" y="105699"/>
                  <a:pt x="274259" y="105699"/>
                </a:cubicBezTo>
                <a:cubicBezTo>
                  <a:pt x="278088" y="105699"/>
                  <a:pt x="281373" y="104184"/>
                  <a:pt x="284115" y="101152"/>
                </a:cubicBezTo>
                <a:cubicBezTo>
                  <a:pt x="286857" y="98121"/>
                  <a:pt x="288228" y="94273"/>
                  <a:pt x="288228" y="89608"/>
                </a:cubicBezTo>
                <a:cubicBezTo>
                  <a:pt x="288228" y="82509"/>
                  <a:pt x="285745" y="75967"/>
                  <a:pt x="280778" y="69981"/>
                </a:cubicBezTo>
                <a:cubicBezTo>
                  <a:pt x="275811" y="63996"/>
                  <a:pt x="268542" y="59863"/>
                  <a:pt x="258971" y="57584"/>
                </a:cubicBezTo>
                <a:close/>
                <a:moveTo>
                  <a:pt x="337353" y="37251"/>
                </a:moveTo>
                <a:cubicBezTo>
                  <a:pt x="339733" y="37251"/>
                  <a:pt x="341764" y="38092"/>
                  <a:pt x="343445" y="39773"/>
                </a:cubicBezTo>
                <a:cubicBezTo>
                  <a:pt x="345127" y="41455"/>
                  <a:pt x="345968" y="43485"/>
                  <a:pt x="345968" y="45865"/>
                </a:cubicBezTo>
                <a:cubicBezTo>
                  <a:pt x="345968" y="48245"/>
                  <a:pt x="345127" y="50276"/>
                  <a:pt x="343445" y="51957"/>
                </a:cubicBezTo>
                <a:cubicBezTo>
                  <a:pt x="341764" y="53639"/>
                  <a:pt x="339733" y="54479"/>
                  <a:pt x="337353" y="54479"/>
                </a:cubicBezTo>
                <a:cubicBezTo>
                  <a:pt x="334973" y="54479"/>
                  <a:pt x="332943" y="53639"/>
                  <a:pt x="331261" y="51957"/>
                </a:cubicBezTo>
                <a:cubicBezTo>
                  <a:pt x="329580" y="50276"/>
                  <a:pt x="328739" y="48245"/>
                  <a:pt x="328739" y="45865"/>
                </a:cubicBezTo>
                <a:cubicBezTo>
                  <a:pt x="328739" y="43485"/>
                  <a:pt x="329580" y="41455"/>
                  <a:pt x="331261" y="39773"/>
                </a:cubicBezTo>
                <a:cubicBezTo>
                  <a:pt x="332943" y="38092"/>
                  <a:pt x="334973" y="37251"/>
                  <a:pt x="337353" y="37251"/>
                </a:cubicBezTo>
                <a:moveTo>
                  <a:pt x="337198" y="95223"/>
                </a:moveTo>
                <a:cubicBezTo>
                  <a:pt x="339630" y="95223"/>
                  <a:pt x="341686" y="96076"/>
                  <a:pt x="343368" y="97784"/>
                </a:cubicBezTo>
                <a:cubicBezTo>
                  <a:pt x="345049" y="99491"/>
                  <a:pt x="345890" y="101535"/>
                  <a:pt x="345890" y="103914"/>
                </a:cubicBezTo>
                <a:cubicBezTo>
                  <a:pt x="345890" y="106294"/>
                  <a:pt x="345036" y="108325"/>
                  <a:pt x="343329" y="110007"/>
                </a:cubicBezTo>
                <a:cubicBezTo>
                  <a:pt x="341622" y="111688"/>
                  <a:pt x="339578" y="112529"/>
                  <a:pt x="337198" y="112529"/>
                </a:cubicBezTo>
                <a:cubicBezTo>
                  <a:pt x="334818" y="112529"/>
                  <a:pt x="332788" y="111688"/>
                  <a:pt x="331106" y="110007"/>
                </a:cubicBezTo>
                <a:cubicBezTo>
                  <a:pt x="329425" y="108325"/>
                  <a:pt x="328584" y="106294"/>
                  <a:pt x="328584" y="103914"/>
                </a:cubicBezTo>
                <a:cubicBezTo>
                  <a:pt x="328584" y="101535"/>
                  <a:pt x="329425" y="99491"/>
                  <a:pt x="331106" y="97784"/>
                </a:cubicBezTo>
                <a:cubicBezTo>
                  <a:pt x="332788" y="96076"/>
                  <a:pt x="334818" y="95223"/>
                  <a:pt x="337198" y="95223"/>
                </a:cubicBezTo>
                <a:close/>
                <a:moveTo>
                  <a:pt x="447890" y="107484"/>
                </a:moveTo>
                <a:lnTo>
                  <a:pt x="447890" y="110356"/>
                </a:lnTo>
                <a:lnTo>
                  <a:pt x="402801" y="110356"/>
                </a:lnTo>
                <a:lnTo>
                  <a:pt x="402801" y="107484"/>
                </a:lnTo>
                <a:lnTo>
                  <a:pt x="406526" y="107484"/>
                </a:lnTo>
                <a:cubicBezTo>
                  <a:pt x="410872" y="107484"/>
                  <a:pt x="414028" y="106217"/>
                  <a:pt x="415994" y="103682"/>
                </a:cubicBezTo>
                <a:cubicBezTo>
                  <a:pt x="417236" y="102026"/>
                  <a:pt x="417857" y="98042"/>
                  <a:pt x="417857" y="91730"/>
                </a:cubicBezTo>
                <a:lnTo>
                  <a:pt x="417857" y="23747"/>
                </a:lnTo>
                <a:cubicBezTo>
                  <a:pt x="417857" y="18419"/>
                  <a:pt x="417521" y="14900"/>
                  <a:pt x="416848" y="13193"/>
                </a:cubicBezTo>
                <a:cubicBezTo>
                  <a:pt x="416331" y="11900"/>
                  <a:pt x="415270" y="10787"/>
                  <a:pt x="413666" y="9856"/>
                </a:cubicBezTo>
                <a:cubicBezTo>
                  <a:pt x="411390" y="8614"/>
                  <a:pt x="409010" y="7993"/>
                  <a:pt x="406526" y="7993"/>
                </a:cubicBezTo>
                <a:lnTo>
                  <a:pt x="402801" y="7993"/>
                </a:lnTo>
                <a:lnTo>
                  <a:pt x="402801" y="5122"/>
                </a:lnTo>
                <a:lnTo>
                  <a:pt x="447890" y="5122"/>
                </a:lnTo>
                <a:lnTo>
                  <a:pt x="447890" y="7993"/>
                </a:lnTo>
                <a:lnTo>
                  <a:pt x="444088" y="7993"/>
                </a:lnTo>
                <a:cubicBezTo>
                  <a:pt x="439794" y="7993"/>
                  <a:pt x="436663" y="9261"/>
                  <a:pt x="434697" y="11796"/>
                </a:cubicBezTo>
                <a:cubicBezTo>
                  <a:pt x="433404" y="13452"/>
                  <a:pt x="432757" y="17435"/>
                  <a:pt x="432757" y="23747"/>
                </a:cubicBezTo>
                <a:lnTo>
                  <a:pt x="432757" y="91730"/>
                </a:lnTo>
                <a:cubicBezTo>
                  <a:pt x="432757" y="97059"/>
                  <a:pt x="433094" y="100577"/>
                  <a:pt x="433766" y="102285"/>
                </a:cubicBezTo>
                <a:cubicBezTo>
                  <a:pt x="434284" y="103578"/>
                  <a:pt x="435370" y="104691"/>
                  <a:pt x="437026" y="105622"/>
                </a:cubicBezTo>
                <a:cubicBezTo>
                  <a:pt x="439250" y="106864"/>
                  <a:pt x="441604" y="107484"/>
                  <a:pt x="444088" y="107484"/>
                </a:cubicBezTo>
                <a:lnTo>
                  <a:pt x="447890" y="107484"/>
                </a:lnTo>
                <a:close/>
                <a:moveTo>
                  <a:pt x="477845" y="52384"/>
                </a:moveTo>
                <a:cubicBezTo>
                  <a:pt x="483018" y="47210"/>
                  <a:pt x="486071" y="44235"/>
                  <a:pt x="487002" y="43459"/>
                </a:cubicBezTo>
                <a:cubicBezTo>
                  <a:pt x="489330" y="41493"/>
                  <a:pt x="491840" y="39967"/>
                  <a:pt x="494530" y="38881"/>
                </a:cubicBezTo>
                <a:cubicBezTo>
                  <a:pt x="497220" y="37794"/>
                  <a:pt x="499885" y="37251"/>
                  <a:pt x="502523" y="37251"/>
                </a:cubicBezTo>
                <a:cubicBezTo>
                  <a:pt x="506973" y="37251"/>
                  <a:pt x="510801" y="38544"/>
                  <a:pt x="514009" y="41131"/>
                </a:cubicBezTo>
                <a:cubicBezTo>
                  <a:pt x="517217" y="43718"/>
                  <a:pt x="519364" y="47469"/>
                  <a:pt x="520450" y="52384"/>
                </a:cubicBezTo>
                <a:cubicBezTo>
                  <a:pt x="525779" y="46176"/>
                  <a:pt x="530280" y="42101"/>
                  <a:pt x="533954" y="40161"/>
                </a:cubicBezTo>
                <a:cubicBezTo>
                  <a:pt x="537627" y="38221"/>
                  <a:pt x="541404" y="37251"/>
                  <a:pt x="545284" y="37251"/>
                </a:cubicBezTo>
                <a:cubicBezTo>
                  <a:pt x="549061" y="37251"/>
                  <a:pt x="552411" y="38219"/>
                  <a:pt x="555334" y="40156"/>
                </a:cubicBezTo>
                <a:cubicBezTo>
                  <a:pt x="558257" y="42092"/>
                  <a:pt x="560573" y="45253"/>
                  <a:pt x="562280" y="49641"/>
                </a:cubicBezTo>
                <a:cubicBezTo>
                  <a:pt x="563418" y="52635"/>
                  <a:pt x="563987" y="57333"/>
                  <a:pt x="563987" y="63734"/>
                </a:cubicBezTo>
                <a:lnTo>
                  <a:pt x="563987" y="94243"/>
                </a:lnTo>
                <a:cubicBezTo>
                  <a:pt x="563987" y="98683"/>
                  <a:pt x="564324" y="101729"/>
                  <a:pt x="564996" y="103381"/>
                </a:cubicBezTo>
                <a:cubicBezTo>
                  <a:pt x="565514" y="104516"/>
                  <a:pt x="566471" y="105484"/>
                  <a:pt x="567868" y="106284"/>
                </a:cubicBezTo>
                <a:cubicBezTo>
                  <a:pt x="569264" y="107084"/>
                  <a:pt x="571541" y="107484"/>
                  <a:pt x="574697" y="107484"/>
                </a:cubicBezTo>
                <a:lnTo>
                  <a:pt x="574697" y="110356"/>
                </a:lnTo>
                <a:lnTo>
                  <a:pt x="539619" y="110356"/>
                </a:lnTo>
                <a:lnTo>
                  <a:pt x="539619" y="107484"/>
                </a:lnTo>
                <a:lnTo>
                  <a:pt x="541093" y="107484"/>
                </a:lnTo>
                <a:cubicBezTo>
                  <a:pt x="544146" y="107484"/>
                  <a:pt x="546526" y="106893"/>
                  <a:pt x="548233" y="105709"/>
                </a:cubicBezTo>
                <a:cubicBezTo>
                  <a:pt x="549423" y="104885"/>
                  <a:pt x="550277" y="103572"/>
                  <a:pt x="550794" y="101771"/>
                </a:cubicBezTo>
                <a:cubicBezTo>
                  <a:pt x="551001" y="100896"/>
                  <a:pt x="551105" y="98400"/>
                  <a:pt x="551105" y="94282"/>
                </a:cubicBezTo>
                <a:lnTo>
                  <a:pt x="551105" y="63860"/>
                </a:lnTo>
                <a:cubicBezTo>
                  <a:pt x="551105" y="58095"/>
                  <a:pt x="550406" y="54028"/>
                  <a:pt x="549009" y="51661"/>
                </a:cubicBezTo>
                <a:cubicBezTo>
                  <a:pt x="546992" y="48366"/>
                  <a:pt x="543758" y="46719"/>
                  <a:pt x="539309" y="46719"/>
                </a:cubicBezTo>
                <a:cubicBezTo>
                  <a:pt x="536566" y="46719"/>
                  <a:pt x="533811" y="47401"/>
                  <a:pt x="531044" y="48766"/>
                </a:cubicBezTo>
                <a:cubicBezTo>
                  <a:pt x="528276" y="50129"/>
                  <a:pt x="524926" y="52664"/>
                  <a:pt x="520994" y="56371"/>
                </a:cubicBezTo>
                <a:lnTo>
                  <a:pt x="520838" y="57220"/>
                </a:lnTo>
                <a:lnTo>
                  <a:pt x="520994" y="60540"/>
                </a:lnTo>
                <a:lnTo>
                  <a:pt x="520994" y="94282"/>
                </a:lnTo>
                <a:cubicBezTo>
                  <a:pt x="520994" y="99121"/>
                  <a:pt x="521265" y="102132"/>
                  <a:pt x="521808" y="103315"/>
                </a:cubicBezTo>
                <a:cubicBezTo>
                  <a:pt x="522352" y="104499"/>
                  <a:pt x="523373" y="105490"/>
                  <a:pt x="524874" y="106289"/>
                </a:cubicBezTo>
                <a:cubicBezTo>
                  <a:pt x="526374" y="107086"/>
                  <a:pt x="528935" y="107484"/>
                  <a:pt x="532557" y="107484"/>
                </a:cubicBezTo>
                <a:lnTo>
                  <a:pt x="532557" y="110356"/>
                </a:lnTo>
                <a:lnTo>
                  <a:pt x="496625" y="110356"/>
                </a:lnTo>
                <a:lnTo>
                  <a:pt x="496625" y="107484"/>
                </a:lnTo>
                <a:cubicBezTo>
                  <a:pt x="500557" y="107484"/>
                  <a:pt x="503261" y="107021"/>
                  <a:pt x="504735" y="106095"/>
                </a:cubicBezTo>
                <a:cubicBezTo>
                  <a:pt x="506210" y="105168"/>
                  <a:pt x="507231" y="103779"/>
                  <a:pt x="507801" y="101926"/>
                </a:cubicBezTo>
                <a:cubicBezTo>
                  <a:pt x="508059" y="101050"/>
                  <a:pt x="508189" y="98501"/>
                  <a:pt x="508189" y="94282"/>
                </a:cubicBezTo>
                <a:lnTo>
                  <a:pt x="508189" y="63860"/>
                </a:lnTo>
                <a:cubicBezTo>
                  <a:pt x="508189" y="58095"/>
                  <a:pt x="507335" y="53951"/>
                  <a:pt x="505628" y="51429"/>
                </a:cubicBezTo>
                <a:cubicBezTo>
                  <a:pt x="503351" y="48134"/>
                  <a:pt x="500169" y="46486"/>
                  <a:pt x="496082" y="46486"/>
                </a:cubicBezTo>
                <a:cubicBezTo>
                  <a:pt x="493288" y="46486"/>
                  <a:pt x="490520" y="47232"/>
                  <a:pt x="487778" y="48724"/>
                </a:cubicBezTo>
                <a:cubicBezTo>
                  <a:pt x="483484" y="50990"/>
                  <a:pt x="480173" y="53538"/>
                  <a:pt x="477845" y="56369"/>
                </a:cubicBezTo>
                <a:lnTo>
                  <a:pt x="477845" y="94282"/>
                </a:lnTo>
                <a:cubicBezTo>
                  <a:pt x="477845" y="98914"/>
                  <a:pt x="478168" y="101925"/>
                  <a:pt x="478815" y="103315"/>
                </a:cubicBezTo>
                <a:cubicBezTo>
                  <a:pt x="479461" y="104704"/>
                  <a:pt x="480419" y="105746"/>
                  <a:pt x="481686" y="106442"/>
                </a:cubicBezTo>
                <a:cubicBezTo>
                  <a:pt x="482954" y="107137"/>
                  <a:pt x="485528" y="107484"/>
                  <a:pt x="489408" y="107484"/>
                </a:cubicBezTo>
                <a:lnTo>
                  <a:pt x="489408" y="110356"/>
                </a:lnTo>
                <a:lnTo>
                  <a:pt x="454252" y="110356"/>
                </a:lnTo>
                <a:lnTo>
                  <a:pt x="454252" y="107484"/>
                </a:lnTo>
                <a:cubicBezTo>
                  <a:pt x="457512" y="107484"/>
                  <a:pt x="459788" y="107136"/>
                  <a:pt x="461082" y="106439"/>
                </a:cubicBezTo>
                <a:cubicBezTo>
                  <a:pt x="462375" y="105742"/>
                  <a:pt x="463358" y="104632"/>
                  <a:pt x="464031" y="103109"/>
                </a:cubicBezTo>
                <a:cubicBezTo>
                  <a:pt x="464703" y="101586"/>
                  <a:pt x="465040" y="98631"/>
                  <a:pt x="465040" y="94243"/>
                </a:cubicBezTo>
                <a:lnTo>
                  <a:pt x="465040" y="67141"/>
                </a:lnTo>
                <a:cubicBezTo>
                  <a:pt x="465040" y="59345"/>
                  <a:pt x="464807" y="54312"/>
                  <a:pt x="464341" y="52042"/>
                </a:cubicBezTo>
                <a:cubicBezTo>
                  <a:pt x="463979" y="50338"/>
                  <a:pt x="463410" y="49163"/>
                  <a:pt x="462634" y="48518"/>
                </a:cubicBezTo>
                <a:cubicBezTo>
                  <a:pt x="461858" y="47873"/>
                  <a:pt x="460797" y="47551"/>
                  <a:pt x="459452" y="47551"/>
                </a:cubicBezTo>
                <a:cubicBezTo>
                  <a:pt x="458003" y="47551"/>
                  <a:pt x="456270" y="47938"/>
                  <a:pt x="454252" y="48712"/>
                </a:cubicBezTo>
                <a:lnTo>
                  <a:pt x="453088" y="45923"/>
                </a:lnTo>
                <a:lnTo>
                  <a:pt x="474508" y="37251"/>
                </a:lnTo>
                <a:lnTo>
                  <a:pt x="477845" y="37251"/>
                </a:lnTo>
                <a:lnTo>
                  <a:pt x="477845" y="52384"/>
                </a:lnTo>
                <a:close/>
                <a:moveTo>
                  <a:pt x="575267" y="46260"/>
                </a:moveTo>
                <a:lnTo>
                  <a:pt x="597152" y="37406"/>
                </a:lnTo>
                <a:lnTo>
                  <a:pt x="600101" y="37406"/>
                </a:lnTo>
                <a:lnTo>
                  <a:pt x="600101" y="54014"/>
                </a:lnTo>
                <a:cubicBezTo>
                  <a:pt x="603775" y="47754"/>
                  <a:pt x="607461" y="43395"/>
                  <a:pt x="611160" y="40937"/>
                </a:cubicBezTo>
                <a:cubicBezTo>
                  <a:pt x="614859" y="38480"/>
                  <a:pt x="618753" y="37251"/>
                  <a:pt x="622840" y="37251"/>
                </a:cubicBezTo>
                <a:cubicBezTo>
                  <a:pt x="629980" y="37251"/>
                  <a:pt x="635930" y="40041"/>
                  <a:pt x="640689" y="45623"/>
                </a:cubicBezTo>
                <a:cubicBezTo>
                  <a:pt x="646536" y="52446"/>
                  <a:pt x="649459" y="61335"/>
                  <a:pt x="649459" y="72292"/>
                </a:cubicBezTo>
                <a:cubicBezTo>
                  <a:pt x="649459" y="84541"/>
                  <a:pt x="645941" y="94671"/>
                  <a:pt x="638904" y="102682"/>
                </a:cubicBezTo>
                <a:cubicBezTo>
                  <a:pt x="633110" y="109247"/>
                  <a:pt x="625815" y="112529"/>
                  <a:pt x="617020" y="112529"/>
                </a:cubicBezTo>
                <a:cubicBezTo>
                  <a:pt x="613191" y="112529"/>
                  <a:pt x="609880" y="111986"/>
                  <a:pt x="607086" y="110899"/>
                </a:cubicBezTo>
                <a:cubicBezTo>
                  <a:pt x="605016" y="110123"/>
                  <a:pt x="602688" y="108571"/>
                  <a:pt x="600101" y="106243"/>
                </a:cubicBezTo>
                <a:lnTo>
                  <a:pt x="600101" y="127895"/>
                </a:lnTo>
                <a:cubicBezTo>
                  <a:pt x="600101" y="132758"/>
                  <a:pt x="600399" y="135849"/>
                  <a:pt x="600994" y="137169"/>
                </a:cubicBezTo>
                <a:cubicBezTo>
                  <a:pt x="601589" y="138488"/>
                  <a:pt x="602624" y="139536"/>
                  <a:pt x="604098" y="140312"/>
                </a:cubicBezTo>
                <a:cubicBezTo>
                  <a:pt x="605573" y="141088"/>
                  <a:pt x="608250" y="141476"/>
                  <a:pt x="612130" y="141476"/>
                </a:cubicBezTo>
                <a:lnTo>
                  <a:pt x="612130" y="144347"/>
                </a:lnTo>
                <a:lnTo>
                  <a:pt x="574879" y="144347"/>
                </a:lnTo>
                <a:lnTo>
                  <a:pt x="574879" y="141476"/>
                </a:lnTo>
                <a:lnTo>
                  <a:pt x="576820" y="141476"/>
                </a:lnTo>
                <a:cubicBezTo>
                  <a:pt x="579665" y="141528"/>
                  <a:pt x="582097" y="140983"/>
                  <a:pt x="584115" y="139844"/>
                </a:cubicBezTo>
                <a:cubicBezTo>
                  <a:pt x="585098" y="139275"/>
                  <a:pt x="585861" y="138355"/>
                  <a:pt x="586404" y="137086"/>
                </a:cubicBezTo>
                <a:cubicBezTo>
                  <a:pt x="586947" y="135819"/>
                  <a:pt x="587219" y="132596"/>
                  <a:pt x="587219" y="127419"/>
                </a:cubicBezTo>
                <a:lnTo>
                  <a:pt x="587219" y="60162"/>
                </a:lnTo>
                <a:cubicBezTo>
                  <a:pt x="587219" y="55554"/>
                  <a:pt x="587012" y="52629"/>
                  <a:pt x="586598" y="51387"/>
                </a:cubicBezTo>
                <a:cubicBezTo>
                  <a:pt x="586184" y="50144"/>
                  <a:pt x="585524" y="49212"/>
                  <a:pt x="584619" y="48591"/>
                </a:cubicBezTo>
                <a:cubicBezTo>
                  <a:pt x="583714" y="47969"/>
                  <a:pt x="582485" y="47657"/>
                  <a:pt x="580933" y="47657"/>
                </a:cubicBezTo>
                <a:cubicBezTo>
                  <a:pt x="579691" y="47657"/>
                  <a:pt x="578113" y="48020"/>
                  <a:pt x="576199" y="48744"/>
                </a:cubicBezTo>
                <a:lnTo>
                  <a:pt x="575267" y="46260"/>
                </a:lnTo>
                <a:moveTo>
                  <a:pt x="600101" y="58733"/>
                </a:moveTo>
                <a:lnTo>
                  <a:pt x="600101" y="85241"/>
                </a:lnTo>
                <a:cubicBezTo>
                  <a:pt x="600101" y="90977"/>
                  <a:pt x="600334" y="94749"/>
                  <a:pt x="600800" y="96556"/>
                </a:cubicBezTo>
                <a:cubicBezTo>
                  <a:pt x="601524" y="99554"/>
                  <a:pt x="603296" y="102189"/>
                  <a:pt x="606116" y="104463"/>
                </a:cubicBezTo>
                <a:cubicBezTo>
                  <a:pt x="608936" y="106736"/>
                  <a:pt x="612492" y="107872"/>
                  <a:pt x="616787" y="107872"/>
                </a:cubicBezTo>
                <a:cubicBezTo>
                  <a:pt x="621960" y="107872"/>
                  <a:pt x="626151" y="105857"/>
                  <a:pt x="629359" y="101826"/>
                </a:cubicBezTo>
                <a:cubicBezTo>
                  <a:pt x="633550" y="96557"/>
                  <a:pt x="635645" y="89143"/>
                  <a:pt x="635645" y="79583"/>
                </a:cubicBezTo>
                <a:cubicBezTo>
                  <a:pt x="635645" y="68732"/>
                  <a:pt x="633265" y="60388"/>
                  <a:pt x="628505" y="54550"/>
                </a:cubicBezTo>
                <a:cubicBezTo>
                  <a:pt x="625194" y="50519"/>
                  <a:pt x="621262" y="48504"/>
                  <a:pt x="616709" y="48504"/>
                </a:cubicBezTo>
                <a:cubicBezTo>
                  <a:pt x="614226" y="48504"/>
                  <a:pt x="611768" y="49124"/>
                  <a:pt x="609337" y="50364"/>
                </a:cubicBezTo>
                <a:cubicBezTo>
                  <a:pt x="607474" y="51294"/>
                  <a:pt x="604396" y="54083"/>
                  <a:pt x="600101" y="58733"/>
                </a:cubicBezTo>
                <a:close/>
                <a:moveTo>
                  <a:pt x="700136" y="100112"/>
                </a:moveTo>
                <a:cubicBezTo>
                  <a:pt x="692841" y="105751"/>
                  <a:pt x="688262" y="109011"/>
                  <a:pt x="686400" y="109890"/>
                </a:cubicBezTo>
                <a:cubicBezTo>
                  <a:pt x="683606" y="111235"/>
                  <a:pt x="680631" y="111908"/>
                  <a:pt x="677475" y="111908"/>
                </a:cubicBezTo>
                <a:cubicBezTo>
                  <a:pt x="672560" y="111908"/>
                  <a:pt x="668511" y="110226"/>
                  <a:pt x="665329" y="106864"/>
                </a:cubicBezTo>
                <a:cubicBezTo>
                  <a:pt x="662148" y="103501"/>
                  <a:pt x="660557" y="99077"/>
                  <a:pt x="660557" y="93593"/>
                </a:cubicBezTo>
                <a:cubicBezTo>
                  <a:pt x="660557" y="90126"/>
                  <a:pt x="661333" y="87126"/>
                  <a:pt x="662885" y="84591"/>
                </a:cubicBezTo>
                <a:cubicBezTo>
                  <a:pt x="665006" y="81072"/>
                  <a:pt x="668692" y="77761"/>
                  <a:pt x="673944" y="74657"/>
                </a:cubicBezTo>
                <a:cubicBezTo>
                  <a:pt x="679195" y="71553"/>
                  <a:pt x="687926" y="67776"/>
                  <a:pt x="700136" y="63327"/>
                </a:cubicBezTo>
                <a:lnTo>
                  <a:pt x="700136" y="60533"/>
                </a:lnTo>
                <a:cubicBezTo>
                  <a:pt x="700136" y="53445"/>
                  <a:pt x="699011" y="48581"/>
                  <a:pt x="696760" y="45943"/>
                </a:cubicBezTo>
                <a:cubicBezTo>
                  <a:pt x="694509" y="43304"/>
                  <a:pt x="691237" y="41985"/>
                  <a:pt x="686943" y="41985"/>
                </a:cubicBezTo>
                <a:cubicBezTo>
                  <a:pt x="683683" y="41985"/>
                  <a:pt x="681096" y="42861"/>
                  <a:pt x="679182" y="44614"/>
                </a:cubicBezTo>
                <a:cubicBezTo>
                  <a:pt x="677216" y="46366"/>
                  <a:pt x="676233" y="48377"/>
                  <a:pt x="676233" y="50645"/>
                </a:cubicBezTo>
                <a:lnTo>
                  <a:pt x="676388" y="55129"/>
                </a:lnTo>
                <a:cubicBezTo>
                  <a:pt x="676388" y="57500"/>
                  <a:pt x="675780" y="59329"/>
                  <a:pt x="674565" y="60618"/>
                </a:cubicBezTo>
                <a:cubicBezTo>
                  <a:pt x="673349" y="61906"/>
                  <a:pt x="671758" y="62550"/>
                  <a:pt x="669792" y="62550"/>
                </a:cubicBezTo>
                <a:cubicBezTo>
                  <a:pt x="667878" y="62550"/>
                  <a:pt x="666312" y="61880"/>
                  <a:pt x="665097" y="60540"/>
                </a:cubicBezTo>
                <a:cubicBezTo>
                  <a:pt x="663881" y="59198"/>
                  <a:pt x="663273" y="57366"/>
                  <a:pt x="663273" y="55045"/>
                </a:cubicBezTo>
                <a:cubicBezTo>
                  <a:pt x="663273" y="50610"/>
                  <a:pt x="665549" y="46535"/>
                  <a:pt x="670102" y="42822"/>
                </a:cubicBezTo>
                <a:cubicBezTo>
                  <a:pt x="674655" y="39108"/>
                  <a:pt x="681045" y="37251"/>
                  <a:pt x="689271" y="37251"/>
                </a:cubicBezTo>
                <a:cubicBezTo>
                  <a:pt x="695583" y="37251"/>
                  <a:pt x="700757" y="38310"/>
                  <a:pt x="704792" y="40428"/>
                </a:cubicBezTo>
                <a:cubicBezTo>
                  <a:pt x="707845" y="42030"/>
                  <a:pt x="710095" y="44537"/>
                  <a:pt x="711544" y="47948"/>
                </a:cubicBezTo>
                <a:cubicBezTo>
                  <a:pt x="712475" y="50170"/>
                  <a:pt x="712941" y="54717"/>
                  <a:pt x="712941" y="61590"/>
                </a:cubicBezTo>
                <a:lnTo>
                  <a:pt x="712941" y="85696"/>
                </a:lnTo>
                <a:cubicBezTo>
                  <a:pt x="712941" y="92466"/>
                  <a:pt x="713070" y="96613"/>
                  <a:pt x="713329" y="98138"/>
                </a:cubicBezTo>
                <a:cubicBezTo>
                  <a:pt x="713588" y="99662"/>
                  <a:pt x="714014" y="100683"/>
                  <a:pt x="714609" y="101201"/>
                </a:cubicBezTo>
                <a:cubicBezTo>
                  <a:pt x="715204" y="101716"/>
                  <a:pt x="715890" y="101974"/>
                  <a:pt x="716666" y="101974"/>
                </a:cubicBezTo>
                <a:cubicBezTo>
                  <a:pt x="717494" y="101974"/>
                  <a:pt x="718218" y="101793"/>
                  <a:pt x="718839" y="101431"/>
                </a:cubicBezTo>
                <a:cubicBezTo>
                  <a:pt x="719925" y="100758"/>
                  <a:pt x="722021" y="98870"/>
                  <a:pt x="725125" y="95766"/>
                </a:cubicBezTo>
                <a:lnTo>
                  <a:pt x="725125" y="100112"/>
                </a:lnTo>
                <a:cubicBezTo>
                  <a:pt x="719330" y="107872"/>
                  <a:pt x="713794" y="111753"/>
                  <a:pt x="708517" y="111753"/>
                </a:cubicBezTo>
                <a:cubicBezTo>
                  <a:pt x="705982" y="111753"/>
                  <a:pt x="703964" y="110873"/>
                  <a:pt x="702464" y="109114"/>
                </a:cubicBezTo>
                <a:cubicBezTo>
                  <a:pt x="700964" y="107355"/>
                  <a:pt x="700188" y="104354"/>
                  <a:pt x="700136" y="100112"/>
                </a:cubicBezTo>
                <a:moveTo>
                  <a:pt x="700136" y="95024"/>
                </a:moveTo>
                <a:lnTo>
                  <a:pt x="700136" y="68060"/>
                </a:lnTo>
                <a:cubicBezTo>
                  <a:pt x="692323" y="71150"/>
                  <a:pt x="687279" y="73339"/>
                  <a:pt x="685003" y="74628"/>
                </a:cubicBezTo>
                <a:cubicBezTo>
                  <a:pt x="680915" y="76895"/>
                  <a:pt x="677992" y="79264"/>
                  <a:pt x="676233" y="81736"/>
                </a:cubicBezTo>
                <a:cubicBezTo>
                  <a:pt x="674474" y="84208"/>
                  <a:pt x="673595" y="86912"/>
                  <a:pt x="673595" y="89848"/>
                </a:cubicBezTo>
                <a:cubicBezTo>
                  <a:pt x="673595" y="93557"/>
                  <a:pt x="674707" y="96635"/>
                  <a:pt x="676932" y="99081"/>
                </a:cubicBezTo>
                <a:cubicBezTo>
                  <a:pt x="679156" y="101527"/>
                  <a:pt x="681717" y="102750"/>
                  <a:pt x="684615" y="102750"/>
                </a:cubicBezTo>
                <a:cubicBezTo>
                  <a:pt x="688547" y="102750"/>
                  <a:pt x="693720" y="100175"/>
                  <a:pt x="700136" y="95024"/>
                </a:cubicBezTo>
                <a:close/>
                <a:moveTo>
                  <a:pt x="790803" y="83349"/>
                </a:moveTo>
                <a:cubicBezTo>
                  <a:pt x="788889" y="92713"/>
                  <a:pt x="785138" y="99918"/>
                  <a:pt x="779550" y="104962"/>
                </a:cubicBezTo>
                <a:cubicBezTo>
                  <a:pt x="773963" y="110007"/>
                  <a:pt x="767780" y="112529"/>
                  <a:pt x="761002" y="112529"/>
                </a:cubicBezTo>
                <a:cubicBezTo>
                  <a:pt x="752931" y="112529"/>
                  <a:pt x="745895" y="109144"/>
                  <a:pt x="739894" y="102374"/>
                </a:cubicBezTo>
                <a:cubicBezTo>
                  <a:pt x="733892" y="95603"/>
                  <a:pt x="730891" y="86455"/>
                  <a:pt x="730891" y="74929"/>
                </a:cubicBezTo>
                <a:cubicBezTo>
                  <a:pt x="730891" y="63765"/>
                  <a:pt x="734215" y="54694"/>
                  <a:pt x="740864" y="47718"/>
                </a:cubicBezTo>
                <a:cubicBezTo>
                  <a:pt x="747512" y="40740"/>
                  <a:pt x="755492" y="37251"/>
                  <a:pt x="764805" y="37251"/>
                </a:cubicBezTo>
                <a:cubicBezTo>
                  <a:pt x="771790" y="37251"/>
                  <a:pt x="777533" y="39095"/>
                  <a:pt x="782034" y="42783"/>
                </a:cubicBezTo>
                <a:cubicBezTo>
                  <a:pt x="786535" y="46469"/>
                  <a:pt x="788785" y="50298"/>
                  <a:pt x="788785" y="54268"/>
                </a:cubicBezTo>
                <a:cubicBezTo>
                  <a:pt x="788785" y="56228"/>
                  <a:pt x="788152" y="57814"/>
                  <a:pt x="786884" y="59027"/>
                </a:cubicBezTo>
                <a:cubicBezTo>
                  <a:pt x="785616" y="60238"/>
                  <a:pt x="783844" y="60843"/>
                  <a:pt x="781568" y="60843"/>
                </a:cubicBezTo>
                <a:cubicBezTo>
                  <a:pt x="778516" y="60843"/>
                  <a:pt x="776213" y="59860"/>
                  <a:pt x="774661" y="57894"/>
                </a:cubicBezTo>
                <a:cubicBezTo>
                  <a:pt x="773782" y="56808"/>
                  <a:pt x="773200" y="54738"/>
                  <a:pt x="772915" y="51686"/>
                </a:cubicBezTo>
                <a:cubicBezTo>
                  <a:pt x="772630" y="48633"/>
                  <a:pt x="771583" y="46305"/>
                  <a:pt x="769772" y="44701"/>
                </a:cubicBezTo>
                <a:cubicBezTo>
                  <a:pt x="767961" y="43149"/>
                  <a:pt x="765452" y="42373"/>
                  <a:pt x="762244" y="42373"/>
                </a:cubicBezTo>
                <a:cubicBezTo>
                  <a:pt x="757070" y="42373"/>
                  <a:pt x="752906" y="44287"/>
                  <a:pt x="749750" y="48116"/>
                </a:cubicBezTo>
                <a:cubicBezTo>
                  <a:pt x="745559" y="53186"/>
                  <a:pt x="743463" y="59886"/>
                  <a:pt x="743463" y="68216"/>
                </a:cubicBezTo>
                <a:cubicBezTo>
                  <a:pt x="743463" y="76701"/>
                  <a:pt x="745546" y="84190"/>
                  <a:pt x="749711" y="90683"/>
                </a:cubicBezTo>
                <a:cubicBezTo>
                  <a:pt x="753876" y="97176"/>
                  <a:pt x="759502" y="100422"/>
                  <a:pt x="766590" y="100422"/>
                </a:cubicBezTo>
                <a:cubicBezTo>
                  <a:pt x="771660" y="100422"/>
                  <a:pt x="776213" y="98689"/>
                  <a:pt x="780249" y="95223"/>
                </a:cubicBezTo>
                <a:cubicBezTo>
                  <a:pt x="783094" y="92843"/>
                  <a:pt x="785862" y="88523"/>
                  <a:pt x="788553" y="82262"/>
                </a:cubicBezTo>
                <a:lnTo>
                  <a:pt x="790803" y="83349"/>
                </a:lnTo>
                <a:close/>
                <a:moveTo>
                  <a:pt x="821636" y="15832"/>
                </a:moveTo>
                <a:lnTo>
                  <a:pt x="821636" y="39269"/>
                </a:lnTo>
                <a:lnTo>
                  <a:pt x="838244" y="39269"/>
                </a:lnTo>
                <a:lnTo>
                  <a:pt x="838244" y="44701"/>
                </a:lnTo>
                <a:lnTo>
                  <a:pt x="821636" y="44701"/>
                </a:lnTo>
                <a:lnTo>
                  <a:pt x="821636" y="90736"/>
                </a:lnTo>
                <a:cubicBezTo>
                  <a:pt x="821636" y="95336"/>
                  <a:pt x="822296" y="98437"/>
                  <a:pt x="823615" y="100039"/>
                </a:cubicBezTo>
                <a:cubicBezTo>
                  <a:pt x="824934" y="101640"/>
                  <a:pt x="826629" y="102440"/>
                  <a:pt x="828698" y="102440"/>
                </a:cubicBezTo>
                <a:cubicBezTo>
                  <a:pt x="830405" y="102440"/>
                  <a:pt x="832061" y="101910"/>
                  <a:pt x="833665" y="100849"/>
                </a:cubicBezTo>
                <a:cubicBezTo>
                  <a:pt x="835269" y="99788"/>
                  <a:pt x="836510" y="98223"/>
                  <a:pt x="837390" y="96154"/>
                </a:cubicBezTo>
                <a:lnTo>
                  <a:pt x="840417" y="96154"/>
                </a:lnTo>
                <a:cubicBezTo>
                  <a:pt x="838606" y="101239"/>
                  <a:pt x="836045" y="105084"/>
                  <a:pt x="832734" y="107690"/>
                </a:cubicBezTo>
                <a:cubicBezTo>
                  <a:pt x="829422" y="110295"/>
                  <a:pt x="826008" y="111597"/>
                  <a:pt x="822490" y="111597"/>
                </a:cubicBezTo>
                <a:cubicBezTo>
                  <a:pt x="820110" y="111597"/>
                  <a:pt x="817782" y="110937"/>
                  <a:pt x="815505" y="109616"/>
                </a:cubicBezTo>
                <a:cubicBezTo>
                  <a:pt x="813229" y="108295"/>
                  <a:pt x="811547" y="106405"/>
                  <a:pt x="810461" y="103946"/>
                </a:cubicBezTo>
                <a:cubicBezTo>
                  <a:pt x="809374" y="101485"/>
                  <a:pt x="808831" y="97691"/>
                  <a:pt x="808831" y="92562"/>
                </a:cubicBezTo>
                <a:lnTo>
                  <a:pt x="808831" y="44701"/>
                </a:lnTo>
                <a:lnTo>
                  <a:pt x="797578" y="44701"/>
                </a:lnTo>
                <a:lnTo>
                  <a:pt x="797578" y="42140"/>
                </a:lnTo>
                <a:cubicBezTo>
                  <a:pt x="800424" y="40999"/>
                  <a:pt x="803334" y="39066"/>
                  <a:pt x="806309" y="36341"/>
                </a:cubicBezTo>
                <a:cubicBezTo>
                  <a:pt x="809284" y="33617"/>
                  <a:pt x="811935" y="30387"/>
                  <a:pt x="814263" y="26650"/>
                </a:cubicBezTo>
                <a:cubicBezTo>
                  <a:pt x="815453" y="24680"/>
                  <a:pt x="817109" y="21073"/>
                  <a:pt x="819230" y="15832"/>
                </a:cubicBezTo>
                <a:lnTo>
                  <a:pt x="821636" y="15832"/>
                </a:lnTo>
                <a:close/>
                <a:moveTo>
                  <a:pt x="919680" y="37251"/>
                </a:moveTo>
                <a:cubicBezTo>
                  <a:pt x="930441" y="37251"/>
                  <a:pt x="939081" y="41334"/>
                  <a:pt x="945600" y="49501"/>
                </a:cubicBezTo>
                <a:cubicBezTo>
                  <a:pt x="951136" y="56477"/>
                  <a:pt x="953904" y="64488"/>
                  <a:pt x="953904" y="73534"/>
                </a:cubicBezTo>
                <a:cubicBezTo>
                  <a:pt x="953904" y="79891"/>
                  <a:pt x="952378" y="86326"/>
                  <a:pt x="949325" y="92839"/>
                </a:cubicBezTo>
                <a:cubicBezTo>
                  <a:pt x="946273" y="99349"/>
                  <a:pt x="942069" y="104259"/>
                  <a:pt x="936714" y="107567"/>
                </a:cubicBezTo>
                <a:cubicBezTo>
                  <a:pt x="931359" y="110875"/>
                  <a:pt x="925397" y="112529"/>
                  <a:pt x="918826" y="112529"/>
                </a:cubicBezTo>
                <a:cubicBezTo>
                  <a:pt x="908116" y="112529"/>
                  <a:pt x="899606" y="108264"/>
                  <a:pt x="893294" y="99736"/>
                </a:cubicBezTo>
                <a:cubicBezTo>
                  <a:pt x="887965" y="92552"/>
                  <a:pt x="885300" y="84490"/>
                  <a:pt x="885300" y="75549"/>
                </a:cubicBezTo>
                <a:cubicBezTo>
                  <a:pt x="885300" y="69037"/>
                  <a:pt x="886917" y="62563"/>
                  <a:pt x="890151" y="56129"/>
                </a:cubicBezTo>
                <a:cubicBezTo>
                  <a:pt x="893384" y="49694"/>
                  <a:pt x="897639" y="44939"/>
                  <a:pt x="902917" y="41864"/>
                </a:cubicBezTo>
                <a:cubicBezTo>
                  <a:pt x="908194" y="38788"/>
                  <a:pt x="913782" y="37251"/>
                  <a:pt x="919680" y="37251"/>
                </a:cubicBezTo>
                <a:moveTo>
                  <a:pt x="917274" y="42373"/>
                </a:moveTo>
                <a:cubicBezTo>
                  <a:pt x="914532" y="42373"/>
                  <a:pt x="911777" y="43187"/>
                  <a:pt x="909009" y="44815"/>
                </a:cubicBezTo>
                <a:cubicBezTo>
                  <a:pt x="906241" y="46443"/>
                  <a:pt x="904003" y="49298"/>
                  <a:pt x="902296" y="53381"/>
                </a:cubicBezTo>
                <a:cubicBezTo>
                  <a:pt x="900589" y="57463"/>
                  <a:pt x="899735" y="62708"/>
                  <a:pt x="899735" y="69115"/>
                </a:cubicBezTo>
                <a:cubicBezTo>
                  <a:pt x="899735" y="79450"/>
                  <a:pt x="901791" y="88364"/>
                  <a:pt x="905905" y="95858"/>
                </a:cubicBezTo>
                <a:cubicBezTo>
                  <a:pt x="910018" y="103350"/>
                  <a:pt x="915437" y="107096"/>
                  <a:pt x="922163" y="107096"/>
                </a:cubicBezTo>
                <a:cubicBezTo>
                  <a:pt x="927182" y="107096"/>
                  <a:pt x="931321" y="105029"/>
                  <a:pt x="934580" y="100895"/>
                </a:cubicBezTo>
                <a:cubicBezTo>
                  <a:pt x="937839" y="96761"/>
                  <a:pt x="939469" y="89656"/>
                  <a:pt x="939469" y="79580"/>
                </a:cubicBezTo>
                <a:cubicBezTo>
                  <a:pt x="939469" y="66971"/>
                  <a:pt x="936753" y="57049"/>
                  <a:pt x="931321" y="49813"/>
                </a:cubicBezTo>
                <a:cubicBezTo>
                  <a:pt x="927647" y="44853"/>
                  <a:pt x="922965" y="42373"/>
                  <a:pt x="917274" y="42373"/>
                </a:cubicBezTo>
                <a:close/>
                <a:moveTo>
                  <a:pt x="992163" y="44701"/>
                </a:moveTo>
                <a:lnTo>
                  <a:pt x="992163" y="91478"/>
                </a:lnTo>
                <a:cubicBezTo>
                  <a:pt x="992163" y="98109"/>
                  <a:pt x="992887" y="102304"/>
                  <a:pt x="994336" y="104065"/>
                </a:cubicBezTo>
                <a:cubicBezTo>
                  <a:pt x="996250" y="106345"/>
                  <a:pt x="998811" y="107484"/>
                  <a:pt x="1002019" y="107484"/>
                </a:cubicBezTo>
                <a:lnTo>
                  <a:pt x="1008460" y="107484"/>
                </a:lnTo>
                <a:lnTo>
                  <a:pt x="1008460" y="110356"/>
                </a:lnTo>
                <a:lnTo>
                  <a:pt x="966010" y="110356"/>
                </a:lnTo>
                <a:lnTo>
                  <a:pt x="966010" y="107484"/>
                </a:lnTo>
                <a:lnTo>
                  <a:pt x="969192" y="107484"/>
                </a:lnTo>
                <a:cubicBezTo>
                  <a:pt x="971261" y="107484"/>
                  <a:pt x="973150" y="106966"/>
                  <a:pt x="974857" y="105930"/>
                </a:cubicBezTo>
                <a:cubicBezTo>
                  <a:pt x="976564" y="104893"/>
                  <a:pt x="977741" y="103495"/>
                  <a:pt x="978388" y="101734"/>
                </a:cubicBezTo>
                <a:cubicBezTo>
                  <a:pt x="979035" y="99974"/>
                  <a:pt x="979358" y="96555"/>
                  <a:pt x="979358" y="91478"/>
                </a:cubicBezTo>
                <a:lnTo>
                  <a:pt x="979358" y="44701"/>
                </a:lnTo>
                <a:lnTo>
                  <a:pt x="965544" y="44701"/>
                </a:lnTo>
                <a:lnTo>
                  <a:pt x="965544" y="39269"/>
                </a:lnTo>
                <a:lnTo>
                  <a:pt x="979358" y="39269"/>
                </a:lnTo>
                <a:lnTo>
                  <a:pt x="979358" y="34593"/>
                </a:lnTo>
                <a:cubicBezTo>
                  <a:pt x="979358" y="27477"/>
                  <a:pt x="980496" y="21452"/>
                  <a:pt x="982773" y="16518"/>
                </a:cubicBezTo>
                <a:cubicBezTo>
                  <a:pt x="985049" y="11584"/>
                  <a:pt x="988528" y="7597"/>
                  <a:pt x="993211" y="4559"/>
                </a:cubicBezTo>
                <a:cubicBezTo>
                  <a:pt x="997893" y="1520"/>
                  <a:pt x="1003157" y="0"/>
                  <a:pt x="1009004" y="0"/>
                </a:cubicBezTo>
                <a:cubicBezTo>
                  <a:pt x="1014436" y="0"/>
                  <a:pt x="1019429" y="1759"/>
                  <a:pt x="1023981" y="5277"/>
                </a:cubicBezTo>
                <a:cubicBezTo>
                  <a:pt x="1026982" y="7605"/>
                  <a:pt x="1028483" y="10218"/>
                  <a:pt x="1028483" y="13115"/>
                </a:cubicBezTo>
                <a:cubicBezTo>
                  <a:pt x="1028483" y="14668"/>
                  <a:pt x="1027810" y="16129"/>
                  <a:pt x="1026465" y="17500"/>
                </a:cubicBezTo>
                <a:cubicBezTo>
                  <a:pt x="1025120" y="18871"/>
                  <a:pt x="1023671" y="19557"/>
                  <a:pt x="1022119" y="19557"/>
                </a:cubicBezTo>
                <a:cubicBezTo>
                  <a:pt x="1020929" y="19557"/>
                  <a:pt x="1019674" y="19125"/>
                  <a:pt x="1018355" y="18262"/>
                </a:cubicBezTo>
                <a:cubicBezTo>
                  <a:pt x="1017036" y="17398"/>
                  <a:pt x="1015419" y="15541"/>
                  <a:pt x="1013505" y="12691"/>
                </a:cubicBezTo>
                <a:cubicBezTo>
                  <a:pt x="1011590" y="9841"/>
                  <a:pt x="1009831" y="7918"/>
                  <a:pt x="1008227" y="6924"/>
                </a:cubicBezTo>
                <a:cubicBezTo>
                  <a:pt x="1006624" y="5930"/>
                  <a:pt x="1004839" y="5432"/>
                  <a:pt x="1002873" y="5432"/>
                </a:cubicBezTo>
                <a:cubicBezTo>
                  <a:pt x="1000493" y="5432"/>
                  <a:pt x="998475" y="6073"/>
                  <a:pt x="996819" y="7353"/>
                </a:cubicBezTo>
                <a:cubicBezTo>
                  <a:pt x="995164" y="8632"/>
                  <a:pt x="993974" y="10616"/>
                  <a:pt x="993249" y="13305"/>
                </a:cubicBezTo>
                <a:cubicBezTo>
                  <a:pt x="992525" y="15993"/>
                  <a:pt x="992163" y="22925"/>
                  <a:pt x="992163" y="34098"/>
                </a:cubicBezTo>
                <a:lnTo>
                  <a:pt x="992163" y="39269"/>
                </a:lnTo>
                <a:lnTo>
                  <a:pt x="1010478" y="39269"/>
                </a:lnTo>
                <a:lnTo>
                  <a:pt x="1010478" y="44701"/>
                </a:lnTo>
                <a:lnTo>
                  <a:pt x="992163" y="44701"/>
                </a:lnTo>
                <a:close/>
                <a:moveTo>
                  <a:pt x="1084822" y="44701"/>
                </a:moveTo>
                <a:lnTo>
                  <a:pt x="1084822" y="91478"/>
                </a:lnTo>
                <a:cubicBezTo>
                  <a:pt x="1084822" y="98109"/>
                  <a:pt x="1085547" y="102304"/>
                  <a:pt x="1086995" y="104065"/>
                </a:cubicBezTo>
                <a:cubicBezTo>
                  <a:pt x="1088910" y="106345"/>
                  <a:pt x="1091471" y="107484"/>
                  <a:pt x="1094678" y="107484"/>
                </a:cubicBezTo>
                <a:lnTo>
                  <a:pt x="1101120" y="107484"/>
                </a:lnTo>
                <a:lnTo>
                  <a:pt x="1101120" y="110356"/>
                </a:lnTo>
                <a:lnTo>
                  <a:pt x="1058669" y="110356"/>
                </a:lnTo>
                <a:lnTo>
                  <a:pt x="1058669" y="107484"/>
                </a:lnTo>
                <a:lnTo>
                  <a:pt x="1061851" y="107484"/>
                </a:lnTo>
                <a:cubicBezTo>
                  <a:pt x="1063920" y="107484"/>
                  <a:pt x="1065809" y="106966"/>
                  <a:pt x="1067516" y="105930"/>
                </a:cubicBezTo>
                <a:cubicBezTo>
                  <a:pt x="1069223" y="104893"/>
                  <a:pt x="1070401" y="103495"/>
                  <a:pt x="1071047" y="101734"/>
                </a:cubicBezTo>
                <a:cubicBezTo>
                  <a:pt x="1071694" y="99974"/>
                  <a:pt x="1072017" y="96555"/>
                  <a:pt x="1072017" y="91478"/>
                </a:cubicBezTo>
                <a:lnTo>
                  <a:pt x="1072017" y="44701"/>
                </a:lnTo>
                <a:lnTo>
                  <a:pt x="1058203" y="44701"/>
                </a:lnTo>
                <a:lnTo>
                  <a:pt x="1058203" y="39269"/>
                </a:lnTo>
                <a:lnTo>
                  <a:pt x="1072017" y="39269"/>
                </a:lnTo>
                <a:lnTo>
                  <a:pt x="1072017" y="34593"/>
                </a:lnTo>
                <a:cubicBezTo>
                  <a:pt x="1072017" y="27477"/>
                  <a:pt x="1073156" y="21452"/>
                  <a:pt x="1075432" y="16518"/>
                </a:cubicBezTo>
                <a:cubicBezTo>
                  <a:pt x="1077708" y="11584"/>
                  <a:pt x="1081188" y="7597"/>
                  <a:pt x="1085870" y="4559"/>
                </a:cubicBezTo>
                <a:cubicBezTo>
                  <a:pt x="1090552" y="1520"/>
                  <a:pt x="1095816" y="0"/>
                  <a:pt x="1101663" y="0"/>
                </a:cubicBezTo>
                <a:cubicBezTo>
                  <a:pt x="1107095" y="0"/>
                  <a:pt x="1112088" y="1759"/>
                  <a:pt x="1116641" y="5277"/>
                </a:cubicBezTo>
                <a:cubicBezTo>
                  <a:pt x="1119642" y="7605"/>
                  <a:pt x="1121142" y="10218"/>
                  <a:pt x="1121142" y="13115"/>
                </a:cubicBezTo>
                <a:cubicBezTo>
                  <a:pt x="1121142" y="14668"/>
                  <a:pt x="1120469" y="16129"/>
                  <a:pt x="1119124" y="17500"/>
                </a:cubicBezTo>
                <a:cubicBezTo>
                  <a:pt x="1117779" y="18871"/>
                  <a:pt x="1116330" y="19557"/>
                  <a:pt x="1114778" y="19557"/>
                </a:cubicBezTo>
                <a:cubicBezTo>
                  <a:pt x="1113588" y="19557"/>
                  <a:pt x="1112334" y="19125"/>
                  <a:pt x="1111014" y="18262"/>
                </a:cubicBezTo>
                <a:cubicBezTo>
                  <a:pt x="1109695" y="17398"/>
                  <a:pt x="1108078" y="15541"/>
                  <a:pt x="1106164" y="12691"/>
                </a:cubicBezTo>
                <a:cubicBezTo>
                  <a:pt x="1104250" y="9841"/>
                  <a:pt x="1102491" y="7918"/>
                  <a:pt x="1100887" y="6924"/>
                </a:cubicBezTo>
                <a:cubicBezTo>
                  <a:pt x="1099283" y="5930"/>
                  <a:pt x="1097498" y="5432"/>
                  <a:pt x="1095532" y="5432"/>
                </a:cubicBezTo>
                <a:cubicBezTo>
                  <a:pt x="1093152" y="5432"/>
                  <a:pt x="1091134" y="6073"/>
                  <a:pt x="1089479" y="7353"/>
                </a:cubicBezTo>
                <a:cubicBezTo>
                  <a:pt x="1087823" y="8632"/>
                  <a:pt x="1086633" y="10616"/>
                  <a:pt x="1085909" y="13305"/>
                </a:cubicBezTo>
                <a:cubicBezTo>
                  <a:pt x="1085184" y="15993"/>
                  <a:pt x="1084822" y="22925"/>
                  <a:pt x="1084822" y="34098"/>
                </a:cubicBezTo>
                <a:lnTo>
                  <a:pt x="1084822" y="39269"/>
                </a:lnTo>
                <a:lnTo>
                  <a:pt x="1103137" y="39269"/>
                </a:lnTo>
                <a:lnTo>
                  <a:pt x="1103137" y="44701"/>
                </a:lnTo>
                <a:lnTo>
                  <a:pt x="1084822" y="4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unctionsize">
            <a:extLst xmlns:a="http://schemas.openxmlformats.org/drawingml/2006/main">
              <a:ext uri="{FF2B5EF4-FFF2-40B4-BE49-F238E27FC236}">
                <a16:creationId xmlns:a16="http://schemas.microsoft.com/office/drawing/2014/main" id="{CC55BD87-0B15-4EC2-AC52-DC97DAB0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693" y="1198175"/>
            <a:ext cx="759012" cy="112529"/>
          </a:xfrm>
          <a:custGeom xmlns:a="http://schemas.openxmlformats.org/drawingml/2006/main">
            <a:pathLst>
              <a:path w="759012" h="112529">
                <a:moveTo>
                  <a:pt x="67129" y="39269"/>
                </a:moveTo>
                <a:lnTo>
                  <a:pt x="67129" y="82340"/>
                </a:lnTo>
                <a:cubicBezTo>
                  <a:pt x="67129" y="90566"/>
                  <a:pt x="67323" y="95598"/>
                  <a:pt x="67711" y="97434"/>
                </a:cubicBezTo>
                <a:cubicBezTo>
                  <a:pt x="68099" y="99271"/>
                  <a:pt x="68720" y="100552"/>
                  <a:pt x="69574" y="101276"/>
                </a:cubicBezTo>
                <a:cubicBezTo>
                  <a:pt x="70427" y="102000"/>
                  <a:pt x="71423" y="102362"/>
                  <a:pt x="72562" y="102362"/>
                </a:cubicBezTo>
                <a:cubicBezTo>
                  <a:pt x="74166" y="102362"/>
                  <a:pt x="75976" y="101923"/>
                  <a:pt x="77994" y="101043"/>
                </a:cubicBezTo>
                <a:lnTo>
                  <a:pt x="79081" y="103759"/>
                </a:lnTo>
                <a:lnTo>
                  <a:pt x="57816" y="112529"/>
                </a:lnTo>
                <a:lnTo>
                  <a:pt x="54324" y="112529"/>
                </a:lnTo>
                <a:lnTo>
                  <a:pt x="54324" y="97473"/>
                </a:lnTo>
                <a:cubicBezTo>
                  <a:pt x="48219" y="104096"/>
                  <a:pt x="43563" y="108260"/>
                  <a:pt x="40355" y="109968"/>
                </a:cubicBezTo>
                <a:cubicBezTo>
                  <a:pt x="37147" y="111675"/>
                  <a:pt x="33759" y="112529"/>
                  <a:pt x="30189" y="112529"/>
                </a:cubicBezTo>
                <a:cubicBezTo>
                  <a:pt x="26205" y="112529"/>
                  <a:pt x="22752" y="111378"/>
                  <a:pt x="19828" y="109075"/>
                </a:cubicBezTo>
                <a:cubicBezTo>
                  <a:pt x="16905" y="106773"/>
                  <a:pt x="14874" y="103811"/>
                  <a:pt x="13736" y="100189"/>
                </a:cubicBezTo>
                <a:cubicBezTo>
                  <a:pt x="12598" y="96568"/>
                  <a:pt x="12029" y="91446"/>
                  <a:pt x="12029" y="84823"/>
                </a:cubicBezTo>
                <a:lnTo>
                  <a:pt x="12029" y="53083"/>
                </a:lnTo>
                <a:cubicBezTo>
                  <a:pt x="12029" y="49720"/>
                  <a:pt x="11667" y="47391"/>
                  <a:pt x="10942" y="46098"/>
                </a:cubicBezTo>
                <a:cubicBezTo>
                  <a:pt x="10218" y="44805"/>
                  <a:pt x="9145" y="43809"/>
                  <a:pt x="7722" y="43110"/>
                </a:cubicBezTo>
                <a:cubicBezTo>
                  <a:pt x="6299" y="42412"/>
                  <a:pt x="3725" y="42088"/>
                  <a:pt x="0" y="42140"/>
                </a:cubicBezTo>
                <a:lnTo>
                  <a:pt x="0" y="39269"/>
                </a:lnTo>
                <a:lnTo>
                  <a:pt x="24912" y="39269"/>
                </a:lnTo>
                <a:lnTo>
                  <a:pt x="24912" y="86725"/>
                </a:lnTo>
                <a:cubicBezTo>
                  <a:pt x="24912" y="93331"/>
                  <a:pt x="26063" y="97666"/>
                  <a:pt x="28365" y="99731"/>
                </a:cubicBezTo>
                <a:cubicBezTo>
                  <a:pt x="30667" y="101796"/>
                  <a:pt x="33448" y="102828"/>
                  <a:pt x="36708" y="102828"/>
                </a:cubicBezTo>
                <a:cubicBezTo>
                  <a:pt x="38932" y="102828"/>
                  <a:pt x="41455" y="102131"/>
                  <a:pt x="44274" y="100737"/>
                </a:cubicBezTo>
                <a:cubicBezTo>
                  <a:pt x="47094" y="99344"/>
                  <a:pt x="50444" y="96687"/>
                  <a:pt x="54324" y="92766"/>
                </a:cubicBezTo>
                <a:lnTo>
                  <a:pt x="54324" y="52590"/>
                </a:lnTo>
                <a:cubicBezTo>
                  <a:pt x="54324" y="48564"/>
                  <a:pt x="53587" y="45843"/>
                  <a:pt x="52112" y="44425"/>
                </a:cubicBezTo>
                <a:cubicBezTo>
                  <a:pt x="50638" y="43005"/>
                  <a:pt x="47572" y="42244"/>
                  <a:pt x="42916" y="42140"/>
                </a:cubicBezTo>
                <a:lnTo>
                  <a:pt x="42916" y="39269"/>
                </a:lnTo>
                <a:lnTo>
                  <a:pt x="67129" y="39269"/>
                </a:lnTo>
                <a:close/>
                <a:moveTo>
                  <a:pt x="105001" y="52306"/>
                </a:moveTo>
                <a:cubicBezTo>
                  <a:pt x="113331" y="42269"/>
                  <a:pt x="121273" y="37251"/>
                  <a:pt x="128826" y="37251"/>
                </a:cubicBezTo>
                <a:cubicBezTo>
                  <a:pt x="132707" y="37251"/>
                  <a:pt x="136044" y="38219"/>
                  <a:pt x="138837" y="40156"/>
                </a:cubicBezTo>
                <a:cubicBezTo>
                  <a:pt x="141631" y="42092"/>
                  <a:pt x="143856" y="45279"/>
                  <a:pt x="145512" y="49719"/>
                </a:cubicBezTo>
                <a:cubicBezTo>
                  <a:pt x="146650" y="52815"/>
                  <a:pt x="147219" y="57564"/>
                  <a:pt x="147219" y="63967"/>
                </a:cubicBezTo>
                <a:lnTo>
                  <a:pt x="147219" y="94243"/>
                </a:lnTo>
                <a:cubicBezTo>
                  <a:pt x="147219" y="98734"/>
                  <a:pt x="147581" y="101780"/>
                  <a:pt x="148305" y="103381"/>
                </a:cubicBezTo>
                <a:cubicBezTo>
                  <a:pt x="148874" y="104671"/>
                  <a:pt x="149793" y="105678"/>
                  <a:pt x="151060" y="106400"/>
                </a:cubicBezTo>
                <a:cubicBezTo>
                  <a:pt x="152328" y="107123"/>
                  <a:pt x="154669" y="107484"/>
                  <a:pt x="158084" y="107484"/>
                </a:cubicBezTo>
                <a:lnTo>
                  <a:pt x="158084" y="110356"/>
                </a:lnTo>
                <a:lnTo>
                  <a:pt x="122928" y="110356"/>
                </a:lnTo>
                <a:lnTo>
                  <a:pt x="122928" y="107484"/>
                </a:lnTo>
                <a:lnTo>
                  <a:pt x="124403" y="107484"/>
                </a:lnTo>
                <a:cubicBezTo>
                  <a:pt x="127714" y="107484"/>
                  <a:pt x="130029" y="106982"/>
                  <a:pt x="131348" y="105978"/>
                </a:cubicBezTo>
                <a:cubicBezTo>
                  <a:pt x="132668" y="104974"/>
                  <a:pt x="133586" y="103495"/>
                  <a:pt x="134103" y="101540"/>
                </a:cubicBezTo>
                <a:cubicBezTo>
                  <a:pt x="134310" y="100767"/>
                  <a:pt x="134414" y="98348"/>
                  <a:pt x="134414" y="94282"/>
                </a:cubicBezTo>
                <a:lnTo>
                  <a:pt x="134414" y="65327"/>
                </a:lnTo>
                <a:cubicBezTo>
                  <a:pt x="134414" y="58894"/>
                  <a:pt x="133573" y="54223"/>
                  <a:pt x="131892" y="51315"/>
                </a:cubicBezTo>
                <a:cubicBezTo>
                  <a:pt x="130210" y="48406"/>
                  <a:pt x="127378" y="46952"/>
                  <a:pt x="123394" y="46952"/>
                </a:cubicBezTo>
                <a:cubicBezTo>
                  <a:pt x="117237" y="46952"/>
                  <a:pt x="111106" y="50298"/>
                  <a:pt x="105001" y="56990"/>
                </a:cubicBezTo>
                <a:lnTo>
                  <a:pt x="105001" y="94282"/>
                </a:lnTo>
                <a:cubicBezTo>
                  <a:pt x="105001" y="99069"/>
                  <a:pt x="105286" y="102028"/>
                  <a:pt x="105855" y="103160"/>
                </a:cubicBezTo>
                <a:cubicBezTo>
                  <a:pt x="106579" y="104653"/>
                  <a:pt x="107575" y="105746"/>
                  <a:pt x="108843" y="106442"/>
                </a:cubicBezTo>
                <a:cubicBezTo>
                  <a:pt x="110110" y="107137"/>
                  <a:pt x="112684" y="107484"/>
                  <a:pt x="116564" y="107484"/>
                </a:cubicBezTo>
                <a:lnTo>
                  <a:pt x="116564" y="110356"/>
                </a:lnTo>
                <a:lnTo>
                  <a:pt x="81409" y="110356"/>
                </a:lnTo>
                <a:lnTo>
                  <a:pt x="81409" y="107484"/>
                </a:lnTo>
                <a:lnTo>
                  <a:pt x="82961" y="107484"/>
                </a:lnTo>
                <a:cubicBezTo>
                  <a:pt x="86583" y="107484"/>
                  <a:pt x="89027" y="106568"/>
                  <a:pt x="90295" y="104737"/>
                </a:cubicBezTo>
                <a:cubicBezTo>
                  <a:pt x="91562" y="102903"/>
                  <a:pt x="92196" y="99405"/>
                  <a:pt x="92196" y="94243"/>
                </a:cubicBezTo>
                <a:lnTo>
                  <a:pt x="92196" y="67915"/>
                </a:lnTo>
                <a:cubicBezTo>
                  <a:pt x="92196" y="59398"/>
                  <a:pt x="92002" y="54210"/>
                  <a:pt x="91614" y="52353"/>
                </a:cubicBezTo>
                <a:cubicBezTo>
                  <a:pt x="91226" y="50493"/>
                  <a:pt x="90631" y="49228"/>
                  <a:pt x="89829" y="48557"/>
                </a:cubicBezTo>
                <a:cubicBezTo>
                  <a:pt x="89027" y="47886"/>
                  <a:pt x="87954" y="47551"/>
                  <a:pt x="86609" y="47551"/>
                </a:cubicBezTo>
                <a:cubicBezTo>
                  <a:pt x="85160" y="47551"/>
                  <a:pt x="83427" y="47938"/>
                  <a:pt x="81409" y="48712"/>
                </a:cubicBezTo>
                <a:lnTo>
                  <a:pt x="80245" y="45923"/>
                </a:lnTo>
                <a:lnTo>
                  <a:pt x="101664" y="37251"/>
                </a:lnTo>
                <a:lnTo>
                  <a:pt x="105001" y="37251"/>
                </a:lnTo>
                <a:lnTo>
                  <a:pt x="105001" y="52306"/>
                </a:lnTo>
                <a:close/>
                <a:moveTo>
                  <a:pt x="224127" y="83349"/>
                </a:moveTo>
                <a:cubicBezTo>
                  <a:pt x="222212" y="92713"/>
                  <a:pt x="218461" y="99918"/>
                  <a:pt x="212874" y="104962"/>
                </a:cubicBezTo>
                <a:cubicBezTo>
                  <a:pt x="207286" y="110007"/>
                  <a:pt x="201104" y="112529"/>
                  <a:pt x="194326" y="112529"/>
                </a:cubicBezTo>
                <a:cubicBezTo>
                  <a:pt x="186255" y="112529"/>
                  <a:pt x="179219" y="109144"/>
                  <a:pt x="173217" y="102374"/>
                </a:cubicBezTo>
                <a:cubicBezTo>
                  <a:pt x="167216" y="95603"/>
                  <a:pt x="164215" y="86455"/>
                  <a:pt x="164215" y="74929"/>
                </a:cubicBezTo>
                <a:cubicBezTo>
                  <a:pt x="164215" y="63765"/>
                  <a:pt x="167539" y="54694"/>
                  <a:pt x="174187" y="47718"/>
                </a:cubicBezTo>
                <a:cubicBezTo>
                  <a:pt x="180835" y="40740"/>
                  <a:pt x="188816" y="37251"/>
                  <a:pt x="198129" y="37251"/>
                </a:cubicBezTo>
                <a:cubicBezTo>
                  <a:pt x="205113" y="37251"/>
                  <a:pt x="210856" y="39095"/>
                  <a:pt x="215357" y="42783"/>
                </a:cubicBezTo>
                <a:cubicBezTo>
                  <a:pt x="219858" y="46469"/>
                  <a:pt x="222109" y="50298"/>
                  <a:pt x="222109" y="54268"/>
                </a:cubicBezTo>
                <a:cubicBezTo>
                  <a:pt x="222109" y="56228"/>
                  <a:pt x="221475" y="57814"/>
                  <a:pt x="220208" y="59027"/>
                </a:cubicBezTo>
                <a:cubicBezTo>
                  <a:pt x="218940" y="60238"/>
                  <a:pt x="217168" y="60843"/>
                  <a:pt x="214892" y="60843"/>
                </a:cubicBezTo>
                <a:cubicBezTo>
                  <a:pt x="211839" y="60843"/>
                  <a:pt x="209537" y="59860"/>
                  <a:pt x="207985" y="57894"/>
                </a:cubicBezTo>
                <a:cubicBezTo>
                  <a:pt x="207105" y="56808"/>
                  <a:pt x="206523" y="54738"/>
                  <a:pt x="206238" y="51686"/>
                </a:cubicBezTo>
                <a:cubicBezTo>
                  <a:pt x="205954" y="48633"/>
                  <a:pt x="204906" y="46305"/>
                  <a:pt x="203095" y="44701"/>
                </a:cubicBezTo>
                <a:cubicBezTo>
                  <a:pt x="201285" y="43149"/>
                  <a:pt x="198775" y="42373"/>
                  <a:pt x="195568" y="42373"/>
                </a:cubicBezTo>
                <a:cubicBezTo>
                  <a:pt x="190394" y="42373"/>
                  <a:pt x="186229" y="44287"/>
                  <a:pt x="183073" y="48116"/>
                </a:cubicBezTo>
                <a:cubicBezTo>
                  <a:pt x="178882" y="53186"/>
                  <a:pt x="176787" y="59886"/>
                  <a:pt x="176787" y="68216"/>
                </a:cubicBezTo>
                <a:cubicBezTo>
                  <a:pt x="176787" y="76701"/>
                  <a:pt x="178869" y="84190"/>
                  <a:pt x="183034" y="90683"/>
                </a:cubicBezTo>
                <a:cubicBezTo>
                  <a:pt x="187199" y="97176"/>
                  <a:pt x="192826" y="100422"/>
                  <a:pt x="199914" y="100422"/>
                </a:cubicBezTo>
                <a:cubicBezTo>
                  <a:pt x="204984" y="100422"/>
                  <a:pt x="209537" y="98689"/>
                  <a:pt x="213572" y="95223"/>
                </a:cubicBezTo>
                <a:cubicBezTo>
                  <a:pt x="216418" y="92843"/>
                  <a:pt x="219186" y="88523"/>
                  <a:pt x="221876" y="82262"/>
                </a:cubicBezTo>
                <a:lnTo>
                  <a:pt x="224127" y="83349"/>
                </a:lnTo>
                <a:close/>
                <a:moveTo>
                  <a:pt x="254960" y="15832"/>
                </a:moveTo>
                <a:lnTo>
                  <a:pt x="254960" y="39269"/>
                </a:lnTo>
                <a:lnTo>
                  <a:pt x="271567" y="39269"/>
                </a:lnTo>
                <a:lnTo>
                  <a:pt x="271567" y="44701"/>
                </a:lnTo>
                <a:lnTo>
                  <a:pt x="254960" y="44701"/>
                </a:lnTo>
                <a:lnTo>
                  <a:pt x="254960" y="90736"/>
                </a:lnTo>
                <a:cubicBezTo>
                  <a:pt x="254960" y="95336"/>
                  <a:pt x="255619" y="98437"/>
                  <a:pt x="256939" y="100039"/>
                </a:cubicBezTo>
                <a:cubicBezTo>
                  <a:pt x="258258" y="101640"/>
                  <a:pt x="259952" y="102440"/>
                  <a:pt x="262022" y="102440"/>
                </a:cubicBezTo>
                <a:cubicBezTo>
                  <a:pt x="263729" y="102440"/>
                  <a:pt x="265385" y="101910"/>
                  <a:pt x="266989" y="100849"/>
                </a:cubicBezTo>
                <a:cubicBezTo>
                  <a:pt x="268593" y="99788"/>
                  <a:pt x="269834" y="98223"/>
                  <a:pt x="270714" y="96154"/>
                </a:cubicBezTo>
                <a:lnTo>
                  <a:pt x="273740" y="96154"/>
                </a:lnTo>
                <a:cubicBezTo>
                  <a:pt x="271930" y="101239"/>
                  <a:pt x="269369" y="105084"/>
                  <a:pt x="266057" y="107690"/>
                </a:cubicBezTo>
                <a:cubicBezTo>
                  <a:pt x="262746" y="110295"/>
                  <a:pt x="259332" y="111597"/>
                  <a:pt x="255813" y="111597"/>
                </a:cubicBezTo>
                <a:cubicBezTo>
                  <a:pt x="253433" y="111597"/>
                  <a:pt x="251105" y="110937"/>
                  <a:pt x="248829" y="109616"/>
                </a:cubicBezTo>
                <a:cubicBezTo>
                  <a:pt x="246552" y="108295"/>
                  <a:pt x="244871" y="106405"/>
                  <a:pt x="243784" y="103946"/>
                </a:cubicBezTo>
                <a:cubicBezTo>
                  <a:pt x="242698" y="101485"/>
                  <a:pt x="242155" y="97691"/>
                  <a:pt x="242155" y="92562"/>
                </a:cubicBezTo>
                <a:lnTo>
                  <a:pt x="242155" y="44701"/>
                </a:lnTo>
                <a:lnTo>
                  <a:pt x="230902" y="44701"/>
                </a:lnTo>
                <a:lnTo>
                  <a:pt x="230902" y="42140"/>
                </a:lnTo>
                <a:cubicBezTo>
                  <a:pt x="233747" y="40999"/>
                  <a:pt x="236658" y="39066"/>
                  <a:pt x="239633" y="36341"/>
                </a:cubicBezTo>
                <a:cubicBezTo>
                  <a:pt x="242607" y="33617"/>
                  <a:pt x="245259" y="30387"/>
                  <a:pt x="247587" y="26650"/>
                </a:cubicBezTo>
                <a:cubicBezTo>
                  <a:pt x="248777" y="24680"/>
                  <a:pt x="250433" y="21073"/>
                  <a:pt x="252554" y="15832"/>
                </a:cubicBezTo>
                <a:lnTo>
                  <a:pt x="254960" y="15832"/>
                </a:lnTo>
                <a:close/>
                <a:moveTo>
                  <a:pt x="296583" y="0"/>
                </a:moveTo>
                <a:cubicBezTo>
                  <a:pt x="298756" y="0"/>
                  <a:pt x="300605" y="767"/>
                  <a:pt x="302132" y="2302"/>
                </a:cubicBezTo>
                <a:cubicBezTo>
                  <a:pt x="303658" y="3834"/>
                  <a:pt x="304421" y="5693"/>
                  <a:pt x="304421" y="7877"/>
                </a:cubicBezTo>
                <a:cubicBezTo>
                  <a:pt x="304421" y="10061"/>
                  <a:pt x="303658" y="11934"/>
                  <a:pt x="302132" y="13494"/>
                </a:cubicBezTo>
                <a:cubicBezTo>
                  <a:pt x="300605" y="15052"/>
                  <a:pt x="298756" y="15832"/>
                  <a:pt x="296583" y="15832"/>
                </a:cubicBezTo>
                <a:cubicBezTo>
                  <a:pt x="294410" y="15832"/>
                  <a:pt x="292547" y="15052"/>
                  <a:pt x="290995" y="13494"/>
                </a:cubicBezTo>
                <a:cubicBezTo>
                  <a:pt x="289443" y="11934"/>
                  <a:pt x="288667" y="10061"/>
                  <a:pt x="288667" y="7877"/>
                </a:cubicBezTo>
                <a:cubicBezTo>
                  <a:pt x="288667" y="5693"/>
                  <a:pt x="289430" y="3834"/>
                  <a:pt x="290956" y="2302"/>
                </a:cubicBezTo>
                <a:cubicBezTo>
                  <a:pt x="292483" y="767"/>
                  <a:pt x="294358" y="0"/>
                  <a:pt x="296583" y="0"/>
                </a:cubicBezTo>
                <a:moveTo>
                  <a:pt x="303024" y="37251"/>
                </a:moveTo>
                <a:lnTo>
                  <a:pt x="303024" y="94243"/>
                </a:lnTo>
                <a:cubicBezTo>
                  <a:pt x="303024" y="98683"/>
                  <a:pt x="303348" y="101638"/>
                  <a:pt x="303994" y="103109"/>
                </a:cubicBezTo>
                <a:cubicBezTo>
                  <a:pt x="304641" y="104581"/>
                  <a:pt x="305598" y="105678"/>
                  <a:pt x="306866" y="106400"/>
                </a:cubicBezTo>
                <a:cubicBezTo>
                  <a:pt x="308133" y="107123"/>
                  <a:pt x="310448" y="107484"/>
                  <a:pt x="313811" y="107484"/>
                </a:cubicBezTo>
                <a:lnTo>
                  <a:pt x="313811" y="110356"/>
                </a:lnTo>
                <a:lnTo>
                  <a:pt x="279277" y="110356"/>
                </a:lnTo>
                <a:lnTo>
                  <a:pt x="279277" y="107484"/>
                </a:lnTo>
                <a:cubicBezTo>
                  <a:pt x="282743" y="107484"/>
                  <a:pt x="285071" y="107149"/>
                  <a:pt x="286261" y="106478"/>
                </a:cubicBezTo>
                <a:cubicBezTo>
                  <a:pt x="287451" y="105807"/>
                  <a:pt x="288395" y="104697"/>
                  <a:pt x="289094" y="103148"/>
                </a:cubicBezTo>
                <a:cubicBezTo>
                  <a:pt x="289792" y="101599"/>
                  <a:pt x="290142" y="98631"/>
                  <a:pt x="290142" y="94243"/>
                </a:cubicBezTo>
                <a:lnTo>
                  <a:pt x="290142" y="66909"/>
                </a:lnTo>
                <a:cubicBezTo>
                  <a:pt x="290142" y="59216"/>
                  <a:pt x="289909" y="54234"/>
                  <a:pt x="289443" y="51965"/>
                </a:cubicBezTo>
                <a:cubicBezTo>
                  <a:pt x="289081" y="50312"/>
                  <a:pt x="288512" y="49163"/>
                  <a:pt x="287736" y="48518"/>
                </a:cubicBezTo>
                <a:cubicBezTo>
                  <a:pt x="286960" y="47873"/>
                  <a:pt x="285899" y="47551"/>
                  <a:pt x="284554" y="47551"/>
                </a:cubicBezTo>
                <a:cubicBezTo>
                  <a:pt x="283105" y="47551"/>
                  <a:pt x="281346" y="47938"/>
                  <a:pt x="279277" y="48712"/>
                </a:cubicBezTo>
                <a:lnTo>
                  <a:pt x="278190" y="45923"/>
                </a:lnTo>
                <a:lnTo>
                  <a:pt x="299609" y="37251"/>
                </a:lnTo>
                <a:lnTo>
                  <a:pt x="303024" y="37251"/>
                </a:lnTo>
                <a:close/>
                <a:moveTo>
                  <a:pt x="357453" y="37251"/>
                </a:moveTo>
                <a:cubicBezTo>
                  <a:pt x="368214" y="37251"/>
                  <a:pt x="376855" y="41334"/>
                  <a:pt x="383374" y="49501"/>
                </a:cubicBezTo>
                <a:cubicBezTo>
                  <a:pt x="388909" y="56477"/>
                  <a:pt x="391677" y="64488"/>
                  <a:pt x="391677" y="73534"/>
                </a:cubicBezTo>
                <a:cubicBezTo>
                  <a:pt x="391677" y="79891"/>
                  <a:pt x="390151" y="86326"/>
                  <a:pt x="387099" y="92839"/>
                </a:cubicBezTo>
                <a:cubicBezTo>
                  <a:pt x="384046" y="99349"/>
                  <a:pt x="379842" y="104259"/>
                  <a:pt x="374488" y="107567"/>
                </a:cubicBezTo>
                <a:cubicBezTo>
                  <a:pt x="369133" y="110875"/>
                  <a:pt x="363170" y="112529"/>
                  <a:pt x="356599" y="112529"/>
                </a:cubicBezTo>
                <a:cubicBezTo>
                  <a:pt x="345890" y="112529"/>
                  <a:pt x="337379" y="108264"/>
                  <a:pt x="331067" y="99736"/>
                </a:cubicBezTo>
                <a:cubicBezTo>
                  <a:pt x="325738" y="92552"/>
                  <a:pt x="323074" y="84490"/>
                  <a:pt x="323074" y="75549"/>
                </a:cubicBezTo>
                <a:cubicBezTo>
                  <a:pt x="323074" y="69037"/>
                  <a:pt x="324690" y="62563"/>
                  <a:pt x="327924" y="56129"/>
                </a:cubicBezTo>
                <a:cubicBezTo>
                  <a:pt x="331158" y="49694"/>
                  <a:pt x="335413" y="44939"/>
                  <a:pt x="340690" y="41864"/>
                </a:cubicBezTo>
                <a:cubicBezTo>
                  <a:pt x="345967" y="38788"/>
                  <a:pt x="351555" y="37251"/>
                  <a:pt x="357453" y="37251"/>
                </a:cubicBezTo>
                <a:moveTo>
                  <a:pt x="355047" y="42373"/>
                </a:moveTo>
                <a:cubicBezTo>
                  <a:pt x="352305" y="42373"/>
                  <a:pt x="349550" y="43187"/>
                  <a:pt x="346782" y="44815"/>
                </a:cubicBezTo>
                <a:cubicBezTo>
                  <a:pt x="344014" y="46443"/>
                  <a:pt x="341777" y="49298"/>
                  <a:pt x="340069" y="53381"/>
                </a:cubicBezTo>
                <a:cubicBezTo>
                  <a:pt x="338362" y="57463"/>
                  <a:pt x="337508" y="62708"/>
                  <a:pt x="337508" y="69115"/>
                </a:cubicBezTo>
                <a:cubicBezTo>
                  <a:pt x="337508" y="79450"/>
                  <a:pt x="339565" y="88364"/>
                  <a:pt x="343678" y="95858"/>
                </a:cubicBezTo>
                <a:cubicBezTo>
                  <a:pt x="347791" y="103350"/>
                  <a:pt x="353211" y="107096"/>
                  <a:pt x="359936" y="107096"/>
                </a:cubicBezTo>
                <a:cubicBezTo>
                  <a:pt x="364955" y="107096"/>
                  <a:pt x="369094" y="105029"/>
                  <a:pt x="372353" y="100895"/>
                </a:cubicBezTo>
                <a:cubicBezTo>
                  <a:pt x="375613" y="96761"/>
                  <a:pt x="377243" y="89656"/>
                  <a:pt x="377243" y="79580"/>
                </a:cubicBezTo>
                <a:cubicBezTo>
                  <a:pt x="377243" y="66971"/>
                  <a:pt x="374526" y="57049"/>
                  <a:pt x="369094" y="49813"/>
                </a:cubicBezTo>
                <a:cubicBezTo>
                  <a:pt x="365421" y="44853"/>
                  <a:pt x="360738" y="42373"/>
                  <a:pt x="355047" y="42373"/>
                </a:cubicBezTo>
                <a:close/>
                <a:moveTo>
                  <a:pt x="422875" y="52306"/>
                </a:moveTo>
                <a:cubicBezTo>
                  <a:pt x="431205" y="42269"/>
                  <a:pt x="439147" y="37251"/>
                  <a:pt x="446701" y="37251"/>
                </a:cubicBezTo>
                <a:cubicBezTo>
                  <a:pt x="450581" y="37251"/>
                  <a:pt x="453918" y="38219"/>
                  <a:pt x="456712" y="40156"/>
                </a:cubicBezTo>
                <a:cubicBezTo>
                  <a:pt x="459506" y="42092"/>
                  <a:pt x="461730" y="45279"/>
                  <a:pt x="463386" y="49719"/>
                </a:cubicBezTo>
                <a:cubicBezTo>
                  <a:pt x="464524" y="52815"/>
                  <a:pt x="465093" y="57564"/>
                  <a:pt x="465093" y="63967"/>
                </a:cubicBezTo>
                <a:lnTo>
                  <a:pt x="465093" y="94243"/>
                </a:lnTo>
                <a:cubicBezTo>
                  <a:pt x="465093" y="98734"/>
                  <a:pt x="465455" y="101780"/>
                  <a:pt x="466180" y="103381"/>
                </a:cubicBezTo>
                <a:cubicBezTo>
                  <a:pt x="466749" y="104671"/>
                  <a:pt x="467667" y="105678"/>
                  <a:pt x="468935" y="106400"/>
                </a:cubicBezTo>
                <a:cubicBezTo>
                  <a:pt x="470202" y="107123"/>
                  <a:pt x="472543" y="107484"/>
                  <a:pt x="475958" y="107484"/>
                </a:cubicBezTo>
                <a:lnTo>
                  <a:pt x="475958" y="110356"/>
                </a:lnTo>
                <a:lnTo>
                  <a:pt x="440802" y="110356"/>
                </a:lnTo>
                <a:lnTo>
                  <a:pt x="440802" y="107484"/>
                </a:lnTo>
                <a:lnTo>
                  <a:pt x="442277" y="107484"/>
                </a:lnTo>
                <a:cubicBezTo>
                  <a:pt x="445588" y="107484"/>
                  <a:pt x="447903" y="106982"/>
                  <a:pt x="449223" y="105978"/>
                </a:cubicBezTo>
                <a:cubicBezTo>
                  <a:pt x="450542" y="104974"/>
                  <a:pt x="451460" y="103495"/>
                  <a:pt x="451978" y="101540"/>
                </a:cubicBezTo>
                <a:cubicBezTo>
                  <a:pt x="452185" y="100767"/>
                  <a:pt x="452288" y="98348"/>
                  <a:pt x="452288" y="94282"/>
                </a:cubicBezTo>
                <a:lnTo>
                  <a:pt x="452288" y="65327"/>
                </a:lnTo>
                <a:cubicBezTo>
                  <a:pt x="452288" y="58894"/>
                  <a:pt x="451447" y="54223"/>
                  <a:pt x="449766" y="51315"/>
                </a:cubicBezTo>
                <a:cubicBezTo>
                  <a:pt x="448084" y="48406"/>
                  <a:pt x="445252" y="46952"/>
                  <a:pt x="441268" y="46952"/>
                </a:cubicBezTo>
                <a:cubicBezTo>
                  <a:pt x="435111" y="46952"/>
                  <a:pt x="428980" y="50298"/>
                  <a:pt x="422875" y="56990"/>
                </a:cubicBezTo>
                <a:lnTo>
                  <a:pt x="422875" y="94282"/>
                </a:lnTo>
                <a:cubicBezTo>
                  <a:pt x="422875" y="99069"/>
                  <a:pt x="423160" y="102028"/>
                  <a:pt x="423729" y="103160"/>
                </a:cubicBezTo>
                <a:cubicBezTo>
                  <a:pt x="424453" y="104653"/>
                  <a:pt x="425449" y="105746"/>
                  <a:pt x="426717" y="106442"/>
                </a:cubicBezTo>
                <a:cubicBezTo>
                  <a:pt x="427985" y="107137"/>
                  <a:pt x="430558" y="107484"/>
                  <a:pt x="434439" y="107484"/>
                </a:cubicBezTo>
                <a:lnTo>
                  <a:pt x="434439" y="110356"/>
                </a:lnTo>
                <a:lnTo>
                  <a:pt x="399283" y="110356"/>
                </a:lnTo>
                <a:lnTo>
                  <a:pt x="399283" y="107484"/>
                </a:lnTo>
                <a:lnTo>
                  <a:pt x="400835" y="107484"/>
                </a:lnTo>
                <a:cubicBezTo>
                  <a:pt x="404457" y="107484"/>
                  <a:pt x="406902" y="106568"/>
                  <a:pt x="408169" y="104737"/>
                </a:cubicBezTo>
                <a:cubicBezTo>
                  <a:pt x="409437" y="102903"/>
                  <a:pt x="410070" y="99405"/>
                  <a:pt x="410070" y="94243"/>
                </a:cubicBezTo>
                <a:lnTo>
                  <a:pt x="410070" y="67915"/>
                </a:lnTo>
                <a:cubicBezTo>
                  <a:pt x="410070" y="59398"/>
                  <a:pt x="409876" y="54210"/>
                  <a:pt x="409488" y="52353"/>
                </a:cubicBezTo>
                <a:cubicBezTo>
                  <a:pt x="409100" y="50493"/>
                  <a:pt x="408505" y="49228"/>
                  <a:pt x="407703" y="48557"/>
                </a:cubicBezTo>
                <a:cubicBezTo>
                  <a:pt x="406902" y="47886"/>
                  <a:pt x="405828" y="47551"/>
                  <a:pt x="404483" y="47551"/>
                </a:cubicBezTo>
                <a:cubicBezTo>
                  <a:pt x="403034" y="47551"/>
                  <a:pt x="401301" y="47938"/>
                  <a:pt x="399283" y="48712"/>
                </a:cubicBezTo>
                <a:lnTo>
                  <a:pt x="398119" y="45923"/>
                </a:lnTo>
                <a:lnTo>
                  <a:pt x="419538" y="37251"/>
                </a:lnTo>
                <a:lnTo>
                  <a:pt x="422875" y="37251"/>
                </a:lnTo>
                <a:lnTo>
                  <a:pt x="422875" y="52306"/>
                </a:lnTo>
                <a:close/>
                <a:moveTo>
                  <a:pt x="567299" y="37251"/>
                </a:moveTo>
                <a:lnTo>
                  <a:pt x="567299" y="61309"/>
                </a:lnTo>
                <a:lnTo>
                  <a:pt x="564738" y="61309"/>
                </a:lnTo>
                <a:cubicBezTo>
                  <a:pt x="562772" y="53763"/>
                  <a:pt x="560250" y="48631"/>
                  <a:pt x="557172" y="45911"/>
                </a:cubicBezTo>
                <a:cubicBezTo>
                  <a:pt x="554094" y="43190"/>
                  <a:pt x="550174" y="41830"/>
                  <a:pt x="545415" y="41830"/>
                </a:cubicBezTo>
                <a:cubicBezTo>
                  <a:pt x="541793" y="41830"/>
                  <a:pt x="538870" y="42786"/>
                  <a:pt x="536645" y="44699"/>
                </a:cubicBezTo>
                <a:cubicBezTo>
                  <a:pt x="534420" y="46610"/>
                  <a:pt x="533308" y="48729"/>
                  <a:pt x="533308" y="51055"/>
                </a:cubicBezTo>
                <a:cubicBezTo>
                  <a:pt x="533308" y="53949"/>
                  <a:pt x="534136" y="56429"/>
                  <a:pt x="535791" y="58496"/>
                </a:cubicBezTo>
                <a:cubicBezTo>
                  <a:pt x="537395" y="60615"/>
                  <a:pt x="540655" y="62863"/>
                  <a:pt x="545570" y="65240"/>
                </a:cubicBezTo>
                <a:lnTo>
                  <a:pt x="556900" y="70745"/>
                </a:lnTo>
                <a:cubicBezTo>
                  <a:pt x="567403" y="75861"/>
                  <a:pt x="572654" y="82605"/>
                  <a:pt x="572654" y="90979"/>
                </a:cubicBezTo>
                <a:cubicBezTo>
                  <a:pt x="572654" y="97438"/>
                  <a:pt x="570210" y="102644"/>
                  <a:pt x="565321" y="106599"/>
                </a:cubicBezTo>
                <a:cubicBezTo>
                  <a:pt x="560431" y="110552"/>
                  <a:pt x="554960" y="112529"/>
                  <a:pt x="548907" y="112529"/>
                </a:cubicBezTo>
                <a:cubicBezTo>
                  <a:pt x="544561" y="112529"/>
                  <a:pt x="539594" y="111753"/>
                  <a:pt x="534006" y="110201"/>
                </a:cubicBezTo>
                <a:cubicBezTo>
                  <a:pt x="532299" y="109683"/>
                  <a:pt x="530902" y="109425"/>
                  <a:pt x="529816" y="109425"/>
                </a:cubicBezTo>
                <a:cubicBezTo>
                  <a:pt x="528626" y="109425"/>
                  <a:pt x="527695" y="110097"/>
                  <a:pt x="527022" y="111442"/>
                </a:cubicBezTo>
                <a:lnTo>
                  <a:pt x="524461" y="111442"/>
                </a:lnTo>
                <a:lnTo>
                  <a:pt x="524461" y="85987"/>
                </a:lnTo>
                <a:lnTo>
                  <a:pt x="527022" y="85987"/>
                </a:lnTo>
                <a:cubicBezTo>
                  <a:pt x="528471" y="93257"/>
                  <a:pt x="531239" y="98734"/>
                  <a:pt x="535326" y="102421"/>
                </a:cubicBezTo>
                <a:cubicBezTo>
                  <a:pt x="539413" y="106107"/>
                  <a:pt x="543992" y="107950"/>
                  <a:pt x="549062" y="107950"/>
                </a:cubicBezTo>
                <a:cubicBezTo>
                  <a:pt x="552632" y="107950"/>
                  <a:pt x="555542" y="106904"/>
                  <a:pt x="557793" y="104812"/>
                </a:cubicBezTo>
                <a:cubicBezTo>
                  <a:pt x="560043" y="102718"/>
                  <a:pt x="561169" y="100198"/>
                  <a:pt x="561169" y="97252"/>
                </a:cubicBezTo>
                <a:cubicBezTo>
                  <a:pt x="561169" y="93686"/>
                  <a:pt x="559914" y="90688"/>
                  <a:pt x="557405" y="88260"/>
                </a:cubicBezTo>
                <a:cubicBezTo>
                  <a:pt x="554895" y="85831"/>
                  <a:pt x="549890" y="82757"/>
                  <a:pt x="542388" y="79037"/>
                </a:cubicBezTo>
                <a:cubicBezTo>
                  <a:pt x="534886" y="75315"/>
                  <a:pt x="529971" y="71955"/>
                  <a:pt x="527643" y="68958"/>
                </a:cubicBezTo>
                <a:cubicBezTo>
                  <a:pt x="525315" y="66012"/>
                  <a:pt x="524151" y="62291"/>
                  <a:pt x="524151" y="57795"/>
                </a:cubicBezTo>
                <a:cubicBezTo>
                  <a:pt x="524151" y="51955"/>
                  <a:pt x="526155" y="47071"/>
                  <a:pt x="530165" y="43144"/>
                </a:cubicBezTo>
                <a:cubicBezTo>
                  <a:pt x="534175" y="39215"/>
                  <a:pt x="539361" y="37251"/>
                  <a:pt x="545725" y="37251"/>
                </a:cubicBezTo>
                <a:cubicBezTo>
                  <a:pt x="548519" y="37251"/>
                  <a:pt x="551908" y="37846"/>
                  <a:pt x="555891" y="39036"/>
                </a:cubicBezTo>
                <a:cubicBezTo>
                  <a:pt x="558530" y="39812"/>
                  <a:pt x="560289" y="40200"/>
                  <a:pt x="561169" y="40200"/>
                </a:cubicBezTo>
                <a:cubicBezTo>
                  <a:pt x="561996" y="40200"/>
                  <a:pt x="562643" y="40019"/>
                  <a:pt x="563109" y="39657"/>
                </a:cubicBezTo>
                <a:cubicBezTo>
                  <a:pt x="563574" y="39295"/>
                  <a:pt x="564118" y="38493"/>
                  <a:pt x="564738" y="37251"/>
                </a:cubicBezTo>
                <a:lnTo>
                  <a:pt x="567299" y="37251"/>
                </a:lnTo>
                <a:close/>
                <a:moveTo>
                  <a:pt x="601267" y="0"/>
                </a:moveTo>
                <a:cubicBezTo>
                  <a:pt x="603440" y="0"/>
                  <a:pt x="605289" y="767"/>
                  <a:pt x="606815" y="2302"/>
                </a:cubicBezTo>
                <a:cubicBezTo>
                  <a:pt x="608342" y="3834"/>
                  <a:pt x="609105" y="5693"/>
                  <a:pt x="609105" y="7877"/>
                </a:cubicBezTo>
                <a:cubicBezTo>
                  <a:pt x="609105" y="10061"/>
                  <a:pt x="608342" y="11934"/>
                  <a:pt x="606815" y="13494"/>
                </a:cubicBezTo>
                <a:cubicBezTo>
                  <a:pt x="605289" y="15052"/>
                  <a:pt x="603440" y="15832"/>
                  <a:pt x="601267" y="15832"/>
                </a:cubicBezTo>
                <a:cubicBezTo>
                  <a:pt x="599094" y="15832"/>
                  <a:pt x="597231" y="15052"/>
                  <a:pt x="595679" y="13494"/>
                </a:cubicBezTo>
                <a:cubicBezTo>
                  <a:pt x="594127" y="11934"/>
                  <a:pt x="593351" y="10061"/>
                  <a:pt x="593351" y="7877"/>
                </a:cubicBezTo>
                <a:cubicBezTo>
                  <a:pt x="593351" y="5693"/>
                  <a:pt x="594114" y="3834"/>
                  <a:pt x="595640" y="2302"/>
                </a:cubicBezTo>
                <a:cubicBezTo>
                  <a:pt x="597166" y="767"/>
                  <a:pt x="599042" y="0"/>
                  <a:pt x="601267" y="0"/>
                </a:cubicBezTo>
                <a:moveTo>
                  <a:pt x="607708" y="37251"/>
                </a:moveTo>
                <a:lnTo>
                  <a:pt x="607708" y="94243"/>
                </a:lnTo>
                <a:cubicBezTo>
                  <a:pt x="607708" y="98683"/>
                  <a:pt x="608031" y="101638"/>
                  <a:pt x="608678" y="103109"/>
                </a:cubicBezTo>
                <a:cubicBezTo>
                  <a:pt x="609325" y="104581"/>
                  <a:pt x="610282" y="105678"/>
                  <a:pt x="611549" y="106400"/>
                </a:cubicBezTo>
                <a:cubicBezTo>
                  <a:pt x="612817" y="107123"/>
                  <a:pt x="615132" y="107484"/>
                  <a:pt x="618495" y="107484"/>
                </a:cubicBezTo>
                <a:lnTo>
                  <a:pt x="618495" y="110356"/>
                </a:lnTo>
                <a:lnTo>
                  <a:pt x="583960" y="110356"/>
                </a:lnTo>
                <a:lnTo>
                  <a:pt x="583960" y="107484"/>
                </a:lnTo>
                <a:cubicBezTo>
                  <a:pt x="587427" y="107484"/>
                  <a:pt x="589755" y="107149"/>
                  <a:pt x="590945" y="106478"/>
                </a:cubicBezTo>
                <a:cubicBezTo>
                  <a:pt x="592135" y="105807"/>
                  <a:pt x="593079" y="104697"/>
                  <a:pt x="593778" y="103148"/>
                </a:cubicBezTo>
                <a:cubicBezTo>
                  <a:pt x="594476" y="101599"/>
                  <a:pt x="594825" y="98631"/>
                  <a:pt x="594825" y="94243"/>
                </a:cubicBezTo>
                <a:lnTo>
                  <a:pt x="594825" y="66909"/>
                </a:lnTo>
                <a:cubicBezTo>
                  <a:pt x="594825" y="59216"/>
                  <a:pt x="594593" y="54234"/>
                  <a:pt x="594127" y="51965"/>
                </a:cubicBezTo>
                <a:cubicBezTo>
                  <a:pt x="593765" y="50312"/>
                  <a:pt x="593196" y="49163"/>
                  <a:pt x="592420" y="48518"/>
                </a:cubicBezTo>
                <a:cubicBezTo>
                  <a:pt x="591643" y="47873"/>
                  <a:pt x="590583" y="47551"/>
                  <a:pt x="589238" y="47551"/>
                </a:cubicBezTo>
                <a:cubicBezTo>
                  <a:pt x="587789" y="47551"/>
                  <a:pt x="586030" y="47938"/>
                  <a:pt x="583960" y="48712"/>
                </a:cubicBezTo>
                <a:lnTo>
                  <a:pt x="582874" y="45923"/>
                </a:lnTo>
                <a:lnTo>
                  <a:pt x="604293" y="37251"/>
                </a:lnTo>
                <a:lnTo>
                  <a:pt x="607708" y="37251"/>
                </a:lnTo>
                <a:close/>
                <a:moveTo>
                  <a:pt x="689144" y="88471"/>
                </a:moveTo>
                <a:lnTo>
                  <a:pt x="688290" y="110356"/>
                </a:lnTo>
                <a:lnTo>
                  <a:pt x="625584" y="110356"/>
                </a:lnTo>
                <a:lnTo>
                  <a:pt x="625584" y="107562"/>
                </a:lnTo>
                <a:lnTo>
                  <a:pt x="672769" y="44701"/>
                </a:lnTo>
                <a:lnTo>
                  <a:pt x="649487" y="44701"/>
                </a:lnTo>
                <a:cubicBezTo>
                  <a:pt x="644469" y="44701"/>
                  <a:pt x="641183" y="45024"/>
                  <a:pt x="639631" y="45671"/>
                </a:cubicBezTo>
                <a:cubicBezTo>
                  <a:pt x="638079" y="46318"/>
                  <a:pt x="636811" y="47547"/>
                  <a:pt x="635828" y="49357"/>
                </a:cubicBezTo>
                <a:cubicBezTo>
                  <a:pt x="634432" y="51944"/>
                  <a:pt x="633630" y="55152"/>
                  <a:pt x="633423" y="58981"/>
                </a:cubicBezTo>
                <a:lnTo>
                  <a:pt x="630318" y="58981"/>
                </a:lnTo>
                <a:lnTo>
                  <a:pt x="630784" y="39269"/>
                </a:lnTo>
                <a:lnTo>
                  <a:pt x="690385" y="39269"/>
                </a:lnTo>
                <a:lnTo>
                  <a:pt x="690385" y="42143"/>
                </a:lnTo>
                <a:lnTo>
                  <a:pt x="642735" y="105234"/>
                </a:lnTo>
                <a:lnTo>
                  <a:pt x="668656" y="105234"/>
                </a:lnTo>
                <a:cubicBezTo>
                  <a:pt x="674088" y="105234"/>
                  <a:pt x="677775" y="104777"/>
                  <a:pt x="679715" y="103864"/>
                </a:cubicBezTo>
                <a:cubicBezTo>
                  <a:pt x="681655" y="102950"/>
                  <a:pt x="683220" y="101344"/>
                  <a:pt x="684410" y="99045"/>
                </a:cubicBezTo>
                <a:cubicBezTo>
                  <a:pt x="685238" y="97375"/>
                  <a:pt x="685936" y="93850"/>
                  <a:pt x="686505" y="88471"/>
                </a:cubicBezTo>
                <a:lnTo>
                  <a:pt x="689144" y="88471"/>
                </a:lnTo>
                <a:close/>
                <a:moveTo>
                  <a:pt x="709887" y="66120"/>
                </a:moveTo>
                <a:cubicBezTo>
                  <a:pt x="709836" y="76651"/>
                  <a:pt x="712397" y="84910"/>
                  <a:pt x="717570" y="90898"/>
                </a:cubicBezTo>
                <a:cubicBezTo>
                  <a:pt x="722744" y="96885"/>
                  <a:pt x="728823" y="99879"/>
                  <a:pt x="735808" y="99879"/>
                </a:cubicBezTo>
                <a:cubicBezTo>
                  <a:pt x="740464" y="99879"/>
                  <a:pt x="744512" y="98598"/>
                  <a:pt x="747953" y="96037"/>
                </a:cubicBezTo>
                <a:cubicBezTo>
                  <a:pt x="751394" y="93476"/>
                  <a:pt x="754278" y="89092"/>
                  <a:pt x="756606" y="82883"/>
                </a:cubicBezTo>
                <a:lnTo>
                  <a:pt x="759012" y="84435"/>
                </a:lnTo>
                <a:cubicBezTo>
                  <a:pt x="757925" y="91523"/>
                  <a:pt x="754769" y="97978"/>
                  <a:pt x="749544" y="103798"/>
                </a:cubicBezTo>
                <a:cubicBezTo>
                  <a:pt x="744318" y="109619"/>
                  <a:pt x="737774" y="112529"/>
                  <a:pt x="729910" y="112529"/>
                </a:cubicBezTo>
                <a:cubicBezTo>
                  <a:pt x="721373" y="112529"/>
                  <a:pt x="714065" y="109212"/>
                  <a:pt x="707986" y="102578"/>
                </a:cubicBezTo>
                <a:cubicBezTo>
                  <a:pt x="701907" y="95943"/>
                  <a:pt x="698867" y="87023"/>
                  <a:pt x="698867" y="75819"/>
                </a:cubicBezTo>
                <a:cubicBezTo>
                  <a:pt x="698867" y="63686"/>
                  <a:pt x="701984" y="54226"/>
                  <a:pt x="708219" y="47437"/>
                </a:cubicBezTo>
                <a:cubicBezTo>
                  <a:pt x="714453" y="40646"/>
                  <a:pt x="722278" y="37251"/>
                  <a:pt x="731695" y="37251"/>
                </a:cubicBezTo>
                <a:cubicBezTo>
                  <a:pt x="739662" y="37251"/>
                  <a:pt x="746207" y="39870"/>
                  <a:pt x="751329" y="45109"/>
                </a:cubicBezTo>
                <a:cubicBezTo>
                  <a:pt x="756451" y="50345"/>
                  <a:pt x="759012" y="57349"/>
                  <a:pt x="759012" y="66120"/>
                </a:cubicBezTo>
                <a:lnTo>
                  <a:pt x="709887" y="66120"/>
                </a:lnTo>
                <a:moveTo>
                  <a:pt x="709887" y="61619"/>
                </a:moveTo>
                <a:lnTo>
                  <a:pt x="742792" y="61619"/>
                </a:lnTo>
                <a:cubicBezTo>
                  <a:pt x="742534" y="57066"/>
                  <a:pt x="741990" y="53859"/>
                  <a:pt x="741162" y="51996"/>
                </a:cubicBezTo>
                <a:cubicBezTo>
                  <a:pt x="739869" y="49099"/>
                  <a:pt x="737942" y="46822"/>
                  <a:pt x="735381" y="45167"/>
                </a:cubicBezTo>
                <a:cubicBezTo>
                  <a:pt x="732820" y="43511"/>
                  <a:pt x="730142" y="42683"/>
                  <a:pt x="727349" y="42683"/>
                </a:cubicBezTo>
                <a:cubicBezTo>
                  <a:pt x="723054" y="42683"/>
                  <a:pt x="719213" y="44352"/>
                  <a:pt x="715824" y="47689"/>
                </a:cubicBezTo>
                <a:cubicBezTo>
                  <a:pt x="712435" y="51026"/>
                  <a:pt x="710456" y="55669"/>
                  <a:pt x="709887" y="616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BFD74-E454-4C84-B239-1E54DC2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1509030"/>
            <a:ext cx="2034396" cy="317874"/>
          </a:xfrm>
          <a:custGeom xmlns:a="http://schemas.openxmlformats.org/drawingml/2006/main">
            <a:pathLst>
              <a:path w="2034396" h="317874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0B431-8BCE-4C59-9A6F-7999E87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46" y="1509030"/>
            <a:ext cx="2034396" cy="317874"/>
          </a:xfrm>
          <a:custGeom xmlns:a="http://schemas.openxmlformats.org/drawingml/2006/main">
            <a:pathLst>
              <a:path w="2034396" h="317874" fill="none">
                <a:moveTo>
                  <a:pt x="0" y="0"/>
                </a:moveTo>
                <a:lnTo>
                  <a:pt x="2034396" y="0"/>
                </a:lnTo>
                <a:lnTo>
                  <a:pt x="2034396" y="317874"/>
                </a:lnTo>
                <a:lnTo>
                  <a:pt x="0" y="3178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DA27D-305A-4030-A9F6-00A1DFB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121" y="1578724"/>
            <a:ext cx="1549637" cy="190725"/>
          </a:xfrm>
          <a:custGeom xmlns:a="http://schemas.openxmlformats.org/drawingml/2006/main">
            <a:pathLst>
              <a:path w="1549637" h="190725">
                <a:moveTo>
                  <a:pt x="0" y="0"/>
                </a:moveTo>
                <a:lnTo>
                  <a:pt x="1549637" y="0"/>
                </a:lnTo>
                <a:lnTo>
                  <a:pt x="1549637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RQ4:ImpactofMacro">
            <a:extLst xmlns:a="http://schemas.openxmlformats.org/drawingml/2006/main">
              <a:ext uri="{FF2B5EF4-FFF2-40B4-BE49-F238E27FC236}">
                <a16:creationId xmlns:a16="http://schemas.microsoft.com/office/drawing/2014/main" id="{6536EDC1-A890-483E-8CB9-E7EC10D5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39" y="1619359"/>
            <a:ext cx="1461386" cy="144347"/>
          </a:xfrm>
          <a:custGeom xmlns:a="http://schemas.openxmlformats.org/drawingml/2006/main">
            <a:pathLst>
              <a:path w="1461386" h="144347">
                <a:moveTo>
                  <a:pt x="39269" y="62395"/>
                </a:moveTo>
                <a:lnTo>
                  <a:pt x="39269" y="92041"/>
                </a:lnTo>
                <a:cubicBezTo>
                  <a:pt x="39269" y="97703"/>
                  <a:pt x="39618" y="101268"/>
                  <a:pt x="40316" y="102736"/>
                </a:cubicBezTo>
                <a:cubicBezTo>
                  <a:pt x="41015" y="104202"/>
                  <a:pt x="42244" y="105374"/>
                  <a:pt x="44003" y="106250"/>
                </a:cubicBezTo>
                <a:cubicBezTo>
                  <a:pt x="45762" y="107125"/>
                  <a:pt x="49047" y="107562"/>
                  <a:pt x="53859" y="107562"/>
                </a:cubicBezTo>
                <a:lnTo>
                  <a:pt x="53859" y="110356"/>
                </a:lnTo>
                <a:lnTo>
                  <a:pt x="0" y="110356"/>
                </a:lnTo>
                <a:lnTo>
                  <a:pt x="0" y="107562"/>
                </a:lnTo>
                <a:cubicBezTo>
                  <a:pt x="4863" y="107562"/>
                  <a:pt x="8162" y="107112"/>
                  <a:pt x="9895" y="106211"/>
                </a:cubicBezTo>
                <a:cubicBezTo>
                  <a:pt x="11628" y="105311"/>
                  <a:pt x="12844" y="104139"/>
                  <a:pt x="13542" y="102697"/>
                </a:cubicBezTo>
                <a:cubicBezTo>
                  <a:pt x="14241" y="101255"/>
                  <a:pt x="14590" y="97703"/>
                  <a:pt x="14590" y="92041"/>
                </a:cubicBezTo>
                <a:lnTo>
                  <a:pt x="14590" y="23437"/>
                </a:lnTo>
                <a:cubicBezTo>
                  <a:pt x="14590" y="17775"/>
                  <a:pt x="14241" y="14211"/>
                  <a:pt x="13542" y="12744"/>
                </a:cubicBezTo>
                <a:cubicBezTo>
                  <a:pt x="12844" y="11276"/>
                  <a:pt x="11615" y="10105"/>
                  <a:pt x="9856" y="9230"/>
                </a:cubicBezTo>
                <a:cubicBezTo>
                  <a:pt x="8097" y="8354"/>
                  <a:pt x="4812" y="7916"/>
                  <a:pt x="0" y="7916"/>
                </a:cubicBezTo>
                <a:lnTo>
                  <a:pt x="0" y="5122"/>
                </a:lnTo>
                <a:lnTo>
                  <a:pt x="48892" y="5122"/>
                </a:lnTo>
                <a:cubicBezTo>
                  <a:pt x="61619" y="5122"/>
                  <a:pt x="70932" y="6001"/>
                  <a:pt x="76830" y="7758"/>
                </a:cubicBezTo>
                <a:cubicBezTo>
                  <a:pt x="82728" y="9516"/>
                  <a:pt x="87540" y="12759"/>
                  <a:pt x="91265" y="17488"/>
                </a:cubicBezTo>
                <a:cubicBezTo>
                  <a:pt x="94990" y="22217"/>
                  <a:pt x="96852" y="27760"/>
                  <a:pt x="96852" y="34118"/>
                </a:cubicBezTo>
                <a:cubicBezTo>
                  <a:pt x="96852" y="41872"/>
                  <a:pt x="94059" y="48281"/>
                  <a:pt x="88471" y="53347"/>
                </a:cubicBezTo>
                <a:cubicBezTo>
                  <a:pt x="84901" y="56551"/>
                  <a:pt x="79908" y="58955"/>
                  <a:pt x="73493" y="60557"/>
                </a:cubicBezTo>
                <a:lnTo>
                  <a:pt x="98792" y="96265"/>
                </a:lnTo>
                <a:cubicBezTo>
                  <a:pt x="102104" y="100825"/>
                  <a:pt x="104458" y="103668"/>
                  <a:pt x="105855" y="104795"/>
                </a:cubicBezTo>
                <a:cubicBezTo>
                  <a:pt x="107976" y="106383"/>
                  <a:pt x="110433" y="107253"/>
                  <a:pt x="113227" y="107407"/>
                </a:cubicBezTo>
                <a:lnTo>
                  <a:pt x="113227" y="110356"/>
                </a:lnTo>
                <a:lnTo>
                  <a:pt x="80089" y="110356"/>
                </a:lnTo>
                <a:lnTo>
                  <a:pt x="46176" y="62395"/>
                </a:lnTo>
                <a:lnTo>
                  <a:pt x="39269" y="62395"/>
                </a:lnTo>
                <a:moveTo>
                  <a:pt x="39269" y="11020"/>
                </a:moveTo>
                <a:lnTo>
                  <a:pt x="39269" y="56808"/>
                </a:lnTo>
                <a:lnTo>
                  <a:pt x="43692" y="56808"/>
                </a:lnTo>
                <a:cubicBezTo>
                  <a:pt x="50884" y="56808"/>
                  <a:pt x="56264" y="56153"/>
                  <a:pt x="59834" y="54843"/>
                </a:cubicBezTo>
                <a:cubicBezTo>
                  <a:pt x="63404" y="53532"/>
                  <a:pt x="66211" y="51168"/>
                  <a:pt x="68255" y="47752"/>
                </a:cubicBezTo>
                <a:cubicBezTo>
                  <a:pt x="70298" y="44334"/>
                  <a:pt x="71320" y="39876"/>
                  <a:pt x="71320" y="34377"/>
                </a:cubicBezTo>
                <a:cubicBezTo>
                  <a:pt x="71320" y="26411"/>
                  <a:pt x="69444" y="20527"/>
                  <a:pt x="65694" y="16724"/>
                </a:cubicBezTo>
                <a:cubicBezTo>
                  <a:pt x="61943" y="12921"/>
                  <a:pt x="55902" y="11020"/>
                  <a:pt x="47572" y="11020"/>
                </a:cubicBezTo>
                <a:lnTo>
                  <a:pt x="39269" y="11020"/>
                </a:lnTo>
                <a:close/>
                <a:moveTo>
                  <a:pt x="187779" y="111287"/>
                </a:moveTo>
                <a:cubicBezTo>
                  <a:pt x="190159" y="118194"/>
                  <a:pt x="193858" y="123387"/>
                  <a:pt x="198877" y="126866"/>
                </a:cubicBezTo>
                <a:cubicBezTo>
                  <a:pt x="203895" y="130346"/>
                  <a:pt x="210181" y="132085"/>
                  <a:pt x="217735" y="132085"/>
                </a:cubicBezTo>
                <a:cubicBezTo>
                  <a:pt x="219804" y="132085"/>
                  <a:pt x="222003" y="131879"/>
                  <a:pt x="224331" y="131465"/>
                </a:cubicBezTo>
                <a:lnTo>
                  <a:pt x="224331" y="136276"/>
                </a:lnTo>
                <a:cubicBezTo>
                  <a:pt x="216519" y="138346"/>
                  <a:pt x="209535" y="139380"/>
                  <a:pt x="203378" y="139380"/>
                </a:cubicBezTo>
                <a:cubicBezTo>
                  <a:pt x="193755" y="139380"/>
                  <a:pt x="185153" y="137000"/>
                  <a:pt x="177574" y="132238"/>
                </a:cubicBezTo>
                <a:cubicBezTo>
                  <a:pt x="169994" y="127478"/>
                  <a:pt x="164290" y="120495"/>
                  <a:pt x="160462" y="111287"/>
                </a:cubicBezTo>
                <a:cubicBezTo>
                  <a:pt x="147734" y="108598"/>
                  <a:pt x="137477" y="102369"/>
                  <a:pt x="129691" y="92599"/>
                </a:cubicBezTo>
                <a:cubicBezTo>
                  <a:pt x="121904" y="82827"/>
                  <a:pt x="118011" y="71168"/>
                  <a:pt x="118011" y="57622"/>
                </a:cubicBezTo>
                <a:cubicBezTo>
                  <a:pt x="118011" y="41906"/>
                  <a:pt x="123288" y="28839"/>
                  <a:pt x="133843" y="18422"/>
                </a:cubicBezTo>
                <a:cubicBezTo>
                  <a:pt x="144397" y="8003"/>
                  <a:pt x="157797" y="2794"/>
                  <a:pt x="174043" y="2794"/>
                </a:cubicBezTo>
                <a:cubicBezTo>
                  <a:pt x="190237" y="2794"/>
                  <a:pt x="203585" y="8016"/>
                  <a:pt x="214087" y="18461"/>
                </a:cubicBezTo>
                <a:cubicBezTo>
                  <a:pt x="224590" y="28903"/>
                  <a:pt x="229842" y="41957"/>
                  <a:pt x="229842" y="57622"/>
                </a:cubicBezTo>
                <a:cubicBezTo>
                  <a:pt x="229842" y="71271"/>
                  <a:pt x="225728" y="83137"/>
                  <a:pt x="217502" y="93219"/>
                </a:cubicBezTo>
                <a:cubicBezTo>
                  <a:pt x="209276" y="103300"/>
                  <a:pt x="199368" y="109323"/>
                  <a:pt x="187779" y="111287"/>
                </a:cubicBezTo>
                <a:moveTo>
                  <a:pt x="173965" y="8692"/>
                </a:moveTo>
                <a:cubicBezTo>
                  <a:pt x="164652" y="8692"/>
                  <a:pt x="157461" y="13525"/>
                  <a:pt x="152391" y="23192"/>
                </a:cubicBezTo>
                <a:cubicBezTo>
                  <a:pt x="148148" y="31308"/>
                  <a:pt x="146027" y="42863"/>
                  <a:pt x="146027" y="57855"/>
                </a:cubicBezTo>
                <a:cubicBezTo>
                  <a:pt x="146027" y="75845"/>
                  <a:pt x="149209" y="89183"/>
                  <a:pt x="155573" y="97868"/>
                </a:cubicBezTo>
                <a:cubicBezTo>
                  <a:pt x="160022" y="103917"/>
                  <a:pt x="166153" y="106941"/>
                  <a:pt x="173965" y="106941"/>
                </a:cubicBezTo>
                <a:cubicBezTo>
                  <a:pt x="181829" y="106941"/>
                  <a:pt x="187960" y="103969"/>
                  <a:pt x="192358" y="98024"/>
                </a:cubicBezTo>
                <a:cubicBezTo>
                  <a:pt x="198721" y="89493"/>
                  <a:pt x="201903" y="76672"/>
                  <a:pt x="201903" y="59560"/>
                </a:cubicBezTo>
                <a:cubicBezTo>
                  <a:pt x="201903" y="42708"/>
                  <a:pt x="199911" y="30508"/>
                  <a:pt x="195928" y="22959"/>
                </a:cubicBezTo>
                <a:cubicBezTo>
                  <a:pt x="190961" y="13448"/>
                  <a:pt x="183640" y="8692"/>
                  <a:pt x="173965" y="8692"/>
                </a:cubicBezTo>
                <a:close/>
                <a:moveTo>
                  <a:pt x="239414" y="70621"/>
                </a:moveTo>
                <a:lnTo>
                  <a:pt x="289392" y="2949"/>
                </a:lnTo>
                <a:lnTo>
                  <a:pt x="298860" y="2949"/>
                </a:lnTo>
                <a:lnTo>
                  <a:pt x="298860" y="70621"/>
                </a:lnTo>
                <a:lnTo>
                  <a:pt x="308483" y="70621"/>
                </a:lnTo>
                <a:lnTo>
                  <a:pt x="308483" y="86764"/>
                </a:lnTo>
                <a:lnTo>
                  <a:pt x="298860" y="86764"/>
                </a:lnTo>
                <a:lnTo>
                  <a:pt x="298860" y="110356"/>
                </a:lnTo>
                <a:lnTo>
                  <a:pt x="277519" y="110356"/>
                </a:lnTo>
                <a:lnTo>
                  <a:pt x="277519" y="86764"/>
                </a:lnTo>
                <a:lnTo>
                  <a:pt x="239414" y="86764"/>
                </a:lnTo>
                <a:lnTo>
                  <a:pt x="239414" y="70621"/>
                </a:lnTo>
                <a:moveTo>
                  <a:pt x="246942" y="70621"/>
                </a:moveTo>
                <a:lnTo>
                  <a:pt x="277519" y="70621"/>
                </a:lnTo>
                <a:lnTo>
                  <a:pt x="277519" y="29221"/>
                </a:lnTo>
                <a:lnTo>
                  <a:pt x="246942" y="70621"/>
                </a:lnTo>
                <a:close/>
                <a:moveTo>
                  <a:pt x="337353" y="37251"/>
                </a:moveTo>
                <a:cubicBezTo>
                  <a:pt x="339733" y="37251"/>
                  <a:pt x="341764" y="38092"/>
                  <a:pt x="343445" y="39773"/>
                </a:cubicBezTo>
                <a:cubicBezTo>
                  <a:pt x="345127" y="41455"/>
                  <a:pt x="345968" y="43485"/>
                  <a:pt x="345968" y="45865"/>
                </a:cubicBezTo>
                <a:cubicBezTo>
                  <a:pt x="345968" y="48245"/>
                  <a:pt x="345127" y="50276"/>
                  <a:pt x="343445" y="51957"/>
                </a:cubicBezTo>
                <a:cubicBezTo>
                  <a:pt x="341764" y="53639"/>
                  <a:pt x="339733" y="54479"/>
                  <a:pt x="337353" y="54479"/>
                </a:cubicBezTo>
                <a:cubicBezTo>
                  <a:pt x="334973" y="54479"/>
                  <a:pt x="332943" y="53639"/>
                  <a:pt x="331261" y="51957"/>
                </a:cubicBezTo>
                <a:cubicBezTo>
                  <a:pt x="329580" y="50276"/>
                  <a:pt x="328739" y="48245"/>
                  <a:pt x="328739" y="45865"/>
                </a:cubicBezTo>
                <a:cubicBezTo>
                  <a:pt x="328739" y="43485"/>
                  <a:pt x="329580" y="41455"/>
                  <a:pt x="331261" y="39773"/>
                </a:cubicBezTo>
                <a:cubicBezTo>
                  <a:pt x="332943" y="38092"/>
                  <a:pt x="334973" y="37251"/>
                  <a:pt x="337353" y="37251"/>
                </a:cubicBezTo>
                <a:moveTo>
                  <a:pt x="337198" y="95223"/>
                </a:moveTo>
                <a:cubicBezTo>
                  <a:pt x="339630" y="95223"/>
                  <a:pt x="341686" y="96076"/>
                  <a:pt x="343368" y="97784"/>
                </a:cubicBezTo>
                <a:cubicBezTo>
                  <a:pt x="345049" y="99491"/>
                  <a:pt x="345890" y="101535"/>
                  <a:pt x="345890" y="103914"/>
                </a:cubicBezTo>
                <a:cubicBezTo>
                  <a:pt x="345890" y="106294"/>
                  <a:pt x="345036" y="108325"/>
                  <a:pt x="343329" y="110007"/>
                </a:cubicBezTo>
                <a:cubicBezTo>
                  <a:pt x="341622" y="111688"/>
                  <a:pt x="339578" y="112529"/>
                  <a:pt x="337198" y="112529"/>
                </a:cubicBezTo>
                <a:cubicBezTo>
                  <a:pt x="334818" y="112529"/>
                  <a:pt x="332788" y="111688"/>
                  <a:pt x="331106" y="110007"/>
                </a:cubicBezTo>
                <a:cubicBezTo>
                  <a:pt x="329425" y="108325"/>
                  <a:pt x="328584" y="106294"/>
                  <a:pt x="328584" y="103914"/>
                </a:cubicBezTo>
                <a:cubicBezTo>
                  <a:pt x="328584" y="101535"/>
                  <a:pt x="329425" y="99491"/>
                  <a:pt x="331106" y="97784"/>
                </a:cubicBezTo>
                <a:cubicBezTo>
                  <a:pt x="332788" y="96076"/>
                  <a:pt x="334818" y="95223"/>
                  <a:pt x="337198" y="95223"/>
                </a:cubicBezTo>
                <a:close/>
                <a:moveTo>
                  <a:pt x="447890" y="107484"/>
                </a:moveTo>
                <a:lnTo>
                  <a:pt x="447890" y="110356"/>
                </a:lnTo>
                <a:lnTo>
                  <a:pt x="402801" y="110356"/>
                </a:lnTo>
                <a:lnTo>
                  <a:pt x="402801" y="107484"/>
                </a:lnTo>
                <a:lnTo>
                  <a:pt x="406526" y="107484"/>
                </a:lnTo>
                <a:cubicBezTo>
                  <a:pt x="410872" y="107484"/>
                  <a:pt x="414028" y="106217"/>
                  <a:pt x="415994" y="103682"/>
                </a:cubicBezTo>
                <a:cubicBezTo>
                  <a:pt x="417236" y="102026"/>
                  <a:pt x="417857" y="98042"/>
                  <a:pt x="417857" y="91730"/>
                </a:cubicBezTo>
                <a:lnTo>
                  <a:pt x="417857" y="23747"/>
                </a:lnTo>
                <a:cubicBezTo>
                  <a:pt x="417857" y="18419"/>
                  <a:pt x="417521" y="14900"/>
                  <a:pt x="416848" y="13193"/>
                </a:cubicBezTo>
                <a:cubicBezTo>
                  <a:pt x="416331" y="11900"/>
                  <a:pt x="415270" y="10787"/>
                  <a:pt x="413666" y="9856"/>
                </a:cubicBezTo>
                <a:cubicBezTo>
                  <a:pt x="411390" y="8614"/>
                  <a:pt x="409010" y="7993"/>
                  <a:pt x="406526" y="7993"/>
                </a:cubicBezTo>
                <a:lnTo>
                  <a:pt x="402801" y="7993"/>
                </a:lnTo>
                <a:lnTo>
                  <a:pt x="402801" y="5122"/>
                </a:lnTo>
                <a:lnTo>
                  <a:pt x="447890" y="5122"/>
                </a:lnTo>
                <a:lnTo>
                  <a:pt x="447890" y="7993"/>
                </a:lnTo>
                <a:lnTo>
                  <a:pt x="444088" y="7993"/>
                </a:lnTo>
                <a:cubicBezTo>
                  <a:pt x="439794" y="7993"/>
                  <a:pt x="436663" y="9261"/>
                  <a:pt x="434697" y="11796"/>
                </a:cubicBezTo>
                <a:cubicBezTo>
                  <a:pt x="433404" y="13452"/>
                  <a:pt x="432757" y="17435"/>
                  <a:pt x="432757" y="23747"/>
                </a:cubicBezTo>
                <a:lnTo>
                  <a:pt x="432757" y="91730"/>
                </a:lnTo>
                <a:cubicBezTo>
                  <a:pt x="432757" y="97059"/>
                  <a:pt x="433094" y="100577"/>
                  <a:pt x="433766" y="102285"/>
                </a:cubicBezTo>
                <a:cubicBezTo>
                  <a:pt x="434284" y="103578"/>
                  <a:pt x="435370" y="104691"/>
                  <a:pt x="437026" y="105622"/>
                </a:cubicBezTo>
                <a:cubicBezTo>
                  <a:pt x="439250" y="106864"/>
                  <a:pt x="441604" y="107484"/>
                  <a:pt x="444088" y="107484"/>
                </a:cubicBezTo>
                <a:lnTo>
                  <a:pt x="447890" y="107484"/>
                </a:lnTo>
                <a:close/>
                <a:moveTo>
                  <a:pt x="477845" y="52384"/>
                </a:moveTo>
                <a:cubicBezTo>
                  <a:pt x="483018" y="47210"/>
                  <a:pt x="486071" y="44235"/>
                  <a:pt x="487002" y="43459"/>
                </a:cubicBezTo>
                <a:cubicBezTo>
                  <a:pt x="489330" y="41493"/>
                  <a:pt x="491840" y="39967"/>
                  <a:pt x="494530" y="38881"/>
                </a:cubicBezTo>
                <a:cubicBezTo>
                  <a:pt x="497220" y="37794"/>
                  <a:pt x="499885" y="37251"/>
                  <a:pt x="502523" y="37251"/>
                </a:cubicBezTo>
                <a:cubicBezTo>
                  <a:pt x="506973" y="37251"/>
                  <a:pt x="510801" y="38544"/>
                  <a:pt x="514009" y="41131"/>
                </a:cubicBezTo>
                <a:cubicBezTo>
                  <a:pt x="517217" y="43718"/>
                  <a:pt x="519364" y="47469"/>
                  <a:pt x="520450" y="52384"/>
                </a:cubicBezTo>
                <a:cubicBezTo>
                  <a:pt x="525779" y="46176"/>
                  <a:pt x="530280" y="42101"/>
                  <a:pt x="533954" y="40161"/>
                </a:cubicBezTo>
                <a:cubicBezTo>
                  <a:pt x="537627" y="38221"/>
                  <a:pt x="541404" y="37251"/>
                  <a:pt x="545284" y="37251"/>
                </a:cubicBezTo>
                <a:cubicBezTo>
                  <a:pt x="549061" y="37251"/>
                  <a:pt x="552411" y="38219"/>
                  <a:pt x="555334" y="40156"/>
                </a:cubicBezTo>
                <a:cubicBezTo>
                  <a:pt x="558257" y="42092"/>
                  <a:pt x="560573" y="45253"/>
                  <a:pt x="562280" y="49641"/>
                </a:cubicBezTo>
                <a:cubicBezTo>
                  <a:pt x="563418" y="52635"/>
                  <a:pt x="563987" y="57333"/>
                  <a:pt x="563987" y="63734"/>
                </a:cubicBezTo>
                <a:lnTo>
                  <a:pt x="563987" y="94243"/>
                </a:lnTo>
                <a:cubicBezTo>
                  <a:pt x="563987" y="98683"/>
                  <a:pt x="564324" y="101729"/>
                  <a:pt x="564996" y="103381"/>
                </a:cubicBezTo>
                <a:cubicBezTo>
                  <a:pt x="565514" y="104516"/>
                  <a:pt x="566471" y="105484"/>
                  <a:pt x="567868" y="106284"/>
                </a:cubicBezTo>
                <a:cubicBezTo>
                  <a:pt x="569264" y="107084"/>
                  <a:pt x="571541" y="107484"/>
                  <a:pt x="574697" y="107484"/>
                </a:cubicBezTo>
                <a:lnTo>
                  <a:pt x="574697" y="110356"/>
                </a:lnTo>
                <a:lnTo>
                  <a:pt x="539619" y="110356"/>
                </a:lnTo>
                <a:lnTo>
                  <a:pt x="539619" y="107484"/>
                </a:lnTo>
                <a:lnTo>
                  <a:pt x="541093" y="107484"/>
                </a:lnTo>
                <a:cubicBezTo>
                  <a:pt x="544146" y="107484"/>
                  <a:pt x="546526" y="106893"/>
                  <a:pt x="548233" y="105709"/>
                </a:cubicBezTo>
                <a:cubicBezTo>
                  <a:pt x="549423" y="104885"/>
                  <a:pt x="550277" y="103572"/>
                  <a:pt x="550794" y="101771"/>
                </a:cubicBezTo>
                <a:cubicBezTo>
                  <a:pt x="551001" y="100896"/>
                  <a:pt x="551105" y="98400"/>
                  <a:pt x="551105" y="94282"/>
                </a:cubicBezTo>
                <a:lnTo>
                  <a:pt x="551105" y="63860"/>
                </a:lnTo>
                <a:cubicBezTo>
                  <a:pt x="551105" y="58095"/>
                  <a:pt x="550406" y="54028"/>
                  <a:pt x="549009" y="51661"/>
                </a:cubicBezTo>
                <a:cubicBezTo>
                  <a:pt x="546992" y="48366"/>
                  <a:pt x="543758" y="46719"/>
                  <a:pt x="539309" y="46719"/>
                </a:cubicBezTo>
                <a:cubicBezTo>
                  <a:pt x="536566" y="46719"/>
                  <a:pt x="533811" y="47401"/>
                  <a:pt x="531044" y="48766"/>
                </a:cubicBezTo>
                <a:cubicBezTo>
                  <a:pt x="528276" y="50129"/>
                  <a:pt x="524926" y="52664"/>
                  <a:pt x="520994" y="56371"/>
                </a:cubicBezTo>
                <a:lnTo>
                  <a:pt x="520838" y="57220"/>
                </a:lnTo>
                <a:lnTo>
                  <a:pt x="520994" y="60540"/>
                </a:lnTo>
                <a:lnTo>
                  <a:pt x="520994" y="94282"/>
                </a:lnTo>
                <a:cubicBezTo>
                  <a:pt x="520994" y="99121"/>
                  <a:pt x="521265" y="102132"/>
                  <a:pt x="521808" y="103315"/>
                </a:cubicBezTo>
                <a:cubicBezTo>
                  <a:pt x="522352" y="104499"/>
                  <a:pt x="523373" y="105490"/>
                  <a:pt x="524874" y="106289"/>
                </a:cubicBezTo>
                <a:cubicBezTo>
                  <a:pt x="526374" y="107086"/>
                  <a:pt x="528935" y="107484"/>
                  <a:pt x="532557" y="107484"/>
                </a:cubicBezTo>
                <a:lnTo>
                  <a:pt x="532557" y="110356"/>
                </a:lnTo>
                <a:lnTo>
                  <a:pt x="496625" y="110356"/>
                </a:lnTo>
                <a:lnTo>
                  <a:pt x="496625" y="107484"/>
                </a:lnTo>
                <a:cubicBezTo>
                  <a:pt x="500557" y="107484"/>
                  <a:pt x="503261" y="107021"/>
                  <a:pt x="504735" y="106095"/>
                </a:cubicBezTo>
                <a:cubicBezTo>
                  <a:pt x="506210" y="105168"/>
                  <a:pt x="507231" y="103779"/>
                  <a:pt x="507801" y="101926"/>
                </a:cubicBezTo>
                <a:cubicBezTo>
                  <a:pt x="508059" y="101050"/>
                  <a:pt x="508189" y="98501"/>
                  <a:pt x="508189" y="94282"/>
                </a:cubicBezTo>
                <a:lnTo>
                  <a:pt x="508189" y="63860"/>
                </a:lnTo>
                <a:cubicBezTo>
                  <a:pt x="508189" y="58095"/>
                  <a:pt x="507335" y="53951"/>
                  <a:pt x="505628" y="51429"/>
                </a:cubicBezTo>
                <a:cubicBezTo>
                  <a:pt x="503351" y="48134"/>
                  <a:pt x="500169" y="46486"/>
                  <a:pt x="496082" y="46486"/>
                </a:cubicBezTo>
                <a:cubicBezTo>
                  <a:pt x="493288" y="46486"/>
                  <a:pt x="490520" y="47232"/>
                  <a:pt x="487778" y="48724"/>
                </a:cubicBezTo>
                <a:cubicBezTo>
                  <a:pt x="483484" y="50990"/>
                  <a:pt x="480173" y="53538"/>
                  <a:pt x="477845" y="56369"/>
                </a:cubicBezTo>
                <a:lnTo>
                  <a:pt x="477845" y="94282"/>
                </a:lnTo>
                <a:cubicBezTo>
                  <a:pt x="477845" y="98914"/>
                  <a:pt x="478168" y="101925"/>
                  <a:pt x="478815" y="103315"/>
                </a:cubicBezTo>
                <a:cubicBezTo>
                  <a:pt x="479461" y="104704"/>
                  <a:pt x="480419" y="105746"/>
                  <a:pt x="481686" y="106442"/>
                </a:cubicBezTo>
                <a:cubicBezTo>
                  <a:pt x="482954" y="107137"/>
                  <a:pt x="485528" y="107484"/>
                  <a:pt x="489408" y="107484"/>
                </a:cubicBezTo>
                <a:lnTo>
                  <a:pt x="489408" y="110356"/>
                </a:lnTo>
                <a:lnTo>
                  <a:pt x="454252" y="110356"/>
                </a:lnTo>
                <a:lnTo>
                  <a:pt x="454252" y="107484"/>
                </a:lnTo>
                <a:cubicBezTo>
                  <a:pt x="457512" y="107484"/>
                  <a:pt x="459788" y="107136"/>
                  <a:pt x="461082" y="106439"/>
                </a:cubicBezTo>
                <a:cubicBezTo>
                  <a:pt x="462375" y="105742"/>
                  <a:pt x="463358" y="104632"/>
                  <a:pt x="464031" y="103109"/>
                </a:cubicBezTo>
                <a:cubicBezTo>
                  <a:pt x="464703" y="101586"/>
                  <a:pt x="465040" y="98631"/>
                  <a:pt x="465040" y="94243"/>
                </a:cubicBezTo>
                <a:lnTo>
                  <a:pt x="465040" y="67141"/>
                </a:lnTo>
                <a:cubicBezTo>
                  <a:pt x="465040" y="59345"/>
                  <a:pt x="464807" y="54312"/>
                  <a:pt x="464341" y="52042"/>
                </a:cubicBezTo>
                <a:cubicBezTo>
                  <a:pt x="463979" y="50338"/>
                  <a:pt x="463410" y="49163"/>
                  <a:pt x="462634" y="48518"/>
                </a:cubicBezTo>
                <a:cubicBezTo>
                  <a:pt x="461858" y="47873"/>
                  <a:pt x="460797" y="47551"/>
                  <a:pt x="459452" y="47551"/>
                </a:cubicBezTo>
                <a:cubicBezTo>
                  <a:pt x="458003" y="47551"/>
                  <a:pt x="456270" y="47938"/>
                  <a:pt x="454252" y="48712"/>
                </a:cubicBezTo>
                <a:lnTo>
                  <a:pt x="453088" y="45923"/>
                </a:lnTo>
                <a:lnTo>
                  <a:pt x="474508" y="37251"/>
                </a:lnTo>
                <a:lnTo>
                  <a:pt x="477845" y="37251"/>
                </a:lnTo>
                <a:lnTo>
                  <a:pt x="477845" y="52384"/>
                </a:lnTo>
                <a:close/>
                <a:moveTo>
                  <a:pt x="575267" y="46260"/>
                </a:moveTo>
                <a:lnTo>
                  <a:pt x="597152" y="37406"/>
                </a:lnTo>
                <a:lnTo>
                  <a:pt x="600101" y="37406"/>
                </a:lnTo>
                <a:lnTo>
                  <a:pt x="600101" y="54014"/>
                </a:lnTo>
                <a:cubicBezTo>
                  <a:pt x="603775" y="47754"/>
                  <a:pt x="607461" y="43395"/>
                  <a:pt x="611160" y="40937"/>
                </a:cubicBezTo>
                <a:cubicBezTo>
                  <a:pt x="614859" y="38480"/>
                  <a:pt x="618753" y="37251"/>
                  <a:pt x="622840" y="37251"/>
                </a:cubicBezTo>
                <a:cubicBezTo>
                  <a:pt x="629980" y="37251"/>
                  <a:pt x="635930" y="40041"/>
                  <a:pt x="640689" y="45623"/>
                </a:cubicBezTo>
                <a:cubicBezTo>
                  <a:pt x="646536" y="52446"/>
                  <a:pt x="649459" y="61335"/>
                  <a:pt x="649459" y="72292"/>
                </a:cubicBezTo>
                <a:cubicBezTo>
                  <a:pt x="649459" y="84541"/>
                  <a:pt x="645941" y="94671"/>
                  <a:pt x="638904" y="102682"/>
                </a:cubicBezTo>
                <a:cubicBezTo>
                  <a:pt x="633110" y="109247"/>
                  <a:pt x="625815" y="112529"/>
                  <a:pt x="617020" y="112529"/>
                </a:cubicBezTo>
                <a:cubicBezTo>
                  <a:pt x="613191" y="112529"/>
                  <a:pt x="609880" y="111986"/>
                  <a:pt x="607086" y="110899"/>
                </a:cubicBezTo>
                <a:cubicBezTo>
                  <a:pt x="605016" y="110123"/>
                  <a:pt x="602688" y="108571"/>
                  <a:pt x="600101" y="106243"/>
                </a:cubicBezTo>
                <a:lnTo>
                  <a:pt x="600101" y="127895"/>
                </a:lnTo>
                <a:cubicBezTo>
                  <a:pt x="600101" y="132758"/>
                  <a:pt x="600399" y="135849"/>
                  <a:pt x="600994" y="137169"/>
                </a:cubicBezTo>
                <a:cubicBezTo>
                  <a:pt x="601589" y="138488"/>
                  <a:pt x="602624" y="139536"/>
                  <a:pt x="604098" y="140312"/>
                </a:cubicBezTo>
                <a:cubicBezTo>
                  <a:pt x="605573" y="141088"/>
                  <a:pt x="608250" y="141476"/>
                  <a:pt x="612130" y="141476"/>
                </a:cubicBezTo>
                <a:lnTo>
                  <a:pt x="612130" y="144347"/>
                </a:lnTo>
                <a:lnTo>
                  <a:pt x="574879" y="144347"/>
                </a:lnTo>
                <a:lnTo>
                  <a:pt x="574879" y="141476"/>
                </a:lnTo>
                <a:lnTo>
                  <a:pt x="576820" y="141476"/>
                </a:lnTo>
                <a:cubicBezTo>
                  <a:pt x="579665" y="141528"/>
                  <a:pt x="582097" y="140983"/>
                  <a:pt x="584115" y="139844"/>
                </a:cubicBezTo>
                <a:cubicBezTo>
                  <a:pt x="585098" y="139275"/>
                  <a:pt x="585861" y="138355"/>
                  <a:pt x="586404" y="137086"/>
                </a:cubicBezTo>
                <a:cubicBezTo>
                  <a:pt x="586947" y="135819"/>
                  <a:pt x="587219" y="132596"/>
                  <a:pt x="587219" y="127419"/>
                </a:cubicBezTo>
                <a:lnTo>
                  <a:pt x="587219" y="60162"/>
                </a:lnTo>
                <a:cubicBezTo>
                  <a:pt x="587219" y="55554"/>
                  <a:pt x="587012" y="52629"/>
                  <a:pt x="586598" y="51387"/>
                </a:cubicBezTo>
                <a:cubicBezTo>
                  <a:pt x="586184" y="50144"/>
                  <a:pt x="585524" y="49212"/>
                  <a:pt x="584619" y="48591"/>
                </a:cubicBezTo>
                <a:cubicBezTo>
                  <a:pt x="583714" y="47969"/>
                  <a:pt x="582485" y="47657"/>
                  <a:pt x="580933" y="47657"/>
                </a:cubicBezTo>
                <a:cubicBezTo>
                  <a:pt x="579691" y="47657"/>
                  <a:pt x="578113" y="48020"/>
                  <a:pt x="576199" y="48744"/>
                </a:cubicBezTo>
                <a:lnTo>
                  <a:pt x="575267" y="46260"/>
                </a:lnTo>
                <a:moveTo>
                  <a:pt x="600101" y="58733"/>
                </a:moveTo>
                <a:lnTo>
                  <a:pt x="600101" y="85241"/>
                </a:lnTo>
                <a:cubicBezTo>
                  <a:pt x="600101" y="90977"/>
                  <a:pt x="600334" y="94749"/>
                  <a:pt x="600800" y="96556"/>
                </a:cubicBezTo>
                <a:cubicBezTo>
                  <a:pt x="601524" y="99554"/>
                  <a:pt x="603296" y="102189"/>
                  <a:pt x="606116" y="104463"/>
                </a:cubicBezTo>
                <a:cubicBezTo>
                  <a:pt x="608936" y="106736"/>
                  <a:pt x="612492" y="107872"/>
                  <a:pt x="616787" y="107872"/>
                </a:cubicBezTo>
                <a:cubicBezTo>
                  <a:pt x="621960" y="107872"/>
                  <a:pt x="626151" y="105857"/>
                  <a:pt x="629359" y="101826"/>
                </a:cubicBezTo>
                <a:cubicBezTo>
                  <a:pt x="633550" y="96557"/>
                  <a:pt x="635645" y="89143"/>
                  <a:pt x="635645" y="79583"/>
                </a:cubicBezTo>
                <a:cubicBezTo>
                  <a:pt x="635645" y="68732"/>
                  <a:pt x="633265" y="60388"/>
                  <a:pt x="628505" y="54550"/>
                </a:cubicBezTo>
                <a:cubicBezTo>
                  <a:pt x="625194" y="50519"/>
                  <a:pt x="621262" y="48504"/>
                  <a:pt x="616709" y="48504"/>
                </a:cubicBezTo>
                <a:cubicBezTo>
                  <a:pt x="614226" y="48504"/>
                  <a:pt x="611768" y="49124"/>
                  <a:pt x="609337" y="50364"/>
                </a:cubicBezTo>
                <a:cubicBezTo>
                  <a:pt x="607474" y="51294"/>
                  <a:pt x="604396" y="54083"/>
                  <a:pt x="600101" y="58733"/>
                </a:cubicBezTo>
                <a:close/>
                <a:moveTo>
                  <a:pt x="700136" y="100112"/>
                </a:moveTo>
                <a:cubicBezTo>
                  <a:pt x="692841" y="105751"/>
                  <a:pt x="688262" y="109011"/>
                  <a:pt x="686400" y="109890"/>
                </a:cubicBezTo>
                <a:cubicBezTo>
                  <a:pt x="683606" y="111235"/>
                  <a:pt x="680631" y="111908"/>
                  <a:pt x="677475" y="111908"/>
                </a:cubicBezTo>
                <a:cubicBezTo>
                  <a:pt x="672560" y="111908"/>
                  <a:pt x="668511" y="110226"/>
                  <a:pt x="665329" y="106864"/>
                </a:cubicBezTo>
                <a:cubicBezTo>
                  <a:pt x="662148" y="103501"/>
                  <a:pt x="660557" y="99077"/>
                  <a:pt x="660557" y="93593"/>
                </a:cubicBezTo>
                <a:cubicBezTo>
                  <a:pt x="660557" y="90126"/>
                  <a:pt x="661333" y="87126"/>
                  <a:pt x="662885" y="84591"/>
                </a:cubicBezTo>
                <a:cubicBezTo>
                  <a:pt x="665006" y="81072"/>
                  <a:pt x="668692" y="77761"/>
                  <a:pt x="673944" y="74657"/>
                </a:cubicBezTo>
                <a:cubicBezTo>
                  <a:pt x="679195" y="71553"/>
                  <a:pt x="687926" y="67776"/>
                  <a:pt x="700136" y="63327"/>
                </a:cubicBezTo>
                <a:lnTo>
                  <a:pt x="700136" y="60533"/>
                </a:lnTo>
                <a:cubicBezTo>
                  <a:pt x="700136" y="53445"/>
                  <a:pt x="699011" y="48581"/>
                  <a:pt x="696760" y="45943"/>
                </a:cubicBezTo>
                <a:cubicBezTo>
                  <a:pt x="694509" y="43304"/>
                  <a:pt x="691237" y="41985"/>
                  <a:pt x="686943" y="41985"/>
                </a:cubicBezTo>
                <a:cubicBezTo>
                  <a:pt x="683683" y="41985"/>
                  <a:pt x="681096" y="42861"/>
                  <a:pt x="679182" y="44614"/>
                </a:cubicBezTo>
                <a:cubicBezTo>
                  <a:pt x="677216" y="46366"/>
                  <a:pt x="676233" y="48377"/>
                  <a:pt x="676233" y="50645"/>
                </a:cubicBezTo>
                <a:lnTo>
                  <a:pt x="676388" y="55129"/>
                </a:lnTo>
                <a:cubicBezTo>
                  <a:pt x="676388" y="57500"/>
                  <a:pt x="675780" y="59329"/>
                  <a:pt x="674565" y="60618"/>
                </a:cubicBezTo>
                <a:cubicBezTo>
                  <a:pt x="673349" y="61906"/>
                  <a:pt x="671758" y="62550"/>
                  <a:pt x="669792" y="62550"/>
                </a:cubicBezTo>
                <a:cubicBezTo>
                  <a:pt x="667878" y="62550"/>
                  <a:pt x="666312" y="61880"/>
                  <a:pt x="665097" y="60540"/>
                </a:cubicBezTo>
                <a:cubicBezTo>
                  <a:pt x="663881" y="59198"/>
                  <a:pt x="663273" y="57366"/>
                  <a:pt x="663273" y="55045"/>
                </a:cubicBezTo>
                <a:cubicBezTo>
                  <a:pt x="663273" y="50610"/>
                  <a:pt x="665549" y="46535"/>
                  <a:pt x="670102" y="42822"/>
                </a:cubicBezTo>
                <a:cubicBezTo>
                  <a:pt x="674655" y="39108"/>
                  <a:pt x="681045" y="37251"/>
                  <a:pt x="689271" y="37251"/>
                </a:cubicBezTo>
                <a:cubicBezTo>
                  <a:pt x="695583" y="37251"/>
                  <a:pt x="700757" y="38310"/>
                  <a:pt x="704792" y="40428"/>
                </a:cubicBezTo>
                <a:cubicBezTo>
                  <a:pt x="707845" y="42030"/>
                  <a:pt x="710095" y="44537"/>
                  <a:pt x="711544" y="47948"/>
                </a:cubicBezTo>
                <a:cubicBezTo>
                  <a:pt x="712475" y="50170"/>
                  <a:pt x="712941" y="54717"/>
                  <a:pt x="712941" y="61590"/>
                </a:cubicBezTo>
                <a:lnTo>
                  <a:pt x="712941" y="85696"/>
                </a:lnTo>
                <a:cubicBezTo>
                  <a:pt x="712941" y="92466"/>
                  <a:pt x="713070" y="96613"/>
                  <a:pt x="713329" y="98138"/>
                </a:cubicBezTo>
                <a:cubicBezTo>
                  <a:pt x="713588" y="99662"/>
                  <a:pt x="714014" y="100683"/>
                  <a:pt x="714609" y="101201"/>
                </a:cubicBezTo>
                <a:cubicBezTo>
                  <a:pt x="715204" y="101716"/>
                  <a:pt x="715890" y="101974"/>
                  <a:pt x="716666" y="101974"/>
                </a:cubicBezTo>
                <a:cubicBezTo>
                  <a:pt x="717494" y="101974"/>
                  <a:pt x="718218" y="101793"/>
                  <a:pt x="718839" y="101431"/>
                </a:cubicBezTo>
                <a:cubicBezTo>
                  <a:pt x="719925" y="100758"/>
                  <a:pt x="722021" y="98870"/>
                  <a:pt x="725125" y="95766"/>
                </a:cubicBezTo>
                <a:lnTo>
                  <a:pt x="725125" y="100112"/>
                </a:lnTo>
                <a:cubicBezTo>
                  <a:pt x="719330" y="107872"/>
                  <a:pt x="713794" y="111753"/>
                  <a:pt x="708517" y="111753"/>
                </a:cubicBezTo>
                <a:cubicBezTo>
                  <a:pt x="705982" y="111753"/>
                  <a:pt x="703964" y="110873"/>
                  <a:pt x="702464" y="109114"/>
                </a:cubicBezTo>
                <a:cubicBezTo>
                  <a:pt x="700964" y="107355"/>
                  <a:pt x="700188" y="104354"/>
                  <a:pt x="700136" y="100112"/>
                </a:cubicBezTo>
                <a:moveTo>
                  <a:pt x="700136" y="95024"/>
                </a:moveTo>
                <a:lnTo>
                  <a:pt x="700136" y="68060"/>
                </a:lnTo>
                <a:cubicBezTo>
                  <a:pt x="692323" y="71150"/>
                  <a:pt x="687279" y="73339"/>
                  <a:pt x="685003" y="74628"/>
                </a:cubicBezTo>
                <a:cubicBezTo>
                  <a:pt x="680915" y="76895"/>
                  <a:pt x="677992" y="79264"/>
                  <a:pt x="676233" y="81736"/>
                </a:cubicBezTo>
                <a:cubicBezTo>
                  <a:pt x="674474" y="84208"/>
                  <a:pt x="673595" y="86912"/>
                  <a:pt x="673595" y="89848"/>
                </a:cubicBezTo>
                <a:cubicBezTo>
                  <a:pt x="673595" y="93557"/>
                  <a:pt x="674707" y="96635"/>
                  <a:pt x="676932" y="99081"/>
                </a:cubicBezTo>
                <a:cubicBezTo>
                  <a:pt x="679156" y="101527"/>
                  <a:pt x="681717" y="102750"/>
                  <a:pt x="684615" y="102750"/>
                </a:cubicBezTo>
                <a:cubicBezTo>
                  <a:pt x="688547" y="102750"/>
                  <a:pt x="693720" y="100175"/>
                  <a:pt x="700136" y="95024"/>
                </a:cubicBezTo>
                <a:close/>
                <a:moveTo>
                  <a:pt x="790803" y="83349"/>
                </a:moveTo>
                <a:cubicBezTo>
                  <a:pt x="788889" y="92713"/>
                  <a:pt x="785138" y="99918"/>
                  <a:pt x="779550" y="104962"/>
                </a:cubicBezTo>
                <a:cubicBezTo>
                  <a:pt x="773963" y="110007"/>
                  <a:pt x="767780" y="112529"/>
                  <a:pt x="761002" y="112529"/>
                </a:cubicBezTo>
                <a:cubicBezTo>
                  <a:pt x="752931" y="112529"/>
                  <a:pt x="745895" y="109144"/>
                  <a:pt x="739894" y="102374"/>
                </a:cubicBezTo>
                <a:cubicBezTo>
                  <a:pt x="733892" y="95603"/>
                  <a:pt x="730891" y="86455"/>
                  <a:pt x="730891" y="74929"/>
                </a:cubicBezTo>
                <a:cubicBezTo>
                  <a:pt x="730891" y="63765"/>
                  <a:pt x="734215" y="54694"/>
                  <a:pt x="740864" y="47718"/>
                </a:cubicBezTo>
                <a:cubicBezTo>
                  <a:pt x="747512" y="40740"/>
                  <a:pt x="755492" y="37251"/>
                  <a:pt x="764805" y="37251"/>
                </a:cubicBezTo>
                <a:cubicBezTo>
                  <a:pt x="771790" y="37251"/>
                  <a:pt x="777533" y="39095"/>
                  <a:pt x="782034" y="42783"/>
                </a:cubicBezTo>
                <a:cubicBezTo>
                  <a:pt x="786535" y="46469"/>
                  <a:pt x="788785" y="50298"/>
                  <a:pt x="788785" y="54268"/>
                </a:cubicBezTo>
                <a:cubicBezTo>
                  <a:pt x="788785" y="56228"/>
                  <a:pt x="788152" y="57814"/>
                  <a:pt x="786884" y="59027"/>
                </a:cubicBezTo>
                <a:cubicBezTo>
                  <a:pt x="785616" y="60238"/>
                  <a:pt x="783844" y="60843"/>
                  <a:pt x="781568" y="60843"/>
                </a:cubicBezTo>
                <a:cubicBezTo>
                  <a:pt x="778516" y="60843"/>
                  <a:pt x="776213" y="59860"/>
                  <a:pt x="774661" y="57894"/>
                </a:cubicBezTo>
                <a:cubicBezTo>
                  <a:pt x="773782" y="56808"/>
                  <a:pt x="773200" y="54738"/>
                  <a:pt x="772915" y="51686"/>
                </a:cubicBezTo>
                <a:cubicBezTo>
                  <a:pt x="772630" y="48633"/>
                  <a:pt x="771583" y="46305"/>
                  <a:pt x="769772" y="44701"/>
                </a:cubicBezTo>
                <a:cubicBezTo>
                  <a:pt x="767961" y="43149"/>
                  <a:pt x="765452" y="42373"/>
                  <a:pt x="762244" y="42373"/>
                </a:cubicBezTo>
                <a:cubicBezTo>
                  <a:pt x="757070" y="42373"/>
                  <a:pt x="752906" y="44287"/>
                  <a:pt x="749750" y="48116"/>
                </a:cubicBezTo>
                <a:cubicBezTo>
                  <a:pt x="745559" y="53186"/>
                  <a:pt x="743463" y="59886"/>
                  <a:pt x="743463" y="68216"/>
                </a:cubicBezTo>
                <a:cubicBezTo>
                  <a:pt x="743463" y="76701"/>
                  <a:pt x="745546" y="84190"/>
                  <a:pt x="749711" y="90683"/>
                </a:cubicBezTo>
                <a:cubicBezTo>
                  <a:pt x="753876" y="97176"/>
                  <a:pt x="759502" y="100422"/>
                  <a:pt x="766590" y="100422"/>
                </a:cubicBezTo>
                <a:cubicBezTo>
                  <a:pt x="771660" y="100422"/>
                  <a:pt x="776213" y="98689"/>
                  <a:pt x="780249" y="95223"/>
                </a:cubicBezTo>
                <a:cubicBezTo>
                  <a:pt x="783094" y="92843"/>
                  <a:pt x="785862" y="88523"/>
                  <a:pt x="788553" y="82262"/>
                </a:cubicBezTo>
                <a:lnTo>
                  <a:pt x="790803" y="83349"/>
                </a:lnTo>
                <a:close/>
                <a:moveTo>
                  <a:pt x="821636" y="15832"/>
                </a:moveTo>
                <a:lnTo>
                  <a:pt x="821636" y="39269"/>
                </a:lnTo>
                <a:lnTo>
                  <a:pt x="838244" y="39269"/>
                </a:lnTo>
                <a:lnTo>
                  <a:pt x="838244" y="44701"/>
                </a:lnTo>
                <a:lnTo>
                  <a:pt x="821636" y="44701"/>
                </a:lnTo>
                <a:lnTo>
                  <a:pt x="821636" y="90736"/>
                </a:lnTo>
                <a:cubicBezTo>
                  <a:pt x="821636" y="95336"/>
                  <a:pt x="822296" y="98437"/>
                  <a:pt x="823615" y="100039"/>
                </a:cubicBezTo>
                <a:cubicBezTo>
                  <a:pt x="824934" y="101640"/>
                  <a:pt x="826629" y="102440"/>
                  <a:pt x="828698" y="102440"/>
                </a:cubicBezTo>
                <a:cubicBezTo>
                  <a:pt x="830405" y="102440"/>
                  <a:pt x="832061" y="101910"/>
                  <a:pt x="833665" y="100849"/>
                </a:cubicBezTo>
                <a:cubicBezTo>
                  <a:pt x="835269" y="99788"/>
                  <a:pt x="836510" y="98223"/>
                  <a:pt x="837390" y="96154"/>
                </a:cubicBezTo>
                <a:lnTo>
                  <a:pt x="840417" y="96154"/>
                </a:lnTo>
                <a:cubicBezTo>
                  <a:pt x="838606" y="101239"/>
                  <a:pt x="836045" y="105084"/>
                  <a:pt x="832734" y="107690"/>
                </a:cubicBezTo>
                <a:cubicBezTo>
                  <a:pt x="829422" y="110295"/>
                  <a:pt x="826008" y="111597"/>
                  <a:pt x="822490" y="111597"/>
                </a:cubicBezTo>
                <a:cubicBezTo>
                  <a:pt x="820110" y="111597"/>
                  <a:pt x="817782" y="110937"/>
                  <a:pt x="815505" y="109616"/>
                </a:cubicBezTo>
                <a:cubicBezTo>
                  <a:pt x="813229" y="108295"/>
                  <a:pt x="811547" y="106405"/>
                  <a:pt x="810461" y="103946"/>
                </a:cubicBezTo>
                <a:cubicBezTo>
                  <a:pt x="809374" y="101485"/>
                  <a:pt x="808831" y="97691"/>
                  <a:pt x="808831" y="92562"/>
                </a:cubicBezTo>
                <a:lnTo>
                  <a:pt x="808831" y="44701"/>
                </a:lnTo>
                <a:lnTo>
                  <a:pt x="797578" y="44701"/>
                </a:lnTo>
                <a:lnTo>
                  <a:pt x="797578" y="42140"/>
                </a:lnTo>
                <a:cubicBezTo>
                  <a:pt x="800424" y="40999"/>
                  <a:pt x="803334" y="39066"/>
                  <a:pt x="806309" y="36341"/>
                </a:cubicBezTo>
                <a:cubicBezTo>
                  <a:pt x="809284" y="33617"/>
                  <a:pt x="811935" y="30387"/>
                  <a:pt x="814263" y="26650"/>
                </a:cubicBezTo>
                <a:cubicBezTo>
                  <a:pt x="815453" y="24680"/>
                  <a:pt x="817109" y="21073"/>
                  <a:pt x="819230" y="15832"/>
                </a:cubicBezTo>
                <a:lnTo>
                  <a:pt x="821636" y="15832"/>
                </a:lnTo>
                <a:close/>
                <a:moveTo>
                  <a:pt x="919680" y="37251"/>
                </a:moveTo>
                <a:cubicBezTo>
                  <a:pt x="930441" y="37251"/>
                  <a:pt x="939081" y="41334"/>
                  <a:pt x="945600" y="49501"/>
                </a:cubicBezTo>
                <a:cubicBezTo>
                  <a:pt x="951136" y="56477"/>
                  <a:pt x="953904" y="64488"/>
                  <a:pt x="953904" y="73534"/>
                </a:cubicBezTo>
                <a:cubicBezTo>
                  <a:pt x="953904" y="79891"/>
                  <a:pt x="952378" y="86326"/>
                  <a:pt x="949325" y="92839"/>
                </a:cubicBezTo>
                <a:cubicBezTo>
                  <a:pt x="946273" y="99349"/>
                  <a:pt x="942069" y="104259"/>
                  <a:pt x="936714" y="107567"/>
                </a:cubicBezTo>
                <a:cubicBezTo>
                  <a:pt x="931359" y="110875"/>
                  <a:pt x="925397" y="112529"/>
                  <a:pt x="918826" y="112529"/>
                </a:cubicBezTo>
                <a:cubicBezTo>
                  <a:pt x="908116" y="112529"/>
                  <a:pt x="899606" y="108264"/>
                  <a:pt x="893294" y="99736"/>
                </a:cubicBezTo>
                <a:cubicBezTo>
                  <a:pt x="887965" y="92552"/>
                  <a:pt x="885300" y="84490"/>
                  <a:pt x="885300" y="75549"/>
                </a:cubicBezTo>
                <a:cubicBezTo>
                  <a:pt x="885300" y="69037"/>
                  <a:pt x="886917" y="62563"/>
                  <a:pt x="890151" y="56129"/>
                </a:cubicBezTo>
                <a:cubicBezTo>
                  <a:pt x="893384" y="49694"/>
                  <a:pt x="897639" y="44939"/>
                  <a:pt x="902917" y="41864"/>
                </a:cubicBezTo>
                <a:cubicBezTo>
                  <a:pt x="908194" y="38788"/>
                  <a:pt x="913782" y="37251"/>
                  <a:pt x="919680" y="37251"/>
                </a:cubicBezTo>
                <a:moveTo>
                  <a:pt x="917274" y="42373"/>
                </a:moveTo>
                <a:cubicBezTo>
                  <a:pt x="914532" y="42373"/>
                  <a:pt x="911777" y="43187"/>
                  <a:pt x="909009" y="44815"/>
                </a:cubicBezTo>
                <a:cubicBezTo>
                  <a:pt x="906241" y="46443"/>
                  <a:pt x="904003" y="49298"/>
                  <a:pt x="902296" y="53381"/>
                </a:cubicBezTo>
                <a:cubicBezTo>
                  <a:pt x="900589" y="57463"/>
                  <a:pt x="899735" y="62708"/>
                  <a:pt x="899735" y="69115"/>
                </a:cubicBezTo>
                <a:cubicBezTo>
                  <a:pt x="899735" y="79450"/>
                  <a:pt x="901791" y="88364"/>
                  <a:pt x="905905" y="95858"/>
                </a:cubicBezTo>
                <a:cubicBezTo>
                  <a:pt x="910018" y="103350"/>
                  <a:pt x="915437" y="107096"/>
                  <a:pt x="922163" y="107096"/>
                </a:cubicBezTo>
                <a:cubicBezTo>
                  <a:pt x="927182" y="107096"/>
                  <a:pt x="931321" y="105029"/>
                  <a:pt x="934580" y="100895"/>
                </a:cubicBezTo>
                <a:cubicBezTo>
                  <a:pt x="937839" y="96761"/>
                  <a:pt x="939469" y="89656"/>
                  <a:pt x="939469" y="79580"/>
                </a:cubicBezTo>
                <a:cubicBezTo>
                  <a:pt x="939469" y="66971"/>
                  <a:pt x="936753" y="57049"/>
                  <a:pt x="931321" y="49813"/>
                </a:cubicBezTo>
                <a:cubicBezTo>
                  <a:pt x="927647" y="44853"/>
                  <a:pt x="922965" y="42373"/>
                  <a:pt x="917274" y="42373"/>
                </a:cubicBezTo>
                <a:close/>
                <a:moveTo>
                  <a:pt x="992163" y="44701"/>
                </a:moveTo>
                <a:lnTo>
                  <a:pt x="992163" y="91478"/>
                </a:lnTo>
                <a:cubicBezTo>
                  <a:pt x="992163" y="98109"/>
                  <a:pt x="992887" y="102304"/>
                  <a:pt x="994336" y="104065"/>
                </a:cubicBezTo>
                <a:cubicBezTo>
                  <a:pt x="996250" y="106345"/>
                  <a:pt x="998811" y="107484"/>
                  <a:pt x="1002019" y="107484"/>
                </a:cubicBezTo>
                <a:lnTo>
                  <a:pt x="1008460" y="107484"/>
                </a:lnTo>
                <a:lnTo>
                  <a:pt x="1008460" y="110356"/>
                </a:lnTo>
                <a:lnTo>
                  <a:pt x="966010" y="110356"/>
                </a:lnTo>
                <a:lnTo>
                  <a:pt x="966010" y="107484"/>
                </a:lnTo>
                <a:lnTo>
                  <a:pt x="969192" y="107484"/>
                </a:lnTo>
                <a:cubicBezTo>
                  <a:pt x="971261" y="107484"/>
                  <a:pt x="973150" y="106966"/>
                  <a:pt x="974857" y="105930"/>
                </a:cubicBezTo>
                <a:cubicBezTo>
                  <a:pt x="976564" y="104893"/>
                  <a:pt x="977741" y="103495"/>
                  <a:pt x="978388" y="101734"/>
                </a:cubicBezTo>
                <a:cubicBezTo>
                  <a:pt x="979035" y="99974"/>
                  <a:pt x="979358" y="96555"/>
                  <a:pt x="979358" y="91478"/>
                </a:cubicBezTo>
                <a:lnTo>
                  <a:pt x="979358" y="44701"/>
                </a:lnTo>
                <a:lnTo>
                  <a:pt x="965544" y="44701"/>
                </a:lnTo>
                <a:lnTo>
                  <a:pt x="965544" y="39269"/>
                </a:lnTo>
                <a:lnTo>
                  <a:pt x="979358" y="39269"/>
                </a:lnTo>
                <a:lnTo>
                  <a:pt x="979358" y="34593"/>
                </a:lnTo>
                <a:cubicBezTo>
                  <a:pt x="979358" y="27477"/>
                  <a:pt x="980496" y="21452"/>
                  <a:pt x="982773" y="16518"/>
                </a:cubicBezTo>
                <a:cubicBezTo>
                  <a:pt x="985049" y="11584"/>
                  <a:pt x="988528" y="7597"/>
                  <a:pt x="993211" y="4559"/>
                </a:cubicBezTo>
                <a:cubicBezTo>
                  <a:pt x="997893" y="1520"/>
                  <a:pt x="1003157" y="0"/>
                  <a:pt x="1009004" y="0"/>
                </a:cubicBezTo>
                <a:cubicBezTo>
                  <a:pt x="1014436" y="0"/>
                  <a:pt x="1019429" y="1759"/>
                  <a:pt x="1023981" y="5277"/>
                </a:cubicBezTo>
                <a:cubicBezTo>
                  <a:pt x="1026982" y="7605"/>
                  <a:pt x="1028483" y="10218"/>
                  <a:pt x="1028483" y="13115"/>
                </a:cubicBezTo>
                <a:cubicBezTo>
                  <a:pt x="1028483" y="14668"/>
                  <a:pt x="1027810" y="16129"/>
                  <a:pt x="1026465" y="17500"/>
                </a:cubicBezTo>
                <a:cubicBezTo>
                  <a:pt x="1025120" y="18871"/>
                  <a:pt x="1023671" y="19557"/>
                  <a:pt x="1022119" y="19557"/>
                </a:cubicBezTo>
                <a:cubicBezTo>
                  <a:pt x="1020929" y="19557"/>
                  <a:pt x="1019674" y="19125"/>
                  <a:pt x="1018355" y="18262"/>
                </a:cubicBezTo>
                <a:cubicBezTo>
                  <a:pt x="1017036" y="17398"/>
                  <a:pt x="1015419" y="15541"/>
                  <a:pt x="1013505" y="12691"/>
                </a:cubicBezTo>
                <a:cubicBezTo>
                  <a:pt x="1011590" y="9841"/>
                  <a:pt x="1009831" y="7918"/>
                  <a:pt x="1008227" y="6924"/>
                </a:cubicBezTo>
                <a:cubicBezTo>
                  <a:pt x="1006624" y="5930"/>
                  <a:pt x="1004839" y="5432"/>
                  <a:pt x="1002873" y="5432"/>
                </a:cubicBezTo>
                <a:cubicBezTo>
                  <a:pt x="1000493" y="5432"/>
                  <a:pt x="998475" y="6073"/>
                  <a:pt x="996819" y="7353"/>
                </a:cubicBezTo>
                <a:cubicBezTo>
                  <a:pt x="995164" y="8632"/>
                  <a:pt x="993974" y="10616"/>
                  <a:pt x="993249" y="13305"/>
                </a:cubicBezTo>
                <a:cubicBezTo>
                  <a:pt x="992525" y="15993"/>
                  <a:pt x="992163" y="22925"/>
                  <a:pt x="992163" y="34098"/>
                </a:cubicBezTo>
                <a:lnTo>
                  <a:pt x="992163" y="39269"/>
                </a:lnTo>
                <a:lnTo>
                  <a:pt x="1010478" y="39269"/>
                </a:lnTo>
                <a:lnTo>
                  <a:pt x="1010478" y="44701"/>
                </a:lnTo>
                <a:lnTo>
                  <a:pt x="992163" y="44701"/>
                </a:lnTo>
                <a:close/>
                <a:moveTo>
                  <a:pt x="1117106" y="110356"/>
                </a:moveTo>
                <a:lnTo>
                  <a:pt x="1076441" y="21807"/>
                </a:lnTo>
                <a:lnTo>
                  <a:pt x="1076441" y="92118"/>
                </a:lnTo>
                <a:cubicBezTo>
                  <a:pt x="1076441" y="98586"/>
                  <a:pt x="1077139" y="102621"/>
                  <a:pt x="1078536" y="104225"/>
                </a:cubicBezTo>
                <a:cubicBezTo>
                  <a:pt x="1080450" y="106398"/>
                  <a:pt x="1083477" y="107484"/>
                  <a:pt x="1087616" y="107484"/>
                </a:cubicBezTo>
                <a:lnTo>
                  <a:pt x="1091341" y="107484"/>
                </a:lnTo>
                <a:lnTo>
                  <a:pt x="1091341" y="110356"/>
                </a:lnTo>
                <a:lnTo>
                  <a:pt x="1054711" y="110356"/>
                </a:lnTo>
                <a:lnTo>
                  <a:pt x="1054711" y="107484"/>
                </a:lnTo>
                <a:lnTo>
                  <a:pt x="1058436" y="107484"/>
                </a:lnTo>
                <a:cubicBezTo>
                  <a:pt x="1062886" y="107484"/>
                  <a:pt x="1066042" y="106139"/>
                  <a:pt x="1067904" y="103449"/>
                </a:cubicBezTo>
                <a:cubicBezTo>
                  <a:pt x="1069042" y="101793"/>
                  <a:pt x="1069612" y="98016"/>
                  <a:pt x="1069612" y="92118"/>
                </a:cubicBezTo>
                <a:lnTo>
                  <a:pt x="1069612" y="23359"/>
                </a:lnTo>
                <a:cubicBezTo>
                  <a:pt x="1069612" y="18703"/>
                  <a:pt x="1069094" y="15340"/>
                  <a:pt x="1068059" y="13271"/>
                </a:cubicBezTo>
                <a:cubicBezTo>
                  <a:pt x="1067335" y="11770"/>
                  <a:pt x="1066003" y="10516"/>
                  <a:pt x="1064063" y="9507"/>
                </a:cubicBezTo>
                <a:cubicBezTo>
                  <a:pt x="1062123" y="8498"/>
                  <a:pt x="1059005" y="7993"/>
                  <a:pt x="1054711" y="7993"/>
                </a:cubicBezTo>
                <a:lnTo>
                  <a:pt x="1054711" y="5122"/>
                </a:lnTo>
                <a:lnTo>
                  <a:pt x="1084512" y="5122"/>
                </a:lnTo>
                <a:lnTo>
                  <a:pt x="1122694" y="87462"/>
                </a:lnTo>
                <a:lnTo>
                  <a:pt x="1160255" y="5122"/>
                </a:lnTo>
                <a:lnTo>
                  <a:pt x="1190056" y="5122"/>
                </a:lnTo>
                <a:lnTo>
                  <a:pt x="1190056" y="7993"/>
                </a:lnTo>
                <a:lnTo>
                  <a:pt x="1186409" y="7993"/>
                </a:lnTo>
                <a:cubicBezTo>
                  <a:pt x="1181907" y="7993"/>
                  <a:pt x="1178726" y="9339"/>
                  <a:pt x="1176863" y="12029"/>
                </a:cubicBezTo>
                <a:cubicBezTo>
                  <a:pt x="1175725" y="13685"/>
                  <a:pt x="1175156" y="17461"/>
                  <a:pt x="1175156" y="23359"/>
                </a:cubicBezTo>
                <a:lnTo>
                  <a:pt x="1175156" y="92118"/>
                </a:lnTo>
                <a:cubicBezTo>
                  <a:pt x="1175156" y="98586"/>
                  <a:pt x="1175880" y="102621"/>
                  <a:pt x="1177329" y="104225"/>
                </a:cubicBezTo>
                <a:cubicBezTo>
                  <a:pt x="1179243" y="106398"/>
                  <a:pt x="1182270" y="107484"/>
                  <a:pt x="1186409" y="107484"/>
                </a:cubicBezTo>
                <a:lnTo>
                  <a:pt x="1190056" y="107484"/>
                </a:lnTo>
                <a:lnTo>
                  <a:pt x="1190056" y="110356"/>
                </a:lnTo>
                <a:lnTo>
                  <a:pt x="1145355" y="110356"/>
                </a:lnTo>
                <a:lnTo>
                  <a:pt x="1145355" y="107484"/>
                </a:lnTo>
                <a:lnTo>
                  <a:pt x="1149080" y="107484"/>
                </a:lnTo>
                <a:cubicBezTo>
                  <a:pt x="1153581" y="107484"/>
                  <a:pt x="1156737" y="106139"/>
                  <a:pt x="1158548" y="103449"/>
                </a:cubicBezTo>
                <a:cubicBezTo>
                  <a:pt x="1159686" y="101793"/>
                  <a:pt x="1160255" y="98016"/>
                  <a:pt x="1160255" y="92118"/>
                </a:cubicBezTo>
                <a:lnTo>
                  <a:pt x="1160255" y="21807"/>
                </a:lnTo>
                <a:lnTo>
                  <a:pt x="1119667" y="110356"/>
                </a:lnTo>
                <a:lnTo>
                  <a:pt x="1117106" y="110356"/>
                </a:lnTo>
                <a:close/>
                <a:moveTo>
                  <a:pt x="1238614" y="100112"/>
                </a:moveTo>
                <a:cubicBezTo>
                  <a:pt x="1231319" y="105751"/>
                  <a:pt x="1226740" y="109011"/>
                  <a:pt x="1224877" y="109890"/>
                </a:cubicBezTo>
                <a:cubicBezTo>
                  <a:pt x="1222084" y="111235"/>
                  <a:pt x="1219109" y="111908"/>
                  <a:pt x="1215953" y="111908"/>
                </a:cubicBezTo>
                <a:cubicBezTo>
                  <a:pt x="1211038" y="111908"/>
                  <a:pt x="1206989" y="110226"/>
                  <a:pt x="1203807" y="106864"/>
                </a:cubicBezTo>
                <a:cubicBezTo>
                  <a:pt x="1200626" y="103501"/>
                  <a:pt x="1199035" y="99077"/>
                  <a:pt x="1199035" y="93593"/>
                </a:cubicBezTo>
                <a:cubicBezTo>
                  <a:pt x="1199035" y="90126"/>
                  <a:pt x="1199811" y="87126"/>
                  <a:pt x="1201363" y="84591"/>
                </a:cubicBezTo>
                <a:cubicBezTo>
                  <a:pt x="1203484" y="81072"/>
                  <a:pt x="1207170" y="77761"/>
                  <a:pt x="1212422" y="74657"/>
                </a:cubicBezTo>
                <a:cubicBezTo>
                  <a:pt x="1217673" y="71553"/>
                  <a:pt x="1226404" y="67776"/>
                  <a:pt x="1238614" y="63327"/>
                </a:cubicBezTo>
                <a:lnTo>
                  <a:pt x="1238614" y="60533"/>
                </a:lnTo>
                <a:cubicBezTo>
                  <a:pt x="1238614" y="53445"/>
                  <a:pt x="1237488" y="48581"/>
                  <a:pt x="1235238" y="45943"/>
                </a:cubicBezTo>
                <a:cubicBezTo>
                  <a:pt x="1232987" y="43304"/>
                  <a:pt x="1229715" y="41985"/>
                  <a:pt x="1225421" y="41985"/>
                </a:cubicBezTo>
                <a:cubicBezTo>
                  <a:pt x="1222161" y="41985"/>
                  <a:pt x="1219574" y="42861"/>
                  <a:pt x="1217660" y="44614"/>
                </a:cubicBezTo>
                <a:cubicBezTo>
                  <a:pt x="1215694" y="46366"/>
                  <a:pt x="1214711" y="48377"/>
                  <a:pt x="1214711" y="50645"/>
                </a:cubicBezTo>
                <a:lnTo>
                  <a:pt x="1214866" y="55129"/>
                </a:lnTo>
                <a:cubicBezTo>
                  <a:pt x="1214866" y="57500"/>
                  <a:pt x="1214258" y="59329"/>
                  <a:pt x="1213042" y="60618"/>
                </a:cubicBezTo>
                <a:cubicBezTo>
                  <a:pt x="1211827" y="61906"/>
                  <a:pt x="1210236" y="62550"/>
                  <a:pt x="1208270" y="62550"/>
                </a:cubicBezTo>
                <a:cubicBezTo>
                  <a:pt x="1206355" y="62550"/>
                  <a:pt x="1204790" y="61880"/>
                  <a:pt x="1203575" y="60540"/>
                </a:cubicBezTo>
                <a:cubicBezTo>
                  <a:pt x="1202359" y="59198"/>
                  <a:pt x="1201751" y="57366"/>
                  <a:pt x="1201751" y="55045"/>
                </a:cubicBezTo>
                <a:cubicBezTo>
                  <a:pt x="1201751" y="50610"/>
                  <a:pt x="1204027" y="46535"/>
                  <a:pt x="1208580" y="42822"/>
                </a:cubicBezTo>
                <a:cubicBezTo>
                  <a:pt x="1213133" y="39108"/>
                  <a:pt x="1219523" y="37251"/>
                  <a:pt x="1227749" y="37251"/>
                </a:cubicBezTo>
                <a:cubicBezTo>
                  <a:pt x="1234061" y="37251"/>
                  <a:pt x="1239235" y="38310"/>
                  <a:pt x="1243270" y="40428"/>
                </a:cubicBezTo>
                <a:cubicBezTo>
                  <a:pt x="1246323" y="42030"/>
                  <a:pt x="1248573" y="44537"/>
                  <a:pt x="1250022" y="47948"/>
                </a:cubicBezTo>
                <a:cubicBezTo>
                  <a:pt x="1250953" y="50170"/>
                  <a:pt x="1251419" y="54717"/>
                  <a:pt x="1251419" y="61590"/>
                </a:cubicBezTo>
                <a:lnTo>
                  <a:pt x="1251419" y="85696"/>
                </a:lnTo>
                <a:cubicBezTo>
                  <a:pt x="1251419" y="92466"/>
                  <a:pt x="1251548" y="96613"/>
                  <a:pt x="1251807" y="98138"/>
                </a:cubicBezTo>
                <a:cubicBezTo>
                  <a:pt x="1252065" y="99662"/>
                  <a:pt x="1252492" y="100683"/>
                  <a:pt x="1253087" y="101201"/>
                </a:cubicBezTo>
                <a:cubicBezTo>
                  <a:pt x="1253682" y="101716"/>
                  <a:pt x="1254368" y="101974"/>
                  <a:pt x="1255144" y="101974"/>
                </a:cubicBezTo>
                <a:cubicBezTo>
                  <a:pt x="1255972" y="101974"/>
                  <a:pt x="1256696" y="101793"/>
                  <a:pt x="1257317" y="101431"/>
                </a:cubicBezTo>
                <a:cubicBezTo>
                  <a:pt x="1258403" y="100758"/>
                  <a:pt x="1260499" y="98870"/>
                  <a:pt x="1263603" y="95766"/>
                </a:cubicBezTo>
                <a:lnTo>
                  <a:pt x="1263603" y="100112"/>
                </a:lnTo>
                <a:cubicBezTo>
                  <a:pt x="1257808" y="107872"/>
                  <a:pt x="1252272" y="111753"/>
                  <a:pt x="1246995" y="111753"/>
                </a:cubicBezTo>
                <a:cubicBezTo>
                  <a:pt x="1244460" y="111753"/>
                  <a:pt x="1242442" y="110873"/>
                  <a:pt x="1240942" y="109114"/>
                </a:cubicBezTo>
                <a:cubicBezTo>
                  <a:pt x="1239441" y="107355"/>
                  <a:pt x="1238665" y="104354"/>
                  <a:pt x="1238614" y="100112"/>
                </a:cubicBezTo>
                <a:moveTo>
                  <a:pt x="1238614" y="95024"/>
                </a:moveTo>
                <a:lnTo>
                  <a:pt x="1238614" y="68060"/>
                </a:lnTo>
                <a:cubicBezTo>
                  <a:pt x="1230801" y="71150"/>
                  <a:pt x="1225757" y="73339"/>
                  <a:pt x="1223480" y="74628"/>
                </a:cubicBezTo>
                <a:cubicBezTo>
                  <a:pt x="1219393" y="76895"/>
                  <a:pt x="1216470" y="79264"/>
                  <a:pt x="1214711" y="81736"/>
                </a:cubicBezTo>
                <a:cubicBezTo>
                  <a:pt x="1212952" y="84208"/>
                  <a:pt x="1212072" y="86912"/>
                  <a:pt x="1212072" y="89848"/>
                </a:cubicBezTo>
                <a:cubicBezTo>
                  <a:pt x="1212072" y="93557"/>
                  <a:pt x="1213185" y="96635"/>
                  <a:pt x="1215409" y="99081"/>
                </a:cubicBezTo>
                <a:cubicBezTo>
                  <a:pt x="1217634" y="101527"/>
                  <a:pt x="1220195" y="102750"/>
                  <a:pt x="1223092" y="102750"/>
                </a:cubicBezTo>
                <a:cubicBezTo>
                  <a:pt x="1227024" y="102750"/>
                  <a:pt x="1232198" y="100175"/>
                  <a:pt x="1238614" y="95024"/>
                </a:cubicBezTo>
                <a:close/>
                <a:moveTo>
                  <a:pt x="1329280" y="83349"/>
                </a:moveTo>
                <a:cubicBezTo>
                  <a:pt x="1327366" y="92713"/>
                  <a:pt x="1323615" y="99918"/>
                  <a:pt x="1318028" y="104962"/>
                </a:cubicBezTo>
                <a:cubicBezTo>
                  <a:pt x="1312440" y="110007"/>
                  <a:pt x="1306257" y="112529"/>
                  <a:pt x="1299480" y="112529"/>
                </a:cubicBezTo>
                <a:cubicBezTo>
                  <a:pt x="1291409" y="112529"/>
                  <a:pt x="1284372" y="109144"/>
                  <a:pt x="1278371" y="102374"/>
                </a:cubicBezTo>
                <a:cubicBezTo>
                  <a:pt x="1272369" y="95603"/>
                  <a:pt x="1269369" y="86455"/>
                  <a:pt x="1269369" y="74929"/>
                </a:cubicBezTo>
                <a:cubicBezTo>
                  <a:pt x="1269369" y="63765"/>
                  <a:pt x="1272693" y="54694"/>
                  <a:pt x="1279341" y="47718"/>
                </a:cubicBezTo>
                <a:cubicBezTo>
                  <a:pt x="1285989" y="40740"/>
                  <a:pt x="1293970" y="37251"/>
                  <a:pt x="1303282" y="37251"/>
                </a:cubicBezTo>
                <a:cubicBezTo>
                  <a:pt x="1310267" y="37251"/>
                  <a:pt x="1316010" y="39095"/>
                  <a:pt x="1320511" y="42783"/>
                </a:cubicBezTo>
                <a:cubicBezTo>
                  <a:pt x="1325012" y="46469"/>
                  <a:pt x="1327263" y="50298"/>
                  <a:pt x="1327263" y="54268"/>
                </a:cubicBezTo>
                <a:cubicBezTo>
                  <a:pt x="1327263" y="56228"/>
                  <a:pt x="1326629" y="57814"/>
                  <a:pt x="1325361" y="59027"/>
                </a:cubicBezTo>
                <a:cubicBezTo>
                  <a:pt x="1324094" y="60238"/>
                  <a:pt x="1322322" y="60843"/>
                  <a:pt x="1320045" y="60843"/>
                </a:cubicBezTo>
                <a:cubicBezTo>
                  <a:pt x="1316993" y="60843"/>
                  <a:pt x="1314691" y="59860"/>
                  <a:pt x="1313138" y="57894"/>
                </a:cubicBezTo>
                <a:cubicBezTo>
                  <a:pt x="1312259" y="56808"/>
                  <a:pt x="1311677" y="54738"/>
                  <a:pt x="1311392" y="51686"/>
                </a:cubicBezTo>
                <a:cubicBezTo>
                  <a:pt x="1311108" y="48633"/>
                  <a:pt x="1310060" y="46305"/>
                  <a:pt x="1308249" y="44701"/>
                </a:cubicBezTo>
                <a:cubicBezTo>
                  <a:pt x="1306438" y="43149"/>
                  <a:pt x="1303929" y="42373"/>
                  <a:pt x="1300721" y="42373"/>
                </a:cubicBezTo>
                <a:cubicBezTo>
                  <a:pt x="1295548" y="42373"/>
                  <a:pt x="1291383" y="44287"/>
                  <a:pt x="1288227" y="48116"/>
                </a:cubicBezTo>
                <a:cubicBezTo>
                  <a:pt x="1284036" y="53186"/>
                  <a:pt x="1281941" y="59886"/>
                  <a:pt x="1281941" y="68216"/>
                </a:cubicBezTo>
                <a:cubicBezTo>
                  <a:pt x="1281941" y="76701"/>
                  <a:pt x="1284023" y="84190"/>
                  <a:pt x="1288188" y="90683"/>
                </a:cubicBezTo>
                <a:cubicBezTo>
                  <a:pt x="1292353" y="97176"/>
                  <a:pt x="1297979" y="100422"/>
                  <a:pt x="1305067" y="100422"/>
                </a:cubicBezTo>
                <a:cubicBezTo>
                  <a:pt x="1310138" y="100422"/>
                  <a:pt x="1314691" y="98689"/>
                  <a:pt x="1318726" y="95223"/>
                </a:cubicBezTo>
                <a:cubicBezTo>
                  <a:pt x="1321572" y="92843"/>
                  <a:pt x="1324340" y="88523"/>
                  <a:pt x="1327030" y="82262"/>
                </a:cubicBezTo>
                <a:lnTo>
                  <a:pt x="1329280" y="83349"/>
                </a:lnTo>
                <a:close/>
                <a:moveTo>
                  <a:pt x="1360269" y="37251"/>
                </a:moveTo>
                <a:lnTo>
                  <a:pt x="1360269" y="53238"/>
                </a:lnTo>
                <a:cubicBezTo>
                  <a:pt x="1366219" y="42580"/>
                  <a:pt x="1372324" y="37251"/>
                  <a:pt x="1378584" y="37251"/>
                </a:cubicBezTo>
                <a:cubicBezTo>
                  <a:pt x="1381429" y="37251"/>
                  <a:pt x="1383783" y="38117"/>
                  <a:pt x="1385646" y="39851"/>
                </a:cubicBezTo>
                <a:cubicBezTo>
                  <a:pt x="1387508" y="41584"/>
                  <a:pt x="1388440" y="43589"/>
                  <a:pt x="1388440" y="45865"/>
                </a:cubicBezTo>
                <a:cubicBezTo>
                  <a:pt x="1388440" y="47883"/>
                  <a:pt x="1387767" y="49590"/>
                  <a:pt x="1386422" y="50987"/>
                </a:cubicBezTo>
                <a:cubicBezTo>
                  <a:pt x="1385077" y="52384"/>
                  <a:pt x="1383473" y="53083"/>
                  <a:pt x="1381610" y="53083"/>
                </a:cubicBezTo>
                <a:cubicBezTo>
                  <a:pt x="1379800" y="53083"/>
                  <a:pt x="1377769" y="52190"/>
                  <a:pt x="1375518" y="50405"/>
                </a:cubicBezTo>
                <a:cubicBezTo>
                  <a:pt x="1373268" y="48620"/>
                  <a:pt x="1371599" y="47728"/>
                  <a:pt x="1370513" y="47728"/>
                </a:cubicBezTo>
                <a:cubicBezTo>
                  <a:pt x="1369581" y="47728"/>
                  <a:pt x="1368573" y="48243"/>
                  <a:pt x="1367486" y="49275"/>
                </a:cubicBezTo>
                <a:cubicBezTo>
                  <a:pt x="1365158" y="51391"/>
                  <a:pt x="1362752" y="54875"/>
                  <a:pt x="1360269" y="59725"/>
                </a:cubicBezTo>
                <a:lnTo>
                  <a:pt x="1360269" y="93707"/>
                </a:lnTo>
                <a:cubicBezTo>
                  <a:pt x="1360269" y="97628"/>
                  <a:pt x="1360760" y="100594"/>
                  <a:pt x="1361743" y="102607"/>
                </a:cubicBezTo>
                <a:cubicBezTo>
                  <a:pt x="1362416" y="104001"/>
                  <a:pt x="1363606" y="105163"/>
                  <a:pt x="1365313" y="106092"/>
                </a:cubicBezTo>
                <a:cubicBezTo>
                  <a:pt x="1367020" y="107020"/>
                  <a:pt x="1369478" y="107484"/>
                  <a:pt x="1372686" y="107484"/>
                </a:cubicBezTo>
                <a:lnTo>
                  <a:pt x="1372686" y="110356"/>
                </a:lnTo>
                <a:lnTo>
                  <a:pt x="1336288" y="110356"/>
                </a:lnTo>
                <a:lnTo>
                  <a:pt x="1336288" y="107484"/>
                </a:lnTo>
                <a:cubicBezTo>
                  <a:pt x="1339910" y="107484"/>
                  <a:pt x="1342600" y="106917"/>
                  <a:pt x="1344360" y="105782"/>
                </a:cubicBezTo>
                <a:cubicBezTo>
                  <a:pt x="1345653" y="104956"/>
                  <a:pt x="1346558" y="103639"/>
                  <a:pt x="1347076" y="101831"/>
                </a:cubicBezTo>
                <a:cubicBezTo>
                  <a:pt x="1347334" y="100953"/>
                  <a:pt x="1347464" y="98450"/>
                  <a:pt x="1347464" y="94320"/>
                </a:cubicBezTo>
                <a:lnTo>
                  <a:pt x="1347464" y="66831"/>
                </a:lnTo>
                <a:cubicBezTo>
                  <a:pt x="1347464" y="58571"/>
                  <a:pt x="1347296" y="53654"/>
                  <a:pt x="1346959" y="52081"/>
                </a:cubicBezTo>
                <a:cubicBezTo>
                  <a:pt x="1346623" y="50506"/>
                  <a:pt x="1346002" y="49357"/>
                  <a:pt x="1345097" y="48635"/>
                </a:cubicBezTo>
                <a:cubicBezTo>
                  <a:pt x="1344191" y="47912"/>
                  <a:pt x="1343066" y="47551"/>
                  <a:pt x="1341721" y="47551"/>
                </a:cubicBezTo>
                <a:cubicBezTo>
                  <a:pt x="1340117" y="47551"/>
                  <a:pt x="1338306" y="47938"/>
                  <a:pt x="1336288" y="48712"/>
                </a:cubicBezTo>
                <a:lnTo>
                  <a:pt x="1335512" y="45923"/>
                </a:lnTo>
                <a:lnTo>
                  <a:pt x="1357009" y="37251"/>
                </a:lnTo>
                <a:lnTo>
                  <a:pt x="1360269" y="37251"/>
                </a:lnTo>
                <a:close/>
                <a:moveTo>
                  <a:pt x="1427162" y="37251"/>
                </a:moveTo>
                <a:cubicBezTo>
                  <a:pt x="1437924" y="37251"/>
                  <a:pt x="1446564" y="41334"/>
                  <a:pt x="1453083" y="49501"/>
                </a:cubicBezTo>
                <a:cubicBezTo>
                  <a:pt x="1458618" y="56477"/>
                  <a:pt x="1461386" y="64488"/>
                  <a:pt x="1461386" y="73534"/>
                </a:cubicBezTo>
                <a:cubicBezTo>
                  <a:pt x="1461386" y="79891"/>
                  <a:pt x="1459860" y="86326"/>
                  <a:pt x="1456808" y="92839"/>
                </a:cubicBezTo>
                <a:cubicBezTo>
                  <a:pt x="1453755" y="99349"/>
                  <a:pt x="1449552" y="104259"/>
                  <a:pt x="1444197" y="107567"/>
                </a:cubicBezTo>
                <a:cubicBezTo>
                  <a:pt x="1438842" y="110875"/>
                  <a:pt x="1432879" y="112529"/>
                  <a:pt x="1426309" y="112529"/>
                </a:cubicBezTo>
                <a:cubicBezTo>
                  <a:pt x="1415599" y="112529"/>
                  <a:pt x="1407088" y="108264"/>
                  <a:pt x="1400776" y="99736"/>
                </a:cubicBezTo>
                <a:cubicBezTo>
                  <a:pt x="1395447" y="92552"/>
                  <a:pt x="1392783" y="84490"/>
                  <a:pt x="1392783" y="75549"/>
                </a:cubicBezTo>
                <a:cubicBezTo>
                  <a:pt x="1392783" y="69037"/>
                  <a:pt x="1394399" y="62563"/>
                  <a:pt x="1397633" y="56129"/>
                </a:cubicBezTo>
                <a:cubicBezTo>
                  <a:pt x="1400867" y="49694"/>
                  <a:pt x="1405122" y="44939"/>
                  <a:pt x="1410399" y="41864"/>
                </a:cubicBezTo>
                <a:cubicBezTo>
                  <a:pt x="1415676" y="38788"/>
                  <a:pt x="1421264" y="37251"/>
                  <a:pt x="1427162" y="37251"/>
                </a:cubicBezTo>
                <a:moveTo>
                  <a:pt x="1424756" y="42373"/>
                </a:moveTo>
                <a:cubicBezTo>
                  <a:pt x="1422014" y="42373"/>
                  <a:pt x="1419259" y="43187"/>
                  <a:pt x="1416491" y="44815"/>
                </a:cubicBezTo>
                <a:cubicBezTo>
                  <a:pt x="1413723" y="46443"/>
                  <a:pt x="1411486" y="49298"/>
                  <a:pt x="1409778" y="53381"/>
                </a:cubicBezTo>
                <a:cubicBezTo>
                  <a:pt x="1408071" y="57463"/>
                  <a:pt x="1407217" y="62708"/>
                  <a:pt x="1407217" y="69115"/>
                </a:cubicBezTo>
                <a:cubicBezTo>
                  <a:pt x="1407217" y="79450"/>
                  <a:pt x="1409274" y="88364"/>
                  <a:pt x="1413387" y="95858"/>
                </a:cubicBezTo>
                <a:cubicBezTo>
                  <a:pt x="1417500" y="103350"/>
                  <a:pt x="1422920" y="107096"/>
                  <a:pt x="1429646" y="107096"/>
                </a:cubicBezTo>
                <a:cubicBezTo>
                  <a:pt x="1434664" y="107096"/>
                  <a:pt x="1438803" y="105029"/>
                  <a:pt x="1442063" y="100895"/>
                </a:cubicBezTo>
                <a:cubicBezTo>
                  <a:pt x="1445322" y="96761"/>
                  <a:pt x="1446952" y="89656"/>
                  <a:pt x="1446952" y="79580"/>
                </a:cubicBezTo>
                <a:cubicBezTo>
                  <a:pt x="1446952" y="66971"/>
                  <a:pt x="1444236" y="57049"/>
                  <a:pt x="1438803" y="49813"/>
                </a:cubicBezTo>
                <a:cubicBezTo>
                  <a:pt x="1435130" y="44853"/>
                  <a:pt x="1430447" y="42373"/>
                  <a:pt x="1424756" y="423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AE8E5-4206-4585-AE04-8733FBBB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520" y="1864811"/>
            <a:ext cx="793255" cy="3338"/>
          </a:xfrm>
          <a:custGeom xmlns:a="http://schemas.openxmlformats.org/drawingml/2006/main">
            <a:pathLst>
              <a:path w="793255" h="3338" fill="none">
                <a:moveTo>
                  <a:pt x="0" y="0"/>
                </a:moveTo>
                <a:lnTo>
                  <a:pt x="429607" y="0"/>
                </a:lnTo>
                <a:lnTo>
                  <a:pt x="793255" y="3338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524CA-079F-41A3-AE8D-9A06508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3" y="1836282"/>
            <a:ext cx="63813" cy="63575"/>
          </a:xfrm>
          <a:custGeom xmlns:a="http://schemas.openxmlformats.org/drawingml/2006/main">
            <a:pathLst>
              <a:path w="63813" h="63575">
                <a:moveTo>
                  <a:pt x="63813" y="32344"/>
                </a:moveTo>
                <a:lnTo>
                  <a:pt x="0" y="63575"/>
                </a:lnTo>
                <a:lnTo>
                  <a:pt x="16132" y="31867"/>
                </a:lnTo>
                <a:lnTo>
                  <a:pt x="556" y="0"/>
                </a:lnTo>
                <a:lnTo>
                  <a:pt x="63813" y="32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EB4EA-4E3A-4FED-8C38-08C2A11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3" y="1836282"/>
            <a:ext cx="63813" cy="63575"/>
          </a:xfrm>
          <a:custGeom xmlns:a="http://schemas.openxmlformats.org/drawingml/2006/main">
            <a:pathLst>
              <a:path w="63813" h="63575" fill="none">
                <a:moveTo>
                  <a:pt x="63813" y="32344"/>
                </a:moveTo>
                <a:lnTo>
                  <a:pt x="0" y="63575"/>
                </a:lnTo>
                <a:lnTo>
                  <a:pt x="16132" y="31867"/>
                </a:lnTo>
                <a:lnTo>
                  <a:pt x="556" y="0"/>
                </a:lnTo>
                <a:lnTo>
                  <a:pt x="63813" y="32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B6AC7-8433-41AF-9C57-7EF5E59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059" y="601260"/>
            <a:ext cx="10" cy="1571571"/>
          </a:xfrm>
          <a:custGeom xmlns:a="http://schemas.openxmlformats.org/drawingml/2006/main">
            <a:pathLst>
              <a:path w="1" h="1571571" fill="none">
                <a:moveTo>
                  <a:pt x="0" y="0"/>
                </a:moveTo>
                <a:lnTo>
                  <a:pt x="0" y="818526"/>
                </a:lnTo>
                <a:lnTo>
                  <a:pt x="0" y="1571571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E5516-A1AF-488F-9078-E8D9AA3B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271" y="2156937"/>
            <a:ext cx="63575" cy="63575"/>
          </a:xfrm>
          <a:custGeom xmlns:a="http://schemas.openxmlformats.org/drawingml/2006/main">
            <a:pathLst>
              <a:path w="63575" h="63575">
                <a:moveTo>
                  <a:pt x="31787" y="63575"/>
                </a:moveTo>
                <a:lnTo>
                  <a:pt x="0" y="0"/>
                </a:lnTo>
                <a:lnTo>
                  <a:pt x="31787" y="15894"/>
                </a:lnTo>
                <a:lnTo>
                  <a:pt x="63575" y="0"/>
                </a:lnTo>
                <a:lnTo>
                  <a:pt x="31787" y="63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CD9B5-BD5A-4798-8020-BC62DC3B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271" y="2156937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31787" y="63575"/>
                </a:moveTo>
                <a:lnTo>
                  <a:pt x="0" y="0"/>
                </a:lnTo>
                <a:lnTo>
                  <a:pt x="31787" y="15894"/>
                </a:lnTo>
                <a:lnTo>
                  <a:pt x="63575" y="0"/>
                </a:lnTo>
                <a:lnTo>
                  <a:pt x="31787" y="63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229CB-33DC-4F0A-9BC7-06B8B77C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21" y="1268796"/>
            <a:ext cx="1056932" cy="190725"/>
          </a:xfrm>
          <a:custGeom xmlns:a="http://schemas.openxmlformats.org/drawingml/2006/main">
            <a:pathLst>
              <a:path w="1056932" h="190725">
                <a:moveTo>
                  <a:pt x="0" y="0"/>
                </a:moveTo>
                <a:lnTo>
                  <a:pt x="1056932" y="0"/>
                </a:lnTo>
                <a:lnTo>
                  <a:pt x="1056932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Training/Testing">
            <a:extLst xmlns:a="http://schemas.openxmlformats.org/drawingml/2006/main">
              <a:ext uri="{FF2B5EF4-FFF2-40B4-BE49-F238E27FC236}">
                <a16:creationId xmlns:a16="http://schemas.microsoft.com/office/drawing/2014/main" id="{86DE7E5B-2D03-4C0A-A37F-FFA31C3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65" y="1309431"/>
            <a:ext cx="1043962" cy="144658"/>
          </a:xfrm>
          <a:custGeom xmlns:a="http://schemas.openxmlformats.org/drawingml/2006/main">
            <a:pathLst>
              <a:path w="1043962" h="144658">
                <a:moveTo>
                  <a:pt x="87152" y="5122"/>
                </a:moveTo>
                <a:lnTo>
                  <a:pt x="88316" y="29801"/>
                </a:lnTo>
                <a:lnTo>
                  <a:pt x="85367" y="29801"/>
                </a:lnTo>
                <a:cubicBezTo>
                  <a:pt x="84798" y="25455"/>
                  <a:pt x="84021" y="22351"/>
                  <a:pt x="83038" y="20488"/>
                </a:cubicBezTo>
                <a:cubicBezTo>
                  <a:pt x="81435" y="17487"/>
                  <a:pt x="79300" y="15275"/>
                  <a:pt x="76636" y="13853"/>
                </a:cubicBezTo>
                <a:cubicBezTo>
                  <a:pt x="73971" y="12430"/>
                  <a:pt x="70466" y="11719"/>
                  <a:pt x="66120" y="11719"/>
                </a:cubicBezTo>
                <a:lnTo>
                  <a:pt x="51298" y="11719"/>
                </a:lnTo>
                <a:lnTo>
                  <a:pt x="51298" y="92118"/>
                </a:lnTo>
                <a:cubicBezTo>
                  <a:pt x="51298" y="98586"/>
                  <a:pt x="51996" y="102621"/>
                  <a:pt x="53393" y="104225"/>
                </a:cubicBezTo>
                <a:cubicBezTo>
                  <a:pt x="55359" y="106398"/>
                  <a:pt x="58386" y="107484"/>
                  <a:pt x="62473" y="107484"/>
                </a:cubicBezTo>
                <a:lnTo>
                  <a:pt x="66120" y="107484"/>
                </a:lnTo>
                <a:lnTo>
                  <a:pt x="66120" y="110356"/>
                </a:lnTo>
                <a:lnTo>
                  <a:pt x="21497" y="110356"/>
                </a:lnTo>
                <a:lnTo>
                  <a:pt x="21497" y="107484"/>
                </a:lnTo>
                <a:lnTo>
                  <a:pt x="25222" y="107484"/>
                </a:lnTo>
                <a:cubicBezTo>
                  <a:pt x="29671" y="107484"/>
                  <a:pt x="32827" y="106139"/>
                  <a:pt x="34690" y="103449"/>
                </a:cubicBezTo>
                <a:cubicBezTo>
                  <a:pt x="35828" y="101793"/>
                  <a:pt x="36397" y="98016"/>
                  <a:pt x="36397" y="92118"/>
                </a:cubicBezTo>
                <a:lnTo>
                  <a:pt x="36397" y="11719"/>
                </a:lnTo>
                <a:lnTo>
                  <a:pt x="23747" y="11719"/>
                </a:lnTo>
                <a:cubicBezTo>
                  <a:pt x="18832" y="11719"/>
                  <a:pt x="15340" y="12081"/>
                  <a:pt x="13271" y="12805"/>
                </a:cubicBezTo>
                <a:cubicBezTo>
                  <a:pt x="10580" y="13788"/>
                  <a:pt x="8278" y="15676"/>
                  <a:pt x="6364" y="18470"/>
                </a:cubicBezTo>
                <a:cubicBezTo>
                  <a:pt x="4449" y="21264"/>
                  <a:pt x="3311" y="25041"/>
                  <a:pt x="2949" y="29801"/>
                </a:cubicBezTo>
                <a:lnTo>
                  <a:pt x="0" y="29801"/>
                </a:lnTo>
                <a:lnTo>
                  <a:pt x="1242" y="5122"/>
                </a:lnTo>
                <a:lnTo>
                  <a:pt x="87152" y="5122"/>
                </a:lnTo>
                <a:close/>
                <a:moveTo>
                  <a:pt x="112452" y="37251"/>
                </a:moveTo>
                <a:lnTo>
                  <a:pt x="112452" y="53238"/>
                </a:lnTo>
                <a:cubicBezTo>
                  <a:pt x="118401" y="42580"/>
                  <a:pt x="124506" y="37251"/>
                  <a:pt x="130767" y="37251"/>
                </a:cubicBezTo>
                <a:cubicBezTo>
                  <a:pt x="133612" y="37251"/>
                  <a:pt x="135966" y="38117"/>
                  <a:pt x="137829" y="39851"/>
                </a:cubicBezTo>
                <a:cubicBezTo>
                  <a:pt x="139691" y="41584"/>
                  <a:pt x="140623" y="43589"/>
                  <a:pt x="140623" y="45865"/>
                </a:cubicBezTo>
                <a:cubicBezTo>
                  <a:pt x="140623" y="47883"/>
                  <a:pt x="139950" y="49590"/>
                  <a:pt x="138605" y="50987"/>
                </a:cubicBezTo>
                <a:cubicBezTo>
                  <a:pt x="137260" y="52384"/>
                  <a:pt x="135656" y="53083"/>
                  <a:pt x="133793" y="53083"/>
                </a:cubicBezTo>
                <a:cubicBezTo>
                  <a:pt x="131982" y="53083"/>
                  <a:pt x="129952" y="52190"/>
                  <a:pt x="127701" y="50405"/>
                </a:cubicBezTo>
                <a:cubicBezTo>
                  <a:pt x="125451" y="48620"/>
                  <a:pt x="123782" y="47728"/>
                  <a:pt x="122696" y="47728"/>
                </a:cubicBezTo>
                <a:cubicBezTo>
                  <a:pt x="121764" y="47728"/>
                  <a:pt x="120755" y="48243"/>
                  <a:pt x="119669" y="49275"/>
                </a:cubicBezTo>
                <a:cubicBezTo>
                  <a:pt x="117341" y="51391"/>
                  <a:pt x="114935" y="54875"/>
                  <a:pt x="112452" y="59725"/>
                </a:cubicBezTo>
                <a:lnTo>
                  <a:pt x="112452" y="93707"/>
                </a:lnTo>
                <a:cubicBezTo>
                  <a:pt x="112452" y="97628"/>
                  <a:pt x="112943" y="100594"/>
                  <a:pt x="113926" y="102607"/>
                </a:cubicBezTo>
                <a:cubicBezTo>
                  <a:pt x="114599" y="104001"/>
                  <a:pt x="115789" y="105163"/>
                  <a:pt x="117496" y="106092"/>
                </a:cubicBezTo>
                <a:cubicBezTo>
                  <a:pt x="119203" y="107020"/>
                  <a:pt x="121661" y="107484"/>
                  <a:pt x="124869" y="107484"/>
                </a:cubicBezTo>
                <a:lnTo>
                  <a:pt x="124869" y="110356"/>
                </a:lnTo>
                <a:lnTo>
                  <a:pt x="88471" y="110356"/>
                </a:lnTo>
                <a:lnTo>
                  <a:pt x="88471" y="107484"/>
                </a:lnTo>
                <a:cubicBezTo>
                  <a:pt x="92093" y="107484"/>
                  <a:pt x="94783" y="106917"/>
                  <a:pt x="96542" y="105782"/>
                </a:cubicBezTo>
                <a:cubicBezTo>
                  <a:pt x="97836" y="104956"/>
                  <a:pt x="98741" y="103639"/>
                  <a:pt x="99259" y="101831"/>
                </a:cubicBezTo>
                <a:cubicBezTo>
                  <a:pt x="99517" y="100953"/>
                  <a:pt x="99647" y="98450"/>
                  <a:pt x="99647" y="94320"/>
                </a:cubicBezTo>
                <a:lnTo>
                  <a:pt x="99647" y="66831"/>
                </a:lnTo>
                <a:cubicBezTo>
                  <a:pt x="99647" y="58571"/>
                  <a:pt x="99478" y="53654"/>
                  <a:pt x="99142" y="52081"/>
                </a:cubicBezTo>
                <a:cubicBezTo>
                  <a:pt x="98806" y="50506"/>
                  <a:pt x="98185" y="49357"/>
                  <a:pt x="97280" y="48635"/>
                </a:cubicBezTo>
                <a:cubicBezTo>
                  <a:pt x="96374" y="47912"/>
                  <a:pt x="95249" y="47551"/>
                  <a:pt x="93904" y="47551"/>
                </a:cubicBezTo>
                <a:cubicBezTo>
                  <a:pt x="92300" y="47551"/>
                  <a:pt x="90489" y="47938"/>
                  <a:pt x="88471" y="48712"/>
                </a:cubicBezTo>
                <a:lnTo>
                  <a:pt x="87695" y="45923"/>
                </a:lnTo>
                <a:lnTo>
                  <a:pt x="109192" y="37251"/>
                </a:lnTo>
                <a:lnTo>
                  <a:pt x="112452" y="37251"/>
                </a:lnTo>
                <a:close/>
                <a:moveTo>
                  <a:pt x="184855" y="100112"/>
                </a:moveTo>
                <a:cubicBezTo>
                  <a:pt x="177560" y="105751"/>
                  <a:pt x="172981" y="109011"/>
                  <a:pt x="171118" y="109890"/>
                </a:cubicBezTo>
                <a:cubicBezTo>
                  <a:pt x="168324" y="111235"/>
                  <a:pt x="165350" y="111908"/>
                  <a:pt x="162194" y="111908"/>
                </a:cubicBezTo>
                <a:cubicBezTo>
                  <a:pt x="157278" y="111908"/>
                  <a:pt x="153230" y="110226"/>
                  <a:pt x="150048" y="106864"/>
                </a:cubicBezTo>
                <a:cubicBezTo>
                  <a:pt x="146866" y="103501"/>
                  <a:pt x="145275" y="99077"/>
                  <a:pt x="145275" y="93593"/>
                </a:cubicBezTo>
                <a:cubicBezTo>
                  <a:pt x="145275" y="90126"/>
                  <a:pt x="146051" y="87126"/>
                  <a:pt x="147604" y="84591"/>
                </a:cubicBezTo>
                <a:cubicBezTo>
                  <a:pt x="149725" y="81072"/>
                  <a:pt x="153411" y="77761"/>
                  <a:pt x="158662" y="74657"/>
                </a:cubicBezTo>
                <a:cubicBezTo>
                  <a:pt x="163914" y="71553"/>
                  <a:pt x="172644" y="67776"/>
                  <a:pt x="184855" y="63327"/>
                </a:cubicBezTo>
                <a:lnTo>
                  <a:pt x="184855" y="60533"/>
                </a:lnTo>
                <a:cubicBezTo>
                  <a:pt x="184855" y="53445"/>
                  <a:pt x="183729" y="48581"/>
                  <a:pt x="181479" y="45943"/>
                </a:cubicBezTo>
                <a:cubicBezTo>
                  <a:pt x="179228" y="43304"/>
                  <a:pt x="175956" y="41985"/>
                  <a:pt x="171661" y="41985"/>
                </a:cubicBezTo>
                <a:cubicBezTo>
                  <a:pt x="168402" y="41985"/>
                  <a:pt x="165815" y="42861"/>
                  <a:pt x="163901" y="44614"/>
                </a:cubicBezTo>
                <a:cubicBezTo>
                  <a:pt x="161935" y="46366"/>
                  <a:pt x="160952" y="48377"/>
                  <a:pt x="160952" y="50645"/>
                </a:cubicBezTo>
                <a:lnTo>
                  <a:pt x="161107" y="55129"/>
                </a:lnTo>
                <a:cubicBezTo>
                  <a:pt x="161107" y="57500"/>
                  <a:pt x="160499" y="59329"/>
                  <a:pt x="159283" y="60618"/>
                </a:cubicBezTo>
                <a:cubicBezTo>
                  <a:pt x="158067" y="61906"/>
                  <a:pt x="156477" y="62550"/>
                  <a:pt x="154511" y="62550"/>
                </a:cubicBezTo>
                <a:cubicBezTo>
                  <a:pt x="152596" y="62550"/>
                  <a:pt x="151031" y="61880"/>
                  <a:pt x="149815" y="60540"/>
                </a:cubicBezTo>
                <a:cubicBezTo>
                  <a:pt x="148600" y="59198"/>
                  <a:pt x="147992" y="57366"/>
                  <a:pt x="147992" y="55045"/>
                </a:cubicBezTo>
                <a:cubicBezTo>
                  <a:pt x="147992" y="50610"/>
                  <a:pt x="150268" y="46535"/>
                  <a:pt x="154821" y="42822"/>
                </a:cubicBezTo>
                <a:cubicBezTo>
                  <a:pt x="159374" y="39108"/>
                  <a:pt x="165763" y="37251"/>
                  <a:pt x="173990" y="37251"/>
                </a:cubicBezTo>
                <a:cubicBezTo>
                  <a:pt x="180302" y="37251"/>
                  <a:pt x="185475" y="38310"/>
                  <a:pt x="189511" y="40428"/>
                </a:cubicBezTo>
                <a:cubicBezTo>
                  <a:pt x="192563" y="42030"/>
                  <a:pt x="194814" y="44537"/>
                  <a:pt x="196263" y="47948"/>
                </a:cubicBezTo>
                <a:cubicBezTo>
                  <a:pt x="197194" y="50170"/>
                  <a:pt x="197660" y="54717"/>
                  <a:pt x="197660" y="61590"/>
                </a:cubicBezTo>
                <a:lnTo>
                  <a:pt x="197660" y="85696"/>
                </a:lnTo>
                <a:cubicBezTo>
                  <a:pt x="197660" y="92466"/>
                  <a:pt x="197789" y="96613"/>
                  <a:pt x="198048" y="98138"/>
                </a:cubicBezTo>
                <a:cubicBezTo>
                  <a:pt x="198306" y="99662"/>
                  <a:pt x="198733" y="100683"/>
                  <a:pt x="199328" y="101201"/>
                </a:cubicBezTo>
                <a:cubicBezTo>
                  <a:pt x="199923" y="101716"/>
                  <a:pt x="200609" y="101974"/>
                  <a:pt x="201385" y="101974"/>
                </a:cubicBezTo>
                <a:cubicBezTo>
                  <a:pt x="202212" y="101974"/>
                  <a:pt x="202937" y="101793"/>
                  <a:pt x="203558" y="101431"/>
                </a:cubicBezTo>
                <a:cubicBezTo>
                  <a:pt x="204644" y="100758"/>
                  <a:pt x="206739" y="98870"/>
                  <a:pt x="209844" y="95766"/>
                </a:cubicBezTo>
                <a:lnTo>
                  <a:pt x="209844" y="100112"/>
                </a:lnTo>
                <a:cubicBezTo>
                  <a:pt x="204049" y="107872"/>
                  <a:pt x="198513" y="111753"/>
                  <a:pt x="193236" y="111753"/>
                </a:cubicBezTo>
                <a:cubicBezTo>
                  <a:pt x="190701" y="111753"/>
                  <a:pt x="188683" y="110873"/>
                  <a:pt x="187183" y="109114"/>
                </a:cubicBezTo>
                <a:cubicBezTo>
                  <a:pt x="185682" y="107355"/>
                  <a:pt x="184906" y="104354"/>
                  <a:pt x="184855" y="100112"/>
                </a:cubicBezTo>
                <a:moveTo>
                  <a:pt x="184855" y="95024"/>
                </a:moveTo>
                <a:lnTo>
                  <a:pt x="184855" y="68060"/>
                </a:lnTo>
                <a:cubicBezTo>
                  <a:pt x="177042" y="71150"/>
                  <a:pt x="171998" y="73339"/>
                  <a:pt x="169721" y="74628"/>
                </a:cubicBezTo>
                <a:cubicBezTo>
                  <a:pt x="165634" y="76895"/>
                  <a:pt x="162711" y="79264"/>
                  <a:pt x="160952" y="81736"/>
                </a:cubicBezTo>
                <a:cubicBezTo>
                  <a:pt x="159193" y="84208"/>
                  <a:pt x="158313" y="86912"/>
                  <a:pt x="158313" y="89848"/>
                </a:cubicBezTo>
                <a:cubicBezTo>
                  <a:pt x="158313" y="93557"/>
                  <a:pt x="159426" y="96635"/>
                  <a:pt x="161650" y="99081"/>
                </a:cubicBezTo>
                <a:cubicBezTo>
                  <a:pt x="163875" y="101527"/>
                  <a:pt x="166436" y="102750"/>
                  <a:pt x="169333" y="102750"/>
                </a:cubicBezTo>
                <a:cubicBezTo>
                  <a:pt x="173265" y="102750"/>
                  <a:pt x="178439" y="100175"/>
                  <a:pt x="184855" y="95024"/>
                </a:cubicBezTo>
                <a:close/>
                <a:moveTo>
                  <a:pt x="233227" y="0"/>
                </a:moveTo>
                <a:cubicBezTo>
                  <a:pt x="235400" y="0"/>
                  <a:pt x="237249" y="767"/>
                  <a:pt x="238776" y="2302"/>
                </a:cubicBezTo>
                <a:cubicBezTo>
                  <a:pt x="240302" y="3834"/>
                  <a:pt x="241065" y="5693"/>
                  <a:pt x="241065" y="7877"/>
                </a:cubicBezTo>
                <a:cubicBezTo>
                  <a:pt x="241065" y="10061"/>
                  <a:pt x="240302" y="11934"/>
                  <a:pt x="238776" y="13494"/>
                </a:cubicBezTo>
                <a:cubicBezTo>
                  <a:pt x="237249" y="15052"/>
                  <a:pt x="235400" y="15832"/>
                  <a:pt x="233227" y="15832"/>
                </a:cubicBezTo>
                <a:cubicBezTo>
                  <a:pt x="231054" y="15832"/>
                  <a:pt x="229191" y="15052"/>
                  <a:pt x="227639" y="13494"/>
                </a:cubicBezTo>
                <a:cubicBezTo>
                  <a:pt x="226087" y="11934"/>
                  <a:pt x="225311" y="10061"/>
                  <a:pt x="225311" y="7877"/>
                </a:cubicBezTo>
                <a:cubicBezTo>
                  <a:pt x="225311" y="5693"/>
                  <a:pt x="226074" y="3834"/>
                  <a:pt x="227600" y="2302"/>
                </a:cubicBezTo>
                <a:cubicBezTo>
                  <a:pt x="229127" y="767"/>
                  <a:pt x="231002" y="0"/>
                  <a:pt x="233227" y="0"/>
                </a:cubicBezTo>
                <a:moveTo>
                  <a:pt x="239668" y="37251"/>
                </a:moveTo>
                <a:lnTo>
                  <a:pt x="239668" y="94243"/>
                </a:lnTo>
                <a:cubicBezTo>
                  <a:pt x="239668" y="98683"/>
                  <a:pt x="239992" y="101638"/>
                  <a:pt x="240638" y="103109"/>
                </a:cubicBezTo>
                <a:cubicBezTo>
                  <a:pt x="241285" y="104581"/>
                  <a:pt x="242242" y="105678"/>
                  <a:pt x="243510" y="106400"/>
                </a:cubicBezTo>
                <a:cubicBezTo>
                  <a:pt x="244777" y="107123"/>
                  <a:pt x="247092" y="107484"/>
                  <a:pt x="250455" y="107484"/>
                </a:cubicBezTo>
                <a:lnTo>
                  <a:pt x="250455" y="110356"/>
                </a:lnTo>
                <a:lnTo>
                  <a:pt x="215921" y="110356"/>
                </a:lnTo>
                <a:lnTo>
                  <a:pt x="215921" y="107484"/>
                </a:lnTo>
                <a:cubicBezTo>
                  <a:pt x="219387" y="107484"/>
                  <a:pt x="221715" y="107149"/>
                  <a:pt x="222905" y="106478"/>
                </a:cubicBezTo>
                <a:cubicBezTo>
                  <a:pt x="224095" y="105807"/>
                  <a:pt x="225039" y="104697"/>
                  <a:pt x="225738" y="103148"/>
                </a:cubicBezTo>
                <a:cubicBezTo>
                  <a:pt x="226436" y="101599"/>
                  <a:pt x="226786" y="98631"/>
                  <a:pt x="226786" y="94243"/>
                </a:cubicBezTo>
                <a:lnTo>
                  <a:pt x="226786" y="66909"/>
                </a:lnTo>
                <a:cubicBezTo>
                  <a:pt x="226786" y="59216"/>
                  <a:pt x="226553" y="54234"/>
                  <a:pt x="226087" y="51965"/>
                </a:cubicBezTo>
                <a:cubicBezTo>
                  <a:pt x="225725" y="50312"/>
                  <a:pt x="225156" y="49163"/>
                  <a:pt x="224380" y="48518"/>
                </a:cubicBezTo>
                <a:cubicBezTo>
                  <a:pt x="223604" y="47873"/>
                  <a:pt x="222543" y="47551"/>
                  <a:pt x="221198" y="47551"/>
                </a:cubicBezTo>
                <a:cubicBezTo>
                  <a:pt x="219749" y="47551"/>
                  <a:pt x="217990" y="47938"/>
                  <a:pt x="215921" y="48712"/>
                </a:cubicBezTo>
                <a:lnTo>
                  <a:pt x="214834" y="45923"/>
                </a:lnTo>
                <a:lnTo>
                  <a:pt x="236253" y="37251"/>
                </a:lnTo>
                <a:lnTo>
                  <a:pt x="239668" y="37251"/>
                </a:lnTo>
                <a:close/>
                <a:moveTo>
                  <a:pt x="280052" y="52306"/>
                </a:moveTo>
                <a:cubicBezTo>
                  <a:pt x="288382" y="42269"/>
                  <a:pt x="296323" y="37251"/>
                  <a:pt x="303877" y="37251"/>
                </a:cubicBezTo>
                <a:cubicBezTo>
                  <a:pt x="307757" y="37251"/>
                  <a:pt x="311094" y="38219"/>
                  <a:pt x="313888" y="40156"/>
                </a:cubicBezTo>
                <a:cubicBezTo>
                  <a:pt x="316682" y="42092"/>
                  <a:pt x="318907" y="45279"/>
                  <a:pt x="320562" y="49719"/>
                </a:cubicBezTo>
                <a:cubicBezTo>
                  <a:pt x="321700" y="52815"/>
                  <a:pt x="322270" y="57564"/>
                  <a:pt x="322270" y="63967"/>
                </a:cubicBezTo>
                <a:lnTo>
                  <a:pt x="322270" y="94243"/>
                </a:lnTo>
                <a:cubicBezTo>
                  <a:pt x="322270" y="98734"/>
                  <a:pt x="322632" y="101780"/>
                  <a:pt x="323356" y="103381"/>
                </a:cubicBezTo>
                <a:cubicBezTo>
                  <a:pt x="323925" y="104671"/>
                  <a:pt x="324843" y="105678"/>
                  <a:pt x="326111" y="106400"/>
                </a:cubicBezTo>
                <a:cubicBezTo>
                  <a:pt x="327379" y="107123"/>
                  <a:pt x="329720" y="107484"/>
                  <a:pt x="333134" y="107484"/>
                </a:cubicBezTo>
                <a:lnTo>
                  <a:pt x="333134" y="110356"/>
                </a:lnTo>
                <a:lnTo>
                  <a:pt x="297979" y="110356"/>
                </a:lnTo>
                <a:lnTo>
                  <a:pt x="297979" y="107484"/>
                </a:lnTo>
                <a:lnTo>
                  <a:pt x="299453" y="107484"/>
                </a:lnTo>
                <a:cubicBezTo>
                  <a:pt x="302765" y="107484"/>
                  <a:pt x="305080" y="106982"/>
                  <a:pt x="306399" y="105978"/>
                </a:cubicBezTo>
                <a:cubicBezTo>
                  <a:pt x="307718" y="104974"/>
                  <a:pt x="308637" y="103495"/>
                  <a:pt x="309154" y="101540"/>
                </a:cubicBezTo>
                <a:cubicBezTo>
                  <a:pt x="309361" y="100767"/>
                  <a:pt x="309465" y="98348"/>
                  <a:pt x="309465" y="94282"/>
                </a:cubicBezTo>
                <a:lnTo>
                  <a:pt x="309465" y="65327"/>
                </a:lnTo>
                <a:cubicBezTo>
                  <a:pt x="309465" y="58894"/>
                  <a:pt x="308624" y="54223"/>
                  <a:pt x="306942" y="51315"/>
                </a:cubicBezTo>
                <a:cubicBezTo>
                  <a:pt x="305261" y="48406"/>
                  <a:pt x="302428" y="46952"/>
                  <a:pt x="298444" y="46952"/>
                </a:cubicBezTo>
                <a:cubicBezTo>
                  <a:pt x="292288" y="46952"/>
                  <a:pt x="286157" y="50298"/>
                  <a:pt x="280052" y="56990"/>
                </a:cubicBezTo>
                <a:lnTo>
                  <a:pt x="280052" y="94282"/>
                </a:lnTo>
                <a:cubicBezTo>
                  <a:pt x="280052" y="99069"/>
                  <a:pt x="280336" y="102028"/>
                  <a:pt x="280906" y="103160"/>
                </a:cubicBezTo>
                <a:cubicBezTo>
                  <a:pt x="281630" y="104653"/>
                  <a:pt x="282626" y="105746"/>
                  <a:pt x="283893" y="106442"/>
                </a:cubicBezTo>
                <a:cubicBezTo>
                  <a:pt x="285161" y="107137"/>
                  <a:pt x="287735" y="107484"/>
                  <a:pt x="291615" y="107484"/>
                </a:cubicBezTo>
                <a:lnTo>
                  <a:pt x="291615" y="110356"/>
                </a:lnTo>
                <a:lnTo>
                  <a:pt x="256460" y="110356"/>
                </a:lnTo>
                <a:lnTo>
                  <a:pt x="256460" y="107484"/>
                </a:lnTo>
                <a:lnTo>
                  <a:pt x="258012" y="107484"/>
                </a:lnTo>
                <a:cubicBezTo>
                  <a:pt x="261633" y="107484"/>
                  <a:pt x="264078" y="106568"/>
                  <a:pt x="265346" y="104737"/>
                </a:cubicBezTo>
                <a:cubicBezTo>
                  <a:pt x="266613" y="102903"/>
                  <a:pt x="267247" y="99405"/>
                  <a:pt x="267247" y="94243"/>
                </a:cubicBezTo>
                <a:lnTo>
                  <a:pt x="267247" y="67915"/>
                </a:lnTo>
                <a:cubicBezTo>
                  <a:pt x="267247" y="59398"/>
                  <a:pt x="267053" y="54210"/>
                  <a:pt x="266665" y="52353"/>
                </a:cubicBezTo>
                <a:cubicBezTo>
                  <a:pt x="266277" y="50493"/>
                  <a:pt x="265682" y="49228"/>
                  <a:pt x="264880" y="48557"/>
                </a:cubicBezTo>
                <a:cubicBezTo>
                  <a:pt x="264078" y="47886"/>
                  <a:pt x="263004" y="47551"/>
                  <a:pt x="261659" y="47551"/>
                </a:cubicBezTo>
                <a:cubicBezTo>
                  <a:pt x="260211" y="47551"/>
                  <a:pt x="258477" y="47938"/>
                  <a:pt x="256460" y="48712"/>
                </a:cubicBezTo>
                <a:lnTo>
                  <a:pt x="255296" y="45923"/>
                </a:lnTo>
                <a:lnTo>
                  <a:pt x="276715" y="37251"/>
                </a:lnTo>
                <a:lnTo>
                  <a:pt x="280052" y="37251"/>
                </a:lnTo>
                <a:lnTo>
                  <a:pt x="280052" y="52306"/>
                </a:lnTo>
                <a:close/>
                <a:moveTo>
                  <a:pt x="356880" y="0"/>
                </a:moveTo>
                <a:cubicBezTo>
                  <a:pt x="359053" y="0"/>
                  <a:pt x="360903" y="767"/>
                  <a:pt x="362429" y="2302"/>
                </a:cubicBezTo>
                <a:cubicBezTo>
                  <a:pt x="363955" y="3834"/>
                  <a:pt x="364719" y="5693"/>
                  <a:pt x="364719" y="7877"/>
                </a:cubicBezTo>
                <a:cubicBezTo>
                  <a:pt x="364719" y="10061"/>
                  <a:pt x="363955" y="11934"/>
                  <a:pt x="362429" y="13494"/>
                </a:cubicBezTo>
                <a:cubicBezTo>
                  <a:pt x="360903" y="15052"/>
                  <a:pt x="359053" y="15832"/>
                  <a:pt x="356880" y="15832"/>
                </a:cubicBezTo>
                <a:cubicBezTo>
                  <a:pt x="354707" y="15832"/>
                  <a:pt x="352845" y="15052"/>
                  <a:pt x="351293" y="13494"/>
                </a:cubicBezTo>
                <a:cubicBezTo>
                  <a:pt x="349741" y="11934"/>
                  <a:pt x="348964" y="10061"/>
                  <a:pt x="348964" y="7877"/>
                </a:cubicBezTo>
                <a:cubicBezTo>
                  <a:pt x="348964" y="5693"/>
                  <a:pt x="349728" y="3834"/>
                  <a:pt x="351254" y="2302"/>
                </a:cubicBezTo>
                <a:cubicBezTo>
                  <a:pt x="352780" y="767"/>
                  <a:pt x="354656" y="0"/>
                  <a:pt x="356880" y="0"/>
                </a:cubicBezTo>
                <a:moveTo>
                  <a:pt x="363322" y="37251"/>
                </a:moveTo>
                <a:lnTo>
                  <a:pt x="363322" y="94243"/>
                </a:lnTo>
                <a:cubicBezTo>
                  <a:pt x="363322" y="98683"/>
                  <a:pt x="363645" y="101638"/>
                  <a:pt x="364292" y="103109"/>
                </a:cubicBezTo>
                <a:cubicBezTo>
                  <a:pt x="364938" y="104581"/>
                  <a:pt x="365896" y="105678"/>
                  <a:pt x="367163" y="106400"/>
                </a:cubicBezTo>
                <a:cubicBezTo>
                  <a:pt x="368431" y="107123"/>
                  <a:pt x="370746" y="107484"/>
                  <a:pt x="374109" y="107484"/>
                </a:cubicBezTo>
                <a:lnTo>
                  <a:pt x="374109" y="110356"/>
                </a:lnTo>
                <a:lnTo>
                  <a:pt x="339574" y="110356"/>
                </a:lnTo>
                <a:lnTo>
                  <a:pt x="339574" y="107484"/>
                </a:lnTo>
                <a:cubicBezTo>
                  <a:pt x="343041" y="107484"/>
                  <a:pt x="345369" y="107149"/>
                  <a:pt x="346559" y="106478"/>
                </a:cubicBezTo>
                <a:cubicBezTo>
                  <a:pt x="347749" y="105807"/>
                  <a:pt x="348693" y="104697"/>
                  <a:pt x="349391" y="103148"/>
                </a:cubicBezTo>
                <a:cubicBezTo>
                  <a:pt x="350090" y="101599"/>
                  <a:pt x="350439" y="98631"/>
                  <a:pt x="350439" y="94243"/>
                </a:cubicBezTo>
                <a:lnTo>
                  <a:pt x="350439" y="66909"/>
                </a:lnTo>
                <a:cubicBezTo>
                  <a:pt x="350439" y="59216"/>
                  <a:pt x="350206" y="54234"/>
                  <a:pt x="349741" y="51965"/>
                </a:cubicBezTo>
                <a:cubicBezTo>
                  <a:pt x="349378" y="50312"/>
                  <a:pt x="348809" y="49163"/>
                  <a:pt x="348033" y="48518"/>
                </a:cubicBezTo>
                <a:cubicBezTo>
                  <a:pt x="347257" y="47873"/>
                  <a:pt x="346197" y="47551"/>
                  <a:pt x="344851" y="47551"/>
                </a:cubicBezTo>
                <a:cubicBezTo>
                  <a:pt x="343403" y="47551"/>
                  <a:pt x="341644" y="47938"/>
                  <a:pt x="339574" y="48712"/>
                </a:cubicBezTo>
                <a:lnTo>
                  <a:pt x="338488" y="45923"/>
                </a:lnTo>
                <a:lnTo>
                  <a:pt x="359907" y="37251"/>
                </a:lnTo>
                <a:lnTo>
                  <a:pt x="363322" y="37251"/>
                </a:lnTo>
                <a:close/>
                <a:moveTo>
                  <a:pt x="403705" y="52306"/>
                </a:moveTo>
                <a:cubicBezTo>
                  <a:pt x="412034" y="42269"/>
                  <a:pt x="419976" y="37251"/>
                  <a:pt x="427530" y="37251"/>
                </a:cubicBezTo>
                <a:cubicBezTo>
                  <a:pt x="431410" y="37251"/>
                  <a:pt x="434747" y="38219"/>
                  <a:pt x="437541" y="40156"/>
                </a:cubicBezTo>
                <a:cubicBezTo>
                  <a:pt x="440335" y="42092"/>
                  <a:pt x="442559" y="45279"/>
                  <a:pt x="444215" y="49719"/>
                </a:cubicBezTo>
                <a:cubicBezTo>
                  <a:pt x="445353" y="52815"/>
                  <a:pt x="445922" y="57564"/>
                  <a:pt x="445922" y="63967"/>
                </a:cubicBezTo>
                <a:lnTo>
                  <a:pt x="445922" y="94243"/>
                </a:lnTo>
                <a:cubicBezTo>
                  <a:pt x="445922" y="98734"/>
                  <a:pt x="446285" y="101780"/>
                  <a:pt x="447009" y="103381"/>
                </a:cubicBezTo>
                <a:cubicBezTo>
                  <a:pt x="447578" y="104671"/>
                  <a:pt x="448496" y="105678"/>
                  <a:pt x="449764" y="106400"/>
                </a:cubicBezTo>
                <a:cubicBezTo>
                  <a:pt x="451031" y="107123"/>
                  <a:pt x="453373" y="107484"/>
                  <a:pt x="456787" y="107484"/>
                </a:cubicBezTo>
                <a:lnTo>
                  <a:pt x="456787" y="110356"/>
                </a:lnTo>
                <a:lnTo>
                  <a:pt x="421632" y="110356"/>
                </a:lnTo>
                <a:lnTo>
                  <a:pt x="421632" y="107484"/>
                </a:lnTo>
                <a:lnTo>
                  <a:pt x="423106" y="107484"/>
                </a:lnTo>
                <a:cubicBezTo>
                  <a:pt x="426417" y="107484"/>
                  <a:pt x="428733" y="106982"/>
                  <a:pt x="430052" y="105978"/>
                </a:cubicBezTo>
                <a:cubicBezTo>
                  <a:pt x="431371" y="104974"/>
                  <a:pt x="432290" y="103495"/>
                  <a:pt x="432807" y="101540"/>
                </a:cubicBezTo>
                <a:cubicBezTo>
                  <a:pt x="433014" y="100767"/>
                  <a:pt x="433117" y="98348"/>
                  <a:pt x="433117" y="94282"/>
                </a:cubicBezTo>
                <a:lnTo>
                  <a:pt x="433117" y="65327"/>
                </a:lnTo>
                <a:cubicBezTo>
                  <a:pt x="433117" y="58894"/>
                  <a:pt x="432277" y="54223"/>
                  <a:pt x="430595" y="51315"/>
                </a:cubicBezTo>
                <a:cubicBezTo>
                  <a:pt x="428914" y="48406"/>
                  <a:pt x="426081" y="46952"/>
                  <a:pt x="422097" y="46952"/>
                </a:cubicBezTo>
                <a:cubicBezTo>
                  <a:pt x="415941" y="46952"/>
                  <a:pt x="409810" y="50298"/>
                  <a:pt x="403705" y="56990"/>
                </a:cubicBezTo>
                <a:lnTo>
                  <a:pt x="403705" y="94282"/>
                </a:lnTo>
                <a:cubicBezTo>
                  <a:pt x="403705" y="99069"/>
                  <a:pt x="403989" y="102028"/>
                  <a:pt x="404558" y="103160"/>
                </a:cubicBezTo>
                <a:cubicBezTo>
                  <a:pt x="405283" y="104653"/>
                  <a:pt x="406279" y="105746"/>
                  <a:pt x="407546" y="106442"/>
                </a:cubicBezTo>
                <a:cubicBezTo>
                  <a:pt x="408814" y="107137"/>
                  <a:pt x="411388" y="107484"/>
                  <a:pt x="415268" y="107484"/>
                </a:cubicBezTo>
                <a:lnTo>
                  <a:pt x="415268" y="110356"/>
                </a:lnTo>
                <a:lnTo>
                  <a:pt x="380112" y="110356"/>
                </a:lnTo>
                <a:lnTo>
                  <a:pt x="380112" y="107484"/>
                </a:lnTo>
                <a:lnTo>
                  <a:pt x="381665" y="107484"/>
                </a:lnTo>
                <a:cubicBezTo>
                  <a:pt x="385286" y="107484"/>
                  <a:pt x="387731" y="106568"/>
                  <a:pt x="388998" y="104737"/>
                </a:cubicBezTo>
                <a:cubicBezTo>
                  <a:pt x="390266" y="102903"/>
                  <a:pt x="390900" y="99405"/>
                  <a:pt x="390900" y="94243"/>
                </a:cubicBezTo>
                <a:lnTo>
                  <a:pt x="390900" y="67915"/>
                </a:lnTo>
                <a:cubicBezTo>
                  <a:pt x="390900" y="59398"/>
                  <a:pt x="390706" y="54210"/>
                  <a:pt x="390318" y="52353"/>
                </a:cubicBezTo>
                <a:cubicBezTo>
                  <a:pt x="389930" y="50493"/>
                  <a:pt x="389335" y="49228"/>
                  <a:pt x="388533" y="48557"/>
                </a:cubicBezTo>
                <a:cubicBezTo>
                  <a:pt x="387731" y="47886"/>
                  <a:pt x="386657" y="47551"/>
                  <a:pt x="385312" y="47551"/>
                </a:cubicBezTo>
                <a:cubicBezTo>
                  <a:pt x="383863" y="47551"/>
                  <a:pt x="382130" y="47938"/>
                  <a:pt x="380112" y="48712"/>
                </a:cubicBezTo>
                <a:lnTo>
                  <a:pt x="378948" y="45923"/>
                </a:lnTo>
                <a:lnTo>
                  <a:pt x="400368" y="37251"/>
                </a:lnTo>
                <a:lnTo>
                  <a:pt x="403705" y="37251"/>
                </a:lnTo>
                <a:lnTo>
                  <a:pt x="403705" y="52306"/>
                </a:lnTo>
                <a:close/>
                <a:moveTo>
                  <a:pt x="481464" y="84452"/>
                </a:moveTo>
                <a:cubicBezTo>
                  <a:pt x="477119" y="82334"/>
                  <a:pt x="473781" y="79376"/>
                  <a:pt x="471453" y="75579"/>
                </a:cubicBezTo>
                <a:cubicBezTo>
                  <a:pt x="469125" y="71781"/>
                  <a:pt x="467961" y="67582"/>
                  <a:pt x="467961" y="62982"/>
                </a:cubicBezTo>
                <a:cubicBezTo>
                  <a:pt x="467961" y="55956"/>
                  <a:pt x="470613" y="49910"/>
                  <a:pt x="475916" y="44847"/>
                </a:cubicBezTo>
                <a:cubicBezTo>
                  <a:pt x="481219" y="39783"/>
                  <a:pt x="488009" y="37251"/>
                  <a:pt x="496287" y="37251"/>
                </a:cubicBezTo>
                <a:cubicBezTo>
                  <a:pt x="503065" y="37251"/>
                  <a:pt x="508937" y="38906"/>
                  <a:pt x="513904" y="42218"/>
                </a:cubicBezTo>
                <a:lnTo>
                  <a:pt x="528959" y="42218"/>
                </a:lnTo>
                <a:cubicBezTo>
                  <a:pt x="531184" y="42218"/>
                  <a:pt x="532478" y="42282"/>
                  <a:pt x="532840" y="42409"/>
                </a:cubicBezTo>
                <a:cubicBezTo>
                  <a:pt x="533202" y="42537"/>
                  <a:pt x="533461" y="42754"/>
                  <a:pt x="533616" y="43062"/>
                </a:cubicBezTo>
                <a:cubicBezTo>
                  <a:pt x="533926" y="43522"/>
                  <a:pt x="534081" y="44341"/>
                  <a:pt x="534081" y="45518"/>
                </a:cubicBezTo>
                <a:cubicBezTo>
                  <a:pt x="534081" y="46847"/>
                  <a:pt x="533952" y="47768"/>
                  <a:pt x="533693" y="48281"/>
                </a:cubicBezTo>
                <a:cubicBezTo>
                  <a:pt x="533538" y="48536"/>
                  <a:pt x="533266" y="48741"/>
                  <a:pt x="532878" y="48894"/>
                </a:cubicBezTo>
                <a:cubicBezTo>
                  <a:pt x="532490" y="49048"/>
                  <a:pt x="531184" y="49125"/>
                  <a:pt x="528959" y="49125"/>
                </a:cubicBezTo>
                <a:lnTo>
                  <a:pt x="519724" y="49125"/>
                </a:lnTo>
                <a:cubicBezTo>
                  <a:pt x="522622" y="52858"/>
                  <a:pt x="524070" y="57627"/>
                  <a:pt x="524070" y="63433"/>
                </a:cubicBezTo>
                <a:cubicBezTo>
                  <a:pt x="524070" y="70069"/>
                  <a:pt x="521535" y="75745"/>
                  <a:pt x="516465" y="80463"/>
                </a:cubicBezTo>
                <a:cubicBezTo>
                  <a:pt x="511395" y="85181"/>
                  <a:pt x="504591" y="87540"/>
                  <a:pt x="496054" y="87540"/>
                </a:cubicBezTo>
                <a:cubicBezTo>
                  <a:pt x="492536" y="87540"/>
                  <a:pt x="488941" y="87012"/>
                  <a:pt x="485267" y="85956"/>
                </a:cubicBezTo>
                <a:cubicBezTo>
                  <a:pt x="482991" y="87920"/>
                  <a:pt x="481452" y="89640"/>
                  <a:pt x="480650" y="91114"/>
                </a:cubicBezTo>
                <a:cubicBezTo>
                  <a:pt x="479848" y="92587"/>
                  <a:pt x="479447" y="93840"/>
                  <a:pt x="479447" y="94873"/>
                </a:cubicBezTo>
                <a:cubicBezTo>
                  <a:pt x="479447" y="95753"/>
                  <a:pt x="479874" y="96607"/>
                  <a:pt x="480727" y="97434"/>
                </a:cubicBezTo>
                <a:cubicBezTo>
                  <a:pt x="481581" y="98261"/>
                  <a:pt x="483249" y="98855"/>
                  <a:pt x="485733" y="99217"/>
                </a:cubicBezTo>
                <a:cubicBezTo>
                  <a:pt x="487181" y="99424"/>
                  <a:pt x="490803" y="99605"/>
                  <a:pt x="496598" y="99760"/>
                </a:cubicBezTo>
                <a:cubicBezTo>
                  <a:pt x="507256" y="100017"/>
                  <a:pt x="514162" y="100379"/>
                  <a:pt x="517318" y="100844"/>
                </a:cubicBezTo>
                <a:cubicBezTo>
                  <a:pt x="522130" y="101517"/>
                  <a:pt x="525972" y="103301"/>
                  <a:pt x="528843" y="106197"/>
                </a:cubicBezTo>
                <a:cubicBezTo>
                  <a:pt x="531714" y="109091"/>
                  <a:pt x="533150" y="112657"/>
                  <a:pt x="533150" y="116897"/>
                </a:cubicBezTo>
                <a:cubicBezTo>
                  <a:pt x="533150" y="122738"/>
                  <a:pt x="530408" y="128218"/>
                  <a:pt x="524924" y="133337"/>
                </a:cubicBezTo>
                <a:cubicBezTo>
                  <a:pt x="516853" y="140884"/>
                  <a:pt x="506324" y="144658"/>
                  <a:pt x="493338" y="144658"/>
                </a:cubicBezTo>
                <a:cubicBezTo>
                  <a:pt x="483353" y="144658"/>
                  <a:pt x="474920" y="142410"/>
                  <a:pt x="468039" y="137916"/>
                </a:cubicBezTo>
                <a:cubicBezTo>
                  <a:pt x="464158" y="135332"/>
                  <a:pt x="462218" y="132645"/>
                  <a:pt x="462218" y="129854"/>
                </a:cubicBezTo>
                <a:cubicBezTo>
                  <a:pt x="462218" y="128616"/>
                  <a:pt x="462503" y="127377"/>
                  <a:pt x="463072" y="126136"/>
                </a:cubicBezTo>
                <a:cubicBezTo>
                  <a:pt x="463951" y="124224"/>
                  <a:pt x="465762" y="121563"/>
                  <a:pt x="468504" y="118153"/>
                </a:cubicBezTo>
                <a:cubicBezTo>
                  <a:pt x="468866" y="117689"/>
                  <a:pt x="471505" y="114899"/>
                  <a:pt x="476420" y="109783"/>
                </a:cubicBezTo>
                <a:cubicBezTo>
                  <a:pt x="473730" y="108178"/>
                  <a:pt x="471828" y="106741"/>
                  <a:pt x="470716" y="105471"/>
                </a:cubicBezTo>
                <a:cubicBezTo>
                  <a:pt x="469604" y="104202"/>
                  <a:pt x="469048" y="102765"/>
                  <a:pt x="469048" y="101159"/>
                </a:cubicBezTo>
                <a:cubicBezTo>
                  <a:pt x="469048" y="99345"/>
                  <a:pt x="469785" y="97221"/>
                  <a:pt x="471259" y="94786"/>
                </a:cubicBezTo>
                <a:cubicBezTo>
                  <a:pt x="472734" y="92351"/>
                  <a:pt x="476136" y="88907"/>
                  <a:pt x="481464" y="84452"/>
                </a:cubicBezTo>
                <a:moveTo>
                  <a:pt x="494968" y="41131"/>
                </a:moveTo>
                <a:cubicBezTo>
                  <a:pt x="491139" y="41131"/>
                  <a:pt x="487932" y="42649"/>
                  <a:pt x="485345" y="45686"/>
                </a:cubicBezTo>
                <a:cubicBezTo>
                  <a:pt x="482758" y="48720"/>
                  <a:pt x="481464" y="53377"/>
                  <a:pt x="481464" y="59655"/>
                </a:cubicBezTo>
                <a:cubicBezTo>
                  <a:pt x="481464" y="67786"/>
                  <a:pt x="483224" y="74089"/>
                  <a:pt x="486742" y="78564"/>
                </a:cubicBezTo>
                <a:cubicBezTo>
                  <a:pt x="489432" y="81961"/>
                  <a:pt x="492847" y="83659"/>
                  <a:pt x="496986" y="83659"/>
                </a:cubicBezTo>
                <a:cubicBezTo>
                  <a:pt x="500918" y="83659"/>
                  <a:pt x="504151" y="82193"/>
                  <a:pt x="506686" y="79260"/>
                </a:cubicBezTo>
                <a:cubicBezTo>
                  <a:pt x="509222" y="76327"/>
                  <a:pt x="510489" y="71722"/>
                  <a:pt x="510489" y="65444"/>
                </a:cubicBezTo>
                <a:cubicBezTo>
                  <a:pt x="510489" y="57263"/>
                  <a:pt x="508704" y="50856"/>
                  <a:pt x="505134" y="46224"/>
                </a:cubicBezTo>
                <a:cubicBezTo>
                  <a:pt x="502496" y="42829"/>
                  <a:pt x="499107" y="41131"/>
                  <a:pt x="494968" y="41131"/>
                </a:cubicBezTo>
                <a:moveTo>
                  <a:pt x="480688" y="110402"/>
                </a:moveTo>
                <a:cubicBezTo>
                  <a:pt x="478257" y="113036"/>
                  <a:pt x="476420" y="115488"/>
                  <a:pt x="475178" y="117760"/>
                </a:cubicBezTo>
                <a:cubicBezTo>
                  <a:pt x="473937" y="120033"/>
                  <a:pt x="473316" y="122125"/>
                  <a:pt x="473316" y="124036"/>
                </a:cubicBezTo>
                <a:cubicBezTo>
                  <a:pt x="473316" y="126515"/>
                  <a:pt x="474816" y="128684"/>
                  <a:pt x="477817" y="130543"/>
                </a:cubicBezTo>
                <a:cubicBezTo>
                  <a:pt x="482991" y="133744"/>
                  <a:pt x="490467" y="135345"/>
                  <a:pt x="500245" y="135345"/>
                </a:cubicBezTo>
                <a:cubicBezTo>
                  <a:pt x="509558" y="135345"/>
                  <a:pt x="516426" y="133705"/>
                  <a:pt x="520850" y="130424"/>
                </a:cubicBezTo>
                <a:cubicBezTo>
                  <a:pt x="525273" y="127145"/>
                  <a:pt x="527485" y="123647"/>
                  <a:pt x="527485" y="119930"/>
                </a:cubicBezTo>
                <a:cubicBezTo>
                  <a:pt x="527485" y="117245"/>
                  <a:pt x="526166" y="115334"/>
                  <a:pt x="523527" y="114197"/>
                </a:cubicBezTo>
                <a:cubicBezTo>
                  <a:pt x="520837" y="113061"/>
                  <a:pt x="515508" y="112390"/>
                  <a:pt x="507540" y="112184"/>
                </a:cubicBezTo>
                <a:cubicBezTo>
                  <a:pt x="495899" y="111874"/>
                  <a:pt x="486949" y="111280"/>
                  <a:pt x="480688" y="110402"/>
                </a:cubicBezTo>
                <a:close/>
                <a:moveTo>
                  <a:pt x="581500" y="0"/>
                </a:moveTo>
                <a:lnTo>
                  <a:pt x="543395" y="112529"/>
                </a:lnTo>
                <a:lnTo>
                  <a:pt x="537187" y="112529"/>
                </a:lnTo>
                <a:lnTo>
                  <a:pt x="575291" y="0"/>
                </a:lnTo>
                <a:lnTo>
                  <a:pt x="581500" y="0"/>
                </a:lnTo>
                <a:close/>
                <a:moveTo>
                  <a:pt x="673109" y="5122"/>
                </a:moveTo>
                <a:lnTo>
                  <a:pt x="674273" y="29801"/>
                </a:lnTo>
                <a:lnTo>
                  <a:pt x="671324" y="29801"/>
                </a:lnTo>
                <a:cubicBezTo>
                  <a:pt x="670754" y="25455"/>
                  <a:pt x="669978" y="22351"/>
                  <a:pt x="668995" y="20488"/>
                </a:cubicBezTo>
                <a:cubicBezTo>
                  <a:pt x="667392" y="17487"/>
                  <a:pt x="665257" y="15275"/>
                  <a:pt x="662593" y="13853"/>
                </a:cubicBezTo>
                <a:cubicBezTo>
                  <a:pt x="659928" y="12430"/>
                  <a:pt x="656423" y="11719"/>
                  <a:pt x="652077" y="11719"/>
                </a:cubicBezTo>
                <a:lnTo>
                  <a:pt x="637255" y="11719"/>
                </a:lnTo>
                <a:lnTo>
                  <a:pt x="637255" y="92118"/>
                </a:lnTo>
                <a:cubicBezTo>
                  <a:pt x="637255" y="98586"/>
                  <a:pt x="637953" y="102621"/>
                  <a:pt x="639350" y="104225"/>
                </a:cubicBezTo>
                <a:cubicBezTo>
                  <a:pt x="641316" y="106398"/>
                  <a:pt x="644343" y="107484"/>
                  <a:pt x="648430" y="107484"/>
                </a:cubicBezTo>
                <a:lnTo>
                  <a:pt x="652077" y="107484"/>
                </a:lnTo>
                <a:lnTo>
                  <a:pt x="652077" y="110356"/>
                </a:lnTo>
                <a:lnTo>
                  <a:pt x="607454" y="110356"/>
                </a:lnTo>
                <a:lnTo>
                  <a:pt x="607454" y="107484"/>
                </a:lnTo>
                <a:lnTo>
                  <a:pt x="611179" y="107484"/>
                </a:lnTo>
                <a:cubicBezTo>
                  <a:pt x="615628" y="107484"/>
                  <a:pt x="618784" y="106139"/>
                  <a:pt x="620647" y="103449"/>
                </a:cubicBezTo>
                <a:cubicBezTo>
                  <a:pt x="621785" y="101793"/>
                  <a:pt x="622354" y="98016"/>
                  <a:pt x="622354" y="92118"/>
                </a:cubicBezTo>
                <a:lnTo>
                  <a:pt x="622354" y="11719"/>
                </a:lnTo>
                <a:lnTo>
                  <a:pt x="609704" y="11719"/>
                </a:lnTo>
                <a:cubicBezTo>
                  <a:pt x="604789" y="11719"/>
                  <a:pt x="601297" y="12081"/>
                  <a:pt x="599228" y="12805"/>
                </a:cubicBezTo>
                <a:cubicBezTo>
                  <a:pt x="596537" y="13788"/>
                  <a:pt x="594235" y="15676"/>
                  <a:pt x="592321" y="18470"/>
                </a:cubicBezTo>
                <a:cubicBezTo>
                  <a:pt x="590406" y="21264"/>
                  <a:pt x="589268" y="25041"/>
                  <a:pt x="588906" y="29801"/>
                </a:cubicBezTo>
                <a:lnTo>
                  <a:pt x="585957" y="29801"/>
                </a:lnTo>
                <a:lnTo>
                  <a:pt x="587199" y="5122"/>
                </a:lnTo>
                <a:lnTo>
                  <a:pt x="673109" y="5122"/>
                </a:lnTo>
                <a:close/>
                <a:moveTo>
                  <a:pt x="684050" y="66120"/>
                </a:moveTo>
                <a:cubicBezTo>
                  <a:pt x="683998" y="76651"/>
                  <a:pt x="686559" y="84910"/>
                  <a:pt x="691733" y="90898"/>
                </a:cubicBezTo>
                <a:cubicBezTo>
                  <a:pt x="696907" y="96885"/>
                  <a:pt x="702986" y="99879"/>
                  <a:pt x="709971" y="99879"/>
                </a:cubicBezTo>
                <a:cubicBezTo>
                  <a:pt x="714627" y="99879"/>
                  <a:pt x="718675" y="98598"/>
                  <a:pt x="722116" y="96037"/>
                </a:cubicBezTo>
                <a:cubicBezTo>
                  <a:pt x="725557" y="93476"/>
                  <a:pt x="728441" y="89092"/>
                  <a:pt x="730769" y="82883"/>
                </a:cubicBezTo>
                <a:lnTo>
                  <a:pt x="733175" y="84435"/>
                </a:lnTo>
                <a:cubicBezTo>
                  <a:pt x="732088" y="91523"/>
                  <a:pt x="728932" y="97978"/>
                  <a:pt x="723707" y="103798"/>
                </a:cubicBezTo>
                <a:cubicBezTo>
                  <a:pt x="718481" y="109619"/>
                  <a:pt x="711937" y="112529"/>
                  <a:pt x="704073" y="112529"/>
                </a:cubicBezTo>
                <a:cubicBezTo>
                  <a:pt x="695536" y="112529"/>
                  <a:pt x="688228" y="109212"/>
                  <a:pt x="682149" y="102578"/>
                </a:cubicBezTo>
                <a:cubicBezTo>
                  <a:pt x="676070" y="95943"/>
                  <a:pt x="673030" y="87023"/>
                  <a:pt x="673030" y="75819"/>
                </a:cubicBezTo>
                <a:cubicBezTo>
                  <a:pt x="673030" y="63686"/>
                  <a:pt x="676147" y="54226"/>
                  <a:pt x="682382" y="47437"/>
                </a:cubicBezTo>
                <a:cubicBezTo>
                  <a:pt x="688616" y="40646"/>
                  <a:pt x="696441" y="37251"/>
                  <a:pt x="705858" y="37251"/>
                </a:cubicBezTo>
                <a:cubicBezTo>
                  <a:pt x="713825" y="37251"/>
                  <a:pt x="720370" y="39870"/>
                  <a:pt x="725492" y="45109"/>
                </a:cubicBezTo>
                <a:cubicBezTo>
                  <a:pt x="730614" y="50345"/>
                  <a:pt x="733175" y="57349"/>
                  <a:pt x="733175" y="66120"/>
                </a:cubicBezTo>
                <a:lnTo>
                  <a:pt x="684050" y="66120"/>
                </a:lnTo>
                <a:moveTo>
                  <a:pt x="684050" y="61619"/>
                </a:moveTo>
                <a:lnTo>
                  <a:pt x="716955" y="61619"/>
                </a:lnTo>
                <a:cubicBezTo>
                  <a:pt x="716697" y="57066"/>
                  <a:pt x="716153" y="53859"/>
                  <a:pt x="715325" y="51996"/>
                </a:cubicBezTo>
                <a:cubicBezTo>
                  <a:pt x="714032" y="49099"/>
                  <a:pt x="712105" y="46822"/>
                  <a:pt x="709544" y="45167"/>
                </a:cubicBezTo>
                <a:cubicBezTo>
                  <a:pt x="706983" y="43511"/>
                  <a:pt x="704305" y="42683"/>
                  <a:pt x="701512" y="42683"/>
                </a:cubicBezTo>
                <a:cubicBezTo>
                  <a:pt x="697217" y="42683"/>
                  <a:pt x="693376" y="44352"/>
                  <a:pt x="689987" y="47689"/>
                </a:cubicBezTo>
                <a:cubicBezTo>
                  <a:pt x="686598" y="51026"/>
                  <a:pt x="684619" y="55669"/>
                  <a:pt x="684050" y="61619"/>
                </a:cubicBezTo>
                <a:close/>
                <a:moveTo>
                  <a:pt x="788609" y="37251"/>
                </a:moveTo>
                <a:lnTo>
                  <a:pt x="788609" y="61309"/>
                </a:lnTo>
                <a:lnTo>
                  <a:pt x="786048" y="61309"/>
                </a:lnTo>
                <a:cubicBezTo>
                  <a:pt x="784082" y="53763"/>
                  <a:pt x="781560" y="48631"/>
                  <a:pt x="778481" y="45911"/>
                </a:cubicBezTo>
                <a:cubicBezTo>
                  <a:pt x="775403" y="43190"/>
                  <a:pt x="771484" y="41830"/>
                  <a:pt x="766724" y="41830"/>
                </a:cubicBezTo>
                <a:cubicBezTo>
                  <a:pt x="763102" y="41830"/>
                  <a:pt x="760179" y="42786"/>
                  <a:pt x="757954" y="44699"/>
                </a:cubicBezTo>
                <a:cubicBezTo>
                  <a:pt x="755730" y="46610"/>
                  <a:pt x="754617" y="48729"/>
                  <a:pt x="754617" y="51055"/>
                </a:cubicBezTo>
                <a:cubicBezTo>
                  <a:pt x="754617" y="53949"/>
                  <a:pt x="755445" y="56429"/>
                  <a:pt x="757101" y="58496"/>
                </a:cubicBezTo>
                <a:cubicBezTo>
                  <a:pt x="758705" y="60615"/>
                  <a:pt x="761964" y="62863"/>
                  <a:pt x="766879" y="65240"/>
                </a:cubicBezTo>
                <a:lnTo>
                  <a:pt x="778210" y="70745"/>
                </a:lnTo>
                <a:cubicBezTo>
                  <a:pt x="788712" y="75861"/>
                  <a:pt x="793964" y="82605"/>
                  <a:pt x="793964" y="90979"/>
                </a:cubicBezTo>
                <a:cubicBezTo>
                  <a:pt x="793964" y="97438"/>
                  <a:pt x="791519" y="102644"/>
                  <a:pt x="786630" y="106599"/>
                </a:cubicBezTo>
                <a:cubicBezTo>
                  <a:pt x="781741" y="110552"/>
                  <a:pt x="776269" y="112529"/>
                  <a:pt x="770216" y="112529"/>
                </a:cubicBezTo>
                <a:cubicBezTo>
                  <a:pt x="765870" y="112529"/>
                  <a:pt x="760903" y="111753"/>
                  <a:pt x="755316" y="110201"/>
                </a:cubicBezTo>
                <a:cubicBezTo>
                  <a:pt x="753608" y="109683"/>
                  <a:pt x="752212" y="109425"/>
                  <a:pt x="751125" y="109425"/>
                </a:cubicBezTo>
                <a:cubicBezTo>
                  <a:pt x="749935" y="109425"/>
                  <a:pt x="749004" y="110097"/>
                  <a:pt x="748331" y="111442"/>
                </a:cubicBezTo>
                <a:lnTo>
                  <a:pt x="745770" y="111442"/>
                </a:lnTo>
                <a:lnTo>
                  <a:pt x="745770" y="85987"/>
                </a:lnTo>
                <a:lnTo>
                  <a:pt x="748331" y="85987"/>
                </a:lnTo>
                <a:cubicBezTo>
                  <a:pt x="749780" y="93257"/>
                  <a:pt x="752548" y="98734"/>
                  <a:pt x="756635" y="102421"/>
                </a:cubicBezTo>
                <a:cubicBezTo>
                  <a:pt x="760722" y="106107"/>
                  <a:pt x="765301" y="107950"/>
                  <a:pt x="770371" y="107950"/>
                </a:cubicBezTo>
                <a:cubicBezTo>
                  <a:pt x="773941" y="107950"/>
                  <a:pt x="776851" y="106904"/>
                  <a:pt x="779102" y="104812"/>
                </a:cubicBezTo>
                <a:cubicBezTo>
                  <a:pt x="781353" y="102718"/>
                  <a:pt x="782478" y="100198"/>
                  <a:pt x="782478" y="97252"/>
                </a:cubicBezTo>
                <a:cubicBezTo>
                  <a:pt x="782478" y="93686"/>
                  <a:pt x="781223" y="90688"/>
                  <a:pt x="778714" y="88260"/>
                </a:cubicBezTo>
                <a:cubicBezTo>
                  <a:pt x="776205" y="85831"/>
                  <a:pt x="771199" y="82757"/>
                  <a:pt x="763697" y="79037"/>
                </a:cubicBezTo>
                <a:cubicBezTo>
                  <a:pt x="756195" y="75315"/>
                  <a:pt x="751280" y="71955"/>
                  <a:pt x="748952" y="68958"/>
                </a:cubicBezTo>
                <a:cubicBezTo>
                  <a:pt x="746624" y="66012"/>
                  <a:pt x="745460" y="62291"/>
                  <a:pt x="745460" y="57795"/>
                </a:cubicBezTo>
                <a:cubicBezTo>
                  <a:pt x="745460" y="51955"/>
                  <a:pt x="747465" y="47071"/>
                  <a:pt x="751474" y="43144"/>
                </a:cubicBezTo>
                <a:cubicBezTo>
                  <a:pt x="755484" y="39215"/>
                  <a:pt x="760671" y="37251"/>
                  <a:pt x="767034" y="37251"/>
                </a:cubicBezTo>
                <a:cubicBezTo>
                  <a:pt x="769828" y="37251"/>
                  <a:pt x="773217" y="37846"/>
                  <a:pt x="777201" y="39036"/>
                </a:cubicBezTo>
                <a:cubicBezTo>
                  <a:pt x="779839" y="39812"/>
                  <a:pt x="781598" y="40200"/>
                  <a:pt x="782478" y="40200"/>
                </a:cubicBezTo>
                <a:cubicBezTo>
                  <a:pt x="783306" y="40200"/>
                  <a:pt x="783952" y="40019"/>
                  <a:pt x="784418" y="39657"/>
                </a:cubicBezTo>
                <a:cubicBezTo>
                  <a:pt x="784884" y="39295"/>
                  <a:pt x="785427" y="38493"/>
                  <a:pt x="786048" y="37251"/>
                </a:cubicBezTo>
                <a:lnTo>
                  <a:pt x="788609" y="37251"/>
                </a:lnTo>
                <a:close/>
                <a:moveTo>
                  <a:pt x="825137" y="15832"/>
                </a:moveTo>
                <a:lnTo>
                  <a:pt x="825137" y="39269"/>
                </a:lnTo>
                <a:lnTo>
                  <a:pt x="841745" y="39269"/>
                </a:lnTo>
                <a:lnTo>
                  <a:pt x="841745" y="44701"/>
                </a:lnTo>
                <a:lnTo>
                  <a:pt x="825137" y="44701"/>
                </a:lnTo>
                <a:lnTo>
                  <a:pt x="825137" y="90736"/>
                </a:lnTo>
                <a:cubicBezTo>
                  <a:pt x="825137" y="95336"/>
                  <a:pt x="825797" y="98437"/>
                  <a:pt x="827116" y="100039"/>
                </a:cubicBezTo>
                <a:cubicBezTo>
                  <a:pt x="828435" y="101640"/>
                  <a:pt x="830130" y="102440"/>
                  <a:pt x="832199" y="102440"/>
                </a:cubicBezTo>
                <a:cubicBezTo>
                  <a:pt x="833906" y="102440"/>
                  <a:pt x="835562" y="101910"/>
                  <a:pt x="837166" y="100849"/>
                </a:cubicBezTo>
                <a:cubicBezTo>
                  <a:pt x="838770" y="99788"/>
                  <a:pt x="840011" y="98223"/>
                  <a:pt x="840891" y="96154"/>
                </a:cubicBezTo>
                <a:lnTo>
                  <a:pt x="843918" y="96154"/>
                </a:lnTo>
                <a:cubicBezTo>
                  <a:pt x="842107" y="101239"/>
                  <a:pt x="839546" y="105084"/>
                  <a:pt x="836235" y="107690"/>
                </a:cubicBezTo>
                <a:cubicBezTo>
                  <a:pt x="832923" y="110295"/>
                  <a:pt x="829509" y="111597"/>
                  <a:pt x="825991" y="111597"/>
                </a:cubicBezTo>
                <a:cubicBezTo>
                  <a:pt x="823611" y="111597"/>
                  <a:pt x="821283" y="110937"/>
                  <a:pt x="819006" y="109616"/>
                </a:cubicBezTo>
                <a:cubicBezTo>
                  <a:pt x="816730" y="108295"/>
                  <a:pt x="815048" y="106405"/>
                  <a:pt x="813962" y="103946"/>
                </a:cubicBezTo>
                <a:cubicBezTo>
                  <a:pt x="812875" y="101485"/>
                  <a:pt x="812332" y="97691"/>
                  <a:pt x="812332" y="92562"/>
                </a:cubicBezTo>
                <a:lnTo>
                  <a:pt x="812332" y="44701"/>
                </a:lnTo>
                <a:lnTo>
                  <a:pt x="801079" y="44701"/>
                </a:lnTo>
                <a:lnTo>
                  <a:pt x="801079" y="42140"/>
                </a:lnTo>
                <a:cubicBezTo>
                  <a:pt x="803925" y="40999"/>
                  <a:pt x="806835" y="39066"/>
                  <a:pt x="809810" y="36341"/>
                </a:cubicBezTo>
                <a:cubicBezTo>
                  <a:pt x="812785" y="33617"/>
                  <a:pt x="815436" y="30387"/>
                  <a:pt x="817764" y="26650"/>
                </a:cubicBezTo>
                <a:cubicBezTo>
                  <a:pt x="818954" y="24680"/>
                  <a:pt x="820610" y="21073"/>
                  <a:pt x="822731" y="15832"/>
                </a:cubicBezTo>
                <a:lnTo>
                  <a:pt x="825137" y="15832"/>
                </a:lnTo>
                <a:close/>
                <a:moveTo>
                  <a:pt x="866760" y="0"/>
                </a:moveTo>
                <a:cubicBezTo>
                  <a:pt x="868933" y="0"/>
                  <a:pt x="870783" y="767"/>
                  <a:pt x="872309" y="2302"/>
                </a:cubicBezTo>
                <a:cubicBezTo>
                  <a:pt x="873835" y="3834"/>
                  <a:pt x="874599" y="5693"/>
                  <a:pt x="874599" y="7877"/>
                </a:cubicBezTo>
                <a:cubicBezTo>
                  <a:pt x="874599" y="10061"/>
                  <a:pt x="873835" y="11934"/>
                  <a:pt x="872309" y="13494"/>
                </a:cubicBezTo>
                <a:cubicBezTo>
                  <a:pt x="870783" y="15052"/>
                  <a:pt x="868933" y="15832"/>
                  <a:pt x="866760" y="15832"/>
                </a:cubicBezTo>
                <a:cubicBezTo>
                  <a:pt x="864587" y="15832"/>
                  <a:pt x="862725" y="15052"/>
                  <a:pt x="861173" y="13494"/>
                </a:cubicBezTo>
                <a:cubicBezTo>
                  <a:pt x="859621" y="11934"/>
                  <a:pt x="858845" y="10061"/>
                  <a:pt x="858845" y="7877"/>
                </a:cubicBezTo>
                <a:cubicBezTo>
                  <a:pt x="858845" y="5693"/>
                  <a:pt x="859608" y="3834"/>
                  <a:pt x="861134" y="2302"/>
                </a:cubicBezTo>
                <a:cubicBezTo>
                  <a:pt x="862660" y="767"/>
                  <a:pt x="864536" y="0"/>
                  <a:pt x="866760" y="0"/>
                </a:cubicBezTo>
                <a:moveTo>
                  <a:pt x="873202" y="37251"/>
                </a:moveTo>
                <a:lnTo>
                  <a:pt x="873202" y="94243"/>
                </a:lnTo>
                <a:cubicBezTo>
                  <a:pt x="873202" y="98683"/>
                  <a:pt x="873525" y="101638"/>
                  <a:pt x="874172" y="103109"/>
                </a:cubicBezTo>
                <a:cubicBezTo>
                  <a:pt x="874818" y="104581"/>
                  <a:pt x="875776" y="105678"/>
                  <a:pt x="877043" y="106400"/>
                </a:cubicBezTo>
                <a:cubicBezTo>
                  <a:pt x="878311" y="107123"/>
                  <a:pt x="880626" y="107484"/>
                  <a:pt x="883989" y="107484"/>
                </a:cubicBezTo>
                <a:lnTo>
                  <a:pt x="883989" y="110356"/>
                </a:lnTo>
                <a:lnTo>
                  <a:pt x="849454" y="110356"/>
                </a:lnTo>
                <a:lnTo>
                  <a:pt x="849454" y="107484"/>
                </a:lnTo>
                <a:cubicBezTo>
                  <a:pt x="852921" y="107484"/>
                  <a:pt x="855249" y="107149"/>
                  <a:pt x="856439" y="106478"/>
                </a:cubicBezTo>
                <a:cubicBezTo>
                  <a:pt x="857629" y="105807"/>
                  <a:pt x="858573" y="104697"/>
                  <a:pt x="859271" y="103148"/>
                </a:cubicBezTo>
                <a:cubicBezTo>
                  <a:pt x="859970" y="101599"/>
                  <a:pt x="860319" y="98631"/>
                  <a:pt x="860319" y="94243"/>
                </a:cubicBezTo>
                <a:lnTo>
                  <a:pt x="860319" y="66909"/>
                </a:lnTo>
                <a:cubicBezTo>
                  <a:pt x="860319" y="59216"/>
                  <a:pt x="860086" y="54234"/>
                  <a:pt x="859621" y="51965"/>
                </a:cubicBezTo>
                <a:cubicBezTo>
                  <a:pt x="859258" y="50312"/>
                  <a:pt x="858689" y="49163"/>
                  <a:pt x="857913" y="48518"/>
                </a:cubicBezTo>
                <a:cubicBezTo>
                  <a:pt x="857137" y="47873"/>
                  <a:pt x="856077" y="47551"/>
                  <a:pt x="854731" y="47551"/>
                </a:cubicBezTo>
                <a:cubicBezTo>
                  <a:pt x="853283" y="47551"/>
                  <a:pt x="851524" y="47938"/>
                  <a:pt x="849454" y="48712"/>
                </a:cubicBezTo>
                <a:lnTo>
                  <a:pt x="848368" y="45923"/>
                </a:lnTo>
                <a:lnTo>
                  <a:pt x="869787" y="37251"/>
                </a:lnTo>
                <a:lnTo>
                  <a:pt x="873202" y="37251"/>
                </a:lnTo>
                <a:close/>
                <a:moveTo>
                  <a:pt x="913583" y="52306"/>
                </a:moveTo>
                <a:cubicBezTo>
                  <a:pt x="921912" y="42269"/>
                  <a:pt x="929854" y="37251"/>
                  <a:pt x="937408" y="37251"/>
                </a:cubicBezTo>
                <a:cubicBezTo>
                  <a:pt x="941288" y="37251"/>
                  <a:pt x="944625" y="38219"/>
                  <a:pt x="947419" y="40156"/>
                </a:cubicBezTo>
                <a:cubicBezTo>
                  <a:pt x="950213" y="42092"/>
                  <a:pt x="952437" y="45279"/>
                  <a:pt x="954093" y="49719"/>
                </a:cubicBezTo>
                <a:cubicBezTo>
                  <a:pt x="955231" y="52815"/>
                  <a:pt x="955800" y="57564"/>
                  <a:pt x="955800" y="63967"/>
                </a:cubicBezTo>
                <a:lnTo>
                  <a:pt x="955800" y="94243"/>
                </a:lnTo>
                <a:cubicBezTo>
                  <a:pt x="955800" y="98734"/>
                  <a:pt x="956163" y="101780"/>
                  <a:pt x="956887" y="103381"/>
                </a:cubicBezTo>
                <a:cubicBezTo>
                  <a:pt x="957456" y="104671"/>
                  <a:pt x="958374" y="105678"/>
                  <a:pt x="959642" y="106400"/>
                </a:cubicBezTo>
                <a:cubicBezTo>
                  <a:pt x="960909" y="107123"/>
                  <a:pt x="963251" y="107484"/>
                  <a:pt x="966665" y="107484"/>
                </a:cubicBezTo>
                <a:lnTo>
                  <a:pt x="966665" y="110356"/>
                </a:lnTo>
                <a:lnTo>
                  <a:pt x="931510" y="110356"/>
                </a:lnTo>
                <a:lnTo>
                  <a:pt x="931510" y="107484"/>
                </a:lnTo>
                <a:lnTo>
                  <a:pt x="932984" y="107484"/>
                </a:lnTo>
                <a:cubicBezTo>
                  <a:pt x="936295" y="107484"/>
                  <a:pt x="938611" y="106982"/>
                  <a:pt x="939930" y="105978"/>
                </a:cubicBezTo>
                <a:cubicBezTo>
                  <a:pt x="941249" y="104974"/>
                  <a:pt x="942168" y="103495"/>
                  <a:pt x="942685" y="101540"/>
                </a:cubicBezTo>
                <a:cubicBezTo>
                  <a:pt x="942892" y="100767"/>
                  <a:pt x="942995" y="98348"/>
                  <a:pt x="942995" y="94282"/>
                </a:cubicBezTo>
                <a:lnTo>
                  <a:pt x="942995" y="65327"/>
                </a:lnTo>
                <a:cubicBezTo>
                  <a:pt x="942995" y="58894"/>
                  <a:pt x="942155" y="54223"/>
                  <a:pt x="940473" y="51315"/>
                </a:cubicBezTo>
                <a:cubicBezTo>
                  <a:pt x="938792" y="48406"/>
                  <a:pt x="935959" y="46952"/>
                  <a:pt x="931975" y="46952"/>
                </a:cubicBezTo>
                <a:cubicBezTo>
                  <a:pt x="925819" y="46952"/>
                  <a:pt x="919688" y="50298"/>
                  <a:pt x="913583" y="56990"/>
                </a:cubicBezTo>
                <a:lnTo>
                  <a:pt x="913583" y="94282"/>
                </a:lnTo>
                <a:cubicBezTo>
                  <a:pt x="913583" y="99069"/>
                  <a:pt x="913867" y="102028"/>
                  <a:pt x="914436" y="103160"/>
                </a:cubicBezTo>
                <a:cubicBezTo>
                  <a:pt x="915161" y="104653"/>
                  <a:pt x="916157" y="105746"/>
                  <a:pt x="917424" y="106442"/>
                </a:cubicBezTo>
                <a:cubicBezTo>
                  <a:pt x="918692" y="107137"/>
                  <a:pt x="921266" y="107484"/>
                  <a:pt x="925146" y="107484"/>
                </a:cubicBezTo>
                <a:lnTo>
                  <a:pt x="925146" y="110356"/>
                </a:lnTo>
                <a:lnTo>
                  <a:pt x="889991" y="110356"/>
                </a:lnTo>
                <a:lnTo>
                  <a:pt x="889991" y="107484"/>
                </a:lnTo>
                <a:lnTo>
                  <a:pt x="891543" y="107484"/>
                </a:lnTo>
                <a:cubicBezTo>
                  <a:pt x="895164" y="107484"/>
                  <a:pt x="897609" y="106568"/>
                  <a:pt x="898876" y="104737"/>
                </a:cubicBezTo>
                <a:cubicBezTo>
                  <a:pt x="900144" y="102903"/>
                  <a:pt x="900778" y="99405"/>
                  <a:pt x="900778" y="94243"/>
                </a:cubicBezTo>
                <a:lnTo>
                  <a:pt x="900778" y="67915"/>
                </a:lnTo>
                <a:cubicBezTo>
                  <a:pt x="900778" y="59398"/>
                  <a:pt x="900584" y="54210"/>
                  <a:pt x="900196" y="52353"/>
                </a:cubicBezTo>
                <a:cubicBezTo>
                  <a:pt x="899808" y="50493"/>
                  <a:pt x="899213" y="49228"/>
                  <a:pt x="898411" y="48557"/>
                </a:cubicBezTo>
                <a:cubicBezTo>
                  <a:pt x="897609" y="47886"/>
                  <a:pt x="896535" y="47551"/>
                  <a:pt x="895190" y="47551"/>
                </a:cubicBezTo>
                <a:cubicBezTo>
                  <a:pt x="893741" y="47551"/>
                  <a:pt x="892008" y="47938"/>
                  <a:pt x="889991" y="48712"/>
                </a:cubicBezTo>
                <a:lnTo>
                  <a:pt x="888826" y="45923"/>
                </a:lnTo>
                <a:lnTo>
                  <a:pt x="910246" y="37251"/>
                </a:lnTo>
                <a:lnTo>
                  <a:pt x="913583" y="37251"/>
                </a:lnTo>
                <a:lnTo>
                  <a:pt x="913583" y="52306"/>
                </a:lnTo>
                <a:close/>
                <a:moveTo>
                  <a:pt x="991345" y="84452"/>
                </a:moveTo>
                <a:cubicBezTo>
                  <a:pt x="986999" y="82334"/>
                  <a:pt x="983662" y="79376"/>
                  <a:pt x="981334" y="75579"/>
                </a:cubicBezTo>
                <a:cubicBezTo>
                  <a:pt x="979006" y="71781"/>
                  <a:pt x="977842" y="67582"/>
                  <a:pt x="977842" y="62982"/>
                </a:cubicBezTo>
                <a:cubicBezTo>
                  <a:pt x="977842" y="55956"/>
                  <a:pt x="980493" y="49910"/>
                  <a:pt x="985796" y="44847"/>
                </a:cubicBezTo>
                <a:cubicBezTo>
                  <a:pt x="991099" y="39783"/>
                  <a:pt x="997890" y="37251"/>
                  <a:pt x="1006168" y="37251"/>
                </a:cubicBezTo>
                <a:cubicBezTo>
                  <a:pt x="1012945" y="37251"/>
                  <a:pt x="1018818" y="38906"/>
                  <a:pt x="1023784" y="42218"/>
                </a:cubicBezTo>
                <a:lnTo>
                  <a:pt x="1038840" y="42218"/>
                </a:lnTo>
                <a:cubicBezTo>
                  <a:pt x="1041065" y="42218"/>
                  <a:pt x="1042358" y="42282"/>
                  <a:pt x="1042720" y="42409"/>
                </a:cubicBezTo>
                <a:cubicBezTo>
                  <a:pt x="1043082" y="42537"/>
                  <a:pt x="1043341" y="42754"/>
                  <a:pt x="1043496" y="43062"/>
                </a:cubicBezTo>
                <a:cubicBezTo>
                  <a:pt x="1043807" y="43522"/>
                  <a:pt x="1043962" y="44341"/>
                  <a:pt x="1043962" y="45518"/>
                </a:cubicBezTo>
                <a:cubicBezTo>
                  <a:pt x="1043962" y="46847"/>
                  <a:pt x="1043833" y="47768"/>
                  <a:pt x="1043574" y="48281"/>
                </a:cubicBezTo>
                <a:cubicBezTo>
                  <a:pt x="1043419" y="48536"/>
                  <a:pt x="1043147" y="48741"/>
                  <a:pt x="1042759" y="48894"/>
                </a:cubicBezTo>
                <a:cubicBezTo>
                  <a:pt x="1042371" y="49048"/>
                  <a:pt x="1041065" y="49125"/>
                  <a:pt x="1038840" y="49125"/>
                </a:cubicBezTo>
                <a:lnTo>
                  <a:pt x="1029605" y="49125"/>
                </a:lnTo>
                <a:cubicBezTo>
                  <a:pt x="1032502" y="52858"/>
                  <a:pt x="1033951" y="57627"/>
                  <a:pt x="1033951" y="63433"/>
                </a:cubicBezTo>
                <a:cubicBezTo>
                  <a:pt x="1033951" y="70069"/>
                  <a:pt x="1031416" y="75745"/>
                  <a:pt x="1026345" y="80463"/>
                </a:cubicBezTo>
                <a:cubicBezTo>
                  <a:pt x="1021275" y="85181"/>
                  <a:pt x="1014472" y="87540"/>
                  <a:pt x="1005935" y="87540"/>
                </a:cubicBezTo>
                <a:cubicBezTo>
                  <a:pt x="1002417" y="87540"/>
                  <a:pt x="998821" y="87012"/>
                  <a:pt x="995148" y="85956"/>
                </a:cubicBezTo>
                <a:cubicBezTo>
                  <a:pt x="992871" y="87920"/>
                  <a:pt x="991332" y="89640"/>
                  <a:pt x="990530" y="91114"/>
                </a:cubicBezTo>
                <a:cubicBezTo>
                  <a:pt x="989728" y="92587"/>
                  <a:pt x="989327" y="93840"/>
                  <a:pt x="989327" y="94873"/>
                </a:cubicBezTo>
                <a:cubicBezTo>
                  <a:pt x="989327" y="95753"/>
                  <a:pt x="989754" y="96607"/>
                  <a:pt x="990608" y="97434"/>
                </a:cubicBezTo>
                <a:cubicBezTo>
                  <a:pt x="991461" y="98261"/>
                  <a:pt x="993130" y="98855"/>
                  <a:pt x="995613" y="99217"/>
                </a:cubicBezTo>
                <a:cubicBezTo>
                  <a:pt x="997062" y="99424"/>
                  <a:pt x="1000684" y="99605"/>
                  <a:pt x="1006478" y="99760"/>
                </a:cubicBezTo>
                <a:cubicBezTo>
                  <a:pt x="1017136" y="100017"/>
                  <a:pt x="1024043" y="100379"/>
                  <a:pt x="1027199" y="100844"/>
                </a:cubicBezTo>
                <a:cubicBezTo>
                  <a:pt x="1032011" y="101517"/>
                  <a:pt x="1035852" y="103301"/>
                  <a:pt x="1038724" y="106197"/>
                </a:cubicBezTo>
                <a:cubicBezTo>
                  <a:pt x="1041595" y="109091"/>
                  <a:pt x="1043031" y="112657"/>
                  <a:pt x="1043031" y="116897"/>
                </a:cubicBezTo>
                <a:cubicBezTo>
                  <a:pt x="1043031" y="122738"/>
                  <a:pt x="1040289" y="128218"/>
                  <a:pt x="1034804" y="133337"/>
                </a:cubicBezTo>
                <a:cubicBezTo>
                  <a:pt x="1026733" y="140884"/>
                  <a:pt x="1016205" y="144658"/>
                  <a:pt x="1003219" y="144658"/>
                </a:cubicBezTo>
                <a:cubicBezTo>
                  <a:pt x="993233" y="144658"/>
                  <a:pt x="984800" y="142410"/>
                  <a:pt x="977919" y="137916"/>
                </a:cubicBezTo>
                <a:cubicBezTo>
                  <a:pt x="974039" y="135332"/>
                  <a:pt x="972099" y="132645"/>
                  <a:pt x="972099" y="129854"/>
                </a:cubicBezTo>
                <a:cubicBezTo>
                  <a:pt x="972099" y="128616"/>
                  <a:pt x="972383" y="127377"/>
                  <a:pt x="972952" y="126136"/>
                </a:cubicBezTo>
                <a:cubicBezTo>
                  <a:pt x="973832" y="124224"/>
                  <a:pt x="975643" y="121563"/>
                  <a:pt x="978385" y="118153"/>
                </a:cubicBezTo>
                <a:cubicBezTo>
                  <a:pt x="978747" y="117689"/>
                  <a:pt x="981386" y="114899"/>
                  <a:pt x="986301" y="109783"/>
                </a:cubicBezTo>
                <a:cubicBezTo>
                  <a:pt x="983610" y="108178"/>
                  <a:pt x="981709" y="106741"/>
                  <a:pt x="980597" y="105471"/>
                </a:cubicBezTo>
                <a:cubicBezTo>
                  <a:pt x="979484" y="104202"/>
                  <a:pt x="978928" y="102765"/>
                  <a:pt x="978928" y="101159"/>
                </a:cubicBezTo>
                <a:cubicBezTo>
                  <a:pt x="978928" y="99345"/>
                  <a:pt x="979665" y="97221"/>
                  <a:pt x="981140" y="94786"/>
                </a:cubicBezTo>
                <a:cubicBezTo>
                  <a:pt x="982614" y="92351"/>
                  <a:pt x="986016" y="88907"/>
                  <a:pt x="991345" y="84452"/>
                </a:cubicBezTo>
                <a:moveTo>
                  <a:pt x="1004849" y="41131"/>
                </a:moveTo>
                <a:cubicBezTo>
                  <a:pt x="1001020" y="41131"/>
                  <a:pt x="997812" y="42649"/>
                  <a:pt x="995225" y="45686"/>
                </a:cubicBezTo>
                <a:cubicBezTo>
                  <a:pt x="992638" y="48720"/>
                  <a:pt x="991345" y="53377"/>
                  <a:pt x="991345" y="59655"/>
                </a:cubicBezTo>
                <a:cubicBezTo>
                  <a:pt x="991345" y="67786"/>
                  <a:pt x="993104" y="74089"/>
                  <a:pt x="996622" y="78564"/>
                </a:cubicBezTo>
                <a:cubicBezTo>
                  <a:pt x="999313" y="81961"/>
                  <a:pt x="1002727" y="83659"/>
                  <a:pt x="1006866" y="83659"/>
                </a:cubicBezTo>
                <a:cubicBezTo>
                  <a:pt x="1010798" y="83659"/>
                  <a:pt x="1014032" y="82193"/>
                  <a:pt x="1016567" y="79260"/>
                </a:cubicBezTo>
                <a:cubicBezTo>
                  <a:pt x="1019102" y="76327"/>
                  <a:pt x="1020370" y="71722"/>
                  <a:pt x="1020370" y="65444"/>
                </a:cubicBezTo>
                <a:cubicBezTo>
                  <a:pt x="1020370" y="57263"/>
                  <a:pt x="1018585" y="50856"/>
                  <a:pt x="1015015" y="46224"/>
                </a:cubicBezTo>
                <a:cubicBezTo>
                  <a:pt x="1012376" y="42829"/>
                  <a:pt x="1008987" y="41131"/>
                  <a:pt x="1004849" y="41131"/>
                </a:cubicBezTo>
                <a:moveTo>
                  <a:pt x="990569" y="110402"/>
                </a:moveTo>
                <a:cubicBezTo>
                  <a:pt x="988137" y="113036"/>
                  <a:pt x="986301" y="115488"/>
                  <a:pt x="985059" y="117760"/>
                </a:cubicBezTo>
                <a:cubicBezTo>
                  <a:pt x="983817" y="120033"/>
                  <a:pt x="983196" y="122125"/>
                  <a:pt x="983196" y="124036"/>
                </a:cubicBezTo>
                <a:cubicBezTo>
                  <a:pt x="983196" y="126515"/>
                  <a:pt x="984697" y="128684"/>
                  <a:pt x="987698" y="130543"/>
                </a:cubicBezTo>
                <a:cubicBezTo>
                  <a:pt x="992871" y="133744"/>
                  <a:pt x="1000347" y="135345"/>
                  <a:pt x="1010126" y="135345"/>
                </a:cubicBezTo>
                <a:cubicBezTo>
                  <a:pt x="1019438" y="135345"/>
                  <a:pt x="1026307" y="133705"/>
                  <a:pt x="1030730" y="130424"/>
                </a:cubicBezTo>
                <a:cubicBezTo>
                  <a:pt x="1035154" y="127145"/>
                  <a:pt x="1037365" y="123647"/>
                  <a:pt x="1037365" y="119930"/>
                </a:cubicBezTo>
                <a:cubicBezTo>
                  <a:pt x="1037365" y="117245"/>
                  <a:pt x="1036046" y="115334"/>
                  <a:pt x="1033408" y="114197"/>
                </a:cubicBezTo>
                <a:cubicBezTo>
                  <a:pt x="1030717" y="113061"/>
                  <a:pt x="1025388" y="112390"/>
                  <a:pt x="1017421" y="112184"/>
                </a:cubicBezTo>
                <a:cubicBezTo>
                  <a:pt x="1005780" y="111874"/>
                  <a:pt x="996829" y="111280"/>
                  <a:pt x="990569" y="110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235C2-1FFE-4B8B-BA34-73EEAD1A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256" y="100608"/>
            <a:ext cx="476811" cy="524493"/>
          </a:xfrm>
          <a:custGeom xmlns:a="http://schemas.openxmlformats.org/drawingml/2006/main">
            <a:pathLst>
              <a:path w="476811" h="524493">
                <a:moveTo>
                  <a:pt x="0" y="95362"/>
                </a:moveTo>
                <a:cubicBezTo>
                  <a:pt x="0" y="0"/>
                  <a:pt x="476811" y="0"/>
                  <a:pt x="476811" y="95362"/>
                </a:cubicBezTo>
                <a:lnTo>
                  <a:pt x="476811" y="429130"/>
                </a:lnTo>
                <a:cubicBezTo>
                  <a:pt x="476811" y="524493"/>
                  <a:pt x="0" y="524493"/>
                  <a:pt x="0" y="429130"/>
                </a:cubicBezTo>
                <a:lnTo>
                  <a:pt x="0" y="953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7812B-28C0-4FA6-923D-13FBEBC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256" y="100608"/>
            <a:ext cx="476811" cy="524493"/>
          </a:xfrm>
          <a:custGeom xmlns:a="http://schemas.openxmlformats.org/drawingml/2006/main">
            <a:pathLst>
              <a:path w="476811" h="524493" fill="none">
                <a:moveTo>
                  <a:pt x="0" y="95362"/>
                </a:moveTo>
                <a:cubicBezTo>
                  <a:pt x="0" y="0"/>
                  <a:pt x="476811" y="0"/>
                  <a:pt x="476811" y="95362"/>
                </a:cubicBezTo>
                <a:lnTo>
                  <a:pt x="476811" y="429130"/>
                </a:lnTo>
                <a:cubicBezTo>
                  <a:pt x="476811" y="524493"/>
                  <a:pt x="0" y="524493"/>
                  <a:pt x="0" y="429130"/>
                </a:cubicBezTo>
                <a:lnTo>
                  <a:pt x="0" y="953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02B2D-9E68-4404-A728-46F021D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256" y="195971"/>
            <a:ext cx="476811" cy="143043"/>
          </a:xfrm>
          <a:custGeom xmlns:a="http://schemas.openxmlformats.org/drawingml/2006/main">
            <a:pathLst>
              <a:path w="476811" h="143043" fill="none">
                <a:moveTo>
                  <a:pt x="0" y="0"/>
                </a:moveTo>
                <a:cubicBezTo>
                  <a:pt x="0" y="71522"/>
                  <a:pt x="476811" y="71522"/>
                  <a:pt x="476811" y="0"/>
                </a:cubicBezTo>
                <a:moveTo>
                  <a:pt x="0" y="35761"/>
                </a:moveTo>
                <a:cubicBezTo>
                  <a:pt x="0" y="107283"/>
                  <a:pt x="476811" y="107283"/>
                  <a:pt x="476811" y="35761"/>
                </a:cubicBezTo>
                <a:moveTo>
                  <a:pt x="0" y="71522"/>
                </a:moveTo>
                <a:cubicBezTo>
                  <a:pt x="0" y="143043"/>
                  <a:pt x="476811" y="143043"/>
                  <a:pt x="476811" y="715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02" name="Text Binkit">
            <a:extLst xmlns:a="http://schemas.openxmlformats.org/drawingml/2006/main">
              <a:ext uri="{FF2B5EF4-FFF2-40B4-BE49-F238E27FC236}">
                <a16:creationId xmlns:a16="http://schemas.microsoft.com/office/drawing/2014/main" id="{C67BB25F-0019-4C8F-A345-6CC41BFB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910" y="636741"/>
            <a:ext cx="419161" cy="108648"/>
          </a:xfrm>
          <a:custGeom xmlns:a="http://schemas.openxmlformats.org/drawingml/2006/main">
            <a:pathLst>
              <a:path w="419161" h="108648">
                <a:moveTo>
                  <a:pt x="67362" y="51763"/>
                </a:moveTo>
                <a:cubicBezTo>
                  <a:pt x="77347" y="54091"/>
                  <a:pt x="84358" y="56911"/>
                  <a:pt x="88393" y="60222"/>
                </a:cubicBezTo>
                <a:cubicBezTo>
                  <a:pt x="94188" y="64930"/>
                  <a:pt x="97085" y="71035"/>
                  <a:pt x="97085" y="78537"/>
                </a:cubicBezTo>
                <a:cubicBezTo>
                  <a:pt x="97085" y="86453"/>
                  <a:pt x="93903" y="92998"/>
                  <a:pt x="87540" y="98172"/>
                </a:cubicBezTo>
                <a:cubicBezTo>
                  <a:pt x="79727" y="104432"/>
                  <a:pt x="68371" y="107562"/>
                  <a:pt x="53471" y="107562"/>
                </a:cubicBezTo>
                <a:lnTo>
                  <a:pt x="0" y="107562"/>
                </a:lnTo>
                <a:lnTo>
                  <a:pt x="0" y="104768"/>
                </a:lnTo>
                <a:cubicBezTo>
                  <a:pt x="4863" y="104768"/>
                  <a:pt x="8162" y="104313"/>
                  <a:pt x="9895" y="103403"/>
                </a:cubicBezTo>
                <a:cubicBezTo>
                  <a:pt x="11628" y="102493"/>
                  <a:pt x="12844" y="101310"/>
                  <a:pt x="13542" y="99855"/>
                </a:cubicBezTo>
                <a:cubicBezTo>
                  <a:pt x="14241" y="98400"/>
                  <a:pt x="14590" y="94812"/>
                  <a:pt x="14590" y="89092"/>
                </a:cubicBezTo>
                <a:lnTo>
                  <a:pt x="14590" y="20798"/>
                </a:lnTo>
                <a:cubicBezTo>
                  <a:pt x="14590" y="15078"/>
                  <a:pt x="14241" y="11478"/>
                  <a:pt x="13542" y="9997"/>
                </a:cubicBezTo>
                <a:cubicBezTo>
                  <a:pt x="12844" y="8514"/>
                  <a:pt x="11615" y="7331"/>
                  <a:pt x="9856" y="6449"/>
                </a:cubicBezTo>
                <a:cubicBezTo>
                  <a:pt x="8097" y="5564"/>
                  <a:pt x="4812" y="5122"/>
                  <a:pt x="0" y="5122"/>
                </a:cubicBezTo>
                <a:lnTo>
                  <a:pt x="0" y="2328"/>
                </a:lnTo>
                <a:lnTo>
                  <a:pt x="50444" y="2328"/>
                </a:lnTo>
                <a:cubicBezTo>
                  <a:pt x="62499" y="2328"/>
                  <a:pt x="71035" y="3402"/>
                  <a:pt x="76054" y="5549"/>
                </a:cubicBezTo>
                <a:cubicBezTo>
                  <a:pt x="81072" y="7696"/>
                  <a:pt x="85030" y="10904"/>
                  <a:pt x="87928" y="15172"/>
                </a:cubicBezTo>
                <a:cubicBezTo>
                  <a:pt x="90825" y="19440"/>
                  <a:pt x="92274" y="23980"/>
                  <a:pt x="92274" y="28792"/>
                </a:cubicBezTo>
                <a:cubicBezTo>
                  <a:pt x="92274" y="33862"/>
                  <a:pt x="90437" y="38376"/>
                  <a:pt x="86764" y="42334"/>
                </a:cubicBezTo>
                <a:cubicBezTo>
                  <a:pt x="83090" y="46292"/>
                  <a:pt x="76623" y="49435"/>
                  <a:pt x="67362" y="51763"/>
                </a:cubicBezTo>
                <a:moveTo>
                  <a:pt x="39113" y="49668"/>
                </a:moveTo>
                <a:cubicBezTo>
                  <a:pt x="46460" y="49668"/>
                  <a:pt x="51880" y="48840"/>
                  <a:pt x="55372" y="47184"/>
                </a:cubicBezTo>
                <a:cubicBezTo>
                  <a:pt x="58864" y="45529"/>
                  <a:pt x="61542" y="43201"/>
                  <a:pt x="63404" y="40200"/>
                </a:cubicBezTo>
                <a:cubicBezTo>
                  <a:pt x="65267" y="37199"/>
                  <a:pt x="66198" y="33371"/>
                  <a:pt x="66198" y="28714"/>
                </a:cubicBezTo>
                <a:cubicBezTo>
                  <a:pt x="66198" y="24058"/>
                  <a:pt x="65280" y="20242"/>
                  <a:pt x="63443" y="17267"/>
                </a:cubicBezTo>
                <a:cubicBezTo>
                  <a:pt x="61606" y="14292"/>
                  <a:pt x="58981" y="12029"/>
                  <a:pt x="55566" y="10477"/>
                </a:cubicBezTo>
                <a:cubicBezTo>
                  <a:pt x="52151" y="8925"/>
                  <a:pt x="46667" y="8175"/>
                  <a:pt x="39113" y="8226"/>
                </a:cubicBezTo>
                <a:lnTo>
                  <a:pt x="39113" y="49668"/>
                </a:lnTo>
                <a:moveTo>
                  <a:pt x="39113" y="55721"/>
                </a:moveTo>
                <a:lnTo>
                  <a:pt x="39113" y="89480"/>
                </a:lnTo>
                <a:lnTo>
                  <a:pt x="39036" y="93312"/>
                </a:lnTo>
                <a:cubicBezTo>
                  <a:pt x="39036" y="96070"/>
                  <a:pt x="39747" y="98151"/>
                  <a:pt x="41170" y="99556"/>
                </a:cubicBezTo>
                <a:cubicBezTo>
                  <a:pt x="42593" y="100961"/>
                  <a:pt x="44701" y="101664"/>
                  <a:pt x="47495" y="101664"/>
                </a:cubicBezTo>
                <a:cubicBezTo>
                  <a:pt x="51634" y="101664"/>
                  <a:pt x="55450" y="100749"/>
                  <a:pt x="58942" y="98919"/>
                </a:cubicBezTo>
                <a:cubicBezTo>
                  <a:pt x="62434" y="97088"/>
                  <a:pt x="65111" y="94433"/>
                  <a:pt x="66974" y="90952"/>
                </a:cubicBezTo>
                <a:cubicBezTo>
                  <a:pt x="68837" y="87471"/>
                  <a:pt x="69768" y="83591"/>
                  <a:pt x="69768" y="79311"/>
                </a:cubicBezTo>
                <a:cubicBezTo>
                  <a:pt x="69768" y="74414"/>
                  <a:pt x="68630" y="70018"/>
                  <a:pt x="66353" y="66125"/>
                </a:cubicBezTo>
                <a:cubicBezTo>
                  <a:pt x="64077" y="62232"/>
                  <a:pt x="60947" y="59512"/>
                  <a:pt x="56963" y="57964"/>
                </a:cubicBezTo>
                <a:cubicBezTo>
                  <a:pt x="52979" y="56417"/>
                  <a:pt x="47029" y="55669"/>
                  <a:pt x="39113" y="55721"/>
                </a:cubicBezTo>
                <a:close/>
                <a:moveTo>
                  <a:pt x="125491" y="0"/>
                </a:moveTo>
                <a:cubicBezTo>
                  <a:pt x="128854" y="0"/>
                  <a:pt x="131700" y="1181"/>
                  <a:pt x="134028" y="3543"/>
                </a:cubicBezTo>
                <a:cubicBezTo>
                  <a:pt x="136356" y="5904"/>
                  <a:pt x="137520" y="8745"/>
                  <a:pt x="137520" y="12068"/>
                </a:cubicBezTo>
                <a:cubicBezTo>
                  <a:pt x="137520" y="15390"/>
                  <a:pt x="136343" y="18220"/>
                  <a:pt x="133989" y="20556"/>
                </a:cubicBezTo>
                <a:cubicBezTo>
                  <a:pt x="131635" y="22891"/>
                  <a:pt x="128802" y="24058"/>
                  <a:pt x="125491" y="24058"/>
                </a:cubicBezTo>
                <a:cubicBezTo>
                  <a:pt x="122180" y="24058"/>
                  <a:pt x="119360" y="22891"/>
                  <a:pt x="117032" y="20556"/>
                </a:cubicBezTo>
                <a:cubicBezTo>
                  <a:pt x="114704" y="18220"/>
                  <a:pt x="113540" y="15390"/>
                  <a:pt x="113540" y="12068"/>
                </a:cubicBezTo>
                <a:cubicBezTo>
                  <a:pt x="113540" y="8745"/>
                  <a:pt x="114704" y="5904"/>
                  <a:pt x="117032" y="3543"/>
                </a:cubicBezTo>
                <a:cubicBezTo>
                  <a:pt x="119360" y="1181"/>
                  <a:pt x="122180" y="0"/>
                  <a:pt x="125491" y="0"/>
                </a:cubicBezTo>
                <a:moveTo>
                  <a:pt x="136356" y="34923"/>
                </a:moveTo>
                <a:lnTo>
                  <a:pt x="136356" y="92506"/>
                </a:lnTo>
                <a:cubicBezTo>
                  <a:pt x="136356" y="97628"/>
                  <a:pt x="136951" y="100901"/>
                  <a:pt x="138141" y="102324"/>
                </a:cubicBezTo>
                <a:cubicBezTo>
                  <a:pt x="139331" y="103746"/>
                  <a:pt x="141659" y="104561"/>
                  <a:pt x="145126" y="104768"/>
                </a:cubicBezTo>
                <a:lnTo>
                  <a:pt x="145126" y="107562"/>
                </a:lnTo>
                <a:lnTo>
                  <a:pt x="105935" y="107562"/>
                </a:lnTo>
                <a:lnTo>
                  <a:pt x="105935" y="104768"/>
                </a:lnTo>
                <a:cubicBezTo>
                  <a:pt x="109142" y="104665"/>
                  <a:pt x="111522" y="103733"/>
                  <a:pt x="113074" y="101974"/>
                </a:cubicBezTo>
                <a:cubicBezTo>
                  <a:pt x="114109" y="100784"/>
                  <a:pt x="114626" y="97628"/>
                  <a:pt x="114626" y="92506"/>
                </a:cubicBezTo>
                <a:lnTo>
                  <a:pt x="114626" y="50133"/>
                </a:lnTo>
                <a:cubicBezTo>
                  <a:pt x="114626" y="44947"/>
                  <a:pt x="114031" y="41633"/>
                  <a:pt x="112841" y="40193"/>
                </a:cubicBezTo>
                <a:cubicBezTo>
                  <a:pt x="111651" y="38752"/>
                  <a:pt x="109349" y="37927"/>
                  <a:pt x="105935" y="37717"/>
                </a:cubicBezTo>
                <a:lnTo>
                  <a:pt x="105935" y="34923"/>
                </a:lnTo>
                <a:lnTo>
                  <a:pt x="136356" y="34923"/>
                </a:lnTo>
                <a:close/>
                <a:moveTo>
                  <a:pt x="181860" y="34923"/>
                </a:moveTo>
                <a:lnTo>
                  <a:pt x="181860" y="44391"/>
                </a:lnTo>
                <a:cubicBezTo>
                  <a:pt x="185585" y="40328"/>
                  <a:pt x="189155" y="37372"/>
                  <a:pt x="192570" y="35524"/>
                </a:cubicBezTo>
                <a:cubicBezTo>
                  <a:pt x="195984" y="33675"/>
                  <a:pt x="199658" y="32750"/>
                  <a:pt x="203590" y="32750"/>
                </a:cubicBezTo>
                <a:cubicBezTo>
                  <a:pt x="208298" y="32750"/>
                  <a:pt x="212204" y="34058"/>
                  <a:pt x="215308" y="36674"/>
                </a:cubicBezTo>
                <a:cubicBezTo>
                  <a:pt x="218412" y="39290"/>
                  <a:pt x="220482" y="42540"/>
                  <a:pt x="221517" y="46425"/>
                </a:cubicBezTo>
                <a:cubicBezTo>
                  <a:pt x="222345" y="49379"/>
                  <a:pt x="222758" y="55053"/>
                  <a:pt x="222758" y="63445"/>
                </a:cubicBezTo>
                <a:lnTo>
                  <a:pt x="222758" y="91730"/>
                </a:lnTo>
                <a:cubicBezTo>
                  <a:pt x="222758" y="97318"/>
                  <a:pt x="223263" y="100797"/>
                  <a:pt x="224272" y="102168"/>
                </a:cubicBezTo>
                <a:cubicBezTo>
                  <a:pt x="225281" y="103539"/>
                  <a:pt x="227389" y="104406"/>
                  <a:pt x="230597" y="104768"/>
                </a:cubicBezTo>
                <a:lnTo>
                  <a:pt x="230597" y="107562"/>
                </a:lnTo>
                <a:lnTo>
                  <a:pt x="193889" y="107562"/>
                </a:lnTo>
                <a:lnTo>
                  <a:pt x="193889" y="104768"/>
                </a:lnTo>
                <a:cubicBezTo>
                  <a:pt x="196631" y="104406"/>
                  <a:pt x="198597" y="103268"/>
                  <a:pt x="199787" y="101353"/>
                </a:cubicBezTo>
                <a:cubicBezTo>
                  <a:pt x="200615" y="100060"/>
                  <a:pt x="201029" y="96852"/>
                  <a:pt x="201029" y="91730"/>
                </a:cubicBezTo>
                <a:lnTo>
                  <a:pt x="201029" y="59446"/>
                </a:lnTo>
                <a:cubicBezTo>
                  <a:pt x="201029" y="53496"/>
                  <a:pt x="200796" y="49745"/>
                  <a:pt x="200330" y="48193"/>
                </a:cubicBezTo>
                <a:cubicBezTo>
                  <a:pt x="199865" y="46641"/>
                  <a:pt x="199076" y="45438"/>
                  <a:pt x="197963" y="44585"/>
                </a:cubicBezTo>
                <a:cubicBezTo>
                  <a:pt x="196851" y="43731"/>
                  <a:pt x="195622" y="43304"/>
                  <a:pt x="194277" y="43304"/>
                </a:cubicBezTo>
                <a:cubicBezTo>
                  <a:pt x="189828" y="43304"/>
                  <a:pt x="185689" y="46512"/>
                  <a:pt x="181860" y="52927"/>
                </a:cubicBezTo>
                <a:lnTo>
                  <a:pt x="181860" y="91730"/>
                </a:lnTo>
                <a:cubicBezTo>
                  <a:pt x="181860" y="97163"/>
                  <a:pt x="182364" y="100603"/>
                  <a:pt x="183373" y="102052"/>
                </a:cubicBezTo>
                <a:cubicBezTo>
                  <a:pt x="184382" y="103501"/>
                  <a:pt x="186258" y="104406"/>
                  <a:pt x="189000" y="104768"/>
                </a:cubicBezTo>
                <a:lnTo>
                  <a:pt x="189000" y="107562"/>
                </a:lnTo>
                <a:lnTo>
                  <a:pt x="152292" y="107562"/>
                </a:lnTo>
                <a:lnTo>
                  <a:pt x="152292" y="104768"/>
                </a:lnTo>
                <a:cubicBezTo>
                  <a:pt x="155345" y="104458"/>
                  <a:pt x="157518" y="103475"/>
                  <a:pt x="158811" y="101819"/>
                </a:cubicBezTo>
                <a:cubicBezTo>
                  <a:pt x="159691" y="100681"/>
                  <a:pt x="160130" y="97318"/>
                  <a:pt x="160130" y="91730"/>
                </a:cubicBezTo>
                <a:lnTo>
                  <a:pt x="160130" y="50754"/>
                </a:lnTo>
                <a:cubicBezTo>
                  <a:pt x="160130" y="45204"/>
                  <a:pt x="159626" y="41748"/>
                  <a:pt x="158617" y="40387"/>
                </a:cubicBezTo>
                <a:cubicBezTo>
                  <a:pt x="157608" y="39025"/>
                  <a:pt x="155500" y="38135"/>
                  <a:pt x="152292" y="37717"/>
                </a:cubicBezTo>
                <a:lnTo>
                  <a:pt x="152292" y="34923"/>
                </a:lnTo>
                <a:lnTo>
                  <a:pt x="181860" y="34923"/>
                </a:lnTo>
                <a:close/>
                <a:moveTo>
                  <a:pt x="270076" y="2328"/>
                </a:moveTo>
                <a:lnTo>
                  <a:pt x="270076" y="71611"/>
                </a:lnTo>
                <a:lnTo>
                  <a:pt x="286916" y="55054"/>
                </a:lnTo>
                <a:cubicBezTo>
                  <a:pt x="290382" y="51682"/>
                  <a:pt x="292543" y="49235"/>
                  <a:pt x="293396" y="47713"/>
                </a:cubicBezTo>
                <a:cubicBezTo>
                  <a:pt x="294250" y="46192"/>
                  <a:pt x="294677" y="44722"/>
                  <a:pt x="294677" y="43304"/>
                </a:cubicBezTo>
                <a:cubicBezTo>
                  <a:pt x="294677" y="41888"/>
                  <a:pt x="294108" y="40708"/>
                  <a:pt x="292969" y="39763"/>
                </a:cubicBezTo>
                <a:cubicBezTo>
                  <a:pt x="291831" y="38819"/>
                  <a:pt x="289606" y="38137"/>
                  <a:pt x="286295" y="37717"/>
                </a:cubicBezTo>
                <a:lnTo>
                  <a:pt x="286295" y="34923"/>
                </a:lnTo>
                <a:lnTo>
                  <a:pt x="318812" y="34923"/>
                </a:lnTo>
                <a:lnTo>
                  <a:pt x="318812" y="37717"/>
                </a:lnTo>
                <a:cubicBezTo>
                  <a:pt x="315708" y="37873"/>
                  <a:pt x="312992" y="38619"/>
                  <a:pt x="310664" y="39953"/>
                </a:cubicBezTo>
                <a:cubicBezTo>
                  <a:pt x="308335" y="41286"/>
                  <a:pt x="303782" y="45301"/>
                  <a:pt x="297005" y="51996"/>
                </a:cubicBezTo>
                <a:lnTo>
                  <a:pt x="289089" y="59822"/>
                </a:lnTo>
                <a:lnTo>
                  <a:pt x="306162" y="84753"/>
                </a:lnTo>
                <a:cubicBezTo>
                  <a:pt x="313043" y="94890"/>
                  <a:pt x="317131" y="100579"/>
                  <a:pt x="318424" y="101819"/>
                </a:cubicBezTo>
                <a:cubicBezTo>
                  <a:pt x="320183" y="103578"/>
                  <a:pt x="322408" y="104561"/>
                  <a:pt x="325098" y="104768"/>
                </a:cubicBezTo>
                <a:lnTo>
                  <a:pt x="325098" y="107562"/>
                </a:lnTo>
                <a:lnTo>
                  <a:pt x="287615" y="107562"/>
                </a:lnTo>
                <a:lnTo>
                  <a:pt x="287615" y="104768"/>
                </a:lnTo>
                <a:cubicBezTo>
                  <a:pt x="289270" y="104768"/>
                  <a:pt x="290473" y="104458"/>
                  <a:pt x="291223" y="103837"/>
                </a:cubicBezTo>
                <a:cubicBezTo>
                  <a:pt x="291973" y="103214"/>
                  <a:pt x="292349" y="102541"/>
                  <a:pt x="292349" y="101817"/>
                </a:cubicBezTo>
                <a:cubicBezTo>
                  <a:pt x="292349" y="100625"/>
                  <a:pt x="291262" y="98424"/>
                  <a:pt x="289089" y="95213"/>
                </a:cubicBezTo>
                <a:lnTo>
                  <a:pt x="274732" y="74160"/>
                </a:lnTo>
                <a:lnTo>
                  <a:pt x="270076" y="78770"/>
                </a:lnTo>
                <a:lnTo>
                  <a:pt x="270076" y="91730"/>
                </a:lnTo>
                <a:cubicBezTo>
                  <a:pt x="270076" y="97300"/>
                  <a:pt x="270593" y="100775"/>
                  <a:pt x="271628" y="102154"/>
                </a:cubicBezTo>
                <a:cubicBezTo>
                  <a:pt x="272662" y="103533"/>
                  <a:pt x="274784" y="104404"/>
                  <a:pt x="277991" y="104768"/>
                </a:cubicBezTo>
                <a:lnTo>
                  <a:pt x="277991" y="107562"/>
                </a:lnTo>
                <a:lnTo>
                  <a:pt x="240508" y="107562"/>
                </a:lnTo>
                <a:lnTo>
                  <a:pt x="240508" y="104768"/>
                </a:lnTo>
                <a:cubicBezTo>
                  <a:pt x="243560" y="104456"/>
                  <a:pt x="245733" y="103467"/>
                  <a:pt x="247027" y="101802"/>
                </a:cubicBezTo>
                <a:cubicBezTo>
                  <a:pt x="247906" y="100657"/>
                  <a:pt x="248346" y="97300"/>
                  <a:pt x="248346" y="91730"/>
                </a:cubicBezTo>
                <a:lnTo>
                  <a:pt x="248346" y="18160"/>
                </a:lnTo>
                <a:cubicBezTo>
                  <a:pt x="248346" y="12609"/>
                  <a:pt x="247841" y="9153"/>
                  <a:pt x="246833" y="7792"/>
                </a:cubicBezTo>
                <a:cubicBezTo>
                  <a:pt x="245824" y="6431"/>
                  <a:pt x="243715" y="5541"/>
                  <a:pt x="240508" y="5122"/>
                </a:cubicBezTo>
                <a:lnTo>
                  <a:pt x="240508" y="2328"/>
                </a:lnTo>
                <a:lnTo>
                  <a:pt x="270076" y="2328"/>
                </a:lnTo>
                <a:close/>
                <a:moveTo>
                  <a:pt x="346416" y="0"/>
                </a:moveTo>
                <a:cubicBezTo>
                  <a:pt x="349779" y="0"/>
                  <a:pt x="352624" y="1181"/>
                  <a:pt x="354952" y="3543"/>
                </a:cubicBezTo>
                <a:cubicBezTo>
                  <a:pt x="357281" y="5904"/>
                  <a:pt x="358445" y="8745"/>
                  <a:pt x="358445" y="12068"/>
                </a:cubicBezTo>
                <a:cubicBezTo>
                  <a:pt x="358445" y="15390"/>
                  <a:pt x="357268" y="18220"/>
                  <a:pt x="354914" y="20556"/>
                </a:cubicBezTo>
                <a:cubicBezTo>
                  <a:pt x="352559" y="22891"/>
                  <a:pt x="349727" y="24058"/>
                  <a:pt x="346416" y="24058"/>
                </a:cubicBezTo>
                <a:cubicBezTo>
                  <a:pt x="343104" y="24058"/>
                  <a:pt x="340285" y="22891"/>
                  <a:pt x="337957" y="20556"/>
                </a:cubicBezTo>
                <a:cubicBezTo>
                  <a:pt x="335628" y="18220"/>
                  <a:pt x="334464" y="15390"/>
                  <a:pt x="334464" y="12068"/>
                </a:cubicBezTo>
                <a:cubicBezTo>
                  <a:pt x="334464" y="8745"/>
                  <a:pt x="335628" y="5904"/>
                  <a:pt x="337957" y="3543"/>
                </a:cubicBezTo>
                <a:cubicBezTo>
                  <a:pt x="340285" y="1181"/>
                  <a:pt x="343104" y="0"/>
                  <a:pt x="346416" y="0"/>
                </a:cubicBezTo>
                <a:moveTo>
                  <a:pt x="357281" y="34923"/>
                </a:moveTo>
                <a:lnTo>
                  <a:pt x="357281" y="92506"/>
                </a:lnTo>
                <a:cubicBezTo>
                  <a:pt x="357281" y="97628"/>
                  <a:pt x="357876" y="100901"/>
                  <a:pt x="359065" y="102324"/>
                </a:cubicBezTo>
                <a:cubicBezTo>
                  <a:pt x="360255" y="103746"/>
                  <a:pt x="362584" y="104561"/>
                  <a:pt x="366050" y="104768"/>
                </a:cubicBezTo>
                <a:lnTo>
                  <a:pt x="366050" y="107562"/>
                </a:lnTo>
                <a:lnTo>
                  <a:pt x="326859" y="107562"/>
                </a:lnTo>
                <a:lnTo>
                  <a:pt x="326859" y="104768"/>
                </a:lnTo>
                <a:cubicBezTo>
                  <a:pt x="330067" y="104665"/>
                  <a:pt x="332447" y="103733"/>
                  <a:pt x="333999" y="101974"/>
                </a:cubicBezTo>
                <a:cubicBezTo>
                  <a:pt x="335033" y="100784"/>
                  <a:pt x="335551" y="97628"/>
                  <a:pt x="335551" y="92506"/>
                </a:cubicBezTo>
                <a:lnTo>
                  <a:pt x="335551" y="50133"/>
                </a:lnTo>
                <a:cubicBezTo>
                  <a:pt x="335551" y="44947"/>
                  <a:pt x="334956" y="41633"/>
                  <a:pt x="333766" y="40193"/>
                </a:cubicBezTo>
                <a:cubicBezTo>
                  <a:pt x="332576" y="38752"/>
                  <a:pt x="330274" y="37927"/>
                  <a:pt x="326859" y="37717"/>
                </a:cubicBezTo>
                <a:lnTo>
                  <a:pt x="326859" y="34923"/>
                </a:lnTo>
                <a:lnTo>
                  <a:pt x="357281" y="34923"/>
                </a:lnTo>
                <a:close/>
                <a:moveTo>
                  <a:pt x="401932" y="8226"/>
                </a:moveTo>
                <a:lnTo>
                  <a:pt x="401932" y="34923"/>
                </a:lnTo>
                <a:lnTo>
                  <a:pt x="419161" y="34923"/>
                </a:lnTo>
                <a:lnTo>
                  <a:pt x="419161" y="42528"/>
                </a:lnTo>
                <a:lnTo>
                  <a:pt x="401932" y="42528"/>
                </a:lnTo>
                <a:lnTo>
                  <a:pt x="401932" y="87428"/>
                </a:lnTo>
                <a:cubicBezTo>
                  <a:pt x="401932" y="91630"/>
                  <a:pt x="402126" y="94341"/>
                  <a:pt x="402514" y="95560"/>
                </a:cubicBezTo>
                <a:cubicBezTo>
                  <a:pt x="402902" y="96779"/>
                  <a:pt x="403588" y="97765"/>
                  <a:pt x="404571" y="98518"/>
                </a:cubicBezTo>
                <a:cubicBezTo>
                  <a:pt x="405554" y="99270"/>
                  <a:pt x="406459" y="99646"/>
                  <a:pt x="407287" y="99646"/>
                </a:cubicBezTo>
                <a:cubicBezTo>
                  <a:pt x="410650" y="99646"/>
                  <a:pt x="413832" y="97059"/>
                  <a:pt x="416832" y="91886"/>
                </a:cubicBezTo>
                <a:lnTo>
                  <a:pt x="419161" y="93610"/>
                </a:lnTo>
                <a:cubicBezTo>
                  <a:pt x="414970" y="103636"/>
                  <a:pt x="408166" y="108648"/>
                  <a:pt x="398750" y="108648"/>
                </a:cubicBezTo>
                <a:cubicBezTo>
                  <a:pt x="394146" y="108648"/>
                  <a:pt x="390252" y="107364"/>
                  <a:pt x="387070" y="104795"/>
                </a:cubicBezTo>
                <a:cubicBezTo>
                  <a:pt x="383889" y="102224"/>
                  <a:pt x="381858" y="99355"/>
                  <a:pt x="380978" y="96188"/>
                </a:cubicBezTo>
                <a:cubicBezTo>
                  <a:pt x="380461" y="94422"/>
                  <a:pt x="380202" y="89645"/>
                  <a:pt x="380202" y="81857"/>
                </a:cubicBezTo>
                <a:lnTo>
                  <a:pt x="380202" y="42528"/>
                </a:lnTo>
                <a:lnTo>
                  <a:pt x="370734" y="42528"/>
                </a:lnTo>
                <a:lnTo>
                  <a:pt x="370734" y="39805"/>
                </a:lnTo>
                <a:cubicBezTo>
                  <a:pt x="377253" y="35190"/>
                  <a:pt x="382802" y="30342"/>
                  <a:pt x="387381" y="25261"/>
                </a:cubicBezTo>
                <a:cubicBezTo>
                  <a:pt x="391960" y="20179"/>
                  <a:pt x="395956" y="14501"/>
                  <a:pt x="399371" y="8226"/>
                </a:cubicBezTo>
                <a:lnTo>
                  <a:pt x="401932" y="8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Dataset">
            <a:extLst xmlns:a="http://schemas.openxmlformats.org/drawingml/2006/main">
              <a:ext uri="{FF2B5EF4-FFF2-40B4-BE49-F238E27FC236}">
                <a16:creationId xmlns:a16="http://schemas.microsoft.com/office/drawing/2014/main" id="{07D87B5E-411B-4671-80A3-7825719A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712" y="837741"/>
            <a:ext cx="508288" cy="107407"/>
          </a:xfrm>
          <a:custGeom xmlns:a="http://schemas.openxmlformats.org/drawingml/2006/main">
            <a:pathLst>
              <a:path w="508288" h="107407">
                <a:moveTo>
                  <a:pt x="0" y="105234"/>
                </a:moveTo>
                <a:lnTo>
                  <a:pt x="0" y="102440"/>
                </a:lnTo>
                <a:lnTo>
                  <a:pt x="3492" y="102440"/>
                </a:lnTo>
                <a:cubicBezTo>
                  <a:pt x="6545" y="102440"/>
                  <a:pt x="8886" y="101959"/>
                  <a:pt x="10516" y="100997"/>
                </a:cubicBezTo>
                <a:cubicBezTo>
                  <a:pt x="12145" y="100035"/>
                  <a:pt x="13348" y="98722"/>
                  <a:pt x="14124" y="97058"/>
                </a:cubicBezTo>
                <a:cubicBezTo>
                  <a:pt x="14590" y="95966"/>
                  <a:pt x="14823" y="92689"/>
                  <a:pt x="14823" y="87229"/>
                </a:cubicBezTo>
                <a:lnTo>
                  <a:pt x="14823" y="18005"/>
                </a:lnTo>
                <a:cubicBezTo>
                  <a:pt x="14823" y="12596"/>
                  <a:pt x="14538" y="9217"/>
                  <a:pt x="13969" y="7865"/>
                </a:cubicBezTo>
                <a:cubicBezTo>
                  <a:pt x="13400" y="6512"/>
                  <a:pt x="12249" y="5328"/>
                  <a:pt x="10516" y="4314"/>
                </a:cubicBezTo>
                <a:cubicBezTo>
                  <a:pt x="8782" y="3301"/>
                  <a:pt x="6441" y="2794"/>
                  <a:pt x="3492" y="2794"/>
                </a:cubicBezTo>
                <a:lnTo>
                  <a:pt x="0" y="2794"/>
                </a:lnTo>
                <a:lnTo>
                  <a:pt x="0" y="0"/>
                </a:lnTo>
                <a:lnTo>
                  <a:pt x="47107" y="0"/>
                </a:lnTo>
                <a:cubicBezTo>
                  <a:pt x="59679" y="0"/>
                  <a:pt x="69794" y="1707"/>
                  <a:pt x="77451" y="5122"/>
                </a:cubicBezTo>
                <a:cubicBezTo>
                  <a:pt x="86815" y="9313"/>
                  <a:pt x="93916" y="15651"/>
                  <a:pt x="98754" y="24135"/>
                </a:cubicBezTo>
                <a:cubicBezTo>
                  <a:pt x="103591" y="32620"/>
                  <a:pt x="106010" y="42218"/>
                  <a:pt x="106010" y="52927"/>
                </a:cubicBezTo>
                <a:cubicBezTo>
                  <a:pt x="106010" y="60326"/>
                  <a:pt x="104820" y="67142"/>
                  <a:pt x="102440" y="73377"/>
                </a:cubicBezTo>
                <a:cubicBezTo>
                  <a:pt x="100060" y="79611"/>
                  <a:pt x="96982" y="84759"/>
                  <a:pt x="93205" y="88820"/>
                </a:cubicBezTo>
                <a:cubicBezTo>
                  <a:pt x="89428" y="92881"/>
                  <a:pt x="85069" y="96141"/>
                  <a:pt x="80128" y="98598"/>
                </a:cubicBezTo>
                <a:cubicBezTo>
                  <a:pt x="75187" y="101056"/>
                  <a:pt x="69147" y="102957"/>
                  <a:pt x="62007" y="104303"/>
                </a:cubicBezTo>
                <a:cubicBezTo>
                  <a:pt x="58851" y="104923"/>
                  <a:pt x="53884" y="105234"/>
                  <a:pt x="47107" y="105234"/>
                </a:cubicBezTo>
                <a:lnTo>
                  <a:pt x="0" y="105234"/>
                </a:lnTo>
                <a:moveTo>
                  <a:pt x="40122" y="5898"/>
                </a:moveTo>
                <a:lnTo>
                  <a:pt x="40122" y="87937"/>
                </a:lnTo>
                <a:cubicBezTo>
                  <a:pt x="40122" y="92280"/>
                  <a:pt x="40329" y="94943"/>
                  <a:pt x="40743" y="95926"/>
                </a:cubicBezTo>
                <a:cubicBezTo>
                  <a:pt x="41157" y="96907"/>
                  <a:pt x="41856" y="97656"/>
                  <a:pt x="42839" y="98172"/>
                </a:cubicBezTo>
                <a:cubicBezTo>
                  <a:pt x="44235" y="98948"/>
                  <a:pt x="46253" y="99336"/>
                  <a:pt x="48892" y="99336"/>
                </a:cubicBezTo>
                <a:cubicBezTo>
                  <a:pt x="57532" y="99336"/>
                  <a:pt x="64128" y="96389"/>
                  <a:pt x="68681" y="90496"/>
                </a:cubicBezTo>
                <a:cubicBezTo>
                  <a:pt x="74890" y="82535"/>
                  <a:pt x="77994" y="70180"/>
                  <a:pt x="77994" y="53432"/>
                </a:cubicBezTo>
                <a:cubicBezTo>
                  <a:pt x="77994" y="39940"/>
                  <a:pt x="75873" y="29161"/>
                  <a:pt x="71630" y="21097"/>
                </a:cubicBezTo>
                <a:cubicBezTo>
                  <a:pt x="68267" y="14790"/>
                  <a:pt x="63947" y="10499"/>
                  <a:pt x="58670" y="8224"/>
                </a:cubicBezTo>
                <a:cubicBezTo>
                  <a:pt x="54945" y="6622"/>
                  <a:pt x="48762" y="5846"/>
                  <a:pt x="40122" y="5898"/>
                </a:cubicBezTo>
                <a:close/>
                <a:moveTo>
                  <a:pt x="158058" y="94524"/>
                </a:moveTo>
                <a:cubicBezTo>
                  <a:pt x="149211" y="102388"/>
                  <a:pt x="141269" y="106320"/>
                  <a:pt x="134233" y="106320"/>
                </a:cubicBezTo>
                <a:cubicBezTo>
                  <a:pt x="130094" y="106320"/>
                  <a:pt x="126653" y="104958"/>
                  <a:pt x="123911" y="102234"/>
                </a:cubicBezTo>
                <a:cubicBezTo>
                  <a:pt x="121169" y="99508"/>
                  <a:pt x="119798" y="96095"/>
                  <a:pt x="119798" y="91995"/>
                </a:cubicBezTo>
                <a:cubicBezTo>
                  <a:pt x="119798" y="86439"/>
                  <a:pt x="122178" y="81443"/>
                  <a:pt x="126938" y="77005"/>
                </a:cubicBezTo>
                <a:cubicBezTo>
                  <a:pt x="131697" y="72566"/>
                  <a:pt x="142071" y="66662"/>
                  <a:pt x="158058" y="59291"/>
                </a:cubicBezTo>
                <a:lnTo>
                  <a:pt x="158058" y="51996"/>
                </a:lnTo>
                <a:cubicBezTo>
                  <a:pt x="158058" y="46512"/>
                  <a:pt x="157760" y="43058"/>
                  <a:pt x="157165" y="41636"/>
                </a:cubicBezTo>
                <a:cubicBezTo>
                  <a:pt x="156570" y="40213"/>
                  <a:pt x="155445" y="38971"/>
                  <a:pt x="153789" y="37911"/>
                </a:cubicBezTo>
                <a:cubicBezTo>
                  <a:pt x="152134" y="36850"/>
                  <a:pt x="150271" y="36320"/>
                  <a:pt x="148202" y="36320"/>
                </a:cubicBezTo>
                <a:cubicBezTo>
                  <a:pt x="144839" y="36320"/>
                  <a:pt x="142071" y="37070"/>
                  <a:pt x="139898" y="38570"/>
                </a:cubicBezTo>
                <a:cubicBezTo>
                  <a:pt x="138553" y="39501"/>
                  <a:pt x="137880" y="40588"/>
                  <a:pt x="137880" y="41830"/>
                </a:cubicBezTo>
                <a:cubicBezTo>
                  <a:pt x="137880" y="42916"/>
                  <a:pt x="138604" y="44261"/>
                  <a:pt x="140053" y="45865"/>
                </a:cubicBezTo>
                <a:cubicBezTo>
                  <a:pt x="142019" y="48090"/>
                  <a:pt x="143002" y="50237"/>
                  <a:pt x="143002" y="52306"/>
                </a:cubicBezTo>
                <a:cubicBezTo>
                  <a:pt x="143002" y="54842"/>
                  <a:pt x="142058" y="57002"/>
                  <a:pt x="140169" y="58787"/>
                </a:cubicBezTo>
                <a:cubicBezTo>
                  <a:pt x="138281" y="60572"/>
                  <a:pt x="135811" y="61464"/>
                  <a:pt x="132758" y="61464"/>
                </a:cubicBezTo>
                <a:cubicBezTo>
                  <a:pt x="129499" y="61464"/>
                  <a:pt x="126769" y="60481"/>
                  <a:pt x="124571" y="58515"/>
                </a:cubicBezTo>
                <a:cubicBezTo>
                  <a:pt x="122372" y="56549"/>
                  <a:pt x="121272" y="54247"/>
                  <a:pt x="121272" y="51608"/>
                </a:cubicBezTo>
                <a:cubicBezTo>
                  <a:pt x="121272" y="47883"/>
                  <a:pt x="122747" y="44326"/>
                  <a:pt x="125696" y="40937"/>
                </a:cubicBezTo>
                <a:cubicBezTo>
                  <a:pt x="128645" y="37548"/>
                  <a:pt x="132758" y="34949"/>
                  <a:pt x="138035" y="33138"/>
                </a:cubicBezTo>
                <a:cubicBezTo>
                  <a:pt x="143313" y="31327"/>
                  <a:pt x="148797" y="30422"/>
                  <a:pt x="154488" y="30422"/>
                </a:cubicBezTo>
                <a:cubicBezTo>
                  <a:pt x="161369" y="30422"/>
                  <a:pt x="166814" y="31887"/>
                  <a:pt x="170824" y="34818"/>
                </a:cubicBezTo>
                <a:cubicBezTo>
                  <a:pt x="174833" y="37748"/>
                  <a:pt x="177433" y="40924"/>
                  <a:pt x="178623" y="44347"/>
                </a:cubicBezTo>
                <a:cubicBezTo>
                  <a:pt x="179348" y="46525"/>
                  <a:pt x="179710" y="51529"/>
                  <a:pt x="179710" y="59359"/>
                </a:cubicBezTo>
                <a:lnTo>
                  <a:pt x="179710" y="87595"/>
                </a:lnTo>
                <a:cubicBezTo>
                  <a:pt x="179710" y="90915"/>
                  <a:pt x="179839" y="93003"/>
                  <a:pt x="180098" y="93860"/>
                </a:cubicBezTo>
                <a:cubicBezTo>
                  <a:pt x="180356" y="94715"/>
                  <a:pt x="180744" y="95350"/>
                  <a:pt x="181262" y="95766"/>
                </a:cubicBezTo>
                <a:cubicBezTo>
                  <a:pt x="181779" y="96180"/>
                  <a:pt x="182374" y="96387"/>
                  <a:pt x="183047" y="96387"/>
                </a:cubicBezTo>
                <a:cubicBezTo>
                  <a:pt x="184392" y="96387"/>
                  <a:pt x="185763" y="95430"/>
                  <a:pt x="187160" y="93515"/>
                </a:cubicBezTo>
                <a:lnTo>
                  <a:pt x="189488" y="95378"/>
                </a:lnTo>
                <a:cubicBezTo>
                  <a:pt x="186901" y="99206"/>
                  <a:pt x="184224" y="101987"/>
                  <a:pt x="181456" y="103720"/>
                </a:cubicBezTo>
                <a:cubicBezTo>
                  <a:pt x="178688" y="105454"/>
                  <a:pt x="175545" y="106320"/>
                  <a:pt x="172027" y="106320"/>
                </a:cubicBezTo>
                <a:cubicBezTo>
                  <a:pt x="167888" y="106320"/>
                  <a:pt x="164654" y="105344"/>
                  <a:pt x="162326" y="103391"/>
                </a:cubicBezTo>
                <a:cubicBezTo>
                  <a:pt x="159998" y="101438"/>
                  <a:pt x="158575" y="98482"/>
                  <a:pt x="158058" y="94524"/>
                </a:cubicBezTo>
                <a:moveTo>
                  <a:pt x="158058" y="88781"/>
                </a:moveTo>
                <a:lnTo>
                  <a:pt x="158058" y="64505"/>
                </a:lnTo>
                <a:cubicBezTo>
                  <a:pt x="151797" y="68196"/>
                  <a:pt x="147141" y="72148"/>
                  <a:pt x="144089" y="76359"/>
                </a:cubicBezTo>
                <a:cubicBezTo>
                  <a:pt x="142071" y="79166"/>
                  <a:pt x="141062" y="82000"/>
                  <a:pt x="141062" y="84860"/>
                </a:cubicBezTo>
                <a:cubicBezTo>
                  <a:pt x="141062" y="87251"/>
                  <a:pt x="141916" y="89357"/>
                  <a:pt x="143623" y="91177"/>
                </a:cubicBezTo>
                <a:cubicBezTo>
                  <a:pt x="144916" y="92581"/>
                  <a:pt x="146727" y="93282"/>
                  <a:pt x="149055" y="93282"/>
                </a:cubicBezTo>
                <a:cubicBezTo>
                  <a:pt x="151642" y="93282"/>
                  <a:pt x="154643" y="91782"/>
                  <a:pt x="158058" y="88781"/>
                </a:cubicBezTo>
                <a:close/>
                <a:moveTo>
                  <a:pt x="226272" y="5898"/>
                </a:moveTo>
                <a:lnTo>
                  <a:pt x="226272" y="32595"/>
                </a:lnTo>
                <a:lnTo>
                  <a:pt x="243501" y="32595"/>
                </a:lnTo>
                <a:lnTo>
                  <a:pt x="243501" y="40200"/>
                </a:lnTo>
                <a:lnTo>
                  <a:pt x="226272" y="40200"/>
                </a:lnTo>
                <a:lnTo>
                  <a:pt x="226272" y="85100"/>
                </a:lnTo>
                <a:cubicBezTo>
                  <a:pt x="226272" y="89302"/>
                  <a:pt x="226466" y="92012"/>
                  <a:pt x="226854" y="93232"/>
                </a:cubicBezTo>
                <a:cubicBezTo>
                  <a:pt x="227242" y="94451"/>
                  <a:pt x="227928" y="95437"/>
                  <a:pt x="228911" y="96190"/>
                </a:cubicBezTo>
                <a:cubicBezTo>
                  <a:pt x="229894" y="96942"/>
                  <a:pt x="230799" y="97318"/>
                  <a:pt x="231627" y="97318"/>
                </a:cubicBezTo>
                <a:cubicBezTo>
                  <a:pt x="234990" y="97318"/>
                  <a:pt x="238172" y="94731"/>
                  <a:pt x="241172" y="89557"/>
                </a:cubicBezTo>
                <a:lnTo>
                  <a:pt x="243501" y="91282"/>
                </a:lnTo>
                <a:cubicBezTo>
                  <a:pt x="239310" y="101307"/>
                  <a:pt x="232506" y="106320"/>
                  <a:pt x="223090" y="106320"/>
                </a:cubicBezTo>
                <a:cubicBezTo>
                  <a:pt x="218486" y="106320"/>
                  <a:pt x="214592" y="105036"/>
                  <a:pt x="211411" y="102467"/>
                </a:cubicBezTo>
                <a:cubicBezTo>
                  <a:pt x="208229" y="99896"/>
                  <a:pt x="206198" y="97027"/>
                  <a:pt x="205319" y="93860"/>
                </a:cubicBezTo>
                <a:cubicBezTo>
                  <a:pt x="204801" y="92094"/>
                  <a:pt x="204542" y="87317"/>
                  <a:pt x="204542" y="79529"/>
                </a:cubicBezTo>
                <a:lnTo>
                  <a:pt x="204542" y="40200"/>
                </a:lnTo>
                <a:lnTo>
                  <a:pt x="195075" y="40200"/>
                </a:lnTo>
                <a:lnTo>
                  <a:pt x="195075" y="37476"/>
                </a:lnTo>
                <a:cubicBezTo>
                  <a:pt x="201593" y="32862"/>
                  <a:pt x="207142" y="28014"/>
                  <a:pt x="211721" y="22933"/>
                </a:cubicBezTo>
                <a:cubicBezTo>
                  <a:pt x="216300" y="17851"/>
                  <a:pt x="220296" y="12173"/>
                  <a:pt x="223711" y="5898"/>
                </a:cubicBezTo>
                <a:lnTo>
                  <a:pt x="226272" y="5898"/>
                </a:lnTo>
                <a:close/>
                <a:moveTo>
                  <a:pt x="290450" y="94524"/>
                </a:moveTo>
                <a:cubicBezTo>
                  <a:pt x="281603" y="102388"/>
                  <a:pt x="273661" y="106320"/>
                  <a:pt x="266625" y="106320"/>
                </a:cubicBezTo>
                <a:cubicBezTo>
                  <a:pt x="262486" y="106320"/>
                  <a:pt x="259046" y="104958"/>
                  <a:pt x="256304" y="102234"/>
                </a:cubicBezTo>
                <a:cubicBezTo>
                  <a:pt x="253561" y="99508"/>
                  <a:pt x="252190" y="96095"/>
                  <a:pt x="252190" y="91995"/>
                </a:cubicBezTo>
                <a:cubicBezTo>
                  <a:pt x="252190" y="86439"/>
                  <a:pt x="254570" y="81443"/>
                  <a:pt x="259330" y="77005"/>
                </a:cubicBezTo>
                <a:cubicBezTo>
                  <a:pt x="264090" y="72566"/>
                  <a:pt x="274463" y="66662"/>
                  <a:pt x="290450" y="59291"/>
                </a:cubicBezTo>
                <a:lnTo>
                  <a:pt x="290450" y="51996"/>
                </a:lnTo>
                <a:cubicBezTo>
                  <a:pt x="290450" y="46512"/>
                  <a:pt x="290153" y="43058"/>
                  <a:pt x="289558" y="41636"/>
                </a:cubicBezTo>
                <a:cubicBezTo>
                  <a:pt x="288963" y="40213"/>
                  <a:pt x="287837" y="38971"/>
                  <a:pt x="286182" y="37911"/>
                </a:cubicBezTo>
                <a:cubicBezTo>
                  <a:pt x="284526" y="36850"/>
                  <a:pt x="282664" y="36320"/>
                  <a:pt x="280594" y="36320"/>
                </a:cubicBezTo>
                <a:cubicBezTo>
                  <a:pt x="277231" y="36320"/>
                  <a:pt x="274463" y="37070"/>
                  <a:pt x="272290" y="38570"/>
                </a:cubicBezTo>
                <a:cubicBezTo>
                  <a:pt x="270945" y="39501"/>
                  <a:pt x="270273" y="40588"/>
                  <a:pt x="270273" y="41830"/>
                </a:cubicBezTo>
                <a:cubicBezTo>
                  <a:pt x="270273" y="42916"/>
                  <a:pt x="270997" y="44261"/>
                  <a:pt x="272446" y="45865"/>
                </a:cubicBezTo>
                <a:cubicBezTo>
                  <a:pt x="274412" y="48090"/>
                  <a:pt x="275395" y="50237"/>
                  <a:pt x="275395" y="52306"/>
                </a:cubicBezTo>
                <a:cubicBezTo>
                  <a:pt x="275395" y="54842"/>
                  <a:pt x="274450" y="57002"/>
                  <a:pt x="272562" y="58787"/>
                </a:cubicBezTo>
                <a:cubicBezTo>
                  <a:pt x="270674" y="60572"/>
                  <a:pt x="268203" y="61464"/>
                  <a:pt x="265151" y="61464"/>
                </a:cubicBezTo>
                <a:cubicBezTo>
                  <a:pt x="261891" y="61464"/>
                  <a:pt x="259162" y="60481"/>
                  <a:pt x="256963" y="58515"/>
                </a:cubicBezTo>
                <a:cubicBezTo>
                  <a:pt x="254764" y="56549"/>
                  <a:pt x="253665" y="54247"/>
                  <a:pt x="253665" y="51608"/>
                </a:cubicBezTo>
                <a:cubicBezTo>
                  <a:pt x="253665" y="47883"/>
                  <a:pt x="255139" y="44326"/>
                  <a:pt x="258088" y="40937"/>
                </a:cubicBezTo>
                <a:cubicBezTo>
                  <a:pt x="261038" y="37548"/>
                  <a:pt x="265151" y="34949"/>
                  <a:pt x="270428" y="33138"/>
                </a:cubicBezTo>
                <a:cubicBezTo>
                  <a:pt x="275705" y="31327"/>
                  <a:pt x="281189" y="30422"/>
                  <a:pt x="286880" y="30422"/>
                </a:cubicBezTo>
                <a:cubicBezTo>
                  <a:pt x="293761" y="30422"/>
                  <a:pt x="299207" y="31887"/>
                  <a:pt x="303216" y="34818"/>
                </a:cubicBezTo>
                <a:cubicBezTo>
                  <a:pt x="307226" y="37748"/>
                  <a:pt x="309826" y="40924"/>
                  <a:pt x="311016" y="44347"/>
                </a:cubicBezTo>
                <a:cubicBezTo>
                  <a:pt x="311740" y="46525"/>
                  <a:pt x="312102" y="51529"/>
                  <a:pt x="312102" y="59359"/>
                </a:cubicBezTo>
                <a:lnTo>
                  <a:pt x="312102" y="87595"/>
                </a:lnTo>
                <a:cubicBezTo>
                  <a:pt x="312102" y="90915"/>
                  <a:pt x="312232" y="93003"/>
                  <a:pt x="312490" y="93860"/>
                </a:cubicBezTo>
                <a:cubicBezTo>
                  <a:pt x="312749" y="94715"/>
                  <a:pt x="313137" y="95350"/>
                  <a:pt x="313654" y="95766"/>
                </a:cubicBezTo>
                <a:cubicBezTo>
                  <a:pt x="314172" y="96180"/>
                  <a:pt x="314767" y="96387"/>
                  <a:pt x="315439" y="96387"/>
                </a:cubicBezTo>
                <a:cubicBezTo>
                  <a:pt x="316785" y="96387"/>
                  <a:pt x="318156" y="95430"/>
                  <a:pt x="319552" y="93515"/>
                </a:cubicBezTo>
                <a:lnTo>
                  <a:pt x="321881" y="95378"/>
                </a:lnTo>
                <a:cubicBezTo>
                  <a:pt x="319294" y="99206"/>
                  <a:pt x="316616" y="101987"/>
                  <a:pt x="313848" y="103720"/>
                </a:cubicBezTo>
                <a:cubicBezTo>
                  <a:pt x="311080" y="105454"/>
                  <a:pt x="307937" y="106320"/>
                  <a:pt x="304419" y="106320"/>
                </a:cubicBezTo>
                <a:cubicBezTo>
                  <a:pt x="300280" y="106320"/>
                  <a:pt x="297047" y="105344"/>
                  <a:pt x="294719" y="103391"/>
                </a:cubicBezTo>
                <a:cubicBezTo>
                  <a:pt x="292390" y="101438"/>
                  <a:pt x="290968" y="98482"/>
                  <a:pt x="290450" y="94524"/>
                </a:cubicBezTo>
                <a:moveTo>
                  <a:pt x="290450" y="88781"/>
                </a:moveTo>
                <a:lnTo>
                  <a:pt x="290450" y="64505"/>
                </a:lnTo>
                <a:cubicBezTo>
                  <a:pt x="284190" y="68196"/>
                  <a:pt x="279534" y="72148"/>
                  <a:pt x="276481" y="76359"/>
                </a:cubicBezTo>
                <a:cubicBezTo>
                  <a:pt x="274463" y="79166"/>
                  <a:pt x="273454" y="82000"/>
                  <a:pt x="273454" y="84860"/>
                </a:cubicBezTo>
                <a:cubicBezTo>
                  <a:pt x="273454" y="87251"/>
                  <a:pt x="274308" y="89357"/>
                  <a:pt x="276015" y="91177"/>
                </a:cubicBezTo>
                <a:cubicBezTo>
                  <a:pt x="277309" y="92581"/>
                  <a:pt x="279120" y="93282"/>
                  <a:pt x="281448" y="93282"/>
                </a:cubicBezTo>
                <a:cubicBezTo>
                  <a:pt x="284035" y="93282"/>
                  <a:pt x="287036" y="91782"/>
                  <a:pt x="290450" y="88781"/>
                </a:cubicBezTo>
                <a:close/>
                <a:moveTo>
                  <a:pt x="375740" y="30732"/>
                </a:moveTo>
                <a:lnTo>
                  <a:pt x="376904" y="55566"/>
                </a:lnTo>
                <a:lnTo>
                  <a:pt x="374266" y="55566"/>
                </a:lnTo>
                <a:cubicBezTo>
                  <a:pt x="371110" y="48159"/>
                  <a:pt x="367837" y="43100"/>
                  <a:pt x="364449" y="40389"/>
                </a:cubicBezTo>
                <a:cubicBezTo>
                  <a:pt x="361060" y="37676"/>
                  <a:pt x="357684" y="36320"/>
                  <a:pt x="354321" y="36320"/>
                </a:cubicBezTo>
                <a:cubicBezTo>
                  <a:pt x="352200" y="36320"/>
                  <a:pt x="350389" y="37031"/>
                  <a:pt x="348889" y="38454"/>
                </a:cubicBezTo>
                <a:cubicBezTo>
                  <a:pt x="347388" y="39877"/>
                  <a:pt x="346638" y="41519"/>
                  <a:pt x="346638" y="43382"/>
                </a:cubicBezTo>
                <a:cubicBezTo>
                  <a:pt x="346638" y="44779"/>
                  <a:pt x="347155" y="46124"/>
                  <a:pt x="348190" y="47417"/>
                </a:cubicBezTo>
                <a:cubicBezTo>
                  <a:pt x="349846" y="49539"/>
                  <a:pt x="354476" y="53173"/>
                  <a:pt x="362082" y="58321"/>
                </a:cubicBezTo>
                <a:cubicBezTo>
                  <a:pt x="369687" y="63469"/>
                  <a:pt x="374693" y="67841"/>
                  <a:pt x="377098" y="71436"/>
                </a:cubicBezTo>
                <a:cubicBezTo>
                  <a:pt x="379504" y="75032"/>
                  <a:pt x="380707" y="79055"/>
                  <a:pt x="380707" y="83504"/>
                </a:cubicBezTo>
                <a:cubicBezTo>
                  <a:pt x="380707" y="87540"/>
                  <a:pt x="379698" y="91498"/>
                  <a:pt x="377680" y="95378"/>
                </a:cubicBezTo>
                <a:cubicBezTo>
                  <a:pt x="375663" y="99258"/>
                  <a:pt x="372817" y="102233"/>
                  <a:pt x="369144" y="104303"/>
                </a:cubicBezTo>
                <a:cubicBezTo>
                  <a:pt x="365470" y="106372"/>
                  <a:pt x="361409" y="107407"/>
                  <a:pt x="356960" y="107407"/>
                </a:cubicBezTo>
                <a:cubicBezTo>
                  <a:pt x="353493" y="107407"/>
                  <a:pt x="348863" y="106300"/>
                  <a:pt x="343068" y="104087"/>
                </a:cubicBezTo>
                <a:cubicBezTo>
                  <a:pt x="341516" y="103506"/>
                  <a:pt x="340455" y="103216"/>
                  <a:pt x="339886" y="103216"/>
                </a:cubicBezTo>
                <a:cubicBezTo>
                  <a:pt x="338179" y="103216"/>
                  <a:pt x="336756" y="104509"/>
                  <a:pt x="335618" y="107096"/>
                </a:cubicBezTo>
                <a:lnTo>
                  <a:pt x="333057" y="107096"/>
                </a:lnTo>
                <a:lnTo>
                  <a:pt x="331815" y="81021"/>
                </a:lnTo>
                <a:lnTo>
                  <a:pt x="334454" y="81021"/>
                </a:lnTo>
                <a:cubicBezTo>
                  <a:pt x="336782" y="87850"/>
                  <a:pt x="339977" y="92972"/>
                  <a:pt x="344038" y="96387"/>
                </a:cubicBezTo>
                <a:cubicBezTo>
                  <a:pt x="348100" y="99801"/>
                  <a:pt x="351941" y="101509"/>
                  <a:pt x="355563" y="101509"/>
                </a:cubicBezTo>
                <a:cubicBezTo>
                  <a:pt x="358046" y="101509"/>
                  <a:pt x="360077" y="100746"/>
                  <a:pt x="361655" y="99219"/>
                </a:cubicBezTo>
                <a:cubicBezTo>
                  <a:pt x="363233" y="97693"/>
                  <a:pt x="364022" y="95843"/>
                  <a:pt x="364022" y="93670"/>
                </a:cubicBezTo>
                <a:cubicBezTo>
                  <a:pt x="364022" y="91187"/>
                  <a:pt x="363246" y="89040"/>
                  <a:pt x="361694" y="87229"/>
                </a:cubicBezTo>
                <a:cubicBezTo>
                  <a:pt x="360141" y="85418"/>
                  <a:pt x="356675" y="82676"/>
                  <a:pt x="351294" y="79003"/>
                </a:cubicBezTo>
                <a:cubicBezTo>
                  <a:pt x="343379" y="73519"/>
                  <a:pt x="338257" y="69328"/>
                  <a:pt x="335928" y="66431"/>
                </a:cubicBezTo>
                <a:cubicBezTo>
                  <a:pt x="332514" y="62188"/>
                  <a:pt x="330806" y="57506"/>
                  <a:pt x="330806" y="52384"/>
                </a:cubicBezTo>
                <a:cubicBezTo>
                  <a:pt x="330806" y="46796"/>
                  <a:pt x="332734" y="41739"/>
                  <a:pt x="336588" y="37212"/>
                </a:cubicBezTo>
                <a:cubicBezTo>
                  <a:pt x="340442" y="32685"/>
                  <a:pt x="346017" y="30422"/>
                  <a:pt x="353312" y="30422"/>
                </a:cubicBezTo>
                <a:cubicBezTo>
                  <a:pt x="357244" y="30422"/>
                  <a:pt x="361047" y="31416"/>
                  <a:pt x="364720" y="33405"/>
                </a:cubicBezTo>
                <a:cubicBezTo>
                  <a:pt x="366117" y="34210"/>
                  <a:pt x="367255" y="34612"/>
                  <a:pt x="368135" y="34612"/>
                </a:cubicBezTo>
                <a:cubicBezTo>
                  <a:pt x="369066" y="34612"/>
                  <a:pt x="369816" y="34418"/>
                  <a:pt x="370385" y="34030"/>
                </a:cubicBezTo>
                <a:cubicBezTo>
                  <a:pt x="370955" y="33642"/>
                  <a:pt x="371860" y="32543"/>
                  <a:pt x="373102" y="30732"/>
                </a:cubicBezTo>
                <a:lnTo>
                  <a:pt x="375740" y="30732"/>
                </a:lnTo>
                <a:close/>
                <a:moveTo>
                  <a:pt x="453164" y="66276"/>
                </a:moveTo>
                <a:lnTo>
                  <a:pt x="413352" y="66276"/>
                </a:lnTo>
                <a:cubicBezTo>
                  <a:pt x="413818" y="75925"/>
                  <a:pt x="416379" y="83550"/>
                  <a:pt x="421035" y="89152"/>
                </a:cubicBezTo>
                <a:cubicBezTo>
                  <a:pt x="424605" y="93458"/>
                  <a:pt x="428899" y="95611"/>
                  <a:pt x="433918" y="95611"/>
                </a:cubicBezTo>
                <a:cubicBezTo>
                  <a:pt x="437022" y="95611"/>
                  <a:pt x="439842" y="94744"/>
                  <a:pt x="442377" y="93011"/>
                </a:cubicBezTo>
                <a:cubicBezTo>
                  <a:pt x="444912" y="91278"/>
                  <a:pt x="447628" y="88160"/>
                  <a:pt x="450526" y="83659"/>
                </a:cubicBezTo>
                <a:lnTo>
                  <a:pt x="453164" y="85367"/>
                </a:lnTo>
                <a:cubicBezTo>
                  <a:pt x="449232" y="93386"/>
                  <a:pt x="444886" y="99064"/>
                  <a:pt x="440126" y="102401"/>
                </a:cubicBezTo>
                <a:cubicBezTo>
                  <a:pt x="435367" y="105738"/>
                  <a:pt x="429857" y="107407"/>
                  <a:pt x="423596" y="107407"/>
                </a:cubicBezTo>
                <a:cubicBezTo>
                  <a:pt x="412835" y="107407"/>
                  <a:pt x="404686" y="103264"/>
                  <a:pt x="399150" y="94978"/>
                </a:cubicBezTo>
                <a:cubicBezTo>
                  <a:pt x="394701" y="88297"/>
                  <a:pt x="392476" y="80011"/>
                  <a:pt x="392476" y="70119"/>
                </a:cubicBezTo>
                <a:cubicBezTo>
                  <a:pt x="392476" y="58000"/>
                  <a:pt x="395749" y="48354"/>
                  <a:pt x="402294" y="41182"/>
                </a:cubicBezTo>
                <a:cubicBezTo>
                  <a:pt x="408838" y="34008"/>
                  <a:pt x="416508" y="30422"/>
                  <a:pt x="425304" y="30422"/>
                </a:cubicBezTo>
                <a:cubicBezTo>
                  <a:pt x="432650" y="30422"/>
                  <a:pt x="439027" y="33435"/>
                  <a:pt x="444434" y="39463"/>
                </a:cubicBezTo>
                <a:cubicBezTo>
                  <a:pt x="449840" y="45490"/>
                  <a:pt x="452750" y="54428"/>
                  <a:pt x="453164" y="66276"/>
                </a:cubicBezTo>
                <a:moveTo>
                  <a:pt x="434073" y="61154"/>
                </a:moveTo>
                <a:cubicBezTo>
                  <a:pt x="434073" y="52824"/>
                  <a:pt x="433620" y="47107"/>
                  <a:pt x="432715" y="44003"/>
                </a:cubicBezTo>
                <a:cubicBezTo>
                  <a:pt x="431810" y="40898"/>
                  <a:pt x="430400" y="38544"/>
                  <a:pt x="428486" y="36940"/>
                </a:cubicBezTo>
                <a:cubicBezTo>
                  <a:pt x="427399" y="36009"/>
                  <a:pt x="425950" y="35544"/>
                  <a:pt x="424140" y="35544"/>
                </a:cubicBezTo>
                <a:cubicBezTo>
                  <a:pt x="421449" y="35544"/>
                  <a:pt x="419250" y="36863"/>
                  <a:pt x="417543" y="39501"/>
                </a:cubicBezTo>
                <a:cubicBezTo>
                  <a:pt x="414491" y="44106"/>
                  <a:pt x="412964" y="50418"/>
                  <a:pt x="412964" y="58437"/>
                </a:cubicBezTo>
                <a:lnTo>
                  <a:pt x="412964" y="61154"/>
                </a:lnTo>
                <a:lnTo>
                  <a:pt x="434073" y="61154"/>
                </a:lnTo>
                <a:close/>
                <a:moveTo>
                  <a:pt x="491060" y="5898"/>
                </a:moveTo>
                <a:lnTo>
                  <a:pt x="491060" y="32595"/>
                </a:lnTo>
                <a:lnTo>
                  <a:pt x="508288" y="32595"/>
                </a:lnTo>
                <a:lnTo>
                  <a:pt x="508288" y="40200"/>
                </a:lnTo>
                <a:lnTo>
                  <a:pt x="491060" y="40200"/>
                </a:lnTo>
                <a:lnTo>
                  <a:pt x="491060" y="85100"/>
                </a:lnTo>
                <a:cubicBezTo>
                  <a:pt x="491060" y="89302"/>
                  <a:pt x="491254" y="92012"/>
                  <a:pt x="491642" y="93232"/>
                </a:cubicBezTo>
                <a:cubicBezTo>
                  <a:pt x="492030" y="94451"/>
                  <a:pt x="492715" y="95437"/>
                  <a:pt x="493698" y="96190"/>
                </a:cubicBezTo>
                <a:cubicBezTo>
                  <a:pt x="494681" y="96942"/>
                  <a:pt x="495587" y="97318"/>
                  <a:pt x="496415" y="97318"/>
                </a:cubicBezTo>
                <a:cubicBezTo>
                  <a:pt x="499778" y="97318"/>
                  <a:pt x="502959" y="94731"/>
                  <a:pt x="505960" y="89557"/>
                </a:cubicBezTo>
                <a:lnTo>
                  <a:pt x="508288" y="91282"/>
                </a:lnTo>
                <a:cubicBezTo>
                  <a:pt x="504098" y="101307"/>
                  <a:pt x="497294" y="106320"/>
                  <a:pt x="487878" y="106320"/>
                </a:cubicBezTo>
                <a:cubicBezTo>
                  <a:pt x="483273" y="106320"/>
                  <a:pt x="479380" y="105036"/>
                  <a:pt x="476198" y="102467"/>
                </a:cubicBezTo>
                <a:cubicBezTo>
                  <a:pt x="473016" y="99896"/>
                  <a:pt x="470986" y="97027"/>
                  <a:pt x="470106" y="93860"/>
                </a:cubicBezTo>
                <a:cubicBezTo>
                  <a:pt x="469589" y="92094"/>
                  <a:pt x="469330" y="87317"/>
                  <a:pt x="469330" y="79529"/>
                </a:cubicBezTo>
                <a:lnTo>
                  <a:pt x="469330" y="40200"/>
                </a:lnTo>
                <a:lnTo>
                  <a:pt x="459862" y="40200"/>
                </a:lnTo>
                <a:lnTo>
                  <a:pt x="459862" y="37476"/>
                </a:lnTo>
                <a:cubicBezTo>
                  <a:pt x="466381" y="32862"/>
                  <a:pt x="471930" y="28014"/>
                  <a:pt x="476509" y="22933"/>
                </a:cubicBezTo>
                <a:cubicBezTo>
                  <a:pt x="481087" y="17851"/>
                  <a:pt x="485084" y="12173"/>
                  <a:pt x="488499" y="5898"/>
                </a:cubicBezTo>
                <a:lnTo>
                  <a:pt x="491060" y="58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5a98d1c1b4abc"/>
          <a:stretch xmlns:a="http://schemas.openxmlformats.org/drawingml/2006/main"/>
        </p:blipFill>
        <p:spPr>
          <a:xfrm xmlns:a="http://schemas.openxmlformats.org/drawingml/2006/main">
            <a:off x="9289869" y="2291794"/>
            <a:ext cx="683430" cy="683430"/>
          </a:xfrm>
          <a:prstGeom xmlns:a="http://schemas.openxmlformats.org/drawingml/2006/main" prst="rect">
            <a:avLst/>
          </a:prstGeom>
        </p:spPr>
      </p:pic>
      <p:sp>
        <p:nvSpPr>
          <p:cNvPr id="205" name="Text DetectionResults">
            <a:extLst xmlns:a="http://schemas.openxmlformats.org/drawingml/2006/main">
              <a:ext uri="{FF2B5EF4-FFF2-40B4-BE49-F238E27FC236}">
                <a16:creationId xmlns:a16="http://schemas.microsoft.com/office/drawing/2014/main" id="{EDA070F2-8D1D-4B4D-80F5-76A3CD9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637" y="3052586"/>
            <a:ext cx="1170768" cy="109735"/>
          </a:xfrm>
          <a:custGeom xmlns:a="http://schemas.openxmlformats.org/drawingml/2006/main">
            <a:pathLst>
              <a:path w="1170768" h="109735">
                <a:moveTo>
                  <a:pt x="0" y="107562"/>
                </a:moveTo>
                <a:lnTo>
                  <a:pt x="0" y="104768"/>
                </a:lnTo>
                <a:lnTo>
                  <a:pt x="3492" y="104768"/>
                </a:lnTo>
                <a:cubicBezTo>
                  <a:pt x="6545" y="104768"/>
                  <a:pt x="8886" y="104287"/>
                  <a:pt x="10516" y="103325"/>
                </a:cubicBezTo>
                <a:cubicBezTo>
                  <a:pt x="12145" y="102363"/>
                  <a:pt x="13348" y="101050"/>
                  <a:pt x="14124" y="99387"/>
                </a:cubicBezTo>
                <a:cubicBezTo>
                  <a:pt x="14590" y="98294"/>
                  <a:pt x="14823" y="95017"/>
                  <a:pt x="14823" y="89557"/>
                </a:cubicBezTo>
                <a:lnTo>
                  <a:pt x="14823" y="20333"/>
                </a:lnTo>
                <a:cubicBezTo>
                  <a:pt x="14823" y="14925"/>
                  <a:pt x="14538" y="11545"/>
                  <a:pt x="13969" y="10193"/>
                </a:cubicBezTo>
                <a:cubicBezTo>
                  <a:pt x="13400" y="8840"/>
                  <a:pt x="12249" y="7656"/>
                  <a:pt x="10516" y="6643"/>
                </a:cubicBezTo>
                <a:cubicBezTo>
                  <a:pt x="8782" y="5629"/>
                  <a:pt x="6441" y="5122"/>
                  <a:pt x="3492" y="5122"/>
                </a:cubicBezTo>
                <a:lnTo>
                  <a:pt x="0" y="5122"/>
                </a:lnTo>
                <a:lnTo>
                  <a:pt x="0" y="2328"/>
                </a:lnTo>
                <a:lnTo>
                  <a:pt x="47107" y="2328"/>
                </a:lnTo>
                <a:cubicBezTo>
                  <a:pt x="59679" y="2328"/>
                  <a:pt x="69794" y="4036"/>
                  <a:pt x="77451" y="7450"/>
                </a:cubicBezTo>
                <a:cubicBezTo>
                  <a:pt x="86815" y="11641"/>
                  <a:pt x="93916" y="17979"/>
                  <a:pt x="98754" y="26464"/>
                </a:cubicBezTo>
                <a:cubicBezTo>
                  <a:pt x="103591" y="34949"/>
                  <a:pt x="106010" y="44546"/>
                  <a:pt x="106010" y="55255"/>
                </a:cubicBezTo>
                <a:cubicBezTo>
                  <a:pt x="106010" y="62654"/>
                  <a:pt x="104820" y="69470"/>
                  <a:pt x="102440" y="75705"/>
                </a:cubicBezTo>
                <a:cubicBezTo>
                  <a:pt x="100060" y="81939"/>
                  <a:pt x="96982" y="87087"/>
                  <a:pt x="93205" y="91148"/>
                </a:cubicBezTo>
                <a:cubicBezTo>
                  <a:pt x="89428" y="95210"/>
                  <a:pt x="85069" y="98469"/>
                  <a:pt x="80128" y="100927"/>
                </a:cubicBezTo>
                <a:cubicBezTo>
                  <a:pt x="75187" y="103384"/>
                  <a:pt x="69147" y="105286"/>
                  <a:pt x="62007" y="106631"/>
                </a:cubicBezTo>
                <a:cubicBezTo>
                  <a:pt x="58851" y="107252"/>
                  <a:pt x="53884" y="107562"/>
                  <a:pt x="47107" y="107562"/>
                </a:cubicBezTo>
                <a:lnTo>
                  <a:pt x="0" y="107562"/>
                </a:lnTo>
                <a:moveTo>
                  <a:pt x="40122" y="8226"/>
                </a:moveTo>
                <a:lnTo>
                  <a:pt x="40122" y="90266"/>
                </a:lnTo>
                <a:cubicBezTo>
                  <a:pt x="40122" y="94608"/>
                  <a:pt x="40329" y="97271"/>
                  <a:pt x="40743" y="98254"/>
                </a:cubicBezTo>
                <a:cubicBezTo>
                  <a:pt x="41157" y="99235"/>
                  <a:pt x="41856" y="99984"/>
                  <a:pt x="42839" y="100500"/>
                </a:cubicBezTo>
                <a:cubicBezTo>
                  <a:pt x="44235" y="101276"/>
                  <a:pt x="46253" y="101664"/>
                  <a:pt x="48892" y="101664"/>
                </a:cubicBezTo>
                <a:cubicBezTo>
                  <a:pt x="57532" y="101664"/>
                  <a:pt x="64128" y="98717"/>
                  <a:pt x="68681" y="92824"/>
                </a:cubicBezTo>
                <a:cubicBezTo>
                  <a:pt x="74890" y="84863"/>
                  <a:pt x="77994" y="72508"/>
                  <a:pt x="77994" y="55760"/>
                </a:cubicBezTo>
                <a:cubicBezTo>
                  <a:pt x="77994" y="42268"/>
                  <a:pt x="75873" y="31489"/>
                  <a:pt x="71630" y="23425"/>
                </a:cubicBezTo>
                <a:cubicBezTo>
                  <a:pt x="68267" y="17118"/>
                  <a:pt x="63947" y="12827"/>
                  <a:pt x="58670" y="10552"/>
                </a:cubicBezTo>
                <a:cubicBezTo>
                  <a:pt x="54945" y="8950"/>
                  <a:pt x="48762" y="8175"/>
                  <a:pt x="40122" y="8226"/>
                </a:cubicBezTo>
                <a:close/>
                <a:moveTo>
                  <a:pt x="179475" y="68604"/>
                </a:moveTo>
                <a:lnTo>
                  <a:pt x="139663" y="68604"/>
                </a:lnTo>
                <a:cubicBezTo>
                  <a:pt x="140129" y="78253"/>
                  <a:pt x="142690" y="85878"/>
                  <a:pt x="147346" y="91481"/>
                </a:cubicBezTo>
                <a:cubicBezTo>
                  <a:pt x="150916" y="95786"/>
                  <a:pt x="155210" y="97939"/>
                  <a:pt x="160229" y="97939"/>
                </a:cubicBezTo>
                <a:cubicBezTo>
                  <a:pt x="163333" y="97939"/>
                  <a:pt x="166153" y="97072"/>
                  <a:pt x="168688" y="95339"/>
                </a:cubicBezTo>
                <a:cubicBezTo>
                  <a:pt x="171223" y="93606"/>
                  <a:pt x="173939" y="90489"/>
                  <a:pt x="176837" y="85987"/>
                </a:cubicBezTo>
                <a:lnTo>
                  <a:pt x="179475" y="87695"/>
                </a:lnTo>
                <a:cubicBezTo>
                  <a:pt x="175543" y="95714"/>
                  <a:pt x="171197" y="101392"/>
                  <a:pt x="166437" y="104729"/>
                </a:cubicBezTo>
                <a:cubicBezTo>
                  <a:pt x="161678" y="108066"/>
                  <a:pt x="156168" y="109735"/>
                  <a:pt x="149907" y="109735"/>
                </a:cubicBezTo>
                <a:cubicBezTo>
                  <a:pt x="139146" y="109735"/>
                  <a:pt x="130997" y="105592"/>
                  <a:pt x="125461" y="97306"/>
                </a:cubicBezTo>
                <a:cubicBezTo>
                  <a:pt x="121012" y="90625"/>
                  <a:pt x="118787" y="82339"/>
                  <a:pt x="118787" y="72448"/>
                </a:cubicBezTo>
                <a:cubicBezTo>
                  <a:pt x="118787" y="60328"/>
                  <a:pt x="122060" y="50682"/>
                  <a:pt x="128604" y="43510"/>
                </a:cubicBezTo>
                <a:cubicBezTo>
                  <a:pt x="135149" y="36337"/>
                  <a:pt x="142819" y="32750"/>
                  <a:pt x="151615" y="32750"/>
                </a:cubicBezTo>
                <a:cubicBezTo>
                  <a:pt x="158961" y="32750"/>
                  <a:pt x="165338" y="35763"/>
                  <a:pt x="170745" y="41791"/>
                </a:cubicBezTo>
                <a:cubicBezTo>
                  <a:pt x="176151" y="47818"/>
                  <a:pt x="179061" y="56756"/>
                  <a:pt x="179475" y="68604"/>
                </a:cubicBezTo>
                <a:moveTo>
                  <a:pt x="160384" y="63482"/>
                </a:moveTo>
                <a:cubicBezTo>
                  <a:pt x="160384" y="55152"/>
                  <a:pt x="159931" y="49435"/>
                  <a:pt x="159026" y="46331"/>
                </a:cubicBezTo>
                <a:cubicBezTo>
                  <a:pt x="158121" y="43227"/>
                  <a:pt x="156711" y="40873"/>
                  <a:pt x="154796" y="39269"/>
                </a:cubicBezTo>
                <a:cubicBezTo>
                  <a:pt x="153710" y="38337"/>
                  <a:pt x="152261" y="37872"/>
                  <a:pt x="150451" y="37872"/>
                </a:cubicBezTo>
                <a:cubicBezTo>
                  <a:pt x="147760" y="37872"/>
                  <a:pt x="145561" y="39191"/>
                  <a:pt x="143854" y="41830"/>
                </a:cubicBezTo>
                <a:cubicBezTo>
                  <a:pt x="140802" y="46434"/>
                  <a:pt x="139275" y="52746"/>
                  <a:pt x="139275" y="60766"/>
                </a:cubicBezTo>
                <a:lnTo>
                  <a:pt x="139275" y="63482"/>
                </a:lnTo>
                <a:lnTo>
                  <a:pt x="160384" y="63482"/>
                </a:lnTo>
                <a:close/>
                <a:moveTo>
                  <a:pt x="217370" y="8226"/>
                </a:moveTo>
                <a:lnTo>
                  <a:pt x="217370" y="34923"/>
                </a:lnTo>
                <a:lnTo>
                  <a:pt x="234598" y="34923"/>
                </a:lnTo>
                <a:lnTo>
                  <a:pt x="234598" y="42528"/>
                </a:lnTo>
                <a:lnTo>
                  <a:pt x="217370" y="42528"/>
                </a:lnTo>
                <a:lnTo>
                  <a:pt x="217370" y="87428"/>
                </a:lnTo>
                <a:cubicBezTo>
                  <a:pt x="217370" y="91630"/>
                  <a:pt x="217564" y="94341"/>
                  <a:pt x="217952" y="95560"/>
                </a:cubicBezTo>
                <a:cubicBezTo>
                  <a:pt x="218340" y="96779"/>
                  <a:pt x="219025" y="97765"/>
                  <a:pt x="220008" y="98518"/>
                </a:cubicBezTo>
                <a:cubicBezTo>
                  <a:pt x="220991" y="99270"/>
                  <a:pt x="221897" y="99646"/>
                  <a:pt x="222724" y="99646"/>
                </a:cubicBezTo>
                <a:cubicBezTo>
                  <a:pt x="226087" y="99646"/>
                  <a:pt x="229269" y="97059"/>
                  <a:pt x="232270" y="91886"/>
                </a:cubicBezTo>
                <a:lnTo>
                  <a:pt x="234598" y="93610"/>
                </a:lnTo>
                <a:cubicBezTo>
                  <a:pt x="230407" y="103636"/>
                  <a:pt x="223604" y="108648"/>
                  <a:pt x="214188" y="108648"/>
                </a:cubicBezTo>
                <a:cubicBezTo>
                  <a:pt x="209583" y="108648"/>
                  <a:pt x="205690" y="107364"/>
                  <a:pt x="202508" y="104795"/>
                </a:cubicBezTo>
                <a:cubicBezTo>
                  <a:pt x="199326" y="102224"/>
                  <a:pt x="197296" y="99355"/>
                  <a:pt x="196416" y="96188"/>
                </a:cubicBezTo>
                <a:cubicBezTo>
                  <a:pt x="195899" y="94422"/>
                  <a:pt x="195640" y="89645"/>
                  <a:pt x="195640" y="81857"/>
                </a:cubicBezTo>
                <a:lnTo>
                  <a:pt x="195640" y="42528"/>
                </a:lnTo>
                <a:lnTo>
                  <a:pt x="186172" y="42528"/>
                </a:lnTo>
                <a:lnTo>
                  <a:pt x="186172" y="39805"/>
                </a:lnTo>
                <a:cubicBezTo>
                  <a:pt x="192691" y="35190"/>
                  <a:pt x="198240" y="30342"/>
                  <a:pt x="202818" y="25261"/>
                </a:cubicBezTo>
                <a:cubicBezTo>
                  <a:pt x="207397" y="20179"/>
                  <a:pt x="211394" y="14501"/>
                  <a:pt x="214809" y="8226"/>
                </a:cubicBezTo>
                <a:lnTo>
                  <a:pt x="217370" y="8226"/>
                </a:lnTo>
                <a:close/>
                <a:moveTo>
                  <a:pt x="302968" y="68604"/>
                </a:moveTo>
                <a:lnTo>
                  <a:pt x="263156" y="68604"/>
                </a:lnTo>
                <a:cubicBezTo>
                  <a:pt x="263622" y="78253"/>
                  <a:pt x="266183" y="85878"/>
                  <a:pt x="270839" y="91481"/>
                </a:cubicBezTo>
                <a:cubicBezTo>
                  <a:pt x="274409" y="95786"/>
                  <a:pt x="278704" y="97939"/>
                  <a:pt x="283722" y="97939"/>
                </a:cubicBezTo>
                <a:cubicBezTo>
                  <a:pt x="286826" y="97939"/>
                  <a:pt x="289646" y="97072"/>
                  <a:pt x="292181" y="95339"/>
                </a:cubicBezTo>
                <a:cubicBezTo>
                  <a:pt x="294716" y="93606"/>
                  <a:pt x="297432" y="90489"/>
                  <a:pt x="300330" y="85987"/>
                </a:cubicBezTo>
                <a:lnTo>
                  <a:pt x="302968" y="87695"/>
                </a:lnTo>
                <a:cubicBezTo>
                  <a:pt x="299036" y="95714"/>
                  <a:pt x="294690" y="101392"/>
                  <a:pt x="289931" y="104729"/>
                </a:cubicBezTo>
                <a:cubicBezTo>
                  <a:pt x="285171" y="108066"/>
                  <a:pt x="279661" y="109735"/>
                  <a:pt x="273400" y="109735"/>
                </a:cubicBezTo>
                <a:cubicBezTo>
                  <a:pt x="262639" y="109735"/>
                  <a:pt x="254490" y="105592"/>
                  <a:pt x="248955" y="97306"/>
                </a:cubicBezTo>
                <a:cubicBezTo>
                  <a:pt x="244505" y="90625"/>
                  <a:pt x="242280" y="82339"/>
                  <a:pt x="242280" y="72448"/>
                </a:cubicBezTo>
                <a:cubicBezTo>
                  <a:pt x="242280" y="60328"/>
                  <a:pt x="245553" y="50682"/>
                  <a:pt x="252098" y="43510"/>
                </a:cubicBezTo>
                <a:cubicBezTo>
                  <a:pt x="258642" y="36337"/>
                  <a:pt x="266312" y="32750"/>
                  <a:pt x="275108" y="32750"/>
                </a:cubicBezTo>
                <a:cubicBezTo>
                  <a:pt x="282454" y="32750"/>
                  <a:pt x="288831" y="35763"/>
                  <a:pt x="294238" y="41791"/>
                </a:cubicBezTo>
                <a:cubicBezTo>
                  <a:pt x="299644" y="47818"/>
                  <a:pt x="302554" y="56756"/>
                  <a:pt x="302968" y="68604"/>
                </a:cubicBezTo>
                <a:moveTo>
                  <a:pt x="283877" y="63482"/>
                </a:moveTo>
                <a:cubicBezTo>
                  <a:pt x="283877" y="55152"/>
                  <a:pt x="283425" y="49435"/>
                  <a:pt x="282519" y="46331"/>
                </a:cubicBezTo>
                <a:cubicBezTo>
                  <a:pt x="281614" y="43227"/>
                  <a:pt x="280204" y="40873"/>
                  <a:pt x="278290" y="39269"/>
                </a:cubicBezTo>
                <a:cubicBezTo>
                  <a:pt x="277203" y="38337"/>
                  <a:pt x="275755" y="37872"/>
                  <a:pt x="273944" y="37872"/>
                </a:cubicBezTo>
                <a:cubicBezTo>
                  <a:pt x="271253" y="37872"/>
                  <a:pt x="269055" y="39191"/>
                  <a:pt x="267347" y="41830"/>
                </a:cubicBezTo>
                <a:cubicBezTo>
                  <a:pt x="264295" y="46434"/>
                  <a:pt x="262768" y="52746"/>
                  <a:pt x="262768" y="60766"/>
                </a:cubicBezTo>
                <a:lnTo>
                  <a:pt x="262768" y="63482"/>
                </a:lnTo>
                <a:lnTo>
                  <a:pt x="283877" y="63482"/>
                </a:lnTo>
                <a:close/>
                <a:moveTo>
                  <a:pt x="371285" y="88798"/>
                </a:moveTo>
                <a:lnTo>
                  <a:pt x="373691" y="90658"/>
                </a:lnTo>
                <a:cubicBezTo>
                  <a:pt x="370276" y="97095"/>
                  <a:pt x="366021" y="101884"/>
                  <a:pt x="360924" y="105025"/>
                </a:cubicBezTo>
                <a:cubicBezTo>
                  <a:pt x="355828" y="108165"/>
                  <a:pt x="350409" y="109735"/>
                  <a:pt x="344666" y="109735"/>
                </a:cubicBezTo>
                <a:cubicBezTo>
                  <a:pt x="334991" y="109735"/>
                  <a:pt x="327256" y="106084"/>
                  <a:pt x="321462" y="98783"/>
                </a:cubicBezTo>
                <a:cubicBezTo>
                  <a:pt x="315667" y="91480"/>
                  <a:pt x="312770" y="82701"/>
                  <a:pt x="312770" y="72448"/>
                </a:cubicBezTo>
                <a:cubicBezTo>
                  <a:pt x="312770" y="62554"/>
                  <a:pt x="315409" y="53854"/>
                  <a:pt x="320686" y="46345"/>
                </a:cubicBezTo>
                <a:cubicBezTo>
                  <a:pt x="327049" y="37282"/>
                  <a:pt x="335819" y="32750"/>
                  <a:pt x="346994" y="32750"/>
                </a:cubicBezTo>
                <a:cubicBezTo>
                  <a:pt x="354496" y="32750"/>
                  <a:pt x="360459" y="34644"/>
                  <a:pt x="364882" y="38432"/>
                </a:cubicBezTo>
                <a:cubicBezTo>
                  <a:pt x="369306" y="42218"/>
                  <a:pt x="371518" y="46446"/>
                  <a:pt x="371518" y="51116"/>
                </a:cubicBezTo>
                <a:cubicBezTo>
                  <a:pt x="371518" y="54073"/>
                  <a:pt x="370625" y="56433"/>
                  <a:pt x="368840" y="58197"/>
                </a:cubicBezTo>
                <a:cubicBezTo>
                  <a:pt x="367055" y="59961"/>
                  <a:pt x="364714" y="60843"/>
                  <a:pt x="361817" y="60843"/>
                </a:cubicBezTo>
                <a:cubicBezTo>
                  <a:pt x="358764" y="60843"/>
                  <a:pt x="356242" y="59831"/>
                  <a:pt x="354250" y="57807"/>
                </a:cubicBezTo>
                <a:cubicBezTo>
                  <a:pt x="352258" y="55781"/>
                  <a:pt x="351030" y="52172"/>
                  <a:pt x="350564" y="46981"/>
                </a:cubicBezTo>
                <a:cubicBezTo>
                  <a:pt x="350254" y="43710"/>
                  <a:pt x="349503" y="41425"/>
                  <a:pt x="348313" y="40127"/>
                </a:cubicBezTo>
                <a:cubicBezTo>
                  <a:pt x="347124" y="38830"/>
                  <a:pt x="345727" y="38182"/>
                  <a:pt x="344123" y="38182"/>
                </a:cubicBezTo>
                <a:cubicBezTo>
                  <a:pt x="341639" y="38182"/>
                  <a:pt x="339518" y="39501"/>
                  <a:pt x="337759" y="42140"/>
                </a:cubicBezTo>
                <a:cubicBezTo>
                  <a:pt x="335069" y="46124"/>
                  <a:pt x="333724" y="52229"/>
                  <a:pt x="333724" y="60455"/>
                </a:cubicBezTo>
                <a:cubicBezTo>
                  <a:pt x="333724" y="67284"/>
                  <a:pt x="334810" y="73816"/>
                  <a:pt x="336983" y="80051"/>
                </a:cubicBezTo>
                <a:cubicBezTo>
                  <a:pt x="339156" y="86285"/>
                  <a:pt x="342131" y="90928"/>
                  <a:pt x="345908" y="93981"/>
                </a:cubicBezTo>
                <a:cubicBezTo>
                  <a:pt x="348753" y="96206"/>
                  <a:pt x="352116" y="97318"/>
                  <a:pt x="355996" y="97318"/>
                </a:cubicBezTo>
                <a:cubicBezTo>
                  <a:pt x="358532" y="97318"/>
                  <a:pt x="360937" y="96725"/>
                  <a:pt x="363214" y="95538"/>
                </a:cubicBezTo>
                <a:cubicBezTo>
                  <a:pt x="365490" y="94350"/>
                  <a:pt x="368181" y="92103"/>
                  <a:pt x="371285" y="88798"/>
                </a:cubicBezTo>
                <a:close/>
                <a:moveTo>
                  <a:pt x="411430" y="8226"/>
                </a:moveTo>
                <a:lnTo>
                  <a:pt x="411430" y="34923"/>
                </a:lnTo>
                <a:lnTo>
                  <a:pt x="428659" y="34923"/>
                </a:lnTo>
                <a:lnTo>
                  <a:pt x="428659" y="42528"/>
                </a:lnTo>
                <a:lnTo>
                  <a:pt x="411430" y="42528"/>
                </a:lnTo>
                <a:lnTo>
                  <a:pt x="411430" y="87428"/>
                </a:lnTo>
                <a:cubicBezTo>
                  <a:pt x="411430" y="91630"/>
                  <a:pt x="411624" y="94341"/>
                  <a:pt x="412012" y="95560"/>
                </a:cubicBezTo>
                <a:cubicBezTo>
                  <a:pt x="412400" y="96779"/>
                  <a:pt x="413086" y="97765"/>
                  <a:pt x="414069" y="98518"/>
                </a:cubicBezTo>
                <a:cubicBezTo>
                  <a:pt x="415052" y="99270"/>
                  <a:pt x="415957" y="99646"/>
                  <a:pt x="416785" y="99646"/>
                </a:cubicBezTo>
                <a:cubicBezTo>
                  <a:pt x="420148" y="99646"/>
                  <a:pt x="423330" y="97059"/>
                  <a:pt x="426331" y="91886"/>
                </a:cubicBezTo>
                <a:lnTo>
                  <a:pt x="428659" y="93610"/>
                </a:lnTo>
                <a:cubicBezTo>
                  <a:pt x="424468" y="103636"/>
                  <a:pt x="417665" y="108648"/>
                  <a:pt x="408249" y="108648"/>
                </a:cubicBezTo>
                <a:cubicBezTo>
                  <a:pt x="403644" y="108648"/>
                  <a:pt x="399751" y="107364"/>
                  <a:pt x="396569" y="104795"/>
                </a:cubicBezTo>
                <a:cubicBezTo>
                  <a:pt x="393387" y="102224"/>
                  <a:pt x="391356" y="99355"/>
                  <a:pt x="390477" y="96188"/>
                </a:cubicBezTo>
                <a:cubicBezTo>
                  <a:pt x="389959" y="94422"/>
                  <a:pt x="389701" y="89645"/>
                  <a:pt x="389701" y="81857"/>
                </a:cubicBezTo>
                <a:lnTo>
                  <a:pt x="389701" y="42528"/>
                </a:lnTo>
                <a:lnTo>
                  <a:pt x="380233" y="42528"/>
                </a:lnTo>
                <a:lnTo>
                  <a:pt x="380233" y="39805"/>
                </a:lnTo>
                <a:cubicBezTo>
                  <a:pt x="386752" y="35190"/>
                  <a:pt x="392301" y="30342"/>
                  <a:pt x="396879" y="25261"/>
                </a:cubicBezTo>
                <a:cubicBezTo>
                  <a:pt x="401458" y="20179"/>
                  <a:pt x="405455" y="14501"/>
                  <a:pt x="408869" y="8226"/>
                </a:cubicBezTo>
                <a:lnTo>
                  <a:pt x="411430" y="8226"/>
                </a:lnTo>
                <a:close/>
                <a:moveTo>
                  <a:pt x="453026" y="0"/>
                </a:moveTo>
                <a:cubicBezTo>
                  <a:pt x="456389" y="0"/>
                  <a:pt x="459234" y="1181"/>
                  <a:pt x="461562" y="3543"/>
                </a:cubicBezTo>
                <a:cubicBezTo>
                  <a:pt x="463891" y="5904"/>
                  <a:pt x="465055" y="8745"/>
                  <a:pt x="465055" y="12068"/>
                </a:cubicBezTo>
                <a:cubicBezTo>
                  <a:pt x="465055" y="15390"/>
                  <a:pt x="463878" y="18220"/>
                  <a:pt x="461524" y="20556"/>
                </a:cubicBezTo>
                <a:cubicBezTo>
                  <a:pt x="459170" y="22891"/>
                  <a:pt x="456337" y="24058"/>
                  <a:pt x="453026" y="24058"/>
                </a:cubicBezTo>
                <a:cubicBezTo>
                  <a:pt x="449715" y="24058"/>
                  <a:pt x="446895" y="22891"/>
                  <a:pt x="444567" y="20556"/>
                </a:cubicBezTo>
                <a:cubicBezTo>
                  <a:pt x="442238" y="18220"/>
                  <a:pt x="441074" y="15390"/>
                  <a:pt x="441074" y="12068"/>
                </a:cubicBezTo>
                <a:cubicBezTo>
                  <a:pt x="441074" y="8745"/>
                  <a:pt x="442238" y="5904"/>
                  <a:pt x="444567" y="3543"/>
                </a:cubicBezTo>
                <a:cubicBezTo>
                  <a:pt x="446895" y="1181"/>
                  <a:pt x="449715" y="0"/>
                  <a:pt x="453026" y="0"/>
                </a:cubicBezTo>
                <a:moveTo>
                  <a:pt x="463891" y="34923"/>
                </a:moveTo>
                <a:lnTo>
                  <a:pt x="463891" y="92506"/>
                </a:lnTo>
                <a:cubicBezTo>
                  <a:pt x="463891" y="97628"/>
                  <a:pt x="464486" y="100901"/>
                  <a:pt x="465675" y="102324"/>
                </a:cubicBezTo>
                <a:cubicBezTo>
                  <a:pt x="466865" y="103746"/>
                  <a:pt x="469194" y="104561"/>
                  <a:pt x="472660" y="104768"/>
                </a:cubicBezTo>
                <a:lnTo>
                  <a:pt x="472660" y="107562"/>
                </a:lnTo>
                <a:lnTo>
                  <a:pt x="433469" y="107562"/>
                </a:lnTo>
                <a:lnTo>
                  <a:pt x="433469" y="104768"/>
                </a:lnTo>
                <a:cubicBezTo>
                  <a:pt x="436677" y="104665"/>
                  <a:pt x="439057" y="103733"/>
                  <a:pt x="440609" y="101974"/>
                </a:cubicBezTo>
                <a:cubicBezTo>
                  <a:pt x="441643" y="100784"/>
                  <a:pt x="442161" y="97628"/>
                  <a:pt x="442161" y="92506"/>
                </a:cubicBezTo>
                <a:lnTo>
                  <a:pt x="442161" y="50133"/>
                </a:lnTo>
                <a:cubicBezTo>
                  <a:pt x="442161" y="44947"/>
                  <a:pt x="441566" y="41633"/>
                  <a:pt x="440376" y="40193"/>
                </a:cubicBezTo>
                <a:cubicBezTo>
                  <a:pt x="439186" y="38752"/>
                  <a:pt x="436884" y="37927"/>
                  <a:pt x="433469" y="37717"/>
                </a:cubicBezTo>
                <a:lnTo>
                  <a:pt x="433469" y="34923"/>
                </a:lnTo>
                <a:lnTo>
                  <a:pt x="463891" y="34923"/>
                </a:lnTo>
                <a:close/>
                <a:moveTo>
                  <a:pt x="513973" y="32750"/>
                </a:moveTo>
                <a:cubicBezTo>
                  <a:pt x="520285" y="32750"/>
                  <a:pt x="526157" y="34381"/>
                  <a:pt x="531589" y="37644"/>
                </a:cubicBezTo>
                <a:cubicBezTo>
                  <a:pt x="537022" y="40906"/>
                  <a:pt x="541148" y="45542"/>
                  <a:pt x="543967" y="51550"/>
                </a:cubicBezTo>
                <a:cubicBezTo>
                  <a:pt x="546787" y="57558"/>
                  <a:pt x="548197" y="64135"/>
                  <a:pt x="548197" y="71281"/>
                </a:cubicBezTo>
                <a:cubicBezTo>
                  <a:pt x="548197" y="81587"/>
                  <a:pt x="545584" y="90210"/>
                  <a:pt x="540359" y="97151"/>
                </a:cubicBezTo>
                <a:cubicBezTo>
                  <a:pt x="534047" y="105540"/>
                  <a:pt x="525329" y="109735"/>
                  <a:pt x="514206" y="109735"/>
                </a:cubicBezTo>
                <a:cubicBezTo>
                  <a:pt x="503289" y="109735"/>
                  <a:pt x="494882" y="105902"/>
                  <a:pt x="488984" y="98237"/>
                </a:cubicBezTo>
                <a:cubicBezTo>
                  <a:pt x="483085" y="90572"/>
                  <a:pt x="480136" y="81690"/>
                  <a:pt x="480136" y="71592"/>
                </a:cubicBezTo>
                <a:cubicBezTo>
                  <a:pt x="480136" y="61183"/>
                  <a:pt x="483150" y="52107"/>
                  <a:pt x="489178" y="44364"/>
                </a:cubicBezTo>
                <a:cubicBezTo>
                  <a:pt x="495205" y="36621"/>
                  <a:pt x="503470" y="32750"/>
                  <a:pt x="513973" y="32750"/>
                </a:cubicBezTo>
                <a:moveTo>
                  <a:pt x="514283" y="38182"/>
                </a:moveTo>
                <a:cubicBezTo>
                  <a:pt x="511645" y="38182"/>
                  <a:pt x="509381" y="39180"/>
                  <a:pt x="507493" y="41175"/>
                </a:cubicBezTo>
                <a:cubicBezTo>
                  <a:pt x="505604" y="43168"/>
                  <a:pt x="504362" y="47104"/>
                  <a:pt x="503768" y="52983"/>
                </a:cubicBezTo>
                <a:cubicBezTo>
                  <a:pt x="503173" y="58862"/>
                  <a:pt x="502875" y="67033"/>
                  <a:pt x="502875" y="77497"/>
                </a:cubicBezTo>
                <a:cubicBezTo>
                  <a:pt x="502875" y="83039"/>
                  <a:pt x="503237" y="88219"/>
                  <a:pt x="503962" y="93038"/>
                </a:cubicBezTo>
                <a:cubicBezTo>
                  <a:pt x="504531" y="96714"/>
                  <a:pt x="505746" y="99511"/>
                  <a:pt x="507609" y="101429"/>
                </a:cubicBezTo>
                <a:cubicBezTo>
                  <a:pt x="509472" y="103345"/>
                  <a:pt x="511593" y="104303"/>
                  <a:pt x="513973" y="104303"/>
                </a:cubicBezTo>
                <a:cubicBezTo>
                  <a:pt x="516301" y="104303"/>
                  <a:pt x="518241" y="103655"/>
                  <a:pt x="519793" y="102360"/>
                </a:cubicBezTo>
                <a:cubicBezTo>
                  <a:pt x="521811" y="100599"/>
                  <a:pt x="523156" y="98138"/>
                  <a:pt x="523829" y="94978"/>
                </a:cubicBezTo>
                <a:cubicBezTo>
                  <a:pt x="524863" y="90058"/>
                  <a:pt x="525381" y="80113"/>
                  <a:pt x="525381" y="65143"/>
                </a:cubicBezTo>
                <a:cubicBezTo>
                  <a:pt x="525381" y="56338"/>
                  <a:pt x="524889" y="50291"/>
                  <a:pt x="523906" y="47003"/>
                </a:cubicBezTo>
                <a:cubicBezTo>
                  <a:pt x="522923" y="43712"/>
                  <a:pt x="521475" y="41316"/>
                  <a:pt x="519560" y="39814"/>
                </a:cubicBezTo>
                <a:cubicBezTo>
                  <a:pt x="518215" y="38726"/>
                  <a:pt x="516456" y="38182"/>
                  <a:pt x="514283" y="38182"/>
                </a:cubicBezTo>
                <a:close/>
                <a:moveTo>
                  <a:pt x="588864" y="34923"/>
                </a:moveTo>
                <a:lnTo>
                  <a:pt x="588864" y="44391"/>
                </a:lnTo>
                <a:cubicBezTo>
                  <a:pt x="592589" y="40328"/>
                  <a:pt x="596159" y="37372"/>
                  <a:pt x="599573" y="35524"/>
                </a:cubicBezTo>
                <a:cubicBezTo>
                  <a:pt x="602988" y="33675"/>
                  <a:pt x="606661" y="32750"/>
                  <a:pt x="610593" y="32750"/>
                </a:cubicBezTo>
                <a:cubicBezTo>
                  <a:pt x="615301" y="32750"/>
                  <a:pt x="619208" y="34058"/>
                  <a:pt x="622312" y="36674"/>
                </a:cubicBezTo>
                <a:cubicBezTo>
                  <a:pt x="625416" y="39290"/>
                  <a:pt x="627486" y="42540"/>
                  <a:pt x="628520" y="46425"/>
                </a:cubicBezTo>
                <a:cubicBezTo>
                  <a:pt x="629348" y="49379"/>
                  <a:pt x="629762" y="55053"/>
                  <a:pt x="629762" y="63445"/>
                </a:cubicBezTo>
                <a:lnTo>
                  <a:pt x="629762" y="91730"/>
                </a:lnTo>
                <a:cubicBezTo>
                  <a:pt x="629762" y="97318"/>
                  <a:pt x="630266" y="100797"/>
                  <a:pt x="631275" y="102168"/>
                </a:cubicBezTo>
                <a:cubicBezTo>
                  <a:pt x="632284" y="103539"/>
                  <a:pt x="634392" y="104406"/>
                  <a:pt x="637600" y="104768"/>
                </a:cubicBezTo>
                <a:lnTo>
                  <a:pt x="637600" y="107562"/>
                </a:lnTo>
                <a:lnTo>
                  <a:pt x="600893" y="107562"/>
                </a:lnTo>
                <a:lnTo>
                  <a:pt x="600893" y="104768"/>
                </a:lnTo>
                <a:cubicBezTo>
                  <a:pt x="603635" y="104406"/>
                  <a:pt x="605601" y="103268"/>
                  <a:pt x="606791" y="101353"/>
                </a:cubicBezTo>
                <a:cubicBezTo>
                  <a:pt x="607618" y="100060"/>
                  <a:pt x="608032" y="96852"/>
                  <a:pt x="608032" y="91730"/>
                </a:cubicBezTo>
                <a:lnTo>
                  <a:pt x="608032" y="59446"/>
                </a:lnTo>
                <a:cubicBezTo>
                  <a:pt x="608032" y="53496"/>
                  <a:pt x="607799" y="49745"/>
                  <a:pt x="607334" y="48193"/>
                </a:cubicBezTo>
                <a:cubicBezTo>
                  <a:pt x="606868" y="46641"/>
                  <a:pt x="606079" y="45438"/>
                  <a:pt x="604967" y="44585"/>
                </a:cubicBezTo>
                <a:cubicBezTo>
                  <a:pt x="603854" y="43731"/>
                  <a:pt x="602626" y="43304"/>
                  <a:pt x="601281" y="43304"/>
                </a:cubicBezTo>
                <a:cubicBezTo>
                  <a:pt x="596831" y="43304"/>
                  <a:pt x="592692" y="46512"/>
                  <a:pt x="588864" y="52927"/>
                </a:cubicBezTo>
                <a:lnTo>
                  <a:pt x="588864" y="91730"/>
                </a:lnTo>
                <a:cubicBezTo>
                  <a:pt x="588864" y="97163"/>
                  <a:pt x="589368" y="100603"/>
                  <a:pt x="590377" y="102052"/>
                </a:cubicBezTo>
                <a:cubicBezTo>
                  <a:pt x="591386" y="103501"/>
                  <a:pt x="593261" y="104406"/>
                  <a:pt x="596003" y="104768"/>
                </a:cubicBezTo>
                <a:lnTo>
                  <a:pt x="596003" y="107562"/>
                </a:lnTo>
                <a:lnTo>
                  <a:pt x="559296" y="107562"/>
                </a:lnTo>
                <a:lnTo>
                  <a:pt x="559296" y="104768"/>
                </a:lnTo>
                <a:cubicBezTo>
                  <a:pt x="562348" y="104458"/>
                  <a:pt x="564521" y="103475"/>
                  <a:pt x="565815" y="101819"/>
                </a:cubicBezTo>
                <a:cubicBezTo>
                  <a:pt x="566694" y="100681"/>
                  <a:pt x="567134" y="97318"/>
                  <a:pt x="567134" y="91730"/>
                </a:cubicBezTo>
                <a:lnTo>
                  <a:pt x="567134" y="50754"/>
                </a:lnTo>
                <a:cubicBezTo>
                  <a:pt x="567134" y="45204"/>
                  <a:pt x="566629" y="41748"/>
                  <a:pt x="565621" y="40387"/>
                </a:cubicBezTo>
                <a:cubicBezTo>
                  <a:pt x="564612" y="39025"/>
                  <a:pt x="562503" y="38135"/>
                  <a:pt x="559296" y="37717"/>
                </a:cubicBezTo>
                <a:lnTo>
                  <a:pt x="559296" y="34923"/>
                </a:lnTo>
                <a:lnTo>
                  <a:pt x="588864" y="34923"/>
                </a:lnTo>
                <a:close/>
                <a:moveTo>
                  <a:pt x="724173" y="59601"/>
                </a:moveTo>
                <a:lnTo>
                  <a:pt x="724173" y="89247"/>
                </a:lnTo>
                <a:cubicBezTo>
                  <a:pt x="724173" y="94909"/>
                  <a:pt x="724522" y="98474"/>
                  <a:pt x="725221" y="99942"/>
                </a:cubicBezTo>
                <a:cubicBezTo>
                  <a:pt x="725919" y="101408"/>
                  <a:pt x="727148" y="102580"/>
                  <a:pt x="728907" y="103456"/>
                </a:cubicBezTo>
                <a:cubicBezTo>
                  <a:pt x="730666" y="104331"/>
                  <a:pt x="733951" y="104768"/>
                  <a:pt x="738763" y="104768"/>
                </a:cubicBezTo>
                <a:lnTo>
                  <a:pt x="738763" y="107562"/>
                </a:lnTo>
                <a:lnTo>
                  <a:pt x="684904" y="107562"/>
                </a:lnTo>
                <a:lnTo>
                  <a:pt x="684904" y="104768"/>
                </a:lnTo>
                <a:cubicBezTo>
                  <a:pt x="689768" y="104768"/>
                  <a:pt x="693066" y="104318"/>
                  <a:pt x="694799" y="103417"/>
                </a:cubicBezTo>
                <a:cubicBezTo>
                  <a:pt x="696532" y="102517"/>
                  <a:pt x="697748" y="101345"/>
                  <a:pt x="698447" y="99903"/>
                </a:cubicBezTo>
                <a:cubicBezTo>
                  <a:pt x="699145" y="98461"/>
                  <a:pt x="699494" y="94909"/>
                  <a:pt x="699494" y="89247"/>
                </a:cubicBezTo>
                <a:lnTo>
                  <a:pt x="699494" y="20643"/>
                </a:lnTo>
                <a:cubicBezTo>
                  <a:pt x="699494" y="14981"/>
                  <a:pt x="699145" y="11417"/>
                  <a:pt x="698447" y="9951"/>
                </a:cubicBezTo>
                <a:cubicBezTo>
                  <a:pt x="697748" y="8482"/>
                  <a:pt x="696519" y="7311"/>
                  <a:pt x="694760" y="6436"/>
                </a:cubicBezTo>
                <a:cubicBezTo>
                  <a:pt x="693001" y="5560"/>
                  <a:pt x="689716" y="5122"/>
                  <a:pt x="684904" y="5122"/>
                </a:cubicBezTo>
                <a:lnTo>
                  <a:pt x="684904" y="2328"/>
                </a:lnTo>
                <a:lnTo>
                  <a:pt x="733796" y="2328"/>
                </a:lnTo>
                <a:cubicBezTo>
                  <a:pt x="746523" y="2328"/>
                  <a:pt x="755836" y="3207"/>
                  <a:pt x="761734" y="4964"/>
                </a:cubicBezTo>
                <a:cubicBezTo>
                  <a:pt x="767632" y="6722"/>
                  <a:pt x="772444" y="9965"/>
                  <a:pt x="776169" y="14694"/>
                </a:cubicBezTo>
                <a:cubicBezTo>
                  <a:pt x="779894" y="19423"/>
                  <a:pt x="781757" y="24967"/>
                  <a:pt x="781757" y="31324"/>
                </a:cubicBezTo>
                <a:cubicBezTo>
                  <a:pt x="781757" y="39078"/>
                  <a:pt x="778963" y="45488"/>
                  <a:pt x="773375" y="50553"/>
                </a:cubicBezTo>
                <a:cubicBezTo>
                  <a:pt x="769805" y="53758"/>
                  <a:pt x="764813" y="56161"/>
                  <a:pt x="758397" y="57763"/>
                </a:cubicBezTo>
                <a:lnTo>
                  <a:pt x="783697" y="93472"/>
                </a:lnTo>
                <a:cubicBezTo>
                  <a:pt x="787008" y="98031"/>
                  <a:pt x="789362" y="100874"/>
                  <a:pt x="790759" y="102001"/>
                </a:cubicBezTo>
                <a:cubicBezTo>
                  <a:pt x="792880" y="103589"/>
                  <a:pt x="795338" y="104459"/>
                  <a:pt x="798132" y="104613"/>
                </a:cubicBezTo>
                <a:lnTo>
                  <a:pt x="798132" y="107562"/>
                </a:lnTo>
                <a:lnTo>
                  <a:pt x="764994" y="107562"/>
                </a:lnTo>
                <a:lnTo>
                  <a:pt x="731080" y="59601"/>
                </a:lnTo>
                <a:lnTo>
                  <a:pt x="724173" y="59601"/>
                </a:lnTo>
                <a:moveTo>
                  <a:pt x="724173" y="8226"/>
                </a:moveTo>
                <a:lnTo>
                  <a:pt x="724173" y="54014"/>
                </a:lnTo>
                <a:lnTo>
                  <a:pt x="728597" y="54014"/>
                </a:lnTo>
                <a:cubicBezTo>
                  <a:pt x="735788" y="54014"/>
                  <a:pt x="741169" y="53359"/>
                  <a:pt x="744739" y="52049"/>
                </a:cubicBezTo>
                <a:cubicBezTo>
                  <a:pt x="748308" y="50738"/>
                  <a:pt x="751115" y="48374"/>
                  <a:pt x="753159" y="44958"/>
                </a:cubicBezTo>
                <a:cubicBezTo>
                  <a:pt x="755202" y="41540"/>
                  <a:pt x="756224" y="37082"/>
                  <a:pt x="756224" y="31583"/>
                </a:cubicBezTo>
                <a:cubicBezTo>
                  <a:pt x="756224" y="23617"/>
                  <a:pt x="754349" y="17733"/>
                  <a:pt x="750598" y="13930"/>
                </a:cubicBezTo>
                <a:cubicBezTo>
                  <a:pt x="746847" y="10128"/>
                  <a:pt x="740807" y="8226"/>
                  <a:pt x="732477" y="8226"/>
                </a:cubicBezTo>
                <a:lnTo>
                  <a:pt x="724173" y="8226"/>
                </a:lnTo>
                <a:close/>
                <a:moveTo>
                  <a:pt x="863526" y="68604"/>
                </a:moveTo>
                <a:lnTo>
                  <a:pt x="823714" y="68604"/>
                </a:lnTo>
                <a:cubicBezTo>
                  <a:pt x="824180" y="78253"/>
                  <a:pt x="826741" y="85878"/>
                  <a:pt x="831397" y="91481"/>
                </a:cubicBezTo>
                <a:cubicBezTo>
                  <a:pt x="834967" y="95786"/>
                  <a:pt x="839261" y="97939"/>
                  <a:pt x="844280" y="97939"/>
                </a:cubicBezTo>
                <a:cubicBezTo>
                  <a:pt x="847384" y="97939"/>
                  <a:pt x="850203" y="97072"/>
                  <a:pt x="852739" y="95339"/>
                </a:cubicBezTo>
                <a:cubicBezTo>
                  <a:pt x="855274" y="93606"/>
                  <a:pt x="857990" y="90489"/>
                  <a:pt x="860887" y="85987"/>
                </a:cubicBezTo>
                <a:lnTo>
                  <a:pt x="863526" y="87695"/>
                </a:lnTo>
                <a:cubicBezTo>
                  <a:pt x="859594" y="95714"/>
                  <a:pt x="855248" y="101392"/>
                  <a:pt x="850488" y="104729"/>
                </a:cubicBezTo>
                <a:cubicBezTo>
                  <a:pt x="845728" y="108066"/>
                  <a:pt x="840218" y="109735"/>
                  <a:pt x="833958" y="109735"/>
                </a:cubicBezTo>
                <a:cubicBezTo>
                  <a:pt x="823197" y="109735"/>
                  <a:pt x="815048" y="105592"/>
                  <a:pt x="809512" y="97306"/>
                </a:cubicBezTo>
                <a:cubicBezTo>
                  <a:pt x="805063" y="90625"/>
                  <a:pt x="802838" y="82339"/>
                  <a:pt x="802838" y="72448"/>
                </a:cubicBezTo>
                <a:cubicBezTo>
                  <a:pt x="802838" y="60328"/>
                  <a:pt x="806110" y="50682"/>
                  <a:pt x="812655" y="43510"/>
                </a:cubicBezTo>
                <a:cubicBezTo>
                  <a:pt x="819200" y="36337"/>
                  <a:pt x="826870" y="32750"/>
                  <a:pt x="835665" y="32750"/>
                </a:cubicBezTo>
                <a:cubicBezTo>
                  <a:pt x="843012" y="32750"/>
                  <a:pt x="849389" y="35763"/>
                  <a:pt x="854795" y="41791"/>
                </a:cubicBezTo>
                <a:cubicBezTo>
                  <a:pt x="860202" y="47818"/>
                  <a:pt x="863112" y="56756"/>
                  <a:pt x="863526" y="68604"/>
                </a:cubicBezTo>
                <a:moveTo>
                  <a:pt x="844435" y="63482"/>
                </a:moveTo>
                <a:cubicBezTo>
                  <a:pt x="844435" y="55152"/>
                  <a:pt x="843982" y="49435"/>
                  <a:pt x="843077" y="46331"/>
                </a:cubicBezTo>
                <a:cubicBezTo>
                  <a:pt x="842171" y="43227"/>
                  <a:pt x="840761" y="40873"/>
                  <a:pt x="838847" y="39269"/>
                </a:cubicBezTo>
                <a:cubicBezTo>
                  <a:pt x="837761" y="38337"/>
                  <a:pt x="836312" y="37872"/>
                  <a:pt x="834501" y="37872"/>
                </a:cubicBezTo>
                <a:cubicBezTo>
                  <a:pt x="831811" y="37872"/>
                  <a:pt x="829612" y="39191"/>
                  <a:pt x="827905" y="41830"/>
                </a:cubicBezTo>
                <a:cubicBezTo>
                  <a:pt x="824852" y="46434"/>
                  <a:pt x="823326" y="52746"/>
                  <a:pt x="823326" y="60766"/>
                </a:cubicBezTo>
                <a:lnTo>
                  <a:pt x="823326" y="63482"/>
                </a:lnTo>
                <a:lnTo>
                  <a:pt x="844435" y="63482"/>
                </a:lnTo>
                <a:close/>
                <a:moveTo>
                  <a:pt x="918494" y="33060"/>
                </a:moveTo>
                <a:lnTo>
                  <a:pt x="919658" y="57894"/>
                </a:lnTo>
                <a:lnTo>
                  <a:pt x="917020" y="57894"/>
                </a:lnTo>
                <a:cubicBezTo>
                  <a:pt x="913864" y="50488"/>
                  <a:pt x="910591" y="45429"/>
                  <a:pt x="907202" y="42717"/>
                </a:cubicBezTo>
                <a:cubicBezTo>
                  <a:pt x="903814" y="40004"/>
                  <a:pt x="900438" y="38648"/>
                  <a:pt x="897075" y="38648"/>
                </a:cubicBezTo>
                <a:cubicBezTo>
                  <a:pt x="894954" y="38648"/>
                  <a:pt x="893143" y="39359"/>
                  <a:pt x="891642" y="40782"/>
                </a:cubicBezTo>
                <a:cubicBezTo>
                  <a:pt x="890142" y="42205"/>
                  <a:pt x="889392" y="43847"/>
                  <a:pt x="889392" y="45710"/>
                </a:cubicBezTo>
                <a:cubicBezTo>
                  <a:pt x="889392" y="47107"/>
                  <a:pt x="889909" y="48452"/>
                  <a:pt x="890944" y="49745"/>
                </a:cubicBezTo>
                <a:cubicBezTo>
                  <a:pt x="892600" y="51867"/>
                  <a:pt x="897230" y="55501"/>
                  <a:pt x="904835" y="60649"/>
                </a:cubicBezTo>
                <a:cubicBezTo>
                  <a:pt x="912441" y="65797"/>
                  <a:pt x="917446" y="70169"/>
                  <a:pt x="919852" y="73765"/>
                </a:cubicBezTo>
                <a:cubicBezTo>
                  <a:pt x="922258" y="77360"/>
                  <a:pt x="923461" y="81383"/>
                  <a:pt x="923461" y="85832"/>
                </a:cubicBezTo>
                <a:cubicBezTo>
                  <a:pt x="923461" y="89868"/>
                  <a:pt x="922452" y="93826"/>
                  <a:pt x="920434" y="97706"/>
                </a:cubicBezTo>
                <a:cubicBezTo>
                  <a:pt x="918417" y="101586"/>
                  <a:pt x="915571" y="104561"/>
                  <a:pt x="911898" y="106631"/>
                </a:cubicBezTo>
                <a:cubicBezTo>
                  <a:pt x="908224" y="108700"/>
                  <a:pt x="904163" y="109735"/>
                  <a:pt x="899713" y="109735"/>
                </a:cubicBezTo>
                <a:cubicBezTo>
                  <a:pt x="896247" y="109735"/>
                  <a:pt x="891617" y="108628"/>
                  <a:pt x="885822" y="106415"/>
                </a:cubicBezTo>
                <a:cubicBezTo>
                  <a:pt x="884270" y="105834"/>
                  <a:pt x="883209" y="105544"/>
                  <a:pt x="882640" y="105544"/>
                </a:cubicBezTo>
                <a:cubicBezTo>
                  <a:pt x="880933" y="105544"/>
                  <a:pt x="879510" y="106838"/>
                  <a:pt x="878372" y="109425"/>
                </a:cubicBezTo>
                <a:lnTo>
                  <a:pt x="875811" y="109425"/>
                </a:lnTo>
                <a:lnTo>
                  <a:pt x="874569" y="83349"/>
                </a:lnTo>
                <a:lnTo>
                  <a:pt x="877208" y="83349"/>
                </a:lnTo>
                <a:cubicBezTo>
                  <a:pt x="879536" y="90178"/>
                  <a:pt x="882731" y="95300"/>
                  <a:pt x="886792" y="98715"/>
                </a:cubicBezTo>
                <a:cubicBezTo>
                  <a:pt x="890853" y="102130"/>
                  <a:pt x="894695" y="103837"/>
                  <a:pt x="898317" y="103837"/>
                </a:cubicBezTo>
                <a:cubicBezTo>
                  <a:pt x="900800" y="103837"/>
                  <a:pt x="902831" y="103074"/>
                  <a:pt x="904409" y="101547"/>
                </a:cubicBezTo>
                <a:cubicBezTo>
                  <a:pt x="905987" y="100021"/>
                  <a:pt x="906776" y="98172"/>
                  <a:pt x="906776" y="95999"/>
                </a:cubicBezTo>
                <a:cubicBezTo>
                  <a:pt x="906776" y="93515"/>
                  <a:pt x="906000" y="91368"/>
                  <a:pt x="904447" y="89557"/>
                </a:cubicBezTo>
                <a:cubicBezTo>
                  <a:pt x="902895" y="87747"/>
                  <a:pt x="899429" y="85004"/>
                  <a:pt x="894048" y="81331"/>
                </a:cubicBezTo>
                <a:cubicBezTo>
                  <a:pt x="886132" y="75847"/>
                  <a:pt x="881010" y="71656"/>
                  <a:pt x="878682" y="68759"/>
                </a:cubicBezTo>
                <a:cubicBezTo>
                  <a:pt x="875268" y="64516"/>
                  <a:pt x="873560" y="59834"/>
                  <a:pt x="873560" y="54712"/>
                </a:cubicBezTo>
                <a:cubicBezTo>
                  <a:pt x="873560" y="49125"/>
                  <a:pt x="875487" y="44067"/>
                  <a:pt x="879342" y="39540"/>
                </a:cubicBezTo>
                <a:cubicBezTo>
                  <a:pt x="883196" y="35013"/>
                  <a:pt x="888771" y="32750"/>
                  <a:pt x="896066" y="32750"/>
                </a:cubicBezTo>
                <a:cubicBezTo>
                  <a:pt x="899998" y="32750"/>
                  <a:pt x="903801" y="33744"/>
                  <a:pt x="907474" y="35733"/>
                </a:cubicBezTo>
                <a:cubicBezTo>
                  <a:pt x="908871" y="36538"/>
                  <a:pt x="910009" y="36940"/>
                  <a:pt x="910889" y="36940"/>
                </a:cubicBezTo>
                <a:cubicBezTo>
                  <a:pt x="911820" y="36940"/>
                  <a:pt x="912570" y="36746"/>
                  <a:pt x="913139" y="36358"/>
                </a:cubicBezTo>
                <a:cubicBezTo>
                  <a:pt x="913708" y="35970"/>
                  <a:pt x="914614" y="34871"/>
                  <a:pt x="915856" y="33060"/>
                </a:cubicBezTo>
                <a:lnTo>
                  <a:pt x="918494" y="33060"/>
                </a:lnTo>
                <a:close/>
                <a:moveTo>
                  <a:pt x="1004535" y="34923"/>
                </a:moveTo>
                <a:lnTo>
                  <a:pt x="1004535" y="91730"/>
                </a:lnTo>
                <a:cubicBezTo>
                  <a:pt x="1004535" y="97300"/>
                  <a:pt x="1005052" y="100775"/>
                  <a:pt x="1006087" y="102154"/>
                </a:cubicBezTo>
                <a:cubicBezTo>
                  <a:pt x="1007122" y="103533"/>
                  <a:pt x="1009217" y="104404"/>
                  <a:pt x="1012373" y="104768"/>
                </a:cubicBezTo>
                <a:lnTo>
                  <a:pt x="1012373" y="107562"/>
                </a:lnTo>
                <a:lnTo>
                  <a:pt x="982805" y="107562"/>
                </a:lnTo>
                <a:lnTo>
                  <a:pt x="982805" y="97861"/>
                </a:lnTo>
                <a:cubicBezTo>
                  <a:pt x="979339" y="102000"/>
                  <a:pt x="975872" y="105014"/>
                  <a:pt x="972406" y="106902"/>
                </a:cubicBezTo>
                <a:cubicBezTo>
                  <a:pt x="968940" y="108791"/>
                  <a:pt x="965059" y="109735"/>
                  <a:pt x="960765" y="109735"/>
                </a:cubicBezTo>
                <a:cubicBezTo>
                  <a:pt x="956678" y="109735"/>
                  <a:pt x="953043" y="108480"/>
                  <a:pt x="949861" y="105971"/>
                </a:cubicBezTo>
                <a:cubicBezTo>
                  <a:pt x="946680" y="103462"/>
                  <a:pt x="944545" y="100526"/>
                  <a:pt x="943459" y="97163"/>
                </a:cubicBezTo>
                <a:cubicBezTo>
                  <a:pt x="942373" y="93800"/>
                  <a:pt x="941829" y="87928"/>
                  <a:pt x="941829" y="79546"/>
                </a:cubicBezTo>
                <a:lnTo>
                  <a:pt x="941829" y="50754"/>
                </a:lnTo>
                <a:cubicBezTo>
                  <a:pt x="941829" y="45204"/>
                  <a:pt x="941325" y="41748"/>
                  <a:pt x="940316" y="40387"/>
                </a:cubicBezTo>
                <a:cubicBezTo>
                  <a:pt x="939307" y="39025"/>
                  <a:pt x="937199" y="38135"/>
                  <a:pt x="933991" y="37717"/>
                </a:cubicBezTo>
                <a:lnTo>
                  <a:pt x="933991" y="34923"/>
                </a:lnTo>
                <a:lnTo>
                  <a:pt x="963559" y="34923"/>
                </a:lnTo>
                <a:lnTo>
                  <a:pt x="963559" y="84574"/>
                </a:lnTo>
                <a:cubicBezTo>
                  <a:pt x="963559" y="89754"/>
                  <a:pt x="963805" y="93095"/>
                  <a:pt x="964296" y="94597"/>
                </a:cubicBezTo>
                <a:cubicBezTo>
                  <a:pt x="964788" y="96099"/>
                  <a:pt x="965564" y="97239"/>
                  <a:pt x="966624" y="98016"/>
                </a:cubicBezTo>
                <a:cubicBezTo>
                  <a:pt x="967685" y="98792"/>
                  <a:pt x="968914" y="99181"/>
                  <a:pt x="970311" y="99181"/>
                </a:cubicBezTo>
                <a:cubicBezTo>
                  <a:pt x="972173" y="99181"/>
                  <a:pt x="973855" y="98689"/>
                  <a:pt x="975355" y="97706"/>
                </a:cubicBezTo>
                <a:cubicBezTo>
                  <a:pt x="977425" y="96361"/>
                  <a:pt x="979908" y="93645"/>
                  <a:pt x="982805" y="89557"/>
                </a:cubicBezTo>
                <a:lnTo>
                  <a:pt x="982805" y="50754"/>
                </a:lnTo>
                <a:cubicBezTo>
                  <a:pt x="982805" y="45204"/>
                  <a:pt x="982301" y="41748"/>
                  <a:pt x="981292" y="40387"/>
                </a:cubicBezTo>
                <a:cubicBezTo>
                  <a:pt x="980283" y="39025"/>
                  <a:pt x="978175" y="38135"/>
                  <a:pt x="974967" y="37717"/>
                </a:cubicBezTo>
                <a:lnTo>
                  <a:pt x="974967" y="34923"/>
                </a:lnTo>
                <a:lnTo>
                  <a:pt x="1004535" y="34923"/>
                </a:lnTo>
                <a:close/>
                <a:moveTo>
                  <a:pt x="1051230" y="2328"/>
                </a:moveTo>
                <a:lnTo>
                  <a:pt x="1051230" y="92506"/>
                </a:lnTo>
                <a:cubicBezTo>
                  <a:pt x="1051230" y="97628"/>
                  <a:pt x="1051825" y="100901"/>
                  <a:pt x="1053014" y="102324"/>
                </a:cubicBezTo>
                <a:cubicBezTo>
                  <a:pt x="1054204" y="103746"/>
                  <a:pt x="1056533" y="104561"/>
                  <a:pt x="1059999" y="104768"/>
                </a:cubicBezTo>
                <a:lnTo>
                  <a:pt x="1059999" y="107562"/>
                </a:lnTo>
                <a:lnTo>
                  <a:pt x="1020808" y="107562"/>
                </a:lnTo>
                <a:lnTo>
                  <a:pt x="1020808" y="104768"/>
                </a:lnTo>
                <a:cubicBezTo>
                  <a:pt x="1024016" y="104665"/>
                  <a:pt x="1026396" y="103733"/>
                  <a:pt x="1027948" y="101974"/>
                </a:cubicBezTo>
                <a:cubicBezTo>
                  <a:pt x="1028982" y="100784"/>
                  <a:pt x="1029500" y="97628"/>
                  <a:pt x="1029500" y="92506"/>
                </a:cubicBezTo>
                <a:lnTo>
                  <a:pt x="1029500" y="17384"/>
                </a:lnTo>
                <a:cubicBezTo>
                  <a:pt x="1029500" y="12281"/>
                  <a:pt x="1028905" y="9014"/>
                  <a:pt x="1027715" y="7584"/>
                </a:cubicBezTo>
                <a:cubicBezTo>
                  <a:pt x="1026525" y="6151"/>
                  <a:pt x="1024223" y="5331"/>
                  <a:pt x="1020808" y="5122"/>
                </a:cubicBezTo>
                <a:lnTo>
                  <a:pt x="1020808" y="2328"/>
                </a:lnTo>
                <a:lnTo>
                  <a:pt x="1051230" y="2328"/>
                </a:lnTo>
                <a:close/>
                <a:moveTo>
                  <a:pt x="1095804" y="8226"/>
                </a:moveTo>
                <a:lnTo>
                  <a:pt x="1095804" y="34923"/>
                </a:lnTo>
                <a:lnTo>
                  <a:pt x="1113032" y="34923"/>
                </a:lnTo>
                <a:lnTo>
                  <a:pt x="1113032" y="42528"/>
                </a:lnTo>
                <a:lnTo>
                  <a:pt x="1095804" y="42528"/>
                </a:lnTo>
                <a:lnTo>
                  <a:pt x="1095804" y="87428"/>
                </a:lnTo>
                <a:cubicBezTo>
                  <a:pt x="1095804" y="91630"/>
                  <a:pt x="1095998" y="94341"/>
                  <a:pt x="1096386" y="95560"/>
                </a:cubicBezTo>
                <a:cubicBezTo>
                  <a:pt x="1096774" y="96779"/>
                  <a:pt x="1097460" y="97765"/>
                  <a:pt x="1098443" y="98518"/>
                </a:cubicBezTo>
                <a:cubicBezTo>
                  <a:pt x="1099426" y="99270"/>
                  <a:pt x="1100331" y="99646"/>
                  <a:pt x="1101159" y="99646"/>
                </a:cubicBezTo>
                <a:cubicBezTo>
                  <a:pt x="1104522" y="99646"/>
                  <a:pt x="1107704" y="97059"/>
                  <a:pt x="1110704" y="91886"/>
                </a:cubicBezTo>
                <a:lnTo>
                  <a:pt x="1113032" y="93610"/>
                </a:lnTo>
                <a:cubicBezTo>
                  <a:pt x="1108842" y="103636"/>
                  <a:pt x="1102038" y="108648"/>
                  <a:pt x="1092622" y="108648"/>
                </a:cubicBezTo>
                <a:cubicBezTo>
                  <a:pt x="1088017" y="108648"/>
                  <a:pt x="1084124" y="107364"/>
                  <a:pt x="1080942" y="104795"/>
                </a:cubicBezTo>
                <a:cubicBezTo>
                  <a:pt x="1077761" y="102224"/>
                  <a:pt x="1075730" y="99355"/>
                  <a:pt x="1074850" y="96188"/>
                </a:cubicBezTo>
                <a:cubicBezTo>
                  <a:pt x="1074333" y="94422"/>
                  <a:pt x="1074074" y="89645"/>
                  <a:pt x="1074074" y="81857"/>
                </a:cubicBezTo>
                <a:lnTo>
                  <a:pt x="1074074" y="42528"/>
                </a:lnTo>
                <a:lnTo>
                  <a:pt x="1064606" y="42528"/>
                </a:lnTo>
                <a:lnTo>
                  <a:pt x="1064606" y="39805"/>
                </a:lnTo>
                <a:cubicBezTo>
                  <a:pt x="1071125" y="35190"/>
                  <a:pt x="1076674" y="30342"/>
                  <a:pt x="1081253" y="25261"/>
                </a:cubicBezTo>
                <a:cubicBezTo>
                  <a:pt x="1085832" y="20179"/>
                  <a:pt x="1089828" y="14501"/>
                  <a:pt x="1093243" y="8226"/>
                </a:cubicBezTo>
                <a:lnTo>
                  <a:pt x="1095804" y="8226"/>
                </a:lnTo>
                <a:close/>
                <a:moveTo>
                  <a:pt x="1165801" y="33060"/>
                </a:moveTo>
                <a:lnTo>
                  <a:pt x="1166965" y="57894"/>
                </a:lnTo>
                <a:lnTo>
                  <a:pt x="1164327" y="57894"/>
                </a:lnTo>
                <a:cubicBezTo>
                  <a:pt x="1161171" y="50488"/>
                  <a:pt x="1157898" y="45429"/>
                  <a:pt x="1154510" y="42717"/>
                </a:cubicBezTo>
                <a:cubicBezTo>
                  <a:pt x="1151121" y="40004"/>
                  <a:pt x="1147745" y="38648"/>
                  <a:pt x="1144382" y="38648"/>
                </a:cubicBezTo>
                <a:cubicBezTo>
                  <a:pt x="1142261" y="38648"/>
                  <a:pt x="1140450" y="39359"/>
                  <a:pt x="1138950" y="40782"/>
                </a:cubicBezTo>
                <a:cubicBezTo>
                  <a:pt x="1137449" y="42205"/>
                  <a:pt x="1136699" y="43847"/>
                  <a:pt x="1136699" y="45710"/>
                </a:cubicBezTo>
                <a:cubicBezTo>
                  <a:pt x="1136699" y="47107"/>
                  <a:pt x="1137216" y="48452"/>
                  <a:pt x="1138251" y="49745"/>
                </a:cubicBezTo>
                <a:cubicBezTo>
                  <a:pt x="1139907" y="51867"/>
                  <a:pt x="1144537" y="55501"/>
                  <a:pt x="1152143" y="60649"/>
                </a:cubicBezTo>
                <a:cubicBezTo>
                  <a:pt x="1159748" y="65797"/>
                  <a:pt x="1164754" y="70169"/>
                  <a:pt x="1167159" y="73765"/>
                </a:cubicBezTo>
                <a:cubicBezTo>
                  <a:pt x="1169565" y="77360"/>
                  <a:pt x="1170768" y="81383"/>
                  <a:pt x="1170768" y="85832"/>
                </a:cubicBezTo>
                <a:cubicBezTo>
                  <a:pt x="1170768" y="89868"/>
                  <a:pt x="1169759" y="93826"/>
                  <a:pt x="1167741" y="97706"/>
                </a:cubicBezTo>
                <a:cubicBezTo>
                  <a:pt x="1165724" y="101586"/>
                  <a:pt x="1162878" y="104561"/>
                  <a:pt x="1159205" y="106631"/>
                </a:cubicBezTo>
                <a:cubicBezTo>
                  <a:pt x="1155531" y="108700"/>
                  <a:pt x="1151470" y="109735"/>
                  <a:pt x="1147021" y="109735"/>
                </a:cubicBezTo>
                <a:cubicBezTo>
                  <a:pt x="1143554" y="109735"/>
                  <a:pt x="1138924" y="108628"/>
                  <a:pt x="1133129" y="106415"/>
                </a:cubicBezTo>
                <a:cubicBezTo>
                  <a:pt x="1131577" y="105834"/>
                  <a:pt x="1130516" y="105544"/>
                  <a:pt x="1129947" y="105544"/>
                </a:cubicBezTo>
                <a:cubicBezTo>
                  <a:pt x="1128240" y="105544"/>
                  <a:pt x="1126817" y="106838"/>
                  <a:pt x="1125679" y="109425"/>
                </a:cubicBezTo>
                <a:lnTo>
                  <a:pt x="1123118" y="109425"/>
                </a:lnTo>
                <a:lnTo>
                  <a:pt x="1121876" y="83349"/>
                </a:lnTo>
                <a:lnTo>
                  <a:pt x="1124515" y="83349"/>
                </a:lnTo>
                <a:cubicBezTo>
                  <a:pt x="1126843" y="90178"/>
                  <a:pt x="1130038" y="95300"/>
                  <a:pt x="1134099" y="98715"/>
                </a:cubicBezTo>
                <a:cubicBezTo>
                  <a:pt x="1138161" y="102130"/>
                  <a:pt x="1142002" y="103837"/>
                  <a:pt x="1145624" y="103837"/>
                </a:cubicBezTo>
                <a:cubicBezTo>
                  <a:pt x="1148107" y="103837"/>
                  <a:pt x="1150138" y="103074"/>
                  <a:pt x="1151716" y="101547"/>
                </a:cubicBezTo>
                <a:cubicBezTo>
                  <a:pt x="1153294" y="100021"/>
                  <a:pt x="1154083" y="98172"/>
                  <a:pt x="1154083" y="95999"/>
                </a:cubicBezTo>
                <a:cubicBezTo>
                  <a:pt x="1154083" y="93515"/>
                  <a:pt x="1153307" y="91368"/>
                  <a:pt x="1151755" y="89557"/>
                </a:cubicBezTo>
                <a:cubicBezTo>
                  <a:pt x="1150203" y="87747"/>
                  <a:pt x="1146736" y="85004"/>
                  <a:pt x="1141355" y="81331"/>
                </a:cubicBezTo>
                <a:cubicBezTo>
                  <a:pt x="1133440" y="75847"/>
                  <a:pt x="1128318" y="71656"/>
                  <a:pt x="1125989" y="68759"/>
                </a:cubicBezTo>
                <a:cubicBezTo>
                  <a:pt x="1122575" y="64516"/>
                  <a:pt x="1120867" y="59834"/>
                  <a:pt x="1120867" y="54712"/>
                </a:cubicBezTo>
                <a:cubicBezTo>
                  <a:pt x="1120867" y="49125"/>
                  <a:pt x="1122795" y="44067"/>
                  <a:pt x="1126649" y="39540"/>
                </a:cubicBezTo>
                <a:cubicBezTo>
                  <a:pt x="1130504" y="35013"/>
                  <a:pt x="1136078" y="32750"/>
                  <a:pt x="1143373" y="32750"/>
                </a:cubicBezTo>
                <a:cubicBezTo>
                  <a:pt x="1147305" y="32750"/>
                  <a:pt x="1151108" y="33744"/>
                  <a:pt x="1154781" y="35733"/>
                </a:cubicBezTo>
                <a:cubicBezTo>
                  <a:pt x="1156178" y="36538"/>
                  <a:pt x="1157316" y="36940"/>
                  <a:pt x="1158196" y="36940"/>
                </a:cubicBezTo>
                <a:cubicBezTo>
                  <a:pt x="1159127" y="36940"/>
                  <a:pt x="1159877" y="36746"/>
                  <a:pt x="1160447" y="36358"/>
                </a:cubicBezTo>
                <a:cubicBezTo>
                  <a:pt x="1161016" y="35970"/>
                  <a:pt x="1161921" y="34871"/>
                  <a:pt x="1163163" y="33060"/>
                </a:cubicBezTo>
                <a:lnTo>
                  <a:pt x="1165801" y="33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Binaries">
            <a:extLst xmlns:a="http://schemas.openxmlformats.org/drawingml/2006/main">
              <a:ext uri="{FF2B5EF4-FFF2-40B4-BE49-F238E27FC236}">
                <a16:creationId xmlns:a16="http://schemas.microsoft.com/office/drawing/2014/main" id="{4CEB8139-2475-4F3A-8148-69099A46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0" y="1049978"/>
            <a:ext cx="556205" cy="109735"/>
          </a:xfrm>
          <a:custGeom xmlns:a="http://schemas.openxmlformats.org/drawingml/2006/main">
            <a:pathLst>
              <a:path w="556205" h="109735">
                <a:moveTo>
                  <a:pt x="67362" y="51763"/>
                </a:moveTo>
                <a:cubicBezTo>
                  <a:pt x="77347" y="54091"/>
                  <a:pt x="84358" y="56911"/>
                  <a:pt x="88393" y="60222"/>
                </a:cubicBezTo>
                <a:cubicBezTo>
                  <a:pt x="94188" y="64930"/>
                  <a:pt x="97085" y="71035"/>
                  <a:pt x="97085" y="78537"/>
                </a:cubicBezTo>
                <a:cubicBezTo>
                  <a:pt x="97085" y="86453"/>
                  <a:pt x="93903" y="92998"/>
                  <a:pt x="87540" y="98172"/>
                </a:cubicBezTo>
                <a:cubicBezTo>
                  <a:pt x="79727" y="104432"/>
                  <a:pt x="68371" y="107562"/>
                  <a:pt x="53471" y="107562"/>
                </a:cubicBezTo>
                <a:lnTo>
                  <a:pt x="0" y="107562"/>
                </a:lnTo>
                <a:lnTo>
                  <a:pt x="0" y="104768"/>
                </a:lnTo>
                <a:cubicBezTo>
                  <a:pt x="4863" y="104768"/>
                  <a:pt x="8162" y="104313"/>
                  <a:pt x="9895" y="103403"/>
                </a:cubicBezTo>
                <a:cubicBezTo>
                  <a:pt x="11628" y="102493"/>
                  <a:pt x="12844" y="101310"/>
                  <a:pt x="13542" y="99855"/>
                </a:cubicBezTo>
                <a:cubicBezTo>
                  <a:pt x="14241" y="98400"/>
                  <a:pt x="14590" y="94812"/>
                  <a:pt x="14590" y="89092"/>
                </a:cubicBezTo>
                <a:lnTo>
                  <a:pt x="14590" y="20798"/>
                </a:lnTo>
                <a:cubicBezTo>
                  <a:pt x="14590" y="15078"/>
                  <a:pt x="14241" y="11478"/>
                  <a:pt x="13542" y="9997"/>
                </a:cubicBezTo>
                <a:cubicBezTo>
                  <a:pt x="12844" y="8514"/>
                  <a:pt x="11615" y="7331"/>
                  <a:pt x="9856" y="6449"/>
                </a:cubicBezTo>
                <a:cubicBezTo>
                  <a:pt x="8097" y="5564"/>
                  <a:pt x="4812" y="5122"/>
                  <a:pt x="0" y="5122"/>
                </a:cubicBezTo>
                <a:lnTo>
                  <a:pt x="0" y="2328"/>
                </a:lnTo>
                <a:lnTo>
                  <a:pt x="50444" y="2328"/>
                </a:lnTo>
                <a:cubicBezTo>
                  <a:pt x="62499" y="2328"/>
                  <a:pt x="71035" y="3402"/>
                  <a:pt x="76054" y="5549"/>
                </a:cubicBezTo>
                <a:cubicBezTo>
                  <a:pt x="81072" y="7696"/>
                  <a:pt x="85030" y="10904"/>
                  <a:pt x="87928" y="15172"/>
                </a:cubicBezTo>
                <a:cubicBezTo>
                  <a:pt x="90825" y="19440"/>
                  <a:pt x="92274" y="23980"/>
                  <a:pt x="92274" y="28792"/>
                </a:cubicBezTo>
                <a:cubicBezTo>
                  <a:pt x="92274" y="33862"/>
                  <a:pt x="90437" y="38376"/>
                  <a:pt x="86764" y="42334"/>
                </a:cubicBezTo>
                <a:cubicBezTo>
                  <a:pt x="83090" y="46292"/>
                  <a:pt x="76623" y="49435"/>
                  <a:pt x="67362" y="51763"/>
                </a:cubicBezTo>
                <a:moveTo>
                  <a:pt x="39113" y="49668"/>
                </a:moveTo>
                <a:cubicBezTo>
                  <a:pt x="46460" y="49668"/>
                  <a:pt x="51880" y="48840"/>
                  <a:pt x="55372" y="47184"/>
                </a:cubicBezTo>
                <a:cubicBezTo>
                  <a:pt x="58864" y="45529"/>
                  <a:pt x="61542" y="43201"/>
                  <a:pt x="63404" y="40200"/>
                </a:cubicBezTo>
                <a:cubicBezTo>
                  <a:pt x="65267" y="37199"/>
                  <a:pt x="66198" y="33371"/>
                  <a:pt x="66198" y="28714"/>
                </a:cubicBezTo>
                <a:cubicBezTo>
                  <a:pt x="66198" y="24058"/>
                  <a:pt x="65280" y="20242"/>
                  <a:pt x="63443" y="17267"/>
                </a:cubicBezTo>
                <a:cubicBezTo>
                  <a:pt x="61606" y="14292"/>
                  <a:pt x="58981" y="12029"/>
                  <a:pt x="55566" y="10477"/>
                </a:cubicBezTo>
                <a:cubicBezTo>
                  <a:pt x="52151" y="8925"/>
                  <a:pt x="46667" y="8175"/>
                  <a:pt x="39113" y="8226"/>
                </a:cubicBezTo>
                <a:lnTo>
                  <a:pt x="39113" y="49668"/>
                </a:lnTo>
                <a:moveTo>
                  <a:pt x="39113" y="55721"/>
                </a:moveTo>
                <a:lnTo>
                  <a:pt x="39113" y="89480"/>
                </a:lnTo>
                <a:lnTo>
                  <a:pt x="39036" y="93312"/>
                </a:lnTo>
                <a:cubicBezTo>
                  <a:pt x="39036" y="96070"/>
                  <a:pt x="39747" y="98151"/>
                  <a:pt x="41170" y="99556"/>
                </a:cubicBezTo>
                <a:cubicBezTo>
                  <a:pt x="42593" y="100961"/>
                  <a:pt x="44701" y="101664"/>
                  <a:pt x="47495" y="101664"/>
                </a:cubicBezTo>
                <a:cubicBezTo>
                  <a:pt x="51634" y="101664"/>
                  <a:pt x="55450" y="100749"/>
                  <a:pt x="58942" y="98919"/>
                </a:cubicBezTo>
                <a:cubicBezTo>
                  <a:pt x="62434" y="97088"/>
                  <a:pt x="65111" y="94433"/>
                  <a:pt x="66974" y="90952"/>
                </a:cubicBezTo>
                <a:cubicBezTo>
                  <a:pt x="68837" y="87471"/>
                  <a:pt x="69768" y="83591"/>
                  <a:pt x="69768" y="79311"/>
                </a:cubicBezTo>
                <a:cubicBezTo>
                  <a:pt x="69768" y="74414"/>
                  <a:pt x="68630" y="70018"/>
                  <a:pt x="66353" y="66125"/>
                </a:cubicBezTo>
                <a:cubicBezTo>
                  <a:pt x="64077" y="62232"/>
                  <a:pt x="60947" y="59512"/>
                  <a:pt x="56963" y="57964"/>
                </a:cubicBezTo>
                <a:cubicBezTo>
                  <a:pt x="52979" y="56417"/>
                  <a:pt x="47029" y="55669"/>
                  <a:pt x="39113" y="55721"/>
                </a:cubicBezTo>
                <a:close/>
                <a:moveTo>
                  <a:pt x="125490" y="0"/>
                </a:moveTo>
                <a:cubicBezTo>
                  <a:pt x="128853" y="0"/>
                  <a:pt x="131699" y="1181"/>
                  <a:pt x="134027" y="3543"/>
                </a:cubicBezTo>
                <a:cubicBezTo>
                  <a:pt x="136355" y="5904"/>
                  <a:pt x="137519" y="8745"/>
                  <a:pt x="137519" y="12068"/>
                </a:cubicBezTo>
                <a:cubicBezTo>
                  <a:pt x="137519" y="15390"/>
                  <a:pt x="136342" y="18220"/>
                  <a:pt x="133988" y="20556"/>
                </a:cubicBezTo>
                <a:cubicBezTo>
                  <a:pt x="131634" y="22891"/>
                  <a:pt x="128802" y="24058"/>
                  <a:pt x="125490" y="24058"/>
                </a:cubicBezTo>
                <a:cubicBezTo>
                  <a:pt x="122179" y="24058"/>
                  <a:pt x="119359" y="22891"/>
                  <a:pt x="117031" y="20556"/>
                </a:cubicBezTo>
                <a:cubicBezTo>
                  <a:pt x="114703" y="18220"/>
                  <a:pt x="113539" y="15390"/>
                  <a:pt x="113539" y="12068"/>
                </a:cubicBezTo>
                <a:cubicBezTo>
                  <a:pt x="113539" y="8745"/>
                  <a:pt x="114703" y="5904"/>
                  <a:pt x="117031" y="3543"/>
                </a:cubicBezTo>
                <a:cubicBezTo>
                  <a:pt x="119359" y="1181"/>
                  <a:pt x="122179" y="0"/>
                  <a:pt x="125490" y="0"/>
                </a:cubicBezTo>
                <a:moveTo>
                  <a:pt x="136355" y="34923"/>
                </a:moveTo>
                <a:lnTo>
                  <a:pt x="136355" y="92506"/>
                </a:lnTo>
                <a:cubicBezTo>
                  <a:pt x="136355" y="97628"/>
                  <a:pt x="136950" y="100901"/>
                  <a:pt x="138140" y="102324"/>
                </a:cubicBezTo>
                <a:cubicBezTo>
                  <a:pt x="139330" y="103746"/>
                  <a:pt x="141658" y="104561"/>
                  <a:pt x="145125" y="104768"/>
                </a:cubicBezTo>
                <a:lnTo>
                  <a:pt x="145125" y="107562"/>
                </a:lnTo>
                <a:lnTo>
                  <a:pt x="105934" y="107562"/>
                </a:lnTo>
                <a:lnTo>
                  <a:pt x="105934" y="104768"/>
                </a:lnTo>
                <a:cubicBezTo>
                  <a:pt x="109141" y="104665"/>
                  <a:pt x="111521" y="103733"/>
                  <a:pt x="113073" y="101974"/>
                </a:cubicBezTo>
                <a:cubicBezTo>
                  <a:pt x="114108" y="100784"/>
                  <a:pt x="114626" y="97628"/>
                  <a:pt x="114626" y="92506"/>
                </a:cubicBezTo>
                <a:lnTo>
                  <a:pt x="114626" y="50133"/>
                </a:lnTo>
                <a:cubicBezTo>
                  <a:pt x="114626" y="44947"/>
                  <a:pt x="114031" y="41633"/>
                  <a:pt x="112841" y="40193"/>
                </a:cubicBezTo>
                <a:cubicBezTo>
                  <a:pt x="111651" y="38752"/>
                  <a:pt x="109348" y="37927"/>
                  <a:pt x="105934" y="37717"/>
                </a:cubicBezTo>
                <a:lnTo>
                  <a:pt x="105934" y="34923"/>
                </a:lnTo>
                <a:lnTo>
                  <a:pt x="136355" y="34923"/>
                </a:lnTo>
                <a:close/>
                <a:moveTo>
                  <a:pt x="181860" y="34923"/>
                </a:moveTo>
                <a:lnTo>
                  <a:pt x="181860" y="44391"/>
                </a:lnTo>
                <a:cubicBezTo>
                  <a:pt x="185585" y="40328"/>
                  <a:pt x="189155" y="37372"/>
                  <a:pt x="192570" y="35524"/>
                </a:cubicBezTo>
                <a:cubicBezTo>
                  <a:pt x="195984" y="33675"/>
                  <a:pt x="199658" y="32750"/>
                  <a:pt x="203590" y="32750"/>
                </a:cubicBezTo>
                <a:cubicBezTo>
                  <a:pt x="208298" y="32750"/>
                  <a:pt x="212204" y="34058"/>
                  <a:pt x="215308" y="36674"/>
                </a:cubicBezTo>
                <a:cubicBezTo>
                  <a:pt x="218412" y="39290"/>
                  <a:pt x="220482" y="42540"/>
                  <a:pt x="221517" y="46425"/>
                </a:cubicBezTo>
                <a:cubicBezTo>
                  <a:pt x="222345" y="49379"/>
                  <a:pt x="222758" y="55053"/>
                  <a:pt x="222758" y="63445"/>
                </a:cubicBezTo>
                <a:lnTo>
                  <a:pt x="222758" y="91730"/>
                </a:lnTo>
                <a:cubicBezTo>
                  <a:pt x="222758" y="97318"/>
                  <a:pt x="223263" y="100797"/>
                  <a:pt x="224272" y="102168"/>
                </a:cubicBezTo>
                <a:cubicBezTo>
                  <a:pt x="225281" y="103539"/>
                  <a:pt x="227389" y="104406"/>
                  <a:pt x="230597" y="104768"/>
                </a:cubicBezTo>
                <a:lnTo>
                  <a:pt x="230597" y="107562"/>
                </a:lnTo>
                <a:lnTo>
                  <a:pt x="193889" y="107562"/>
                </a:lnTo>
                <a:lnTo>
                  <a:pt x="193889" y="104768"/>
                </a:lnTo>
                <a:cubicBezTo>
                  <a:pt x="196631" y="104406"/>
                  <a:pt x="198597" y="103268"/>
                  <a:pt x="199787" y="101353"/>
                </a:cubicBezTo>
                <a:cubicBezTo>
                  <a:pt x="200615" y="100060"/>
                  <a:pt x="201029" y="96852"/>
                  <a:pt x="201029" y="91730"/>
                </a:cubicBezTo>
                <a:lnTo>
                  <a:pt x="201029" y="59446"/>
                </a:lnTo>
                <a:cubicBezTo>
                  <a:pt x="201029" y="53496"/>
                  <a:pt x="200796" y="49745"/>
                  <a:pt x="200330" y="48193"/>
                </a:cubicBezTo>
                <a:cubicBezTo>
                  <a:pt x="199865" y="46641"/>
                  <a:pt x="199076" y="45438"/>
                  <a:pt x="197963" y="44585"/>
                </a:cubicBezTo>
                <a:cubicBezTo>
                  <a:pt x="196851" y="43731"/>
                  <a:pt x="195622" y="43304"/>
                  <a:pt x="194277" y="43304"/>
                </a:cubicBezTo>
                <a:cubicBezTo>
                  <a:pt x="189828" y="43304"/>
                  <a:pt x="185689" y="46512"/>
                  <a:pt x="181860" y="52927"/>
                </a:cubicBezTo>
                <a:lnTo>
                  <a:pt x="181860" y="91730"/>
                </a:lnTo>
                <a:cubicBezTo>
                  <a:pt x="181860" y="97163"/>
                  <a:pt x="182364" y="100603"/>
                  <a:pt x="183373" y="102052"/>
                </a:cubicBezTo>
                <a:cubicBezTo>
                  <a:pt x="184382" y="103501"/>
                  <a:pt x="186258" y="104406"/>
                  <a:pt x="189000" y="104768"/>
                </a:cubicBezTo>
                <a:lnTo>
                  <a:pt x="189000" y="107562"/>
                </a:lnTo>
                <a:lnTo>
                  <a:pt x="152292" y="107562"/>
                </a:lnTo>
                <a:lnTo>
                  <a:pt x="152292" y="104768"/>
                </a:lnTo>
                <a:cubicBezTo>
                  <a:pt x="155345" y="104458"/>
                  <a:pt x="157518" y="103475"/>
                  <a:pt x="158811" y="101819"/>
                </a:cubicBezTo>
                <a:cubicBezTo>
                  <a:pt x="159691" y="100681"/>
                  <a:pt x="160130" y="97318"/>
                  <a:pt x="160130" y="91730"/>
                </a:cubicBezTo>
                <a:lnTo>
                  <a:pt x="160130" y="50754"/>
                </a:lnTo>
                <a:cubicBezTo>
                  <a:pt x="160130" y="45204"/>
                  <a:pt x="159626" y="41748"/>
                  <a:pt x="158617" y="40387"/>
                </a:cubicBezTo>
                <a:cubicBezTo>
                  <a:pt x="157608" y="39025"/>
                  <a:pt x="155500" y="38135"/>
                  <a:pt x="152292" y="37717"/>
                </a:cubicBezTo>
                <a:lnTo>
                  <a:pt x="152292" y="34923"/>
                </a:lnTo>
                <a:lnTo>
                  <a:pt x="181860" y="34923"/>
                </a:lnTo>
                <a:close/>
                <a:moveTo>
                  <a:pt x="280628" y="96852"/>
                </a:moveTo>
                <a:cubicBezTo>
                  <a:pt x="271781" y="104716"/>
                  <a:pt x="263840" y="108648"/>
                  <a:pt x="256803" y="108648"/>
                </a:cubicBezTo>
                <a:cubicBezTo>
                  <a:pt x="252664" y="108648"/>
                  <a:pt x="249224" y="107286"/>
                  <a:pt x="246482" y="104562"/>
                </a:cubicBezTo>
                <a:cubicBezTo>
                  <a:pt x="243740" y="101836"/>
                  <a:pt x="242369" y="98423"/>
                  <a:pt x="242369" y="94323"/>
                </a:cubicBezTo>
                <a:cubicBezTo>
                  <a:pt x="242369" y="88768"/>
                  <a:pt x="244748" y="83771"/>
                  <a:pt x="249508" y="79333"/>
                </a:cubicBezTo>
                <a:cubicBezTo>
                  <a:pt x="254268" y="74895"/>
                  <a:pt x="264641" y="68990"/>
                  <a:pt x="280628" y="61619"/>
                </a:cubicBezTo>
                <a:lnTo>
                  <a:pt x="280628" y="54324"/>
                </a:lnTo>
                <a:cubicBezTo>
                  <a:pt x="280628" y="48840"/>
                  <a:pt x="280331" y="45387"/>
                  <a:pt x="279736" y="43964"/>
                </a:cubicBezTo>
                <a:cubicBezTo>
                  <a:pt x="279141" y="42541"/>
                  <a:pt x="278016" y="41299"/>
                  <a:pt x="276360" y="40239"/>
                </a:cubicBezTo>
                <a:cubicBezTo>
                  <a:pt x="274704" y="39178"/>
                  <a:pt x="272842" y="38648"/>
                  <a:pt x="270772" y="38648"/>
                </a:cubicBezTo>
                <a:cubicBezTo>
                  <a:pt x="267409" y="38648"/>
                  <a:pt x="264641" y="39398"/>
                  <a:pt x="262468" y="40898"/>
                </a:cubicBezTo>
                <a:cubicBezTo>
                  <a:pt x="261123" y="41830"/>
                  <a:pt x="260451" y="42916"/>
                  <a:pt x="260451" y="44158"/>
                </a:cubicBezTo>
                <a:cubicBezTo>
                  <a:pt x="260451" y="45244"/>
                  <a:pt x="261175" y="46589"/>
                  <a:pt x="262624" y="48193"/>
                </a:cubicBezTo>
                <a:cubicBezTo>
                  <a:pt x="264590" y="50418"/>
                  <a:pt x="265573" y="52565"/>
                  <a:pt x="265573" y="54635"/>
                </a:cubicBezTo>
                <a:cubicBezTo>
                  <a:pt x="265573" y="57170"/>
                  <a:pt x="264629" y="59330"/>
                  <a:pt x="262740" y="61115"/>
                </a:cubicBezTo>
                <a:cubicBezTo>
                  <a:pt x="260852" y="62900"/>
                  <a:pt x="258381" y="63792"/>
                  <a:pt x="255329" y="63792"/>
                </a:cubicBezTo>
                <a:cubicBezTo>
                  <a:pt x="252069" y="63792"/>
                  <a:pt x="249340" y="62809"/>
                  <a:pt x="247141" y="60843"/>
                </a:cubicBezTo>
                <a:cubicBezTo>
                  <a:pt x="244942" y="58877"/>
                  <a:pt x="243843" y="56575"/>
                  <a:pt x="243843" y="53936"/>
                </a:cubicBezTo>
                <a:cubicBezTo>
                  <a:pt x="243843" y="50211"/>
                  <a:pt x="245318" y="46654"/>
                  <a:pt x="248267" y="43265"/>
                </a:cubicBezTo>
                <a:cubicBezTo>
                  <a:pt x="251216" y="39877"/>
                  <a:pt x="255329" y="37277"/>
                  <a:pt x="260606" y="35466"/>
                </a:cubicBezTo>
                <a:cubicBezTo>
                  <a:pt x="265883" y="33655"/>
                  <a:pt x="271367" y="32750"/>
                  <a:pt x="277058" y="32750"/>
                </a:cubicBezTo>
                <a:cubicBezTo>
                  <a:pt x="283939" y="32750"/>
                  <a:pt x="289385" y="34215"/>
                  <a:pt x="293394" y="37147"/>
                </a:cubicBezTo>
                <a:cubicBezTo>
                  <a:pt x="297404" y="40076"/>
                  <a:pt x="300004" y="43252"/>
                  <a:pt x="301194" y="46675"/>
                </a:cubicBezTo>
                <a:cubicBezTo>
                  <a:pt x="301918" y="48853"/>
                  <a:pt x="302280" y="53857"/>
                  <a:pt x="302280" y="61687"/>
                </a:cubicBezTo>
                <a:lnTo>
                  <a:pt x="302280" y="89924"/>
                </a:lnTo>
                <a:cubicBezTo>
                  <a:pt x="302280" y="93243"/>
                  <a:pt x="302410" y="95331"/>
                  <a:pt x="302668" y="96188"/>
                </a:cubicBezTo>
                <a:cubicBezTo>
                  <a:pt x="302927" y="97043"/>
                  <a:pt x="303315" y="97679"/>
                  <a:pt x="303832" y="98094"/>
                </a:cubicBezTo>
                <a:cubicBezTo>
                  <a:pt x="304350" y="98508"/>
                  <a:pt x="304945" y="98715"/>
                  <a:pt x="305617" y="98715"/>
                </a:cubicBezTo>
                <a:cubicBezTo>
                  <a:pt x="306963" y="98715"/>
                  <a:pt x="308334" y="97758"/>
                  <a:pt x="309731" y="95843"/>
                </a:cubicBezTo>
                <a:lnTo>
                  <a:pt x="312059" y="97706"/>
                </a:lnTo>
                <a:cubicBezTo>
                  <a:pt x="309472" y="101535"/>
                  <a:pt x="306794" y="104315"/>
                  <a:pt x="304027" y="106049"/>
                </a:cubicBezTo>
                <a:cubicBezTo>
                  <a:pt x="301259" y="107782"/>
                  <a:pt x="298116" y="108648"/>
                  <a:pt x="294597" y="108648"/>
                </a:cubicBezTo>
                <a:cubicBezTo>
                  <a:pt x="290458" y="108648"/>
                  <a:pt x="287225" y="107672"/>
                  <a:pt x="284897" y="105719"/>
                </a:cubicBezTo>
                <a:cubicBezTo>
                  <a:pt x="282568" y="103766"/>
                  <a:pt x="281146" y="100810"/>
                  <a:pt x="280628" y="96852"/>
                </a:cubicBezTo>
                <a:moveTo>
                  <a:pt x="280628" y="91109"/>
                </a:moveTo>
                <a:lnTo>
                  <a:pt x="280628" y="66833"/>
                </a:lnTo>
                <a:cubicBezTo>
                  <a:pt x="274368" y="70524"/>
                  <a:pt x="269712" y="74476"/>
                  <a:pt x="266659" y="78688"/>
                </a:cubicBezTo>
                <a:cubicBezTo>
                  <a:pt x="264641" y="81494"/>
                  <a:pt x="263633" y="84328"/>
                  <a:pt x="263633" y="87188"/>
                </a:cubicBezTo>
                <a:cubicBezTo>
                  <a:pt x="263633" y="89579"/>
                  <a:pt x="264486" y="91685"/>
                  <a:pt x="266194" y="93506"/>
                </a:cubicBezTo>
                <a:cubicBezTo>
                  <a:pt x="267487" y="94909"/>
                  <a:pt x="269298" y="95611"/>
                  <a:pt x="271626" y="95611"/>
                </a:cubicBezTo>
                <a:cubicBezTo>
                  <a:pt x="274213" y="95611"/>
                  <a:pt x="277214" y="94110"/>
                  <a:pt x="280628" y="91109"/>
                </a:cubicBezTo>
                <a:close/>
                <a:moveTo>
                  <a:pt x="350162" y="34923"/>
                </a:moveTo>
                <a:lnTo>
                  <a:pt x="350162" y="51375"/>
                </a:lnTo>
                <a:cubicBezTo>
                  <a:pt x="354973" y="43873"/>
                  <a:pt x="359190" y="38894"/>
                  <a:pt x="362812" y="36436"/>
                </a:cubicBezTo>
                <a:cubicBezTo>
                  <a:pt x="366433" y="33979"/>
                  <a:pt x="369925" y="32750"/>
                  <a:pt x="373288" y="32750"/>
                </a:cubicBezTo>
                <a:cubicBezTo>
                  <a:pt x="376186" y="32750"/>
                  <a:pt x="378501" y="33645"/>
                  <a:pt x="380234" y="35437"/>
                </a:cubicBezTo>
                <a:cubicBezTo>
                  <a:pt x="381967" y="37228"/>
                  <a:pt x="382834" y="39759"/>
                  <a:pt x="382834" y="43030"/>
                </a:cubicBezTo>
                <a:cubicBezTo>
                  <a:pt x="382834" y="46509"/>
                  <a:pt x="381993" y="49210"/>
                  <a:pt x="380312" y="51133"/>
                </a:cubicBezTo>
                <a:cubicBezTo>
                  <a:pt x="378630" y="53053"/>
                  <a:pt x="376600" y="54014"/>
                  <a:pt x="374220" y="54014"/>
                </a:cubicBezTo>
                <a:cubicBezTo>
                  <a:pt x="371478" y="54014"/>
                  <a:pt x="369098" y="53134"/>
                  <a:pt x="367080" y="51375"/>
                </a:cubicBezTo>
                <a:cubicBezTo>
                  <a:pt x="365062" y="49616"/>
                  <a:pt x="363872" y="48633"/>
                  <a:pt x="363510" y="48426"/>
                </a:cubicBezTo>
                <a:cubicBezTo>
                  <a:pt x="362993" y="48116"/>
                  <a:pt x="362398" y="47961"/>
                  <a:pt x="361725" y="47961"/>
                </a:cubicBezTo>
                <a:cubicBezTo>
                  <a:pt x="360225" y="47961"/>
                  <a:pt x="358802" y="48530"/>
                  <a:pt x="357457" y="49668"/>
                </a:cubicBezTo>
                <a:cubicBezTo>
                  <a:pt x="355336" y="51427"/>
                  <a:pt x="353732" y="53936"/>
                  <a:pt x="352645" y="57196"/>
                </a:cubicBezTo>
                <a:cubicBezTo>
                  <a:pt x="350990" y="62214"/>
                  <a:pt x="350162" y="67750"/>
                  <a:pt x="350162" y="73803"/>
                </a:cubicBezTo>
                <a:lnTo>
                  <a:pt x="350162" y="90489"/>
                </a:lnTo>
                <a:lnTo>
                  <a:pt x="350239" y="94835"/>
                </a:lnTo>
                <a:cubicBezTo>
                  <a:pt x="350239" y="97784"/>
                  <a:pt x="350420" y="99672"/>
                  <a:pt x="350783" y="100500"/>
                </a:cubicBezTo>
                <a:cubicBezTo>
                  <a:pt x="351403" y="101897"/>
                  <a:pt x="352322" y="102919"/>
                  <a:pt x="353538" y="103565"/>
                </a:cubicBezTo>
                <a:cubicBezTo>
                  <a:pt x="354753" y="104212"/>
                  <a:pt x="356810" y="104613"/>
                  <a:pt x="359707" y="104768"/>
                </a:cubicBezTo>
                <a:lnTo>
                  <a:pt x="359707" y="107562"/>
                </a:lnTo>
                <a:lnTo>
                  <a:pt x="320516" y="107562"/>
                </a:lnTo>
                <a:lnTo>
                  <a:pt x="320516" y="104768"/>
                </a:lnTo>
                <a:cubicBezTo>
                  <a:pt x="323672" y="104509"/>
                  <a:pt x="325806" y="103643"/>
                  <a:pt x="326919" y="102168"/>
                </a:cubicBezTo>
                <a:cubicBezTo>
                  <a:pt x="328031" y="100694"/>
                  <a:pt x="328587" y="96801"/>
                  <a:pt x="328587" y="90489"/>
                </a:cubicBezTo>
                <a:lnTo>
                  <a:pt x="328587" y="50289"/>
                </a:lnTo>
                <a:cubicBezTo>
                  <a:pt x="328587" y="46124"/>
                  <a:pt x="328380" y="43469"/>
                  <a:pt x="327966" y="42324"/>
                </a:cubicBezTo>
                <a:cubicBezTo>
                  <a:pt x="327449" y="40866"/>
                  <a:pt x="326699" y="39799"/>
                  <a:pt x="325716" y="39123"/>
                </a:cubicBezTo>
                <a:cubicBezTo>
                  <a:pt x="324733" y="38446"/>
                  <a:pt x="323000" y="37977"/>
                  <a:pt x="320516" y="37717"/>
                </a:cubicBezTo>
                <a:lnTo>
                  <a:pt x="320516" y="34923"/>
                </a:lnTo>
                <a:lnTo>
                  <a:pt x="350162" y="34923"/>
                </a:lnTo>
                <a:close/>
                <a:moveTo>
                  <a:pt x="408081" y="0"/>
                </a:moveTo>
                <a:cubicBezTo>
                  <a:pt x="411444" y="0"/>
                  <a:pt x="414290" y="1181"/>
                  <a:pt x="416618" y="3543"/>
                </a:cubicBezTo>
                <a:cubicBezTo>
                  <a:pt x="418946" y="5904"/>
                  <a:pt x="420110" y="8745"/>
                  <a:pt x="420110" y="12068"/>
                </a:cubicBezTo>
                <a:cubicBezTo>
                  <a:pt x="420110" y="15390"/>
                  <a:pt x="418933" y="18220"/>
                  <a:pt x="416579" y="20556"/>
                </a:cubicBezTo>
                <a:cubicBezTo>
                  <a:pt x="414225" y="22891"/>
                  <a:pt x="411392" y="24058"/>
                  <a:pt x="408081" y="24058"/>
                </a:cubicBezTo>
                <a:cubicBezTo>
                  <a:pt x="404770" y="24058"/>
                  <a:pt x="401950" y="22891"/>
                  <a:pt x="399622" y="20556"/>
                </a:cubicBezTo>
                <a:cubicBezTo>
                  <a:pt x="397294" y="18220"/>
                  <a:pt x="396130" y="15390"/>
                  <a:pt x="396130" y="12068"/>
                </a:cubicBezTo>
                <a:cubicBezTo>
                  <a:pt x="396130" y="8745"/>
                  <a:pt x="397294" y="5904"/>
                  <a:pt x="399622" y="3543"/>
                </a:cubicBezTo>
                <a:cubicBezTo>
                  <a:pt x="401950" y="1181"/>
                  <a:pt x="404770" y="0"/>
                  <a:pt x="408081" y="0"/>
                </a:cubicBezTo>
                <a:moveTo>
                  <a:pt x="418946" y="34923"/>
                </a:moveTo>
                <a:lnTo>
                  <a:pt x="418946" y="92506"/>
                </a:lnTo>
                <a:cubicBezTo>
                  <a:pt x="418946" y="97628"/>
                  <a:pt x="419541" y="100901"/>
                  <a:pt x="420731" y="102324"/>
                </a:cubicBezTo>
                <a:cubicBezTo>
                  <a:pt x="421921" y="103746"/>
                  <a:pt x="424249" y="104561"/>
                  <a:pt x="427715" y="104768"/>
                </a:cubicBezTo>
                <a:lnTo>
                  <a:pt x="427715" y="107562"/>
                </a:lnTo>
                <a:lnTo>
                  <a:pt x="388524" y="107562"/>
                </a:lnTo>
                <a:lnTo>
                  <a:pt x="388524" y="104768"/>
                </a:lnTo>
                <a:cubicBezTo>
                  <a:pt x="391732" y="104665"/>
                  <a:pt x="394112" y="103733"/>
                  <a:pt x="395664" y="101974"/>
                </a:cubicBezTo>
                <a:cubicBezTo>
                  <a:pt x="396699" y="100784"/>
                  <a:pt x="397216" y="97628"/>
                  <a:pt x="397216" y="92506"/>
                </a:cubicBezTo>
                <a:lnTo>
                  <a:pt x="397216" y="50133"/>
                </a:lnTo>
                <a:cubicBezTo>
                  <a:pt x="397216" y="44947"/>
                  <a:pt x="396621" y="41633"/>
                  <a:pt x="395431" y="40193"/>
                </a:cubicBezTo>
                <a:cubicBezTo>
                  <a:pt x="394241" y="38752"/>
                  <a:pt x="391939" y="37927"/>
                  <a:pt x="388524" y="37717"/>
                </a:cubicBezTo>
                <a:lnTo>
                  <a:pt x="388524" y="34923"/>
                </a:lnTo>
                <a:lnTo>
                  <a:pt x="418946" y="34923"/>
                </a:lnTo>
                <a:close/>
                <a:moveTo>
                  <a:pt x="496268" y="68604"/>
                </a:moveTo>
                <a:lnTo>
                  <a:pt x="456456" y="68604"/>
                </a:lnTo>
                <a:cubicBezTo>
                  <a:pt x="456922" y="78253"/>
                  <a:pt x="459483" y="85878"/>
                  <a:pt x="464139" y="91481"/>
                </a:cubicBezTo>
                <a:cubicBezTo>
                  <a:pt x="467709" y="95786"/>
                  <a:pt x="472003" y="97939"/>
                  <a:pt x="477022" y="97939"/>
                </a:cubicBezTo>
                <a:cubicBezTo>
                  <a:pt x="480126" y="97939"/>
                  <a:pt x="482946" y="97072"/>
                  <a:pt x="485481" y="95339"/>
                </a:cubicBezTo>
                <a:cubicBezTo>
                  <a:pt x="488016" y="93606"/>
                  <a:pt x="490732" y="90489"/>
                  <a:pt x="493630" y="85987"/>
                </a:cubicBezTo>
                <a:lnTo>
                  <a:pt x="496268" y="87695"/>
                </a:lnTo>
                <a:cubicBezTo>
                  <a:pt x="492336" y="95714"/>
                  <a:pt x="487990" y="101392"/>
                  <a:pt x="483230" y="104729"/>
                </a:cubicBezTo>
                <a:cubicBezTo>
                  <a:pt x="478470" y="108066"/>
                  <a:pt x="472960" y="109735"/>
                  <a:pt x="466700" y="109735"/>
                </a:cubicBezTo>
                <a:cubicBezTo>
                  <a:pt x="455939" y="109735"/>
                  <a:pt x="447790" y="105592"/>
                  <a:pt x="442254" y="97306"/>
                </a:cubicBezTo>
                <a:cubicBezTo>
                  <a:pt x="437805" y="90625"/>
                  <a:pt x="435580" y="82339"/>
                  <a:pt x="435580" y="72448"/>
                </a:cubicBezTo>
                <a:cubicBezTo>
                  <a:pt x="435580" y="60328"/>
                  <a:pt x="438853" y="50682"/>
                  <a:pt x="445397" y="43510"/>
                </a:cubicBezTo>
                <a:cubicBezTo>
                  <a:pt x="451942" y="36337"/>
                  <a:pt x="459612" y="32750"/>
                  <a:pt x="468408" y="32750"/>
                </a:cubicBezTo>
                <a:cubicBezTo>
                  <a:pt x="475754" y="32750"/>
                  <a:pt x="482131" y="35763"/>
                  <a:pt x="487537" y="41791"/>
                </a:cubicBezTo>
                <a:cubicBezTo>
                  <a:pt x="492944" y="47818"/>
                  <a:pt x="495854" y="56756"/>
                  <a:pt x="496268" y="68604"/>
                </a:cubicBezTo>
                <a:moveTo>
                  <a:pt x="477177" y="63482"/>
                </a:moveTo>
                <a:cubicBezTo>
                  <a:pt x="477177" y="55152"/>
                  <a:pt x="476724" y="49435"/>
                  <a:pt x="475819" y="46331"/>
                </a:cubicBezTo>
                <a:cubicBezTo>
                  <a:pt x="474914" y="43227"/>
                  <a:pt x="473504" y="40873"/>
                  <a:pt x="471589" y="39269"/>
                </a:cubicBezTo>
                <a:cubicBezTo>
                  <a:pt x="470503" y="38337"/>
                  <a:pt x="469054" y="37872"/>
                  <a:pt x="467243" y="37872"/>
                </a:cubicBezTo>
                <a:cubicBezTo>
                  <a:pt x="464553" y="37872"/>
                  <a:pt x="462354" y="39191"/>
                  <a:pt x="460647" y="41830"/>
                </a:cubicBezTo>
                <a:cubicBezTo>
                  <a:pt x="457594" y="46434"/>
                  <a:pt x="456068" y="52746"/>
                  <a:pt x="456068" y="60766"/>
                </a:cubicBezTo>
                <a:lnTo>
                  <a:pt x="456068" y="63482"/>
                </a:lnTo>
                <a:lnTo>
                  <a:pt x="477177" y="63482"/>
                </a:lnTo>
                <a:close/>
                <a:moveTo>
                  <a:pt x="551238" y="33060"/>
                </a:moveTo>
                <a:lnTo>
                  <a:pt x="552402" y="57894"/>
                </a:lnTo>
                <a:lnTo>
                  <a:pt x="549764" y="57894"/>
                </a:lnTo>
                <a:cubicBezTo>
                  <a:pt x="546608" y="50488"/>
                  <a:pt x="543336" y="45429"/>
                  <a:pt x="539947" y="42717"/>
                </a:cubicBezTo>
                <a:cubicBezTo>
                  <a:pt x="536558" y="40004"/>
                  <a:pt x="533182" y="38648"/>
                  <a:pt x="529819" y="38648"/>
                </a:cubicBezTo>
                <a:cubicBezTo>
                  <a:pt x="527698" y="38648"/>
                  <a:pt x="525887" y="39359"/>
                  <a:pt x="524387" y="40782"/>
                </a:cubicBezTo>
                <a:cubicBezTo>
                  <a:pt x="522886" y="42205"/>
                  <a:pt x="522136" y="43847"/>
                  <a:pt x="522136" y="45710"/>
                </a:cubicBezTo>
                <a:cubicBezTo>
                  <a:pt x="522136" y="47107"/>
                  <a:pt x="522654" y="48452"/>
                  <a:pt x="523688" y="49745"/>
                </a:cubicBezTo>
                <a:cubicBezTo>
                  <a:pt x="525344" y="51867"/>
                  <a:pt x="529974" y="55501"/>
                  <a:pt x="537580" y="60649"/>
                </a:cubicBezTo>
                <a:cubicBezTo>
                  <a:pt x="545185" y="65797"/>
                  <a:pt x="550191" y="70169"/>
                  <a:pt x="552597" y="73765"/>
                </a:cubicBezTo>
                <a:cubicBezTo>
                  <a:pt x="555002" y="77360"/>
                  <a:pt x="556205" y="81383"/>
                  <a:pt x="556205" y="85832"/>
                </a:cubicBezTo>
                <a:cubicBezTo>
                  <a:pt x="556205" y="89868"/>
                  <a:pt x="555196" y="93826"/>
                  <a:pt x="553179" y="97706"/>
                </a:cubicBezTo>
                <a:cubicBezTo>
                  <a:pt x="551161" y="101586"/>
                  <a:pt x="548315" y="104561"/>
                  <a:pt x="544642" y="106631"/>
                </a:cubicBezTo>
                <a:cubicBezTo>
                  <a:pt x="540969" y="108700"/>
                  <a:pt x="536907" y="109735"/>
                  <a:pt x="532458" y="109735"/>
                </a:cubicBezTo>
                <a:cubicBezTo>
                  <a:pt x="528991" y="109735"/>
                  <a:pt x="524361" y="108628"/>
                  <a:pt x="518566" y="106415"/>
                </a:cubicBezTo>
                <a:cubicBezTo>
                  <a:pt x="517014" y="105834"/>
                  <a:pt x="515954" y="105544"/>
                  <a:pt x="515384" y="105544"/>
                </a:cubicBezTo>
                <a:cubicBezTo>
                  <a:pt x="513677" y="105544"/>
                  <a:pt x="512254" y="106838"/>
                  <a:pt x="511116" y="109425"/>
                </a:cubicBezTo>
                <a:lnTo>
                  <a:pt x="508555" y="109425"/>
                </a:lnTo>
                <a:lnTo>
                  <a:pt x="507313" y="83349"/>
                </a:lnTo>
                <a:lnTo>
                  <a:pt x="509952" y="83349"/>
                </a:lnTo>
                <a:cubicBezTo>
                  <a:pt x="512280" y="90178"/>
                  <a:pt x="515475" y="95300"/>
                  <a:pt x="519536" y="98715"/>
                </a:cubicBezTo>
                <a:cubicBezTo>
                  <a:pt x="523598" y="102130"/>
                  <a:pt x="527439" y="103837"/>
                  <a:pt x="531061" y="103837"/>
                </a:cubicBezTo>
                <a:cubicBezTo>
                  <a:pt x="533544" y="103837"/>
                  <a:pt x="535575" y="103074"/>
                  <a:pt x="537153" y="101547"/>
                </a:cubicBezTo>
                <a:cubicBezTo>
                  <a:pt x="538731" y="100021"/>
                  <a:pt x="539520" y="98172"/>
                  <a:pt x="539520" y="95999"/>
                </a:cubicBezTo>
                <a:cubicBezTo>
                  <a:pt x="539520" y="93515"/>
                  <a:pt x="538744" y="91368"/>
                  <a:pt x="537192" y="89557"/>
                </a:cubicBezTo>
                <a:cubicBezTo>
                  <a:pt x="535640" y="87747"/>
                  <a:pt x="532173" y="85004"/>
                  <a:pt x="526793" y="81331"/>
                </a:cubicBezTo>
                <a:cubicBezTo>
                  <a:pt x="518877" y="75847"/>
                  <a:pt x="513755" y="71656"/>
                  <a:pt x="511427" y="68759"/>
                </a:cubicBezTo>
                <a:cubicBezTo>
                  <a:pt x="508012" y="64516"/>
                  <a:pt x="506305" y="59834"/>
                  <a:pt x="506305" y="54712"/>
                </a:cubicBezTo>
                <a:cubicBezTo>
                  <a:pt x="506305" y="49125"/>
                  <a:pt x="508232" y="44067"/>
                  <a:pt x="512086" y="39540"/>
                </a:cubicBezTo>
                <a:cubicBezTo>
                  <a:pt x="515941" y="35013"/>
                  <a:pt x="521515" y="32750"/>
                  <a:pt x="528810" y="32750"/>
                </a:cubicBezTo>
                <a:cubicBezTo>
                  <a:pt x="532742" y="32750"/>
                  <a:pt x="536545" y="33744"/>
                  <a:pt x="540218" y="35733"/>
                </a:cubicBezTo>
                <a:cubicBezTo>
                  <a:pt x="541615" y="36538"/>
                  <a:pt x="542753" y="36940"/>
                  <a:pt x="543633" y="36940"/>
                </a:cubicBezTo>
                <a:cubicBezTo>
                  <a:pt x="544564" y="36940"/>
                  <a:pt x="545314" y="36746"/>
                  <a:pt x="545884" y="36358"/>
                </a:cubicBezTo>
                <a:cubicBezTo>
                  <a:pt x="546453" y="35970"/>
                  <a:pt x="547358" y="34871"/>
                  <a:pt x="548600" y="33060"/>
                </a:cubicBezTo>
                <a:lnTo>
                  <a:pt x="551238" y="33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A62AE-97E2-4249-8A4F-D98AFEB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296" y="863507"/>
            <a:ext cx="985410" cy="389396"/>
          </a:xfrm>
          <a:custGeom xmlns:a="http://schemas.openxmlformats.org/drawingml/2006/main">
            <a:pathLst>
              <a:path w="985410" h="389396">
                <a:moveTo>
                  <a:pt x="0" y="0"/>
                </a:moveTo>
                <a:lnTo>
                  <a:pt x="985410" y="0"/>
                </a:lnTo>
                <a:lnTo>
                  <a:pt x="985410" y="389396"/>
                </a:lnTo>
                <a:lnTo>
                  <a:pt x="0" y="389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BCSD">
            <a:extLst xmlns:a="http://schemas.openxmlformats.org/drawingml/2006/main">
              <a:ext uri="{FF2B5EF4-FFF2-40B4-BE49-F238E27FC236}">
                <a16:creationId xmlns:a16="http://schemas.microsoft.com/office/drawing/2014/main" id="{C48B0485-3C6C-405A-BC5B-5E65A25F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257" y="906935"/>
            <a:ext cx="413899" cy="109890"/>
          </a:xfrm>
          <a:custGeom xmlns:a="http://schemas.openxmlformats.org/drawingml/2006/main">
            <a:pathLst>
              <a:path w="413899" h="109890">
                <a:moveTo>
                  <a:pt x="67362" y="51763"/>
                </a:moveTo>
                <a:cubicBezTo>
                  <a:pt x="77347" y="54091"/>
                  <a:pt x="84358" y="56911"/>
                  <a:pt x="88393" y="60222"/>
                </a:cubicBezTo>
                <a:cubicBezTo>
                  <a:pt x="94188" y="64930"/>
                  <a:pt x="97085" y="71035"/>
                  <a:pt x="97085" y="78537"/>
                </a:cubicBezTo>
                <a:cubicBezTo>
                  <a:pt x="97085" y="86453"/>
                  <a:pt x="93903" y="92998"/>
                  <a:pt x="87540" y="98172"/>
                </a:cubicBezTo>
                <a:cubicBezTo>
                  <a:pt x="79727" y="104432"/>
                  <a:pt x="68371" y="107562"/>
                  <a:pt x="53471" y="107562"/>
                </a:cubicBezTo>
                <a:lnTo>
                  <a:pt x="0" y="107562"/>
                </a:lnTo>
                <a:lnTo>
                  <a:pt x="0" y="104768"/>
                </a:lnTo>
                <a:cubicBezTo>
                  <a:pt x="4863" y="104768"/>
                  <a:pt x="8162" y="104313"/>
                  <a:pt x="9895" y="103403"/>
                </a:cubicBezTo>
                <a:cubicBezTo>
                  <a:pt x="11628" y="102493"/>
                  <a:pt x="12844" y="101310"/>
                  <a:pt x="13542" y="99855"/>
                </a:cubicBezTo>
                <a:cubicBezTo>
                  <a:pt x="14241" y="98400"/>
                  <a:pt x="14590" y="94812"/>
                  <a:pt x="14590" y="89092"/>
                </a:cubicBezTo>
                <a:lnTo>
                  <a:pt x="14590" y="20798"/>
                </a:lnTo>
                <a:cubicBezTo>
                  <a:pt x="14590" y="15078"/>
                  <a:pt x="14241" y="11478"/>
                  <a:pt x="13542" y="9997"/>
                </a:cubicBezTo>
                <a:cubicBezTo>
                  <a:pt x="12844" y="8514"/>
                  <a:pt x="11615" y="7331"/>
                  <a:pt x="9856" y="6449"/>
                </a:cubicBezTo>
                <a:cubicBezTo>
                  <a:pt x="8097" y="5564"/>
                  <a:pt x="4812" y="5122"/>
                  <a:pt x="0" y="5122"/>
                </a:cubicBezTo>
                <a:lnTo>
                  <a:pt x="0" y="2328"/>
                </a:lnTo>
                <a:lnTo>
                  <a:pt x="50444" y="2328"/>
                </a:lnTo>
                <a:cubicBezTo>
                  <a:pt x="62499" y="2328"/>
                  <a:pt x="71035" y="3402"/>
                  <a:pt x="76054" y="5549"/>
                </a:cubicBezTo>
                <a:cubicBezTo>
                  <a:pt x="81072" y="7696"/>
                  <a:pt x="85030" y="10904"/>
                  <a:pt x="87928" y="15172"/>
                </a:cubicBezTo>
                <a:cubicBezTo>
                  <a:pt x="90825" y="19440"/>
                  <a:pt x="92274" y="23980"/>
                  <a:pt x="92274" y="28792"/>
                </a:cubicBezTo>
                <a:cubicBezTo>
                  <a:pt x="92274" y="33862"/>
                  <a:pt x="90437" y="38376"/>
                  <a:pt x="86764" y="42334"/>
                </a:cubicBezTo>
                <a:cubicBezTo>
                  <a:pt x="83090" y="46292"/>
                  <a:pt x="76623" y="49435"/>
                  <a:pt x="67362" y="51763"/>
                </a:cubicBezTo>
                <a:moveTo>
                  <a:pt x="39113" y="49668"/>
                </a:moveTo>
                <a:cubicBezTo>
                  <a:pt x="46460" y="49668"/>
                  <a:pt x="51880" y="48840"/>
                  <a:pt x="55372" y="47184"/>
                </a:cubicBezTo>
                <a:cubicBezTo>
                  <a:pt x="58864" y="45529"/>
                  <a:pt x="61542" y="43201"/>
                  <a:pt x="63404" y="40200"/>
                </a:cubicBezTo>
                <a:cubicBezTo>
                  <a:pt x="65267" y="37199"/>
                  <a:pt x="66198" y="33371"/>
                  <a:pt x="66198" y="28714"/>
                </a:cubicBezTo>
                <a:cubicBezTo>
                  <a:pt x="66198" y="24058"/>
                  <a:pt x="65280" y="20242"/>
                  <a:pt x="63443" y="17267"/>
                </a:cubicBezTo>
                <a:cubicBezTo>
                  <a:pt x="61606" y="14292"/>
                  <a:pt x="58981" y="12029"/>
                  <a:pt x="55566" y="10477"/>
                </a:cubicBezTo>
                <a:cubicBezTo>
                  <a:pt x="52151" y="8925"/>
                  <a:pt x="46667" y="8175"/>
                  <a:pt x="39113" y="8226"/>
                </a:cubicBezTo>
                <a:lnTo>
                  <a:pt x="39113" y="49668"/>
                </a:lnTo>
                <a:moveTo>
                  <a:pt x="39113" y="55721"/>
                </a:moveTo>
                <a:lnTo>
                  <a:pt x="39113" y="89480"/>
                </a:lnTo>
                <a:lnTo>
                  <a:pt x="39036" y="93312"/>
                </a:lnTo>
                <a:cubicBezTo>
                  <a:pt x="39036" y="96070"/>
                  <a:pt x="39747" y="98151"/>
                  <a:pt x="41170" y="99556"/>
                </a:cubicBezTo>
                <a:cubicBezTo>
                  <a:pt x="42593" y="100961"/>
                  <a:pt x="44701" y="101664"/>
                  <a:pt x="47495" y="101664"/>
                </a:cubicBezTo>
                <a:cubicBezTo>
                  <a:pt x="51634" y="101664"/>
                  <a:pt x="55450" y="100749"/>
                  <a:pt x="58942" y="98919"/>
                </a:cubicBezTo>
                <a:cubicBezTo>
                  <a:pt x="62434" y="97088"/>
                  <a:pt x="65111" y="94433"/>
                  <a:pt x="66974" y="90952"/>
                </a:cubicBezTo>
                <a:cubicBezTo>
                  <a:pt x="68837" y="87471"/>
                  <a:pt x="69768" y="83591"/>
                  <a:pt x="69768" y="79311"/>
                </a:cubicBezTo>
                <a:cubicBezTo>
                  <a:pt x="69768" y="74414"/>
                  <a:pt x="68630" y="70018"/>
                  <a:pt x="66353" y="66125"/>
                </a:cubicBezTo>
                <a:cubicBezTo>
                  <a:pt x="64077" y="62232"/>
                  <a:pt x="60947" y="59512"/>
                  <a:pt x="56963" y="57964"/>
                </a:cubicBezTo>
                <a:cubicBezTo>
                  <a:pt x="52979" y="56417"/>
                  <a:pt x="47029" y="55669"/>
                  <a:pt x="39113" y="55721"/>
                </a:cubicBezTo>
                <a:close/>
                <a:moveTo>
                  <a:pt x="208761" y="0"/>
                </a:moveTo>
                <a:lnTo>
                  <a:pt x="208761" y="36475"/>
                </a:lnTo>
                <a:lnTo>
                  <a:pt x="205734" y="36475"/>
                </a:lnTo>
                <a:cubicBezTo>
                  <a:pt x="203458" y="26905"/>
                  <a:pt x="199215" y="19572"/>
                  <a:pt x="193007" y="14476"/>
                </a:cubicBezTo>
                <a:cubicBezTo>
                  <a:pt x="186798" y="9378"/>
                  <a:pt x="179762" y="6829"/>
                  <a:pt x="171898" y="6829"/>
                </a:cubicBezTo>
                <a:cubicBezTo>
                  <a:pt x="165327" y="6829"/>
                  <a:pt x="159300" y="8718"/>
                  <a:pt x="153816" y="12495"/>
                </a:cubicBezTo>
                <a:cubicBezTo>
                  <a:pt x="148332" y="16271"/>
                  <a:pt x="144322" y="21212"/>
                  <a:pt x="141787" y="27317"/>
                </a:cubicBezTo>
                <a:cubicBezTo>
                  <a:pt x="138527" y="35130"/>
                  <a:pt x="136898" y="43822"/>
                  <a:pt x="136898" y="53393"/>
                </a:cubicBezTo>
                <a:cubicBezTo>
                  <a:pt x="136898" y="62809"/>
                  <a:pt x="138088" y="71385"/>
                  <a:pt x="140467" y="79119"/>
                </a:cubicBezTo>
                <a:cubicBezTo>
                  <a:pt x="142847" y="86854"/>
                  <a:pt x="146572" y="92700"/>
                  <a:pt x="151643" y="96658"/>
                </a:cubicBezTo>
                <a:cubicBezTo>
                  <a:pt x="156713" y="100616"/>
                  <a:pt x="163284" y="102595"/>
                  <a:pt x="171355" y="102595"/>
                </a:cubicBezTo>
                <a:cubicBezTo>
                  <a:pt x="177977" y="102595"/>
                  <a:pt x="184043" y="101147"/>
                  <a:pt x="189553" y="98249"/>
                </a:cubicBezTo>
                <a:cubicBezTo>
                  <a:pt x="195063" y="95352"/>
                  <a:pt x="200871" y="90359"/>
                  <a:pt x="206976" y="83271"/>
                </a:cubicBezTo>
                <a:lnTo>
                  <a:pt x="206976" y="92351"/>
                </a:lnTo>
                <a:cubicBezTo>
                  <a:pt x="201078" y="98508"/>
                  <a:pt x="194934" y="102970"/>
                  <a:pt x="188544" y="105738"/>
                </a:cubicBezTo>
                <a:cubicBezTo>
                  <a:pt x="182155" y="108506"/>
                  <a:pt x="174692" y="109890"/>
                  <a:pt x="166155" y="109890"/>
                </a:cubicBezTo>
                <a:cubicBezTo>
                  <a:pt x="154928" y="109890"/>
                  <a:pt x="144956" y="107643"/>
                  <a:pt x="136238" y="103148"/>
                </a:cubicBezTo>
                <a:cubicBezTo>
                  <a:pt x="127520" y="98653"/>
                  <a:pt x="120794" y="92196"/>
                  <a:pt x="116060" y="83776"/>
                </a:cubicBezTo>
                <a:cubicBezTo>
                  <a:pt x="111326" y="75354"/>
                  <a:pt x="108959" y="66390"/>
                  <a:pt x="108959" y="56883"/>
                </a:cubicBezTo>
                <a:cubicBezTo>
                  <a:pt x="108959" y="46860"/>
                  <a:pt x="111585" y="37354"/>
                  <a:pt x="116836" y="28365"/>
                </a:cubicBezTo>
                <a:cubicBezTo>
                  <a:pt x="122088" y="19374"/>
                  <a:pt x="129176" y="12399"/>
                  <a:pt x="138100" y="7440"/>
                </a:cubicBezTo>
                <a:cubicBezTo>
                  <a:pt x="147025" y="2480"/>
                  <a:pt x="156506" y="0"/>
                  <a:pt x="166543" y="0"/>
                </a:cubicBezTo>
                <a:cubicBezTo>
                  <a:pt x="173942" y="0"/>
                  <a:pt x="181754" y="1604"/>
                  <a:pt x="189980" y="4812"/>
                </a:cubicBezTo>
                <a:cubicBezTo>
                  <a:pt x="194740" y="6674"/>
                  <a:pt x="197767" y="7605"/>
                  <a:pt x="199060" y="7605"/>
                </a:cubicBezTo>
                <a:cubicBezTo>
                  <a:pt x="200716" y="7605"/>
                  <a:pt x="202151" y="6997"/>
                  <a:pt x="203367" y="5782"/>
                </a:cubicBezTo>
                <a:cubicBezTo>
                  <a:pt x="204583" y="4566"/>
                  <a:pt x="205372" y="2639"/>
                  <a:pt x="205734" y="0"/>
                </a:cubicBezTo>
                <a:lnTo>
                  <a:pt x="208761" y="0"/>
                </a:lnTo>
                <a:close/>
                <a:moveTo>
                  <a:pt x="292082" y="0"/>
                </a:moveTo>
                <a:lnTo>
                  <a:pt x="292936" y="35078"/>
                </a:lnTo>
                <a:lnTo>
                  <a:pt x="289754" y="35078"/>
                </a:lnTo>
                <a:cubicBezTo>
                  <a:pt x="288254" y="26305"/>
                  <a:pt x="284567" y="19249"/>
                  <a:pt x="278695" y="13908"/>
                </a:cubicBezTo>
                <a:cubicBezTo>
                  <a:pt x="272823" y="8568"/>
                  <a:pt x="266472" y="5898"/>
                  <a:pt x="259643" y="5898"/>
                </a:cubicBezTo>
                <a:cubicBezTo>
                  <a:pt x="254366" y="5898"/>
                  <a:pt x="250188" y="7304"/>
                  <a:pt x="247109" y="10115"/>
                </a:cubicBezTo>
                <a:cubicBezTo>
                  <a:pt x="244031" y="12925"/>
                  <a:pt x="242492" y="16161"/>
                  <a:pt x="242492" y="19823"/>
                </a:cubicBezTo>
                <a:cubicBezTo>
                  <a:pt x="242492" y="22144"/>
                  <a:pt x="243035" y="24207"/>
                  <a:pt x="244122" y="26013"/>
                </a:cubicBezTo>
                <a:cubicBezTo>
                  <a:pt x="245622" y="28436"/>
                  <a:pt x="248028" y="30834"/>
                  <a:pt x="251339" y="33206"/>
                </a:cubicBezTo>
                <a:cubicBezTo>
                  <a:pt x="253771" y="34908"/>
                  <a:pt x="259384" y="37926"/>
                  <a:pt x="268179" y="42259"/>
                </a:cubicBezTo>
                <a:cubicBezTo>
                  <a:pt x="280493" y="48293"/>
                  <a:pt x="288797" y="53993"/>
                  <a:pt x="293091" y="59359"/>
                </a:cubicBezTo>
                <a:cubicBezTo>
                  <a:pt x="297333" y="64723"/>
                  <a:pt x="299455" y="70862"/>
                  <a:pt x="299455" y="77776"/>
                </a:cubicBezTo>
                <a:cubicBezTo>
                  <a:pt x="299455" y="86545"/>
                  <a:pt x="296027" y="94090"/>
                  <a:pt x="289172" y="100410"/>
                </a:cubicBezTo>
                <a:cubicBezTo>
                  <a:pt x="282317" y="106730"/>
                  <a:pt x="273612" y="109890"/>
                  <a:pt x="263057" y="109890"/>
                </a:cubicBezTo>
                <a:cubicBezTo>
                  <a:pt x="259746" y="109890"/>
                  <a:pt x="256616" y="109554"/>
                  <a:pt x="253667" y="108881"/>
                </a:cubicBezTo>
                <a:cubicBezTo>
                  <a:pt x="250718" y="108209"/>
                  <a:pt x="247019" y="106941"/>
                  <a:pt x="242569" y="105079"/>
                </a:cubicBezTo>
                <a:cubicBezTo>
                  <a:pt x="240086" y="104044"/>
                  <a:pt x="238042" y="103526"/>
                  <a:pt x="236439" y="103526"/>
                </a:cubicBezTo>
                <a:cubicBezTo>
                  <a:pt x="235093" y="103526"/>
                  <a:pt x="233671" y="104050"/>
                  <a:pt x="232170" y="105098"/>
                </a:cubicBezTo>
                <a:cubicBezTo>
                  <a:pt x="230670" y="106146"/>
                  <a:pt x="229454" y="107743"/>
                  <a:pt x="228523" y="109890"/>
                </a:cubicBezTo>
                <a:lnTo>
                  <a:pt x="225651" y="109890"/>
                </a:lnTo>
                <a:lnTo>
                  <a:pt x="225651" y="70156"/>
                </a:lnTo>
                <a:lnTo>
                  <a:pt x="228523" y="70156"/>
                </a:lnTo>
                <a:cubicBezTo>
                  <a:pt x="230799" y="81305"/>
                  <a:pt x="235184" y="89810"/>
                  <a:pt x="241677" y="95669"/>
                </a:cubicBezTo>
                <a:cubicBezTo>
                  <a:pt x="248170" y="101528"/>
                  <a:pt x="255168" y="104458"/>
                  <a:pt x="262669" y="104458"/>
                </a:cubicBezTo>
                <a:cubicBezTo>
                  <a:pt x="268464" y="104458"/>
                  <a:pt x="273082" y="102885"/>
                  <a:pt x="276522" y="99738"/>
                </a:cubicBezTo>
                <a:cubicBezTo>
                  <a:pt x="279963" y="96592"/>
                  <a:pt x="281683" y="92930"/>
                  <a:pt x="281683" y="88752"/>
                </a:cubicBezTo>
                <a:cubicBezTo>
                  <a:pt x="281683" y="86277"/>
                  <a:pt x="281023" y="83879"/>
                  <a:pt x="279704" y="81559"/>
                </a:cubicBezTo>
                <a:cubicBezTo>
                  <a:pt x="278385" y="79237"/>
                  <a:pt x="276380" y="77032"/>
                  <a:pt x="273689" y="74943"/>
                </a:cubicBezTo>
                <a:cubicBezTo>
                  <a:pt x="270999" y="72854"/>
                  <a:pt x="266239" y="70134"/>
                  <a:pt x="259410" y="66782"/>
                </a:cubicBezTo>
                <a:cubicBezTo>
                  <a:pt x="249839" y="62089"/>
                  <a:pt x="242957" y="58089"/>
                  <a:pt x="238767" y="54783"/>
                </a:cubicBezTo>
                <a:cubicBezTo>
                  <a:pt x="234576" y="51476"/>
                  <a:pt x="231355" y="47783"/>
                  <a:pt x="229105" y="43702"/>
                </a:cubicBezTo>
                <a:cubicBezTo>
                  <a:pt x="226854" y="39621"/>
                  <a:pt x="225729" y="35127"/>
                  <a:pt x="225729" y="30220"/>
                </a:cubicBezTo>
                <a:cubicBezTo>
                  <a:pt x="225729" y="21852"/>
                  <a:pt x="228807" y="14723"/>
                  <a:pt x="234964" y="8835"/>
                </a:cubicBezTo>
                <a:cubicBezTo>
                  <a:pt x="241121" y="2945"/>
                  <a:pt x="248881" y="0"/>
                  <a:pt x="258246" y="0"/>
                </a:cubicBezTo>
                <a:cubicBezTo>
                  <a:pt x="261661" y="0"/>
                  <a:pt x="264972" y="419"/>
                  <a:pt x="268179" y="1256"/>
                </a:cubicBezTo>
                <a:cubicBezTo>
                  <a:pt x="270611" y="1884"/>
                  <a:pt x="273573" y="3047"/>
                  <a:pt x="277065" y="4746"/>
                </a:cubicBezTo>
                <a:cubicBezTo>
                  <a:pt x="280558" y="6445"/>
                  <a:pt x="283002" y="7295"/>
                  <a:pt x="284399" y="7295"/>
                </a:cubicBezTo>
                <a:cubicBezTo>
                  <a:pt x="285744" y="7295"/>
                  <a:pt x="286805" y="6877"/>
                  <a:pt x="287581" y="6041"/>
                </a:cubicBezTo>
                <a:cubicBezTo>
                  <a:pt x="288357" y="5204"/>
                  <a:pt x="289081" y="3190"/>
                  <a:pt x="289754" y="0"/>
                </a:cubicBezTo>
                <a:lnTo>
                  <a:pt x="292082" y="0"/>
                </a:lnTo>
                <a:close/>
                <a:moveTo>
                  <a:pt x="307890" y="107562"/>
                </a:moveTo>
                <a:lnTo>
                  <a:pt x="307890" y="104768"/>
                </a:lnTo>
                <a:lnTo>
                  <a:pt x="311382" y="104768"/>
                </a:lnTo>
                <a:cubicBezTo>
                  <a:pt x="314434" y="104768"/>
                  <a:pt x="316775" y="104287"/>
                  <a:pt x="318405" y="103325"/>
                </a:cubicBezTo>
                <a:cubicBezTo>
                  <a:pt x="320035" y="102363"/>
                  <a:pt x="321238" y="101050"/>
                  <a:pt x="322014" y="99387"/>
                </a:cubicBezTo>
                <a:cubicBezTo>
                  <a:pt x="322479" y="98294"/>
                  <a:pt x="322712" y="95017"/>
                  <a:pt x="322712" y="89557"/>
                </a:cubicBezTo>
                <a:lnTo>
                  <a:pt x="322712" y="20333"/>
                </a:lnTo>
                <a:cubicBezTo>
                  <a:pt x="322712" y="14925"/>
                  <a:pt x="322428" y="11545"/>
                  <a:pt x="321859" y="10193"/>
                </a:cubicBezTo>
                <a:cubicBezTo>
                  <a:pt x="321289" y="8840"/>
                  <a:pt x="320138" y="7656"/>
                  <a:pt x="318405" y="6643"/>
                </a:cubicBezTo>
                <a:cubicBezTo>
                  <a:pt x="316672" y="5629"/>
                  <a:pt x="314331" y="5122"/>
                  <a:pt x="311382" y="5122"/>
                </a:cubicBezTo>
                <a:lnTo>
                  <a:pt x="307890" y="5122"/>
                </a:lnTo>
                <a:lnTo>
                  <a:pt x="307890" y="2328"/>
                </a:lnTo>
                <a:lnTo>
                  <a:pt x="354996" y="2328"/>
                </a:lnTo>
                <a:cubicBezTo>
                  <a:pt x="367569" y="2328"/>
                  <a:pt x="377683" y="4036"/>
                  <a:pt x="385340" y="7450"/>
                </a:cubicBezTo>
                <a:cubicBezTo>
                  <a:pt x="394705" y="11641"/>
                  <a:pt x="401806" y="17979"/>
                  <a:pt x="406643" y="26464"/>
                </a:cubicBezTo>
                <a:cubicBezTo>
                  <a:pt x="411481" y="34949"/>
                  <a:pt x="413899" y="44546"/>
                  <a:pt x="413899" y="55255"/>
                </a:cubicBezTo>
                <a:cubicBezTo>
                  <a:pt x="413899" y="62654"/>
                  <a:pt x="412709" y="69470"/>
                  <a:pt x="410329" y="75705"/>
                </a:cubicBezTo>
                <a:cubicBezTo>
                  <a:pt x="407950" y="81939"/>
                  <a:pt x="404871" y="87087"/>
                  <a:pt x="401094" y="91148"/>
                </a:cubicBezTo>
                <a:cubicBezTo>
                  <a:pt x="397318" y="95210"/>
                  <a:pt x="392959" y="98469"/>
                  <a:pt x="388018" y="100927"/>
                </a:cubicBezTo>
                <a:cubicBezTo>
                  <a:pt x="383077" y="103384"/>
                  <a:pt x="377036" y="105286"/>
                  <a:pt x="369897" y="106631"/>
                </a:cubicBezTo>
                <a:cubicBezTo>
                  <a:pt x="366741" y="107252"/>
                  <a:pt x="361774" y="107562"/>
                  <a:pt x="354996" y="107562"/>
                </a:cubicBezTo>
                <a:lnTo>
                  <a:pt x="307890" y="107562"/>
                </a:lnTo>
                <a:moveTo>
                  <a:pt x="348012" y="8226"/>
                </a:moveTo>
                <a:lnTo>
                  <a:pt x="348012" y="90266"/>
                </a:lnTo>
                <a:cubicBezTo>
                  <a:pt x="348012" y="94608"/>
                  <a:pt x="348219" y="97271"/>
                  <a:pt x="348633" y="98254"/>
                </a:cubicBezTo>
                <a:cubicBezTo>
                  <a:pt x="349047" y="99235"/>
                  <a:pt x="349745" y="99984"/>
                  <a:pt x="350728" y="100500"/>
                </a:cubicBezTo>
                <a:cubicBezTo>
                  <a:pt x="352125" y="101276"/>
                  <a:pt x="354143" y="101664"/>
                  <a:pt x="356781" y="101664"/>
                </a:cubicBezTo>
                <a:cubicBezTo>
                  <a:pt x="365421" y="101664"/>
                  <a:pt x="372018" y="98717"/>
                  <a:pt x="376571" y="92824"/>
                </a:cubicBezTo>
                <a:cubicBezTo>
                  <a:pt x="382779" y="84863"/>
                  <a:pt x="385884" y="72508"/>
                  <a:pt x="385884" y="55760"/>
                </a:cubicBezTo>
                <a:cubicBezTo>
                  <a:pt x="385884" y="42268"/>
                  <a:pt x="383762" y="31489"/>
                  <a:pt x="379520" y="23425"/>
                </a:cubicBezTo>
                <a:cubicBezTo>
                  <a:pt x="376157" y="17118"/>
                  <a:pt x="371837" y="12827"/>
                  <a:pt x="366560" y="10552"/>
                </a:cubicBezTo>
                <a:cubicBezTo>
                  <a:pt x="362835" y="8950"/>
                  <a:pt x="356652" y="8175"/>
                  <a:pt x="348012" y="82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Approaches">
            <a:extLst xmlns:a="http://schemas.openxmlformats.org/drawingml/2006/main">
              <a:ext uri="{FF2B5EF4-FFF2-40B4-BE49-F238E27FC236}">
                <a16:creationId xmlns:a16="http://schemas.microsoft.com/office/drawing/2014/main" id="{9FB35475-9D85-4314-9D4B-40B53D24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450" y="1105607"/>
            <a:ext cx="802625" cy="141553"/>
          </a:xfrm>
          <a:custGeom xmlns:a="http://schemas.openxmlformats.org/drawingml/2006/main">
            <a:pathLst>
              <a:path w="802625" h="141553">
                <a:moveTo>
                  <a:pt x="64879" y="77451"/>
                </a:moveTo>
                <a:lnTo>
                  <a:pt x="27705" y="77451"/>
                </a:lnTo>
                <a:lnTo>
                  <a:pt x="23282" y="87746"/>
                </a:lnTo>
                <a:cubicBezTo>
                  <a:pt x="21833" y="91198"/>
                  <a:pt x="21109" y="94048"/>
                  <a:pt x="21109" y="96297"/>
                </a:cubicBezTo>
                <a:cubicBezTo>
                  <a:pt x="21109" y="99277"/>
                  <a:pt x="22299" y="101473"/>
                  <a:pt x="24679" y="102886"/>
                </a:cubicBezTo>
                <a:cubicBezTo>
                  <a:pt x="26076" y="103722"/>
                  <a:pt x="29516" y="104349"/>
                  <a:pt x="35000" y="104768"/>
                </a:cubicBezTo>
                <a:lnTo>
                  <a:pt x="35000" y="107562"/>
                </a:lnTo>
                <a:lnTo>
                  <a:pt x="0" y="107562"/>
                </a:lnTo>
                <a:lnTo>
                  <a:pt x="0" y="104768"/>
                </a:lnTo>
                <a:cubicBezTo>
                  <a:pt x="3777" y="104194"/>
                  <a:pt x="6881" y="102615"/>
                  <a:pt x="9313" y="100029"/>
                </a:cubicBezTo>
                <a:cubicBezTo>
                  <a:pt x="11744" y="97442"/>
                  <a:pt x="14745" y="92101"/>
                  <a:pt x="18315" y="84004"/>
                </a:cubicBezTo>
                <a:lnTo>
                  <a:pt x="55954" y="0"/>
                </a:lnTo>
                <a:lnTo>
                  <a:pt x="57428" y="0"/>
                </a:lnTo>
                <a:lnTo>
                  <a:pt x="95378" y="86344"/>
                </a:lnTo>
                <a:cubicBezTo>
                  <a:pt x="98999" y="94603"/>
                  <a:pt x="101974" y="99803"/>
                  <a:pt x="104303" y="101945"/>
                </a:cubicBezTo>
                <a:cubicBezTo>
                  <a:pt x="106062" y="103565"/>
                  <a:pt x="108545" y="104506"/>
                  <a:pt x="111753" y="104768"/>
                </a:cubicBezTo>
                <a:lnTo>
                  <a:pt x="111753" y="107562"/>
                </a:lnTo>
                <a:lnTo>
                  <a:pt x="60843" y="107562"/>
                </a:lnTo>
                <a:lnTo>
                  <a:pt x="60843" y="104768"/>
                </a:lnTo>
                <a:lnTo>
                  <a:pt x="62938" y="104768"/>
                </a:lnTo>
                <a:cubicBezTo>
                  <a:pt x="67026" y="104768"/>
                  <a:pt x="69897" y="104189"/>
                  <a:pt x="71553" y="103032"/>
                </a:cubicBezTo>
                <a:cubicBezTo>
                  <a:pt x="72691" y="102191"/>
                  <a:pt x="73260" y="100981"/>
                  <a:pt x="73260" y="99401"/>
                </a:cubicBezTo>
                <a:cubicBezTo>
                  <a:pt x="73260" y="98455"/>
                  <a:pt x="73105" y="97482"/>
                  <a:pt x="72794" y="96481"/>
                </a:cubicBezTo>
                <a:cubicBezTo>
                  <a:pt x="72691" y="96009"/>
                  <a:pt x="71915" y="94037"/>
                  <a:pt x="70466" y="90564"/>
                </a:cubicBezTo>
                <a:lnTo>
                  <a:pt x="64879" y="77451"/>
                </a:lnTo>
                <a:moveTo>
                  <a:pt x="62240" y="71708"/>
                </a:moveTo>
                <a:lnTo>
                  <a:pt x="46564" y="35422"/>
                </a:lnTo>
                <a:lnTo>
                  <a:pt x="30422" y="71708"/>
                </a:lnTo>
                <a:lnTo>
                  <a:pt x="62240" y="71708"/>
                </a:lnTo>
                <a:close/>
                <a:moveTo>
                  <a:pt x="146958" y="100189"/>
                </a:moveTo>
                <a:lnTo>
                  <a:pt x="146958" y="127119"/>
                </a:lnTo>
                <a:cubicBezTo>
                  <a:pt x="146958" y="130894"/>
                  <a:pt x="147255" y="133463"/>
                  <a:pt x="147850" y="134826"/>
                </a:cubicBezTo>
                <a:cubicBezTo>
                  <a:pt x="148445" y="136190"/>
                  <a:pt x="149364" y="137187"/>
                  <a:pt x="150605" y="137816"/>
                </a:cubicBezTo>
                <a:cubicBezTo>
                  <a:pt x="151847" y="138445"/>
                  <a:pt x="154279" y="138760"/>
                  <a:pt x="157900" y="138760"/>
                </a:cubicBezTo>
                <a:lnTo>
                  <a:pt x="157900" y="141553"/>
                </a:lnTo>
                <a:lnTo>
                  <a:pt x="116536" y="141553"/>
                </a:lnTo>
                <a:lnTo>
                  <a:pt x="116536" y="138760"/>
                </a:lnTo>
                <a:cubicBezTo>
                  <a:pt x="119744" y="138654"/>
                  <a:pt x="122124" y="137737"/>
                  <a:pt x="123676" y="136007"/>
                </a:cubicBezTo>
                <a:cubicBezTo>
                  <a:pt x="124711" y="134802"/>
                  <a:pt x="125228" y="131684"/>
                  <a:pt x="125228" y="126653"/>
                </a:cubicBezTo>
                <a:lnTo>
                  <a:pt x="125228" y="50133"/>
                </a:lnTo>
                <a:cubicBezTo>
                  <a:pt x="125228" y="44947"/>
                  <a:pt x="124633" y="41633"/>
                  <a:pt x="123443" y="40193"/>
                </a:cubicBezTo>
                <a:cubicBezTo>
                  <a:pt x="122253" y="38752"/>
                  <a:pt x="119951" y="37927"/>
                  <a:pt x="116536" y="37717"/>
                </a:cubicBezTo>
                <a:lnTo>
                  <a:pt x="116536" y="34923"/>
                </a:lnTo>
                <a:lnTo>
                  <a:pt x="146958" y="34923"/>
                </a:lnTo>
                <a:lnTo>
                  <a:pt x="146958" y="44468"/>
                </a:lnTo>
                <a:cubicBezTo>
                  <a:pt x="149493" y="40743"/>
                  <a:pt x="152080" y="38053"/>
                  <a:pt x="154719" y="36397"/>
                </a:cubicBezTo>
                <a:cubicBezTo>
                  <a:pt x="158495" y="33966"/>
                  <a:pt x="162609" y="32750"/>
                  <a:pt x="167058" y="32750"/>
                </a:cubicBezTo>
                <a:cubicBezTo>
                  <a:pt x="172387" y="32750"/>
                  <a:pt x="177237" y="34433"/>
                  <a:pt x="181609" y="37799"/>
                </a:cubicBezTo>
                <a:cubicBezTo>
                  <a:pt x="185981" y="41165"/>
                  <a:pt x="189305" y="45813"/>
                  <a:pt x="191581" y="51744"/>
                </a:cubicBezTo>
                <a:cubicBezTo>
                  <a:pt x="193858" y="57674"/>
                  <a:pt x="194996" y="64057"/>
                  <a:pt x="194996" y="70893"/>
                </a:cubicBezTo>
                <a:cubicBezTo>
                  <a:pt x="194996" y="78246"/>
                  <a:pt x="193819" y="84966"/>
                  <a:pt x="191465" y="91051"/>
                </a:cubicBezTo>
                <a:cubicBezTo>
                  <a:pt x="189111" y="97137"/>
                  <a:pt x="185696" y="101772"/>
                  <a:pt x="181221" y="104957"/>
                </a:cubicBezTo>
                <a:cubicBezTo>
                  <a:pt x="176746" y="108142"/>
                  <a:pt x="171766" y="109735"/>
                  <a:pt x="166282" y="109735"/>
                </a:cubicBezTo>
                <a:cubicBezTo>
                  <a:pt x="162298" y="109735"/>
                  <a:pt x="158573" y="108855"/>
                  <a:pt x="155107" y="107096"/>
                </a:cubicBezTo>
                <a:cubicBezTo>
                  <a:pt x="152520" y="105751"/>
                  <a:pt x="149804" y="103449"/>
                  <a:pt x="146958" y="100189"/>
                </a:cubicBezTo>
                <a:moveTo>
                  <a:pt x="146958" y="92339"/>
                </a:moveTo>
                <a:cubicBezTo>
                  <a:pt x="151407" y="98659"/>
                  <a:pt x="156167" y="101819"/>
                  <a:pt x="161237" y="101819"/>
                </a:cubicBezTo>
                <a:cubicBezTo>
                  <a:pt x="164031" y="101819"/>
                  <a:pt x="166334" y="100343"/>
                  <a:pt x="168144" y="97391"/>
                </a:cubicBezTo>
                <a:cubicBezTo>
                  <a:pt x="170835" y="93038"/>
                  <a:pt x="172180" y="84749"/>
                  <a:pt x="172180" y="72523"/>
                </a:cubicBezTo>
                <a:cubicBezTo>
                  <a:pt x="172180" y="59986"/>
                  <a:pt x="170705" y="51412"/>
                  <a:pt x="167756" y="46801"/>
                </a:cubicBezTo>
                <a:cubicBezTo>
                  <a:pt x="165790" y="43746"/>
                  <a:pt x="163152" y="42218"/>
                  <a:pt x="159841" y="42218"/>
                </a:cubicBezTo>
                <a:cubicBezTo>
                  <a:pt x="154615" y="42218"/>
                  <a:pt x="150321" y="45999"/>
                  <a:pt x="146958" y="53563"/>
                </a:cubicBezTo>
                <a:lnTo>
                  <a:pt x="146958" y="92339"/>
                </a:lnTo>
                <a:close/>
                <a:moveTo>
                  <a:pt x="235327" y="100189"/>
                </a:moveTo>
                <a:lnTo>
                  <a:pt x="235327" y="127119"/>
                </a:lnTo>
                <a:cubicBezTo>
                  <a:pt x="235327" y="130894"/>
                  <a:pt x="235625" y="133463"/>
                  <a:pt x="236220" y="134826"/>
                </a:cubicBezTo>
                <a:cubicBezTo>
                  <a:pt x="236814" y="136190"/>
                  <a:pt x="237733" y="137187"/>
                  <a:pt x="238975" y="137816"/>
                </a:cubicBezTo>
                <a:cubicBezTo>
                  <a:pt x="240216" y="138445"/>
                  <a:pt x="242648" y="138760"/>
                  <a:pt x="246269" y="138760"/>
                </a:cubicBezTo>
                <a:lnTo>
                  <a:pt x="246269" y="141553"/>
                </a:lnTo>
                <a:lnTo>
                  <a:pt x="204905" y="141553"/>
                </a:lnTo>
                <a:lnTo>
                  <a:pt x="204905" y="138760"/>
                </a:lnTo>
                <a:cubicBezTo>
                  <a:pt x="208113" y="138654"/>
                  <a:pt x="210493" y="137737"/>
                  <a:pt x="212045" y="136007"/>
                </a:cubicBezTo>
                <a:cubicBezTo>
                  <a:pt x="213080" y="134802"/>
                  <a:pt x="213597" y="131684"/>
                  <a:pt x="213597" y="126653"/>
                </a:cubicBezTo>
                <a:lnTo>
                  <a:pt x="213597" y="50133"/>
                </a:lnTo>
                <a:cubicBezTo>
                  <a:pt x="213597" y="44947"/>
                  <a:pt x="213002" y="41633"/>
                  <a:pt x="211812" y="40193"/>
                </a:cubicBezTo>
                <a:cubicBezTo>
                  <a:pt x="210622" y="38752"/>
                  <a:pt x="208320" y="37927"/>
                  <a:pt x="204905" y="37717"/>
                </a:cubicBezTo>
                <a:lnTo>
                  <a:pt x="204905" y="34923"/>
                </a:lnTo>
                <a:lnTo>
                  <a:pt x="235327" y="34923"/>
                </a:lnTo>
                <a:lnTo>
                  <a:pt x="235327" y="44468"/>
                </a:lnTo>
                <a:cubicBezTo>
                  <a:pt x="237862" y="40743"/>
                  <a:pt x="240449" y="38053"/>
                  <a:pt x="243088" y="36397"/>
                </a:cubicBezTo>
                <a:cubicBezTo>
                  <a:pt x="246864" y="33966"/>
                  <a:pt x="250978" y="32750"/>
                  <a:pt x="255427" y="32750"/>
                </a:cubicBezTo>
                <a:cubicBezTo>
                  <a:pt x="260756" y="32750"/>
                  <a:pt x="265606" y="34433"/>
                  <a:pt x="269978" y="37799"/>
                </a:cubicBezTo>
                <a:cubicBezTo>
                  <a:pt x="274350" y="41165"/>
                  <a:pt x="277674" y="45813"/>
                  <a:pt x="279951" y="51744"/>
                </a:cubicBezTo>
                <a:cubicBezTo>
                  <a:pt x="282227" y="57674"/>
                  <a:pt x="283365" y="64057"/>
                  <a:pt x="283365" y="70893"/>
                </a:cubicBezTo>
                <a:cubicBezTo>
                  <a:pt x="283365" y="78246"/>
                  <a:pt x="282188" y="84966"/>
                  <a:pt x="279834" y="91051"/>
                </a:cubicBezTo>
                <a:cubicBezTo>
                  <a:pt x="277480" y="97137"/>
                  <a:pt x="274065" y="101772"/>
                  <a:pt x="269590" y="104957"/>
                </a:cubicBezTo>
                <a:cubicBezTo>
                  <a:pt x="265115" y="108142"/>
                  <a:pt x="260135" y="109735"/>
                  <a:pt x="254651" y="109735"/>
                </a:cubicBezTo>
                <a:cubicBezTo>
                  <a:pt x="250667" y="109735"/>
                  <a:pt x="246942" y="108855"/>
                  <a:pt x="243476" y="107096"/>
                </a:cubicBezTo>
                <a:cubicBezTo>
                  <a:pt x="240889" y="105751"/>
                  <a:pt x="238173" y="103449"/>
                  <a:pt x="235327" y="100189"/>
                </a:cubicBezTo>
                <a:moveTo>
                  <a:pt x="235327" y="92339"/>
                </a:moveTo>
                <a:cubicBezTo>
                  <a:pt x="239776" y="98659"/>
                  <a:pt x="244536" y="101819"/>
                  <a:pt x="249607" y="101819"/>
                </a:cubicBezTo>
                <a:cubicBezTo>
                  <a:pt x="252400" y="101819"/>
                  <a:pt x="254703" y="100343"/>
                  <a:pt x="256513" y="97391"/>
                </a:cubicBezTo>
                <a:cubicBezTo>
                  <a:pt x="259204" y="93038"/>
                  <a:pt x="260549" y="84749"/>
                  <a:pt x="260549" y="72523"/>
                </a:cubicBezTo>
                <a:cubicBezTo>
                  <a:pt x="260549" y="59986"/>
                  <a:pt x="259074" y="51412"/>
                  <a:pt x="256125" y="46801"/>
                </a:cubicBezTo>
                <a:cubicBezTo>
                  <a:pt x="254159" y="43746"/>
                  <a:pt x="251521" y="42218"/>
                  <a:pt x="248210" y="42218"/>
                </a:cubicBezTo>
                <a:cubicBezTo>
                  <a:pt x="242984" y="42218"/>
                  <a:pt x="238690" y="45999"/>
                  <a:pt x="235327" y="53563"/>
                </a:cubicBezTo>
                <a:lnTo>
                  <a:pt x="235327" y="92339"/>
                </a:lnTo>
                <a:close/>
                <a:moveTo>
                  <a:pt x="325714" y="34923"/>
                </a:moveTo>
                <a:lnTo>
                  <a:pt x="325714" y="51375"/>
                </a:lnTo>
                <a:cubicBezTo>
                  <a:pt x="330525" y="43873"/>
                  <a:pt x="334742" y="38894"/>
                  <a:pt x="338364" y="36436"/>
                </a:cubicBezTo>
                <a:cubicBezTo>
                  <a:pt x="341985" y="33979"/>
                  <a:pt x="345478" y="32750"/>
                  <a:pt x="348840" y="32750"/>
                </a:cubicBezTo>
                <a:cubicBezTo>
                  <a:pt x="351738" y="32750"/>
                  <a:pt x="354053" y="33645"/>
                  <a:pt x="355786" y="35437"/>
                </a:cubicBezTo>
                <a:cubicBezTo>
                  <a:pt x="357519" y="37228"/>
                  <a:pt x="358386" y="39759"/>
                  <a:pt x="358386" y="43030"/>
                </a:cubicBezTo>
                <a:cubicBezTo>
                  <a:pt x="358386" y="46509"/>
                  <a:pt x="357545" y="49210"/>
                  <a:pt x="355864" y="51133"/>
                </a:cubicBezTo>
                <a:cubicBezTo>
                  <a:pt x="354182" y="53053"/>
                  <a:pt x="352152" y="54014"/>
                  <a:pt x="349772" y="54014"/>
                </a:cubicBezTo>
                <a:cubicBezTo>
                  <a:pt x="347030" y="54014"/>
                  <a:pt x="344650" y="53134"/>
                  <a:pt x="342632" y="51375"/>
                </a:cubicBezTo>
                <a:cubicBezTo>
                  <a:pt x="340614" y="49616"/>
                  <a:pt x="339424" y="48633"/>
                  <a:pt x="339062" y="48426"/>
                </a:cubicBezTo>
                <a:cubicBezTo>
                  <a:pt x="338545" y="48116"/>
                  <a:pt x="337950" y="47961"/>
                  <a:pt x="337277" y="47961"/>
                </a:cubicBezTo>
                <a:cubicBezTo>
                  <a:pt x="335777" y="47961"/>
                  <a:pt x="334354" y="48530"/>
                  <a:pt x="333009" y="49668"/>
                </a:cubicBezTo>
                <a:cubicBezTo>
                  <a:pt x="330888" y="51427"/>
                  <a:pt x="329284" y="53936"/>
                  <a:pt x="328197" y="57196"/>
                </a:cubicBezTo>
                <a:cubicBezTo>
                  <a:pt x="326542" y="62214"/>
                  <a:pt x="325714" y="67750"/>
                  <a:pt x="325714" y="73803"/>
                </a:cubicBezTo>
                <a:lnTo>
                  <a:pt x="325714" y="90489"/>
                </a:lnTo>
                <a:lnTo>
                  <a:pt x="325791" y="94835"/>
                </a:lnTo>
                <a:cubicBezTo>
                  <a:pt x="325791" y="97784"/>
                  <a:pt x="325973" y="99672"/>
                  <a:pt x="326335" y="100500"/>
                </a:cubicBezTo>
                <a:cubicBezTo>
                  <a:pt x="326956" y="101897"/>
                  <a:pt x="327874" y="102919"/>
                  <a:pt x="329090" y="103565"/>
                </a:cubicBezTo>
                <a:cubicBezTo>
                  <a:pt x="330306" y="104212"/>
                  <a:pt x="332362" y="104613"/>
                  <a:pt x="335259" y="104768"/>
                </a:cubicBezTo>
                <a:lnTo>
                  <a:pt x="335259" y="107562"/>
                </a:lnTo>
                <a:lnTo>
                  <a:pt x="296068" y="107562"/>
                </a:lnTo>
                <a:lnTo>
                  <a:pt x="296068" y="104768"/>
                </a:lnTo>
                <a:cubicBezTo>
                  <a:pt x="299224" y="104509"/>
                  <a:pt x="301358" y="103643"/>
                  <a:pt x="302471" y="102168"/>
                </a:cubicBezTo>
                <a:cubicBezTo>
                  <a:pt x="303583" y="100694"/>
                  <a:pt x="304139" y="96801"/>
                  <a:pt x="304139" y="90489"/>
                </a:cubicBezTo>
                <a:lnTo>
                  <a:pt x="304139" y="50289"/>
                </a:lnTo>
                <a:cubicBezTo>
                  <a:pt x="304139" y="46124"/>
                  <a:pt x="303932" y="43469"/>
                  <a:pt x="303519" y="42324"/>
                </a:cubicBezTo>
                <a:cubicBezTo>
                  <a:pt x="303001" y="40866"/>
                  <a:pt x="302251" y="39799"/>
                  <a:pt x="301268" y="39123"/>
                </a:cubicBezTo>
                <a:cubicBezTo>
                  <a:pt x="300285" y="38446"/>
                  <a:pt x="298552" y="37977"/>
                  <a:pt x="296068" y="37717"/>
                </a:cubicBezTo>
                <a:lnTo>
                  <a:pt x="296068" y="34923"/>
                </a:lnTo>
                <a:lnTo>
                  <a:pt x="325714" y="34923"/>
                </a:lnTo>
                <a:close/>
                <a:moveTo>
                  <a:pt x="397576" y="32750"/>
                </a:moveTo>
                <a:cubicBezTo>
                  <a:pt x="403888" y="32750"/>
                  <a:pt x="409760" y="34381"/>
                  <a:pt x="415192" y="37644"/>
                </a:cubicBezTo>
                <a:cubicBezTo>
                  <a:pt x="420625" y="40906"/>
                  <a:pt x="424751" y="45542"/>
                  <a:pt x="427570" y="51550"/>
                </a:cubicBezTo>
                <a:cubicBezTo>
                  <a:pt x="430390" y="57558"/>
                  <a:pt x="431800" y="64135"/>
                  <a:pt x="431800" y="71281"/>
                </a:cubicBezTo>
                <a:cubicBezTo>
                  <a:pt x="431800" y="81587"/>
                  <a:pt x="429187" y="90210"/>
                  <a:pt x="423962" y="97151"/>
                </a:cubicBezTo>
                <a:cubicBezTo>
                  <a:pt x="417650" y="105540"/>
                  <a:pt x="408932" y="109735"/>
                  <a:pt x="397809" y="109735"/>
                </a:cubicBezTo>
                <a:cubicBezTo>
                  <a:pt x="386892" y="109735"/>
                  <a:pt x="378485" y="105902"/>
                  <a:pt x="372587" y="98237"/>
                </a:cubicBezTo>
                <a:cubicBezTo>
                  <a:pt x="366689" y="90572"/>
                  <a:pt x="363739" y="81690"/>
                  <a:pt x="363739" y="71592"/>
                </a:cubicBezTo>
                <a:cubicBezTo>
                  <a:pt x="363739" y="61183"/>
                  <a:pt x="366753" y="52107"/>
                  <a:pt x="372781" y="44364"/>
                </a:cubicBezTo>
                <a:cubicBezTo>
                  <a:pt x="378808" y="36621"/>
                  <a:pt x="387073" y="32750"/>
                  <a:pt x="397576" y="32750"/>
                </a:cubicBezTo>
                <a:moveTo>
                  <a:pt x="397886" y="38182"/>
                </a:moveTo>
                <a:cubicBezTo>
                  <a:pt x="395248" y="38182"/>
                  <a:pt x="392984" y="39180"/>
                  <a:pt x="391096" y="41175"/>
                </a:cubicBezTo>
                <a:cubicBezTo>
                  <a:pt x="389207" y="43168"/>
                  <a:pt x="387965" y="47104"/>
                  <a:pt x="387371" y="52983"/>
                </a:cubicBezTo>
                <a:cubicBezTo>
                  <a:pt x="386776" y="58862"/>
                  <a:pt x="386478" y="67033"/>
                  <a:pt x="386478" y="77497"/>
                </a:cubicBezTo>
                <a:cubicBezTo>
                  <a:pt x="386478" y="83039"/>
                  <a:pt x="386840" y="88219"/>
                  <a:pt x="387565" y="93038"/>
                </a:cubicBezTo>
                <a:cubicBezTo>
                  <a:pt x="388134" y="96714"/>
                  <a:pt x="389349" y="99511"/>
                  <a:pt x="391212" y="101429"/>
                </a:cubicBezTo>
                <a:cubicBezTo>
                  <a:pt x="393075" y="103345"/>
                  <a:pt x="395196" y="104303"/>
                  <a:pt x="397576" y="104303"/>
                </a:cubicBezTo>
                <a:cubicBezTo>
                  <a:pt x="399904" y="104303"/>
                  <a:pt x="401844" y="103655"/>
                  <a:pt x="403396" y="102360"/>
                </a:cubicBezTo>
                <a:cubicBezTo>
                  <a:pt x="405414" y="100599"/>
                  <a:pt x="406759" y="98138"/>
                  <a:pt x="407432" y="94978"/>
                </a:cubicBezTo>
                <a:cubicBezTo>
                  <a:pt x="408466" y="90058"/>
                  <a:pt x="408984" y="80113"/>
                  <a:pt x="408984" y="65143"/>
                </a:cubicBezTo>
                <a:cubicBezTo>
                  <a:pt x="408984" y="56338"/>
                  <a:pt x="408492" y="50291"/>
                  <a:pt x="407509" y="47003"/>
                </a:cubicBezTo>
                <a:cubicBezTo>
                  <a:pt x="406526" y="43712"/>
                  <a:pt x="405078" y="41316"/>
                  <a:pt x="403163" y="39814"/>
                </a:cubicBezTo>
                <a:cubicBezTo>
                  <a:pt x="401818" y="38726"/>
                  <a:pt x="400059" y="38182"/>
                  <a:pt x="397886" y="38182"/>
                </a:cubicBezTo>
                <a:close/>
                <a:moveTo>
                  <a:pt x="482865" y="96852"/>
                </a:moveTo>
                <a:cubicBezTo>
                  <a:pt x="474018" y="104716"/>
                  <a:pt x="466076" y="108648"/>
                  <a:pt x="459040" y="108648"/>
                </a:cubicBezTo>
                <a:cubicBezTo>
                  <a:pt x="454901" y="108648"/>
                  <a:pt x="451461" y="107286"/>
                  <a:pt x="448719" y="104562"/>
                </a:cubicBezTo>
                <a:cubicBezTo>
                  <a:pt x="445977" y="101836"/>
                  <a:pt x="444605" y="98423"/>
                  <a:pt x="444605" y="94323"/>
                </a:cubicBezTo>
                <a:cubicBezTo>
                  <a:pt x="444605" y="88768"/>
                  <a:pt x="446985" y="83771"/>
                  <a:pt x="451745" y="79333"/>
                </a:cubicBezTo>
                <a:cubicBezTo>
                  <a:pt x="456505" y="74895"/>
                  <a:pt x="466878" y="68990"/>
                  <a:pt x="482865" y="61619"/>
                </a:cubicBezTo>
                <a:lnTo>
                  <a:pt x="482865" y="54324"/>
                </a:lnTo>
                <a:cubicBezTo>
                  <a:pt x="482865" y="48840"/>
                  <a:pt x="482568" y="45387"/>
                  <a:pt x="481973" y="43964"/>
                </a:cubicBezTo>
                <a:cubicBezTo>
                  <a:pt x="481378" y="42541"/>
                  <a:pt x="480252" y="41299"/>
                  <a:pt x="478597" y="40239"/>
                </a:cubicBezTo>
                <a:cubicBezTo>
                  <a:pt x="476941" y="39178"/>
                  <a:pt x="475079" y="38648"/>
                  <a:pt x="473009" y="38648"/>
                </a:cubicBezTo>
                <a:cubicBezTo>
                  <a:pt x="469646" y="38648"/>
                  <a:pt x="466878" y="39398"/>
                  <a:pt x="464705" y="40898"/>
                </a:cubicBezTo>
                <a:cubicBezTo>
                  <a:pt x="463360" y="41830"/>
                  <a:pt x="462688" y="42916"/>
                  <a:pt x="462688" y="44158"/>
                </a:cubicBezTo>
                <a:cubicBezTo>
                  <a:pt x="462688" y="45244"/>
                  <a:pt x="463412" y="46589"/>
                  <a:pt x="464861" y="48193"/>
                </a:cubicBezTo>
                <a:cubicBezTo>
                  <a:pt x="466827" y="50418"/>
                  <a:pt x="467810" y="52565"/>
                  <a:pt x="467810" y="54635"/>
                </a:cubicBezTo>
                <a:cubicBezTo>
                  <a:pt x="467810" y="57170"/>
                  <a:pt x="466865" y="59330"/>
                  <a:pt x="464977" y="61115"/>
                </a:cubicBezTo>
                <a:cubicBezTo>
                  <a:pt x="463089" y="62900"/>
                  <a:pt x="460618" y="63792"/>
                  <a:pt x="457566" y="63792"/>
                </a:cubicBezTo>
                <a:cubicBezTo>
                  <a:pt x="454306" y="63792"/>
                  <a:pt x="451577" y="62809"/>
                  <a:pt x="449378" y="60843"/>
                </a:cubicBezTo>
                <a:cubicBezTo>
                  <a:pt x="447179" y="58877"/>
                  <a:pt x="446080" y="56575"/>
                  <a:pt x="446080" y="53936"/>
                </a:cubicBezTo>
                <a:cubicBezTo>
                  <a:pt x="446080" y="50211"/>
                  <a:pt x="447554" y="46654"/>
                  <a:pt x="450504" y="43265"/>
                </a:cubicBezTo>
                <a:cubicBezTo>
                  <a:pt x="453453" y="39877"/>
                  <a:pt x="457566" y="37277"/>
                  <a:pt x="462843" y="35466"/>
                </a:cubicBezTo>
                <a:cubicBezTo>
                  <a:pt x="468120" y="33655"/>
                  <a:pt x="473604" y="32750"/>
                  <a:pt x="479295" y="32750"/>
                </a:cubicBezTo>
                <a:cubicBezTo>
                  <a:pt x="486176" y="32750"/>
                  <a:pt x="491622" y="34215"/>
                  <a:pt x="495631" y="37147"/>
                </a:cubicBezTo>
                <a:cubicBezTo>
                  <a:pt x="499641" y="40076"/>
                  <a:pt x="502241" y="43252"/>
                  <a:pt x="503431" y="46675"/>
                </a:cubicBezTo>
                <a:cubicBezTo>
                  <a:pt x="504155" y="48853"/>
                  <a:pt x="504517" y="53857"/>
                  <a:pt x="504517" y="61687"/>
                </a:cubicBezTo>
                <a:lnTo>
                  <a:pt x="504517" y="89924"/>
                </a:lnTo>
                <a:cubicBezTo>
                  <a:pt x="504517" y="93243"/>
                  <a:pt x="504647" y="95331"/>
                  <a:pt x="504905" y="96188"/>
                </a:cubicBezTo>
                <a:cubicBezTo>
                  <a:pt x="505164" y="97043"/>
                  <a:pt x="505552" y="97679"/>
                  <a:pt x="506069" y="98094"/>
                </a:cubicBezTo>
                <a:cubicBezTo>
                  <a:pt x="506587" y="98508"/>
                  <a:pt x="507182" y="98715"/>
                  <a:pt x="507854" y="98715"/>
                </a:cubicBezTo>
                <a:cubicBezTo>
                  <a:pt x="509200" y="98715"/>
                  <a:pt x="510571" y="97758"/>
                  <a:pt x="511967" y="95843"/>
                </a:cubicBezTo>
                <a:lnTo>
                  <a:pt x="514296" y="97706"/>
                </a:lnTo>
                <a:cubicBezTo>
                  <a:pt x="511709" y="101535"/>
                  <a:pt x="509031" y="104315"/>
                  <a:pt x="506263" y="106049"/>
                </a:cubicBezTo>
                <a:cubicBezTo>
                  <a:pt x="503496" y="107782"/>
                  <a:pt x="500352" y="108648"/>
                  <a:pt x="496834" y="108648"/>
                </a:cubicBezTo>
                <a:cubicBezTo>
                  <a:pt x="492695" y="108648"/>
                  <a:pt x="489462" y="107672"/>
                  <a:pt x="487134" y="105719"/>
                </a:cubicBezTo>
                <a:cubicBezTo>
                  <a:pt x="484805" y="103766"/>
                  <a:pt x="483383" y="100810"/>
                  <a:pt x="482865" y="96852"/>
                </a:cubicBezTo>
                <a:moveTo>
                  <a:pt x="482865" y="91109"/>
                </a:moveTo>
                <a:lnTo>
                  <a:pt x="482865" y="66833"/>
                </a:lnTo>
                <a:cubicBezTo>
                  <a:pt x="476605" y="70524"/>
                  <a:pt x="471949" y="74476"/>
                  <a:pt x="468896" y="78688"/>
                </a:cubicBezTo>
                <a:cubicBezTo>
                  <a:pt x="466878" y="81494"/>
                  <a:pt x="465870" y="84328"/>
                  <a:pt x="465870" y="87188"/>
                </a:cubicBezTo>
                <a:cubicBezTo>
                  <a:pt x="465870" y="89579"/>
                  <a:pt x="466723" y="91685"/>
                  <a:pt x="468431" y="93506"/>
                </a:cubicBezTo>
                <a:cubicBezTo>
                  <a:pt x="469724" y="94909"/>
                  <a:pt x="471535" y="95611"/>
                  <a:pt x="473863" y="95611"/>
                </a:cubicBezTo>
                <a:cubicBezTo>
                  <a:pt x="476450" y="95611"/>
                  <a:pt x="479451" y="94110"/>
                  <a:pt x="482865" y="91109"/>
                </a:cubicBezTo>
                <a:close/>
                <a:moveTo>
                  <a:pt x="581501" y="88798"/>
                </a:moveTo>
                <a:lnTo>
                  <a:pt x="583907" y="90658"/>
                </a:lnTo>
                <a:cubicBezTo>
                  <a:pt x="580492" y="97095"/>
                  <a:pt x="576237" y="101884"/>
                  <a:pt x="571141" y="105025"/>
                </a:cubicBezTo>
                <a:cubicBezTo>
                  <a:pt x="566045" y="108165"/>
                  <a:pt x="560625" y="109735"/>
                  <a:pt x="554882" y="109735"/>
                </a:cubicBezTo>
                <a:cubicBezTo>
                  <a:pt x="545208" y="109735"/>
                  <a:pt x="537473" y="106084"/>
                  <a:pt x="531678" y="98783"/>
                </a:cubicBezTo>
                <a:cubicBezTo>
                  <a:pt x="525884" y="91480"/>
                  <a:pt x="522986" y="82701"/>
                  <a:pt x="522986" y="72448"/>
                </a:cubicBezTo>
                <a:cubicBezTo>
                  <a:pt x="522986" y="62554"/>
                  <a:pt x="525625" y="53854"/>
                  <a:pt x="530902" y="46345"/>
                </a:cubicBezTo>
                <a:cubicBezTo>
                  <a:pt x="537266" y="37282"/>
                  <a:pt x="546035" y="32750"/>
                  <a:pt x="557211" y="32750"/>
                </a:cubicBezTo>
                <a:cubicBezTo>
                  <a:pt x="564713" y="32750"/>
                  <a:pt x="570675" y="34644"/>
                  <a:pt x="575099" y="38432"/>
                </a:cubicBezTo>
                <a:cubicBezTo>
                  <a:pt x="579522" y="42218"/>
                  <a:pt x="581734" y="46446"/>
                  <a:pt x="581734" y="51116"/>
                </a:cubicBezTo>
                <a:cubicBezTo>
                  <a:pt x="581734" y="54073"/>
                  <a:pt x="580842" y="56433"/>
                  <a:pt x="579057" y="58197"/>
                </a:cubicBezTo>
                <a:cubicBezTo>
                  <a:pt x="577272" y="59961"/>
                  <a:pt x="574931" y="60843"/>
                  <a:pt x="572033" y="60843"/>
                </a:cubicBezTo>
                <a:cubicBezTo>
                  <a:pt x="568981" y="60843"/>
                  <a:pt x="566459" y="59831"/>
                  <a:pt x="564467" y="57807"/>
                </a:cubicBezTo>
                <a:cubicBezTo>
                  <a:pt x="562475" y="55781"/>
                  <a:pt x="561246" y="52172"/>
                  <a:pt x="560780" y="46981"/>
                </a:cubicBezTo>
                <a:cubicBezTo>
                  <a:pt x="560470" y="43710"/>
                  <a:pt x="559720" y="41425"/>
                  <a:pt x="558530" y="40127"/>
                </a:cubicBezTo>
                <a:cubicBezTo>
                  <a:pt x="557340" y="38830"/>
                  <a:pt x="555943" y="38182"/>
                  <a:pt x="554339" y="38182"/>
                </a:cubicBezTo>
                <a:cubicBezTo>
                  <a:pt x="551856" y="38182"/>
                  <a:pt x="549735" y="39501"/>
                  <a:pt x="547975" y="42140"/>
                </a:cubicBezTo>
                <a:cubicBezTo>
                  <a:pt x="545285" y="46124"/>
                  <a:pt x="543940" y="52229"/>
                  <a:pt x="543940" y="60455"/>
                </a:cubicBezTo>
                <a:cubicBezTo>
                  <a:pt x="543940" y="67284"/>
                  <a:pt x="545026" y="73816"/>
                  <a:pt x="547199" y="80051"/>
                </a:cubicBezTo>
                <a:cubicBezTo>
                  <a:pt x="549372" y="86285"/>
                  <a:pt x="552347" y="90928"/>
                  <a:pt x="556124" y="93981"/>
                </a:cubicBezTo>
                <a:cubicBezTo>
                  <a:pt x="558970" y="96206"/>
                  <a:pt x="562333" y="97318"/>
                  <a:pt x="566213" y="97318"/>
                </a:cubicBezTo>
                <a:cubicBezTo>
                  <a:pt x="568748" y="97318"/>
                  <a:pt x="571154" y="96725"/>
                  <a:pt x="573430" y="95538"/>
                </a:cubicBezTo>
                <a:cubicBezTo>
                  <a:pt x="575707" y="94350"/>
                  <a:pt x="578397" y="92103"/>
                  <a:pt x="581501" y="88798"/>
                </a:cubicBezTo>
                <a:close/>
                <a:moveTo>
                  <a:pt x="622502" y="2328"/>
                </a:moveTo>
                <a:lnTo>
                  <a:pt x="622502" y="44313"/>
                </a:lnTo>
                <a:cubicBezTo>
                  <a:pt x="626486" y="40093"/>
                  <a:pt x="630133" y="37111"/>
                  <a:pt x="633445" y="35367"/>
                </a:cubicBezTo>
                <a:cubicBezTo>
                  <a:pt x="636756" y="33622"/>
                  <a:pt x="640196" y="32750"/>
                  <a:pt x="643766" y="32750"/>
                </a:cubicBezTo>
                <a:cubicBezTo>
                  <a:pt x="648319" y="32750"/>
                  <a:pt x="652212" y="34043"/>
                  <a:pt x="655446" y="36630"/>
                </a:cubicBezTo>
                <a:cubicBezTo>
                  <a:pt x="658680" y="39217"/>
                  <a:pt x="660827" y="42256"/>
                  <a:pt x="661887" y="45749"/>
                </a:cubicBezTo>
                <a:cubicBezTo>
                  <a:pt x="662948" y="49241"/>
                  <a:pt x="663478" y="55126"/>
                  <a:pt x="663478" y="63404"/>
                </a:cubicBezTo>
                <a:lnTo>
                  <a:pt x="663478" y="91730"/>
                </a:lnTo>
                <a:cubicBezTo>
                  <a:pt x="663478" y="97300"/>
                  <a:pt x="663996" y="100775"/>
                  <a:pt x="665030" y="102154"/>
                </a:cubicBezTo>
                <a:cubicBezTo>
                  <a:pt x="666065" y="103533"/>
                  <a:pt x="668160" y="104404"/>
                  <a:pt x="671316" y="104768"/>
                </a:cubicBezTo>
                <a:lnTo>
                  <a:pt x="671316" y="107562"/>
                </a:lnTo>
                <a:lnTo>
                  <a:pt x="634531" y="107562"/>
                </a:lnTo>
                <a:lnTo>
                  <a:pt x="634531" y="104768"/>
                </a:lnTo>
                <a:cubicBezTo>
                  <a:pt x="637118" y="104404"/>
                  <a:pt x="639058" y="103363"/>
                  <a:pt x="640352" y="101644"/>
                </a:cubicBezTo>
                <a:cubicBezTo>
                  <a:pt x="641283" y="100291"/>
                  <a:pt x="641749" y="96987"/>
                  <a:pt x="641749" y="91730"/>
                </a:cubicBezTo>
                <a:lnTo>
                  <a:pt x="641749" y="59420"/>
                </a:lnTo>
                <a:cubicBezTo>
                  <a:pt x="641749" y="53428"/>
                  <a:pt x="641516" y="49670"/>
                  <a:pt x="641050" y="48147"/>
                </a:cubicBezTo>
                <a:cubicBezTo>
                  <a:pt x="640584" y="46623"/>
                  <a:pt x="639795" y="45434"/>
                  <a:pt x="638683" y="44582"/>
                </a:cubicBezTo>
                <a:cubicBezTo>
                  <a:pt x="637571" y="43730"/>
                  <a:pt x="636316" y="43304"/>
                  <a:pt x="634919" y="43304"/>
                </a:cubicBezTo>
                <a:cubicBezTo>
                  <a:pt x="632850" y="43304"/>
                  <a:pt x="630832" y="44016"/>
                  <a:pt x="628866" y="45438"/>
                </a:cubicBezTo>
                <a:cubicBezTo>
                  <a:pt x="626900" y="46861"/>
                  <a:pt x="624779" y="49357"/>
                  <a:pt x="622502" y="52927"/>
                </a:cubicBezTo>
                <a:lnTo>
                  <a:pt x="622502" y="91730"/>
                </a:lnTo>
                <a:cubicBezTo>
                  <a:pt x="622502" y="96935"/>
                  <a:pt x="622890" y="100188"/>
                  <a:pt x="623666" y="101489"/>
                </a:cubicBezTo>
                <a:cubicBezTo>
                  <a:pt x="624649" y="103258"/>
                  <a:pt x="626667" y="104351"/>
                  <a:pt x="629720" y="104768"/>
                </a:cubicBezTo>
                <a:lnTo>
                  <a:pt x="629720" y="107562"/>
                </a:lnTo>
                <a:lnTo>
                  <a:pt x="592934" y="107562"/>
                </a:lnTo>
                <a:lnTo>
                  <a:pt x="592934" y="104768"/>
                </a:lnTo>
                <a:cubicBezTo>
                  <a:pt x="595987" y="104456"/>
                  <a:pt x="598160" y="103467"/>
                  <a:pt x="599453" y="101802"/>
                </a:cubicBezTo>
                <a:cubicBezTo>
                  <a:pt x="600333" y="100657"/>
                  <a:pt x="600773" y="97300"/>
                  <a:pt x="600773" y="91730"/>
                </a:cubicBezTo>
                <a:lnTo>
                  <a:pt x="600773" y="18160"/>
                </a:lnTo>
                <a:cubicBezTo>
                  <a:pt x="600773" y="12609"/>
                  <a:pt x="600268" y="9153"/>
                  <a:pt x="599259" y="7792"/>
                </a:cubicBezTo>
                <a:cubicBezTo>
                  <a:pt x="598250" y="6431"/>
                  <a:pt x="596142" y="5541"/>
                  <a:pt x="592934" y="5122"/>
                </a:cubicBezTo>
                <a:lnTo>
                  <a:pt x="592934" y="2328"/>
                </a:lnTo>
                <a:lnTo>
                  <a:pt x="622502" y="2328"/>
                </a:lnTo>
                <a:close/>
                <a:moveTo>
                  <a:pt x="742689" y="68604"/>
                </a:moveTo>
                <a:lnTo>
                  <a:pt x="702878" y="68604"/>
                </a:lnTo>
                <a:cubicBezTo>
                  <a:pt x="703343" y="78253"/>
                  <a:pt x="705904" y="85878"/>
                  <a:pt x="710561" y="91481"/>
                </a:cubicBezTo>
                <a:cubicBezTo>
                  <a:pt x="714130" y="95786"/>
                  <a:pt x="718425" y="97939"/>
                  <a:pt x="723443" y="97939"/>
                </a:cubicBezTo>
                <a:cubicBezTo>
                  <a:pt x="726547" y="97939"/>
                  <a:pt x="729367" y="97072"/>
                  <a:pt x="731902" y="95339"/>
                </a:cubicBezTo>
                <a:cubicBezTo>
                  <a:pt x="734437" y="93606"/>
                  <a:pt x="737154" y="90489"/>
                  <a:pt x="740051" y="85987"/>
                </a:cubicBezTo>
                <a:lnTo>
                  <a:pt x="742689" y="87695"/>
                </a:lnTo>
                <a:cubicBezTo>
                  <a:pt x="738757" y="95714"/>
                  <a:pt x="734411" y="101392"/>
                  <a:pt x="729652" y="104729"/>
                </a:cubicBezTo>
                <a:cubicBezTo>
                  <a:pt x="724892" y="108066"/>
                  <a:pt x="719382" y="109735"/>
                  <a:pt x="713122" y="109735"/>
                </a:cubicBezTo>
                <a:cubicBezTo>
                  <a:pt x="702360" y="109735"/>
                  <a:pt x="694212" y="105592"/>
                  <a:pt x="688676" y="97306"/>
                </a:cubicBezTo>
                <a:cubicBezTo>
                  <a:pt x="684226" y="90625"/>
                  <a:pt x="682002" y="82339"/>
                  <a:pt x="682002" y="72448"/>
                </a:cubicBezTo>
                <a:cubicBezTo>
                  <a:pt x="682002" y="60328"/>
                  <a:pt x="685274" y="50682"/>
                  <a:pt x="691819" y="43510"/>
                </a:cubicBezTo>
                <a:cubicBezTo>
                  <a:pt x="698363" y="36337"/>
                  <a:pt x="706034" y="32750"/>
                  <a:pt x="714829" y="32750"/>
                </a:cubicBezTo>
                <a:cubicBezTo>
                  <a:pt x="722176" y="32750"/>
                  <a:pt x="728552" y="35763"/>
                  <a:pt x="733959" y="41791"/>
                </a:cubicBezTo>
                <a:cubicBezTo>
                  <a:pt x="739365" y="47818"/>
                  <a:pt x="742276" y="56756"/>
                  <a:pt x="742689" y="68604"/>
                </a:cubicBezTo>
                <a:moveTo>
                  <a:pt x="723598" y="63482"/>
                </a:moveTo>
                <a:cubicBezTo>
                  <a:pt x="723598" y="55152"/>
                  <a:pt x="723146" y="49435"/>
                  <a:pt x="722240" y="46331"/>
                </a:cubicBezTo>
                <a:cubicBezTo>
                  <a:pt x="721335" y="43227"/>
                  <a:pt x="719925" y="40873"/>
                  <a:pt x="718011" y="39269"/>
                </a:cubicBezTo>
                <a:cubicBezTo>
                  <a:pt x="716924" y="38337"/>
                  <a:pt x="715476" y="37872"/>
                  <a:pt x="713665" y="37872"/>
                </a:cubicBezTo>
                <a:cubicBezTo>
                  <a:pt x="710974" y="37872"/>
                  <a:pt x="708776" y="39191"/>
                  <a:pt x="707068" y="41830"/>
                </a:cubicBezTo>
                <a:cubicBezTo>
                  <a:pt x="704016" y="46434"/>
                  <a:pt x="702490" y="52746"/>
                  <a:pt x="702490" y="60766"/>
                </a:cubicBezTo>
                <a:lnTo>
                  <a:pt x="702490" y="63482"/>
                </a:lnTo>
                <a:lnTo>
                  <a:pt x="723598" y="63482"/>
                </a:lnTo>
                <a:close/>
                <a:moveTo>
                  <a:pt x="797658" y="33060"/>
                </a:moveTo>
                <a:lnTo>
                  <a:pt x="798822" y="57894"/>
                </a:lnTo>
                <a:lnTo>
                  <a:pt x="796184" y="57894"/>
                </a:lnTo>
                <a:cubicBezTo>
                  <a:pt x="793028" y="50488"/>
                  <a:pt x="789755" y="45429"/>
                  <a:pt x="786366" y="42717"/>
                </a:cubicBezTo>
                <a:cubicBezTo>
                  <a:pt x="782978" y="40004"/>
                  <a:pt x="779602" y="38648"/>
                  <a:pt x="776239" y="38648"/>
                </a:cubicBezTo>
                <a:cubicBezTo>
                  <a:pt x="774118" y="38648"/>
                  <a:pt x="772307" y="39359"/>
                  <a:pt x="770806" y="40782"/>
                </a:cubicBezTo>
                <a:cubicBezTo>
                  <a:pt x="769306" y="42205"/>
                  <a:pt x="768556" y="43847"/>
                  <a:pt x="768556" y="45710"/>
                </a:cubicBezTo>
                <a:cubicBezTo>
                  <a:pt x="768556" y="47107"/>
                  <a:pt x="769073" y="48452"/>
                  <a:pt x="770108" y="49745"/>
                </a:cubicBezTo>
                <a:cubicBezTo>
                  <a:pt x="771763" y="51867"/>
                  <a:pt x="776394" y="55501"/>
                  <a:pt x="783999" y="60649"/>
                </a:cubicBezTo>
                <a:cubicBezTo>
                  <a:pt x="791605" y="65797"/>
                  <a:pt x="796610" y="70169"/>
                  <a:pt x="799016" y="73765"/>
                </a:cubicBezTo>
                <a:cubicBezTo>
                  <a:pt x="801422" y="77360"/>
                  <a:pt x="802625" y="81383"/>
                  <a:pt x="802625" y="85832"/>
                </a:cubicBezTo>
                <a:cubicBezTo>
                  <a:pt x="802625" y="89868"/>
                  <a:pt x="801616" y="93826"/>
                  <a:pt x="799598" y="97706"/>
                </a:cubicBezTo>
                <a:cubicBezTo>
                  <a:pt x="797580" y="101586"/>
                  <a:pt x="794735" y="104561"/>
                  <a:pt x="791062" y="106631"/>
                </a:cubicBezTo>
                <a:cubicBezTo>
                  <a:pt x="787388" y="108700"/>
                  <a:pt x="783327" y="109735"/>
                  <a:pt x="778877" y="109735"/>
                </a:cubicBezTo>
                <a:cubicBezTo>
                  <a:pt x="775411" y="109735"/>
                  <a:pt x="770780" y="108628"/>
                  <a:pt x="764986" y="106415"/>
                </a:cubicBezTo>
                <a:cubicBezTo>
                  <a:pt x="763434" y="105834"/>
                  <a:pt x="762373" y="105544"/>
                  <a:pt x="761804" y="105544"/>
                </a:cubicBezTo>
                <a:cubicBezTo>
                  <a:pt x="760097" y="105544"/>
                  <a:pt x="758674" y="106838"/>
                  <a:pt x="757536" y="109425"/>
                </a:cubicBezTo>
                <a:lnTo>
                  <a:pt x="754975" y="109425"/>
                </a:lnTo>
                <a:lnTo>
                  <a:pt x="753733" y="83349"/>
                </a:lnTo>
                <a:lnTo>
                  <a:pt x="756372" y="83349"/>
                </a:lnTo>
                <a:cubicBezTo>
                  <a:pt x="758700" y="90178"/>
                  <a:pt x="761895" y="95300"/>
                  <a:pt x="765956" y="98715"/>
                </a:cubicBezTo>
                <a:cubicBezTo>
                  <a:pt x="770017" y="102130"/>
                  <a:pt x="773859" y="103837"/>
                  <a:pt x="777480" y="103837"/>
                </a:cubicBezTo>
                <a:cubicBezTo>
                  <a:pt x="779964" y="103837"/>
                  <a:pt x="781995" y="103074"/>
                  <a:pt x="783573" y="101547"/>
                </a:cubicBezTo>
                <a:cubicBezTo>
                  <a:pt x="785151" y="100021"/>
                  <a:pt x="785940" y="98172"/>
                  <a:pt x="785940" y="95999"/>
                </a:cubicBezTo>
                <a:cubicBezTo>
                  <a:pt x="785940" y="93515"/>
                  <a:pt x="785163" y="91368"/>
                  <a:pt x="783611" y="89557"/>
                </a:cubicBezTo>
                <a:cubicBezTo>
                  <a:pt x="782059" y="87747"/>
                  <a:pt x="778593" y="85004"/>
                  <a:pt x="773212" y="81331"/>
                </a:cubicBezTo>
                <a:cubicBezTo>
                  <a:pt x="765296" y="75847"/>
                  <a:pt x="760174" y="71656"/>
                  <a:pt x="757846" y="68759"/>
                </a:cubicBezTo>
                <a:cubicBezTo>
                  <a:pt x="754431" y="64516"/>
                  <a:pt x="752724" y="59834"/>
                  <a:pt x="752724" y="54712"/>
                </a:cubicBezTo>
                <a:cubicBezTo>
                  <a:pt x="752724" y="49125"/>
                  <a:pt x="754651" y="44067"/>
                  <a:pt x="758506" y="39540"/>
                </a:cubicBezTo>
                <a:cubicBezTo>
                  <a:pt x="762360" y="35013"/>
                  <a:pt x="767935" y="32750"/>
                  <a:pt x="775230" y="32750"/>
                </a:cubicBezTo>
                <a:cubicBezTo>
                  <a:pt x="779162" y="32750"/>
                  <a:pt x="782965" y="33744"/>
                  <a:pt x="786638" y="35733"/>
                </a:cubicBezTo>
                <a:cubicBezTo>
                  <a:pt x="788035" y="36538"/>
                  <a:pt x="789173" y="36940"/>
                  <a:pt x="790053" y="36940"/>
                </a:cubicBezTo>
                <a:cubicBezTo>
                  <a:pt x="790984" y="36940"/>
                  <a:pt x="791734" y="36746"/>
                  <a:pt x="792303" y="36358"/>
                </a:cubicBezTo>
                <a:cubicBezTo>
                  <a:pt x="792872" y="35970"/>
                  <a:pt x="793778" y="34871"/>
                  <a:pt x="795019" y="33060"/>
                </a:cubicBezTo>
                <a:lnTo>
                  <a:pt x="797658" y="33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C0A68-9FDC-45AB-B62C-95F13C1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8" y="168156"/>
            <a:ext cx="357609" cy="190725"/>
          </a:xfrm>
          <a:custGeom xmlns:a="http://schemas.openxmlformats.org/drawingml/2006/main">
            <a:pathLst>
              <a:path w="357609" h="190725">
                <a:moveTo>
                  <a:pt x="0" y="0"/>
                </a:moveTo>
                <a:lnTo>
                  <a:pt x="357609" y="0"/>
                </a:lnTo>
                <a:lnTo>
                  <a:pt x="357609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A5A2D-014D-4490-9444-8DD459A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654" y="164183"/>
            <a:ext cx="365555" cy="198671"/>
          </a:xfrm>
          <a:custGeom xmlns:a="http://schemas.openxmlformats.org/drawingml/2006/main">
            <a:pathLst>
              <a:path w="365555" h="198671">
                <a:moveTo>
                  <a:pt x="51655" y="0"/>
                </a:moveTo>
                <a:lnTo>
                  <a:pt x="75495" y="0"/>
                </a:lnTo>
                <a:lnTo>
                  <a:pt x="75495" y="7947"/>
                </a:lnTo>
                <a:lnTo>
                  <a:pt x="51655" y="7947"/>
                </a:lnTo>
                <a:lnTo>
                  <a:pt x="51655" y="0"/>
                </a:lnTo>
                <a:close/>
                <a:moveTo>
                  <a:pt x="99336" y="0"/>
                </a:moveTo>
                <a:lnTo>
                  <a:pt x="123176" y="0"/>
                </a:lnTo>
                <a:lnTo>
                  <a:pt x="123176" y="7947"/>
                </a:lnTo>
                <a:lnTo>
                  <a:pt x="99336" y="7947"/>
                </a:lnTo>
                <a:lnTo>
                  <a:pt x="99336" y="0"/>
                </a:lnTo>
                <a:close/>
                <a:moveTo>
                  <a:pt x="147017" y="0"/>
                </a:moveTo>
                <a:lnTo>
                  <a:pt x="170857" y="0"/>
                </a:lnTo>
                <a:lnTo>
                  <a:pt x="170857" y="7947"/>
                </a:lnTo>
                <a:lnTo>
                  <a:pt x="147017" y="7947"/>
                </a:lnTo>
                <a:lnTo>
                  <a:pt x="147017" y="0"/>
                </a:lnTo>
                <a:close/>
                <a:moveTo>
                  <a:pt x="194698" y="0"/>
                </a:moveTo>
                <a:lnTo>
                  <a:pt x="218539" y="0"/>
                </a:lnTo>
                <a:lnTo>
                  <a:pt x="218539" y="7947"/>
                </a:lnTo>
                <a:lnTo>
                  <a:pt x="194698" y="7947"/>
                </a:lnTo>
                <a:lnTo>
                  <a:pt x="194698" y="0"/>
                </a:lnTo>
                <a:close/>
                <a:moveTo>
                  <a:pt x="242379" y="0"/>
                </a:moveTo>
                <a:lnTo>
                  <a:pt x="266220" y="0"/>
                </a:lnTo>
                <a:lnTo>
                  <a:pt x="266220" y="7947"/>
                </a:lnTo>
                <a:lnTo>
                  <a:pt x="242379" y="7947"/>
                </a:lnTo>
                <a:lnTo>
                  <a:pt x="242379" y="0"/>
                </a:lnTo>
                <a:close/>
                <a:moveTo>
                  <a:pt x="290060" y="0"/>
                </a:moveTo>
                <a:lnTo>
                  <a:pt x="313901" y="0"/>
                </a:lnTo>
                <a:lnTo>
                  <a:pt x="313901" y="7947"/>
                </a:lnTo>
                <a:lnTo>
                  <a:pt x="290060" y="7947"/>
                </a:lnTo>
                <a:lnTo>
                  <a:pt x="290060" y="0"/>
                </a:lnTo>
                <a:close/>
                <a:moveTo>
                  <a:pt x="337741" y="0"/>
                </a:moveTo>
                <a:lnTo>
                  <a:pt x="361582" y="0"/>
                </a:lnTo>
                <a:lnTo>
                  <a:pt x="361582" y="7947"/>
                </a:lnTo>
                <a:lnTo>
                  <a:pt x="337741" y="7947"/>
                </a:lnTo>
                <a:lnTo>
                  <a:pt x="337741" y="0"/>
                </a:lnTo>
                <a:close/>
                <a:moveTo>
                  <a:pt x="365555" y="27814"/>
                </a:moveTo>
                <a:lnTo>
                  <a:pt x="365555" y="51655"/>
                </a:lnTo>
                <a:lnTo>
                  <a:pt x="357609" y="51655"/>
                </a:lnTo>
                <a:lnTo>
                  <a:pt x="357609" y="27814"/>
                </a:lnTo>
                <a:lnTo>
                  <a:pt x="365555" y="27814"/>
                </a:lnTo>
                <a:close/>
                <a:moveTo>
                  <a:pt x="365555" y="75495"/>
                </a:moveTo>
                <a:lnTo>
                  <a:pt x="365555" y="99336"/>
                </a:lnTo>
                <a:lnTo>
                  <a:pt x="357609" y="99336"/>
                </a:lnTo>
                <a:lnTo>
                  <a:pt x="357609" y="75495"/>
                </a:lnTo>
                <a:lnTo>
                  <a:pt x="365555" y="75495"/>
                </a:lnTo>
                <a:close/>
                <a:moveTo>
                  <a:pt x="365555" y="123176"/>
                </a:moveTo>
                <a:lnTo>
                  <a:pt x="365555" y="147017"/>
                </a:lnTo>
                <a:lnTo>
                  <a:pt x="357609" y="147017"/>
                </a:lnTo>
                <a:lnTo>
                  <a:pt x="357609" y="123176"/>
                </a:lnTo>
                <a:lnTo>
                  <a:pt x="365555" y="123176"/>
                </a:lnTo>
                <a:close/>
                <a:moveTo>
                  <a:pt x="365555" y="170857"/>
                </a:moveTo>
                <a:lnTo>
                  <a:pt x="365555" y="194698"/>
                </a:lnTo>
                <a:lnTo>
                  <a:pt x="357609" y="194698"/>
                </a:lnTo>
                <a:lnTo>
                  <a:pt x="357609" y="170857"/>
                </a:lnTo>
                <a:lnTo>
                  <a:pt x="365555" y="170857"/>
                </a:lnTo>
                <a:close/>
                <a:moveTo>
                  <a:pt x="337741" y="198671"/>
                </a:moveTo>
                <a:lnTo>
                  <a:pt x="313901" y="198671"/>
                </a:lnTo>
                <a:lnTo>
                  <a:pt x="313901" y="190725"/>
                </a:lnTo>
                <a:lnTo>
                  <a:pt x="337741" y="190725"/>
                </a:lnTo>
                <a:lnTo>
                  <a:pt x="337741" y="198671"/>
                </a:lnTo>
                <a:close/>
                <a:moveTo>
                  <a:pt x="290060" y="198671"/>
                </a:moveTo>
                <a:lnTo>
                  <a:pt x="266220" y="198671"/>
                </a:lnTo>
                <a:lnTo>
                  <a:pt x="266220" y="190725"/>
                </a:lnTo>
                <a:lnTo>
                  <a:pt x="290060" y="190725"/>
                </a:lnTo>
                <a:lnTo>
                  <a:pt x="290060" y="198671"/>
                </a:lnTo>
                <a:close/>
                <a:moveTo>
                  <a:pt x="242379" y="198671"/>
                </a:moveTo>
                <a:lnTo>
                  <a:pt x="218539" y="198671"/>
                </a:lnTo>
                <a:lnTo>
                  <a:pt x="218539" y="190725"/>
                </a:lnTo>
                <a:lnTo>
                  <a:pt x="242379" y="190725"/>
                </a:lnTo>
                <a:lnTo>
                  <a:pt x="242379" y="198671"/>
                </a:lnTo>
                <a:close/>
                <a:moveTo>
                  <a:pt x="194698" y="198671"/>
                </a:moveTo>
                <a:lnTo>
                  <a:pt x="170857" y="198671"/>
                </a:lnTo>
                <a:lnTo>
                  <a:pt x="170857" y="190725"/>
                </a:lnTo>
                <a:lnTo>
                  <a:pt x="194698" y="190725"/>
                </a:lnTo>
                <a:lnTo>
                  <a:pt x="194698" y="198671"/>
                </a:lnTo>
                <a:close/>
                <a:moveTo>
                  <a:pt x="147017" y="198671"/>
                </a:moveTo>
                <a:lnTo>
                  <a:pt x="123176" y="198671"/>
                </a:lnTo>
                <a:lnTo>
                  <a:pt x="123176" y="190725"/>
                </a:lnTo>
                <a:lnTo>
                  <a:pt x="147017" y="190725"/>
                </a:lnTo>
                <a:lnTo>
                  <a:pt x="147017" y="198671"/>
                </a:lnTo>
                <a:close/>
                <a:moveTo>
                  <a:pt x="99336" y="198671"/>
                </a:moveTo>
                <a:lnTo>
                  <a:pt x="75495" y="198671"/>
                </a:lnTo>
                <a:lnTo>
                  <a:pt x="75495" y="190725"/>
                </a:lnTo>
                <a:lnTo>
                  <a:pt x="99336" y="190725"/>
                </a:lnTo>
                <a:lnTo>
                  <a:pt x="99336" y="198671"/>
                </a:lnTo>
                <a:close/>
                <a:moveTo>
                  <a:pt x="51655" y="198671"/>
                </a:moveTo>
                <a:lnTo>
                  <a:pt x="27814" y="198671"/>
                </a:lnTo>
                <a:lnTo>
                  <a:pt x="27814" y="190725"/>
                </a:lnTo>
                <a:lnTo>
                  <a:pt x="51655" y="190725"/>
                </a:lnTo>
                <a:lnTo>
                  <a:pt x="51655" y="198671"/>
                </a:lnTo>
                <a:close/>
                <a:moveTo>
                  <a:pt x="0" y="194698"/>
                </a:moveTo>
                <a:lnTo>
                  <a:pt x="0" y="170857"/>
                </a:lnTo>
                <a:lnTo>
                  <a:pt x="7947" y="170857"/>
                </a:lnTo>
                <a:lnTo>
                  <a:pt x="7947" y="194698"/>
                </a:lnTo>
                <a:lnTo>
                  <a:pt x="0" y="194698"/>
                </a:lnTo>
                <a:close/>
                <a:moveTo>
                  <a:pt x="0" y="147017"/>
                </a:moveTo>
                <a:lnTo>
                  <a:pt x="0" y="123176"/>
                </a:lnTo>
                <a:lnTo>
                  <a:pt x="7947" y="123176"/>
                </a:lnTo>
                <a:lnTo>
                  <a:pt x="7947" y="147017"/>
                </a:lnTo>
                <a:lnTo>
                  <a:pt x="0" y="147017"/>
                </a:lnTo>
                <a:close/>
                <a:moveTo>
                  <a:pt x="0" y="99336"/>
                </a:moveTo>
                <a:lnTo>
                  <a:pt x="0" y="75495"/>
                </a:lnTo>
                <a:lnTo>
                  <a:pt x="7947" y="75495"/>
                </a:lnTo>
                <a:lnTo>
                  <a:pt x="7947" y="99336"/>
                </a:lnTo>
                <a:lnTo>
                  <a:pt x="0" y="99336"/>
                </a:lnTo>
                <a:close/>
                <a:moveTo>
                  <a:pt x="0" y="51655"/>
                </a:moveTo>
                <a:lnTo>
                  <a:pt x="0" y="27814"/>
                </a:lnTo>
                <a:lnTo>
                  <a:pt x="7947" y="27814"/>
                </a:lnTo>
                <a:lnTo>
                  <a:pt x="7947" y="51655"/>
                </a:lnTo>
                <a:lnTo>
                  <a:pt x="0" y="51655"/>
                </a:lnTo>
                <a:close/>
                <a:moveTo>
                  <a:pt x="3973" y="0"/>
                </a:moveTo>
                <a:lnTo>
                  <a:pt x="27814" y="0"/>
                </a:lnTo>
                <a:lnTo>
                  <a:pt x="27814" y="7947"/>
                </a:lnTo>
                <a:lnTo>
                  <a:pt x="3973" y="7947"/>
                </a:lnTo>
                <a:lnTo>
                  <a:pt x="39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Trex">
            <a:extLst xmlns:a="http://schemas.openxmlformats.org/drawingml/2006/main">
              <a:ext uri="{FF2B5EF4-FFF2-40B4-BE49-F238E27FC236}">
                <a16:creationId xmlns:a16="http://schemas.microsoft.com/office/drawing/2014/main" id="{D0846632-DC57-4FE0-81A7-A1D4E0C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150" y="212516"/>
            <a:ext cx="258939" cy="96666"/>
          </a:xfrm>
          <a:custGeom xmlns:a="http://schemas.openxmlformats.org/drawingml/2006/main">
            <a:pathLst>
              <a:path w="258939" h="96666">
                <a:moveTo>
                  <a:pt x="78436" y="0"/>
                </a:moveTo>
                <a:lnTo>
                  <a:pt x="79484" y="22211"/>
                </a:lnTo>
                <a:lnTo>
                  <a:pt x="76830" y="22211"/>
                </a:lnTo>
                <a:cubicBezTo>
                  <a:pt x="76318" y="18300"/>
                  <a:pt x="75619" y="15506"/>
                  <a:pt x="74735" y="13829"/>
                </a:cubicBezTo>
                <a:cubicBezTo>
                  <a:pt x="73291" y="11129"/>
                  <a:pt x="71370" y="9138"/>
                  <a:pt x="68972" y="7858"/>
                </a:cubicBezTo>
                <a:cubicBezTo>
                  <a:pt x="66574" y="6577"/>
                  <a:pt x="63420" y="5937"/>
                  <a:pt x="59508" y="5937"/>
                </a:cubicBezTo>
                <a:lnTo>
                  <a:pt x="46168" y="5937"/>
                </a:lnTo>
                <a:lnTo>
                  <a:pt x="46168" y="78297"/>
                </a:lnTo>
                <a:cubicBezTo>
                  <a:pt x="46168" y="84117"/>
                  <a:pt x="46796" y="87749"/>
                  <a:pt x="48054" y="89193"/>
                </a:cubicBezTo>
                <a:cubicBezTo>
                  <a:pt x="49823" y="91148"/>
                  <a:pt x="52547" y="92126"/>
                  <a:pt x="56226" y="92126"/>
                </a:cubicBezTo>
                <a:lnTo>
                  <a:pt x="59508" y="92126"/>
                </a:lnTo>
                <a:lnTo>
                  <a:pt x="59508" y="94710"/>
                </a:lnTo>
                <a:lnTo>
                  <a:pt x="19347" y="94710"/>
                </a:lnTo>
                <a:lnTo>
                  <a:pt x="19347" y="92126"/>
                </a:lnTo>
                <a:lnTo>
                  <a:pt x="22700" y="92126"/>
                </a:lnTo>
                <a:cubicBezTo>
                  <a:pt x="26704" y="92126"/>
                  <a:pt x="29545" y="90915"/>
                  <a:pt x="31221" y="88494"/>
                </a:cubicBezTo>
                <a:cubicBezTo>
                  <a:pt x="32245" y="87004"/>
                  <a:pt x="32758" y="83605"/>
                  <a:pt x="32758" y="78297"/>
                </a:cubicBezTo>
                <a:lnTo>
                  <a:pt x="32758" y="5937"/>
                </a:lnTo>
                <a:lnTo>
                  <a:pt x="21373" y="5937"/>
                </a:lnTo>
                <a:cubicBezTo>
                  <a:pt x="16949" y="5937"/>
                  <a:pt x="13806" y="6263"/>
                  <a:pt x="11944" y="6915"/>
                </a:cubicBezTo>
                <a:cubicBezTo>
                  <a:pt x="9522" y="7799"/>
                  <a:pt x="7450" y="9499"/>
                  <a:pt x="5727" y="12013"/>
                </a:cubicBezTo>
                <a:cubicBezTo>
                  <a:pt x="4004" y="14528"/>
                  <a:pt x="2980" y="17927"/>
                  <a:pt x="2654" y="22211"/>
                </a:cubicBezTo>
                <a:lnTo>
                  <a:pt x="0" y="22211"/>
                </a:lnTo>
                <a:lnTo>
                  <a:pt x="1118" y="0"/>
                </a:lnTo>
                <a:lnTo>
                  <a:pt x="78436" y="0"/>
                </a:lnTo>
                <a:close/>
                <a:moveTo>
                  <a:pt x="101207" y="28916"/>
                </a:moveTo>
                <a:lnTo>
                  <a:pt x="101207" y="43304"/>
                </a:lnTo>
                <a:cubicBezTo>
                  <a:pt x="106562" y="33712"/>
                  <a:pt x="112056" y="28916"/>
                  <a:pt x="117690" y="28916"/>
                </a:cubicBezTo>
                <a:cubicBezTo>
                  <a:pt x="120251" y="28916"/>
                  <a:pt x="122370" y="29696"/>
                  <a:pt x="124046" y="31256"/>
                </a:cubicBezTo>
                <a:cubicBezTo>
                  <a:pt x="125723" y="32816"/>
                  <a:pt x="126561" y="34620"/>
                  <a:pt x="126561" y="36669"/>
                </a:cubicBezTo>
                <a:cubicBezTo>
                  <a:pt x="126561" y="38485"/>
                  <a:pt x="125955" y="40021"/>
                  <a:pt x="124745" y="41279"/>
                </a:cubicBezTo>
                <a:cubicBezTo>
                  <a:pt x="123534" y="42536"/>
                  <a:pt x="122091" y="43164"/>
                  <a:pt x="120414" y="43164"/>
                </a:cubicBezTo>
                <a:cubicBezTo>
                  <a:pt x="118785" y="43164"/>
                  <a:pt x="116957" y="42361"/>
                  <a:pt x="114931" y="40755"/>
                </a:cubicBezTo>
                <a:cubicBezTo>
                  <a:pt x="112906" y="39148"/>
                  <a:pt x="111404" y="38345"/>
                  <a:pt x="110426" y="38345"/>
                </a:cubicBezTo>
                <a:cubicBezTo>
                  <a:pt x="109588" y="38345"/>
                  <a:pt x="108680" y="38809"/>
                  <a:pt x="107702" y="39738"/>
                </a:cubicBezTo>
                <a:cubicBezTo>
                  <a:pt x="105607" y="41642"/>
                  <a:pt x="103442" y="44777"/>
                  <a:pt x="101207" y="49143"/>
                </a:cubicBezTo>
                <a:lnTo>
                  <a:pt x="101207" y="79726"/>
                </a:lnTo>
                <a:cubicBezTo>
                  <a:pt x="101207" y="83255"/>
                  <a:pt x="101649" y="85925"/>
                  <a:pt x="102534" y="87737"/>
                </a:cubicBezTo>
                <a:cubicBezTo>
                  <a:pt x="103139" y="88991"/>
                  <a:pt x="104210" y="90037"/>
                  <a:pt x="105747" y="90873"/>
                </a:cubicBezTo>
                <a:cubicBezTo>
                  <a:pt x="107283" y="91709"/>
                  <a:pt x="109495" y="92126"/>
                  <a:pt x="112382" y="92126"/>
                </a:cubicBezTo>
                <a:lnTo>
                  <a:pt x="112382" y="94710"/>
                </a:lnTo>
                <a:lnTo>
                  <a:pt x="79625" y="94710"/>
                </a:lnTo>
                <a:lnTo>
                  <a:pt x="79625" y="92126"/>
                </a:lnTo>
                <a:cubicBezTo>
                  <a:pt x="82884" y="92126"/>
                  <a:pt x="85305" y="91615"/>
                  <a:pt x="86889" y="90594"/>
                </a:cubicBezTo>
                <a:cubicBezTo>
                  <a:pt x="88053" y="89850"/>
                  <a:pt x="88867" y="88665"/>
                  <a:pt x="89333" y="87038"/>
                </a:cubicBezTo>
                <a:cubicBezTo>
                  <a:pt x="89566" y="86248"/>
                  <a:pt x="89682" y="83995"/>
                  <a:pt x="89682" y="80279"/>
                </a:cubicBezTo>
                <a:lnTo>
                  <a:pt x="89682" y="55538"/>
                </a:lnTo>
                <a:cubicBezTo>
                  <a:pt x="89682" y="48104"/>
                  <a:pt x="89531" y="43679"/>
                  <a:pt x="89228" y="42263"/>
                </a:cubicBezTo>
                <a:cubicBezTo>
                  <a:pt x="88926" y="40846"/>
                  <a:pt x="88367" y="39812"/>
                  <a:pt x="87552" y="39161"/>
                </a:cubicBezTo>
                <a:cubicBezTo>
                  <a:pt x="86737" y="38511"/>
                  <a:pt x="85724" y="38186"/>
                  <a:pt x="84514" y="38186"/>
                </a:cubicBezTo>
                <a:cubicBezTo>
                  <a:pt x="83070" y="38186"/>
                  <a:pt x="81441" y="38534"/>
                  <a:pt x="79625" y="39231"/>
                </a:cubicBezTo>
                <a:lnTo>
                  <a:pt x="78926" y="36721"/>
                </a:lnTo>
                <a:lnTo>
                  <a:pt x="98273" y="28916"/>
                </a:lnTo>
                <a:lnTo>
                  <a:pt x="101207" y="28916"/>
                </a:lnTo>
                <a:close/>
                <a:moveTo>
                  <a:pt x="140879" y="54899"/>
                </a:moveTo>
                <a:cubicBezTo>
                  <a:pt x="140832" y="64376"/>
                  <a:pt x="143137" y="71809"/>
                  <a:pt x="147793" y="77199"/>
                </a:cubicBezTo>
                <a:cubicBezTo>
                  <a:pt x="152450" y="82587"/>
                  <a:pt x="157921" y="85281"/>
                  <a:pt x="164207" y="85281"/>
                </a:cubicBezTo>
                <a:cubicBezTo>
                  <a:pt x="168398" y="85281"/>
                  <a:pt x="172041" y="84129"/>
                  <a:pt x="175138" y="81824"/>
                </a:cubicBezTo>
                <a:cubicBezTo>
                  <a:pt x="178234" y="79519"/>
                  <a:pt x="180830" y="75573"/>
                  <a:pt x="182926" y="69985"/>
                </a:cubicBezTo>
                <a:lnTo>
                  <a:pt x="185091" y="71382"/>
                </a:lnTo>
                <a:cubicBezTo>
                  <a:pt x="184113" y="77761"/>
                  <a:pt x="181273" y="83570"/>
                  <a:pt x="176570" y="88808"/>
                </a:cubicBezTo>
                <a:cubicBezTo>
                  <a:pt x="171867" y="94047"/>
                  <a:pt x="165976" y="96666"/>
                  <a:pt x="158899" y="96666"/>
                </a:cubicBezTo>
                <a:cubicBezTo>
                  <a:pt x="151216" y="96666"/>
                  <a:pt x="144639" y="93681"/>
                  <a:pt x="139167" y="87711"/>
                </a:cubicBezTo>
                <a:cubicBezTo>
                  <a:pt x="133696" y="81739"/>
                  <a:pt x="130961" y="73711"/>
                  <a:pt x="130961" y="63627"/>
                </a:cubicBezTo>
                <a:cubicBezTo>
                  <a:pt x="130961" y="52708"/>
                  <a:pt x="133766" y="44193"/>
                  <a:pt x="139377" y="38083"/>
                </a:cubicBezTo>
                <a:cubicBezTo>
                  <a:pt x="144988" y="31972"/>
                  <a:pt x="152031" y="28916"/>
                  <a:pt x="160505" y="28916"/>
                </a:cubicBezTo>
                <a:cubicBezTo>
                  <a:pt x="167676" y="28916"/>
                  <a:pt x="173566" y="31273"/>
                  <a:pt x="178176" y="35988"/>
                </a:cubicBezTo>
                <a:cubicBezTo>
                  <a:pt x="182786" y="40701"/>
                  <a:pt x="185091" y="47005"/>
                  <a:pt x="185091" y="54899"/>
                </a:cubicBezTo>
                <a:lnTo>
                  <a:pt x="140879" y="54899"/>
                </a:lnTo>
                <a:moveTo>
                  <a:pt x="140879" y="50847"/>
                </a:moveTo>
                <a:lnTo>
                  <a:pt x="170493" y="50847"/>
                </a:lnTo>
                <a:cubicBezTo>
                  <a:pt x="170260" y="46750"/>
                  <a:pt x="169771" y="43863"/>
                  <a:pt x="169026" y="42187"/>
                </a:cubicBezTo>
                <a:cubicBezTo>
                  <a:pt x="167862" y="39579"/>
                  <a:pt x="166128" y="37530"/>
                  <a:pt x="163823" y="36040"/>
                </a:cubicBezTo>
                <a:cubicBezTo>
                  <a:pt x="161518" y="34550"/>
                  <a:pt x="159108" y="33805"/>
                  <a:pt x="156594" y="33805"/>
                </a:cubicBezTo>
                <a:cubicBezTo>
                  <a:pt x="152729" y="33805"/>
                  <a:pt x="149272" y="35307"/>
                  <a:pt x="146222" y="38310"/>
                </a:cubicBezTo>
                <a:cubicBezTo>
                  <a:pt x="143172" y="41314"/>
                  <a:pt x="141391" y="45493"/>
                  <a:pt x="140879" y="50847"/>
                </a:cubicBezTo>
                <a:close/>
                <a:moveTo>
                  <a:pt x="191049" y="30732"/>
                </a:moveTo>
                <a:lnTo>
                  <a:pt x="221152" y="30732"/>
                </a:lnTo>
                <a:lnTo>
                  <a:pt x="221152" y="33316"/>
                </a:lnTo>
                <a:cubicBezTo>
                  <a:pt x="219243" y="33316"/>
                  <a:pt x="217905" y="33642"/>
                  <a:pt x="217136" y="34294"/>
                </a:cubicBezTo>
                <a:cubicBezTo>
                  <a:pt x="216368" y="34946"/>
                  <a:pt x="215984" y="35807"/>
                  <a:pt x="215984" y="36878"/>
                </a:cubicBezTo>
                <a:cubicBezTo>
                  <a:pt x="215984" y="37996"/>
                  <a:pt x="216799" y="39719"/>
                  <a:pt x="218428" y="42047"/>
                </a:cubicBezTo>
                <a:cubicBezTo>
                  <a:pt x="218941" y="42792"/>
                  <a:pt x="219709" y="43956"/>
                  <a:pt x="220733" y="45539"/>
                </a:cubicBezTo>
                <a:lnTo>
                  <a:pt x="225273" y="52803"/>
                </a:lnTo>
                <a:lnTo>
                  <a:pt x="230512" y="45539"/>
                </a:lnTo>
                <a:cubicBezTo>
                  <a:pt x="233864" y="40929"/>
                  <a:pt x="235541" y="38019"/>
                  <a:pt x="235541" y="36809"/>
                </a:cubicBezTo>
                <a:cubicBezTo>
                  <a:pt x="235541" y="35831"/>
                  <a:pt x="235145" y="35004"/>
                  <a:pt x="234353" y="34329"/>
                </a:cubicBezTo>
                <a:cubicBezTo>
                  <a:pt x="233562" y="33654"/>
                  <a:pt x="232281" y="33316"/>
                  <a:pt x="230512" y="33316"/>
                </a:cubicBezTo>
                <a:lnTo>
                  <a:pt x="230512" y="30732"/>
                </a:lnTo>
                <a:lnTo>
                  <a:pt x="252164" y="30732"/>
                </a:lnTo>
                <a:lnTo>
                  <a:pt x="252164" y="33316"/>
                </a:lnTo>
                <a:cubicBezTo>
                  <a:pt x="249882" y="33456"/>
                  <a:pt x="247903" y="34085"/>
                  <a:pt x="246227" y="35202"/>
                </a:cubicBezTo>
                <a:cubicBezTo>
                  <a:pt x="243945" y="36785"/>
                  <a:pt x="240826" y="40231"/>
                  <a:pt x="236868" y="45539"/>
                </a:cubicBezTo>
                <a:lnTo>
                  <a:pt x="228137" y="57203"/>
                </a:lnTo>
                <a:lnTo>
                  <a:pt x="244062" y="80067"/>
                </a:lnTo>
                <a:cubicBezTo>
                  <a:pt x="247973" y="85689"/>
                  <a:pt x="250767" y="89070"/>
                  <a:pt x="252443" y="90210"/>
                </a:cubicBezTo>
                <a:cubicBezTo>
                  <a:pt x="254119" y="91348"/>
                  <a:pt x="256285" y="91986"/>
                  <a:pt x="258939" y="92126"/>
                </a:cubicBezTo>
                <a:lnTo>
                  <a:pt x="258939" y="94710"/>
                </a:lnTo>
                <a:lnTo>
                  <a:pt x="228766" y="94710"/>
                </a:lnTo>
                <a:lnTo>
                  <a:pt x="228766" y="92126"/>
                </a:lnTo>
                <a:cubicBezTo>
                  <a:pt x="230861" y="92126"/>
                  <a:pt x="232491" y="91662"/>
                  <a:pt x="233655" y="90734"/>
                </a:cubicBezTo>
                <a:cubicBezTo>
                  <a:pt x="234539" y="90083"/>
                  <a:pt x="234982" y="89224"/>
                  <a:pt x="234982" y="88156"/>
                </a:cubicBezTo>
                <a:cubicBezTo>
                  <a:pt x="234982" y="87088"/>
                  <a:pt x="233492" y="84394"/>
                  <a:pt x="230512" y="80076"/>
                </a:cubicBezTo>
                <a:lnTo>
                  <a:pt x="221152" y="66423"/>
                </a:lnTo>
                <a:lnTo>
                  <a:pt x="210885" y="80076"/>
                </a:lnTo>
                <a:cubicBezTo>
                  <a:pt x="207719" y="84301"/>
                  <a:pt x="206136" y="86809"/>
                  <a:pt x="206136" y="87599"/>
                </a:cubicBezTo>
                <a:cubicBezTo>
                  <a:pt x="206136" y="88714"/>
                  <a:pt x="206659" y="89724"/>
                  <a:pt x="207707" y="90629"/>
                </a:cubicBezTo>
                <a:cubicBezTo>
                  <a:pt x="208755" y="91534"/>
                  <a:pt x="210326" y="92033"/>
                  <a:pt x="212422" y="92126"/>
                </a:cubicBezTo>
                <a:lnTo>
                  <a:pt x="212422" y="94710"/>
                </a:lnTo>
                <a:lnTo>
                  <a:pt x="191538" y="94710"/>
                </a:lnTo>
                <a:lnTo>
                  <a:pt x="191538" y="92126"/>
                </a:lnTo>
                <a:cubicBezTo>
                  <a:pt x="193214" y="91893"/>
                  <a:pt x="194681" y="91313"/>
                  <a:pt x="195938" y="90384"/>
                </a:cubicBezTo>
                <a:cubicBezTo>
                  <a:pt x="197708" y="89037"/>
                  <a:pt x="200688" y="85599"/>
                  <a:pt x="204878" y="80071"/>
                </a:cubicBezTo>
                <a:lnTo>
                  <a:pt x="218289" y="62302"/>
                </a:lnTo>
                <a:lnTo>
                  <a:pt x="206136" y="44701"/>
                </a:lnTo>
                <a:cubicBezTo>
                  <a:pt x="202690" y="39672"/>
                  <a:pt x="200024" y="36518"/>
                  <a:pt x="198138" y="35237"/>
                </a:cubicBezTo>
                <a:cubicBezTo>
                  <a:pt x="196253" y="33957"/>
                  <a:pt x="193889" y="33316"/>
                  <a:pt x="191049" y="33316"/>
                </a:cubicBezTo>
                <a:lnTo>
                  <a:pt x="191049" y="3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95798-43D0-4E7E-B933-2D6D207F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71" y="168156"/>
            <a:ext cx="357609" cy="190725"/>
          </a:xfrm>
          <a:custGeom xmlns:a="http://schemas.openxmlformats.org/drawingml/2006/main">
            <a:pathLst>
              <a:path w="357609" h="190725">
                <a:moveTo>
                  <a:pt x="0" y="0"/>
                </a:moveTo>
                <a:lnTo>
                  <a:pt x="357609" y="0"/>
                </a:lnTo>
                <a:lnTo>
                  <a:pt x="357609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3911B-9C47-4BCB-A5E0-28D56CF6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98" y="164183"/>
            <a:ext cx="365555" cy="198671"/>
          </a:xfrm>
          <a:custGeom xmlns:a="http://schemas.openxmlformats.org/drawingml/2006/main">
            <a:pathLst>
              <a:path w="365555" h="198671">
                <a:moveTo>
                  <a:pt x="51655" y="0"/>
                </a:moveTo>
                <a:lnTo>
                  <a:pt x="75495" y="0"/>
                </a:lnTo>
                <a:lnTo>
                  <a:pt x="75495" y="7947"/>
                </a:lnTo>
                <a:lnTo>
                  <a:pt x="51655" y="7947"/>
                </a:lnTo>
                <a:lnTo>
                  <a:pt x="51655" y="0"/>
                </a:lnTo>
                <a:close/>
                <a:moveTo>
                  <a:pt x="99336" y="0"/>
                </a:moveTo>
                <a:lnTo>
                  <a:pt x="123176" y="0"/>
                </a:lnTo>
                <a:lnTo>
                  <a:pt x="123176" y="7947"/>
                </a:lnTo>
                <a:lnTo>
                  <a:pt x="99336" y="7947"/>
                </a:lnTo>
                <a:lnTo>
                  <a:pt x="99336" y="0"/>
                </a:lnTo>
                <a:close/>
                <a:moveTo>
                  <a:pt x="147017" y="0"/>
                </a:moveTo>
                <a:lnTo>
                  <a:pt x="170857" y="0"/>
                </a:lnTo>
                <a:lnTo>
                  <a:pt x="170857" y="7947"/>
                </a:lnTo>
                <a:lnTo>
                  <a:pt x="147017" y="7947"/>
                </a:lnTo>
                <a:lnTo>
                  <a:pt x="147017" y="0"/>
                </a:lnTo>
                <a:close/>
                <a:moveTo>
                  <a:pt x="194698" y="0"/>
                </a:moveTo>
                <a:lnTo>
                  <a:pt x="218539" y="0"/>
                </a:lnTo>
                <a:lnTo>
                  <a:pt x="218539" y="7947"/>
                </a:lnTo>
                <a:lnTo>
                  <a:pt x="194698" y="7947"/>
                </a:lnTo>
                <a:lnTo>
                  <a:pt x="194698" y="0"/>
                </a:lnTo>
                <a:close/>
                <a:moveTo>
                  <a:pt x="242379" y="0"/>
                </a:moveTo>
                <a:lnTo>
                  <a:pt x="266220" y="0"/>
                </a:lnTo>
                <a:lnTo>
                  <a:pt x="266220" y="7947"/>
                </a:lnTo>
                <a:lnTo>
                  <a:pt x="242379" y="7947"/>
                </a:lnTo>
                <a:lnTo>
                  <a:pt x="242379" y="0"/>
                </a:lnTo>
                <a:close/>
                <a:moveTo>
                  <a:pt x="290060" y="0"/>
                </a:moveTo>
                <a:lnTo>
                  <a:pt x="313901" y="0"/>
                </a:lnTo>
                <a:lnTo>
                  <a:pt x="313901" y="7947"/>
                </a:lnTo>
                <a:lnTo>
                  <a:pt x="290060" y="7947"/>
                </a:lnTo>
                <a:lnTo>
                  <a:pt x="290060" y="0"/>
                </a:lnTo>
                <a:close/>
                <a:moveTo>
                  <a:pt x="337741" y="0"/>
                </a:moveTo>
                <a:lnTo>
                  <a:pt x="361582" y="0"/>
                </a:lnTo>
                <a:lnTo>
                  <a:pt x="361582" y="7947"/>
                </a:lnTo>
                <a:lnTo>
                  <a:pt x="337741" y="7947"/>
                </a:lnTo>
                <a:lnTo>
                  <a:pt x="337741" y="0"/>
                </a:lnTo>
                <a:close/>
                <a:moveTo>
                  <a:pt x="365555" y="27814"/>
                </a:moveTo>
                <a:lnTo>
                  <a:pt x="365555" y="51655"/>
                </a:lnTo>
                <a:lnTo>
                  <a:pt x="357609" y="51655"/>
                </a:lnTo>
                <a:lnTo>
                  <a:pt x="357609" y="27814"/>
                </a:lnTo>
                <a:lnTo>
                  <a:pt x="365555" y="27814"/>
                </a:lnTo>
                <a:close/>
                <a:moveTo>
                  <a:pt x="365555" y="75495"/>
                </a:moveTo>
                <a:lnTo>
                  <a:pt x="365555" y="99336"/>
                </a:lnTo>
                <a:lnTo>
                  <a:pt x="357609" y="99336"/>
                </a:lnTo>
                <a:lnTo>
                  <a:pt x="357609" y="75495"/>
                </a:lnTo>
                <a:lnTo>
                  <a:pt x="365555" y="75495"/>
                </a:lnTo>
                <a:close/>
                <a:moveTo>
                  <a:pt x="365555" y="123176"/>
                </a:moveTo>
                <a:lnTo>
                  <a:pt x="365555" y="147017"/>
                </a:lnTo>
                <a:lnTo>
                  <a:pt x="357609" y="147017"/>
                </a:lnTo>
                <a:lnTo>
                  <a:pt x="357609" y="123176"/>
                </a:lnTo>
                <a:lnTo>
                  <a:pt x="365555" y="123176"/>
                </a:lnTo>
                <a:close/>
                <a:moveTo>
                  <a:pt x="365555" y="170857"/>
                </a:moveTo>
                <a:lnTo>
                  <a:pt x="365555" y="194698"/>
                </a:lnTo>
                <a:lnTo>
                  <a:pt x="357609" y="194698"/>
                </a:lnTo>
                <a:lnTo>
                  <a:pt x="357609" y="170857"/>
                </a:lnTo>
                <a:lnTo>
                  <a:pt x="365555" y="170857"/>
                </a:lnTo>
                <a:close/>
                <a:moveTo>
                  <a:pt x="337741" y="198671"/>
                </a:moveTo>
                <a:lnTo>
                  <a:pt x="313901" y="198671"/>
                </a:lnTo>
                <a:lnTo>
                  <a:pt x="313901" y="190725"/>
                </a:lnTo>
                <a:lnTo>
                  <a:pt x="337741" y="190725"/>
                </a:lnTo>
                <a:lnTo>
                  <a:pt x="337741" y="198671"/>
                </a:lnTo>
                <a:close/>
                <a:moveTo>
                  <a:pt x="290060" y="198671"/>
                </a:moveTo>
                <a:lnTo>
                  <a:pt x="266220" y="198671"/>
                </a:lnTo>
                <a:lnTo>
                  <a:pt x="266220" y="190725"/>
                </a:lnTo>
                <a:lnTo>
                  <a:pt x="290060" y="190725"/>
                </a:lnTo>
                <a:lnTo>
                  <a:pt x="290060" y="198671"/>
                </a:lnTo>
                <a:close/>
                <a:moveTo>
                  <a:pt x="242379" y="198671"/>
                </a:moveTo>
                <a:lnTo>
                  <a:pt x="218539" y="198671"/>
                </a:lnTo>
                <a:lnTo>
                  <a:pt x="218539" y="190725"/>
                </a:lnTo>
                <a:lnTo>
                  <a:pt x="242379" y="190725"/>
                </a:lnTo>
                <a:lnTo>
                  <a:pt x="242379" y="198671"/>
                </a:lnTo>
                <a:close/>
                <a:moveTo>
                  <a:pt x="194698" y="198671"/>
                </a:moveTo>
                <a:lnTo>
                  <a:pt x="170857" y="198671"/>
                </a:lnTo>
                <a:lnTo>
                  <a:pt x="170857" y="190725"/>
                </a:lnTo>
                <a:lnTo>
                  <a:pt x="194698" y="190725"/>
                </a:lnTo>
                <a:lnTo>
                  <a:pt x="194698" y="198671"/>
                </a:lnTo>
                <a:close/>
                <a:moveTo>
                  <a:pt x="147017" y="198671"/>
                </a:moveTo>
                <a:lnTo>
                  <a:pt x="123176" y="198671"/>
                </a:lnTo>
                <a:lnTo>
                  <a:pt x="123176" y="190725"/>
                </a:lnTo>
                <a:lnTo>
                  <a:pt x="147017" y="190725"/>
                </a:lnTo>
                <a:lnTo>
                  <a:pt x="147017" y="198671"/>
                </a:lnTo>
                <a:close/>
                <a:moveTo>
                  <a:pt x="99336" y="198671"/>
                </a:moveTo>
                <a:lnTo>
                  <a:pt x="75495" y="198671"/>
                </a:lnTo>
                <a:lnTo>
                  <a:pt x="75495" y="190725"/>
                </a:lnTo>
                <a:lnTo>
                  <a:pt x="99336" y="190725"/>
                </a:lnTo>
                <a:lnTo>
                  <a:pt x="99336" y="198671"/>
                </a:lnTo>
                <a:close/>
                <a:moveTo>
                  <a:pt x="51655" y="198671"/>
                </a:moveTo>
                <a:lnTo>
                  <a:pt x="27814" y="198671"/>
                </a:lnTo>
                <a:lnTo>
                  <a:pt x="27814" y="190725"/>
                </a:lnTo>
                <a:lnTo>
                  <a:pt x="51655" y="190725"/>
                </a:lnTo>
                <a:lnTo>
                  <a:pt x="51655" y="198671"/>
                </a:lnTo>
                <a:close/>
                <a:moveTo>
                  <a:pt x="0" y="194698"/>
                </a:moveTo>
                <a:lnTo>
                  <a:pt x="0" y="170857"/>
                </a:lnTo>
                <a:lnTo>
                  <a:pt x="7947" y="170857"/>
                </a:lnTo>
                <a:lnTo>
                  <a:pt x="7947" y="194698"/>
                </a:lnTo>
                <a:lnTo>
                  <a:pt x="0" y="194698"/>
                </a:lnTo>
                <a:close/>
                <a:moveTo>
                  <a:pt x="0" y="147017"/>
                </a:moveTo>
                <a:lnTo>
                  <a:pt x="0" y="123176"/>
                </a:lnTo>
                <a:lnTo>
                  <a:pt x="7947" y="123176"/>
                </a:lnTo>
                <a:lnTo>
                  <a:pt x="7947" y="147017"/>
                </a:lnTo>
                <a:lnTo>
                  <a:pt x="0" y="147017"/>
                </a:lnTo>
                <a:close/>
                <a:moveTo>
                  <a:pt x="0" y="99336"/>
                </a:moveTo>
                <a:lnTo>
                  <a:pt x="0" y="75495"/>
                </a:lnTo>
                <a:lnTo>
                  <a:pt x="7947" y="75495"/>
                </a:lnTo>
                <a:lnTo>
                  <a:pt x="7947" y="99336"/>
                </a:lnTo>
                <a:lnTo>
                  <a:pt x="0" y="99336"/>
                </a:lnTo>
                <a:close/>
                <a:moveTo>
                  <a:pt x="0" y="51655"/>
                </a:moveTo>
                <a:lnTo>
                  <a:pt x="0" y="27814"/>
                </a:lnTo>
                <a:lnTo>
                  <a:pt x="7947" y="27814"/>
                </a:lnTo>
                <a:lnTo>
                  <a:pt x="7947" y="51655"/>
                </a:lnTo>
                <a:lnTo>
                  <a:pt x="0" y="51655"/>
                </a:lnTo>
                <a:close/>
                <a:moveTo>
                  <a:pt x="3973" y="0"/>
                </a:moveTo>
                <a:lnTo>
                  <a:pt x="27814" y="0"/>
                </a:lnTo>
                <a:lnTo>
                  <a:pt x="27814" y="7947"/>
                </a:lnTo>
                <a:lnTo>
                  <a:pt x="3973" y="7947"/>
                </a:lnTo>
                <a:lnTo>
                  <a:pt x="39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GMN">
            <a:extLst xmlns:a="http://schemas.openxmlformats.org/drawingml/2006/main">
              <a:ext uri="{FF2B5EF4-FFF2-40B4-BE49-F238E27FC236}">
                <a16:creationId xmlns:a16="http://schemas.microsoft.com/office/drawing/2014/main" id="{A512BCAB-7A99-472E-88DE-503FA989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324" y="210421"/>
            <a:ext cx="326720" cy="98901"/>
          </a:xfrm>
          <a:custGeom xmlns:a="http://schemas.openxmlformats.org/drawingml/2006/main">
            <a:pathLst>
              <a:path w="326720" h="98901">
                <a:moveTo>
                  <a:pt x="82767" y="0"/>
                </a:moveTo>
                <a:lnTo>
                  <a:pt x="85211" y="29894"/>
                </a:lnTo>
                <a:lnTo>
                  <a:pt x="82767" y="29894"/>
                </a:lnTo>
                <a:cubicBezTo>
                  <a:pt x="80299" y="22444"/>
                  <a:pt x="77109" y="16833"/>
                  <a:pt x="73198" y="13061"/>
                </a:cubicBezTo>
                <a:cubicBezTo>
                  <a:pt x="67564" y="7613"/>
                  <a:pt x="60323" y="4889"/>
                  <a:pt x="51476" y="4889"/>
                </a:cubicBezTo>
                <a:cubicBezTo>
                  <a:pt x="39416" y="4889"/>
                  <a:pt x="30243" y="9662"/>
                  <a:pt x="23957" y="19207"/>
                </a:cubicBezTo>
                <a:cubicBezTo>
                  <a:pt x="18695" y="27263"/>
                  <a:pt x="16064" y="36855"/>
                  <a:pt x="16064" y="47984"/>
                </a:cubicBezTo>
                <a:cubicBezTo>
                  <a:pt x="16064" y="57017"/>
                  <a:pt x="17811" y="65259"/>
                  <a:pt x="21303" y="72709"/>
                </a:cubicBezTo>
                <a:cubicBezTo>
                  <a:pt x="24795" y="80159"/>
                  <a:pt x="29370" y="85619"/>
                  <a:pt x="35027" y="89088"/>
                </a:cubicBezTo>
                <a:cubicBezTo>
                  <a:pt x="40685" y="92557"/>
                  <a:pt x="46494" y="94291"/>
                  <a:pt x="52454" y="94291"/>
                </a:cubicBezTo>
                <a:cubicBezTo>
                  <a:pt x="55946" y="94291"/>
                  <a:pt x="59322" y="93848"/>
                  <a:pt x="62582" y="92960"/>
                </a:cubicBezTo>
                <a:cubicBezTo>
                  <a:pt x="65841" y="92072"/>
                  <a:pt x="68984" y="90765"/>
                  <a:pt x="72011" y="89038"/>
                </a:cubicBezTo>
                <a:lnTo>
                  <a:pt x="72011" y="61575"/>
                </a:lnTo>
                <a:cubicBezTo>
                  <a:pt x="72011" y="56811"/>
                  <a:pt x="71650" y="53694"/>
                  <a:pt x="70928" y="52223"/>
                </a:cubicBezTo>
                <a:cubicBezTo>
                  <a:pt x="70206" y="50751"/>
                  <a:pt x="69089" y="49631"/>
                  <a:pt x="67575" y="48861"/>
                </a:cubicBezTo>
                <a:cubicBezTo>
                  <a:pt x="66062" y="48090"/>
                  <a:pt x="63396" y="47704"/>
                  <a:pt x="59578" y="47704"/>
                </a:cubicBezTo>
                <a:lnTo>
                  <a:pt x="59578" y="45120"/>
                </a:lnTo>
                <a:lnTo>
                  <a:pt x="96247" y="45120"/>
                </a:lnTo>
                <a:lnTo>
                  <a:pt x="96247" y="47704"/>
                </a:lnTo>
                <a:lnTo>
                  <a:pt x="94501" y="47704"/>
                </a:lnTo>
                <a:cubicBezTo>
                  <a:pt x="90869" y="47704"/>
                  <a:pt x="88378" y="48915"/>
                  <a:pt x="87027" y="51336"/>
                </a:cubicBezTo>
                <a:cubicBezTo>
                  <a:pt x="86096" y="53059"/>
                  <a:pt x="85631" y="56458"/>
                  <a:pt x="85631" y="61534"/>
                </a:cubicBezTo>
                <a:lnTo>
                  <a:pt x="85631" y="90520"/>
                </a:lnTo>
                <a:cubicBezTo>
                  <a:pt x="80276" y="93407"/>
                  <a:pt x="74991" y="95525"/>
                  <a:pt x="69776" y="96876"/>
                </a:cubicBezTo>
                <a:cubicBezTo>
                  <a:pt x="64560" y="98226"/>
                  <a:pt x="58763" y="98901"/>
                  <a:pt x="52384" y="98901"/>
                </a:cubicBezTo>
                <a:cubicBezTo>
                  <a:pt x="34085" y="98901"/>
                  <a:pt x="20185" y="93042"/>
                  <a:pt x="10686" y="81324"/>
                </a:cubicBezTo>
                <a:cubicBezTo>
                  <a:pt x="3562" y="72537"/>
                  <a:pt x="0" y="62400"/>
                  <a:pt x="0" y="50915"/>
                </a:cubicBezTo>
                <a:cubicBezTo>
                  <a:pt x="0" y="42592"/>
                  <a:pt x="2002" y="34618"/>
                  <a:pt x="6007" y="26993"/>
                </a:cubicBezTo>
                <a:cubicBezTo>
                  <a:pt x="10756" y="17925"/>
                  <a:pt x="17275" y="10950"/>
                  <a:pt x="25563" y="6068"/>
                </a:cubicBezTo>
                <a:cubicBezTo>
                  <a:pt x="32501" y="2023"/>
                  <a:pt x="40697" y="0"/>
                  <a:pt x="50149" y="0"/>
                </a:cubicBezTo>
                <a:cubicBezTo>
                  <a:pt x="53595" y="0"/>
                  <a:pt x="56726" y="279"/>
                  <a:pt x="59543" y="838"/>
                </a:cubicBezTo>
                <a:cubicBezTo>
                  <a:pt x="62360" y="1397"/>
                  <a:pt x="66353" y="2631"/>
                  <a:pt x="71522" y="4540"/>
                </a:cubicBezTo>
                <a:cubicBezTo>
                  <a:pt x="74129" y="5518"/>
                  <a:pt x="75875" y="6007"/>
                  <a:pt x="76760" y="6007"/>
                </a:cubicBezTo>
                <a:cubicBezTo>
                  <a:pt x="77645" y="6007"/>
                  <a:pt x="78402" y="5599"/>
                  <a:pt x="79030" y="4784"/>
                </a:cubicBezTo>
                <a:cubicBezTo>
                  <a:pt x="79659" y="3970"/>
                  <a:pt x="80043" y="2375"/>
                  <a:pt x="80183" y="0"/>
                </a:cubicBezTo>
                <a:lnTo>
                  <a:pt x="82767" y="0"/>
                </a:lnTo>
                <a:close/>
                <a:moveTo>
                  <a:pt x="156811" y="96806"/>
                </a:moveTo>
                <a:lnTo>
                  <a:pt x="120212" y="17112"/>
                </a:lnTo>
                <a:lnTo>
                  <a:pt x="120212" y="80392"/>
                </a:lnTo>
                <a:cubicBezTo>
                  <a:pt x="120212" y="86213"/>
                  <a:pt x="120840" y="89845"/>
                  <a:pt x="122097" y="91288"/>
                </a:cubicBezTo>
                <a:cubicBezTo>
                  <a:pt x="123820" y="93244"/>
                  <a:pt x="126544" y="94221"/>
                  <a:pt x="130269" y="94221"/>
                </a:cubicBezTo>
                <a:lnTo>
                  <a:pt x="133622" y="94221"/>
                </a:lnTo>
                <a:lnTo>
                  <a:pt x="133622" y="96806"/>
                </a:lnTo>
                <a:lnTo>
                  <a:pt x="100655" y="96806"/>
                </a:lnTo>
                <a:lnTo>
                  <a:pt x="100655" y="94221"/>
                </a:lnTo>
                <a:lnTo>
                  <a:pt x="104007" y="94221"/>
                </a:lnTo>
                <a:cubicBezTo>
                  <a:pt x="108012" y="94221"/>
                  <a:pt x="110852" y="93011"/>
                  <a:pt x="112529" y="90590"/>
                </a:cubicBezTo>
                <a:cubicBezTo>
                  <a:pt x="113553" y="89099"/>
                  <a:pt x="114065" y="85700"/>
                  <a:pt x="114065" y="80392"/>
                </a:cubicBezTo>
                <a:lnTo>
                  <a:pt x="114065" y="18509"/>
                </a:lnTo>
                <a:cubicBezTo>
                  <a:pt x="114065" y="14318"/>
                  <a:pt x="113599" y="11292"/>
                  <a:pt x="112668" y="9429"/>
                </a:cubicBezTo>
                <a:cubicBezTo>
                  <a:pt x="112016" y="8079"/>
                  <a:pt x="110817" y="6950"/>
                  <a:pt x="109071" y="6042"/>
                </a:cubicBezTo>
                <a:cubicBezTo>
                  <a:pt x="107325" y="5134"/>
                  <a:pt x="104520" y="4680"/>
                  <a:pt x="100655" y="4680"/>
                </a:cubicBezTo>
                <a:lnTo>
                  <a:pt x="100655" y="2095"/>
                </a:lnTo>
                <a:lnTo>
                  <a:pt x="127475" y="2095"/>
                </a:lnTo>
                <a:lnTo>
                  <a:pt x="161839" y="76201"/>
                </a:lnTo>
                <a:lnTo>
                  <a:pt x="195645" y="2095"/>
                </a:lnTo>
                <a:lnTo>
                  <a:pt x="222465" y="2095"/>
                </a:lnTo>
                <a:lnTo>
                  <a:pt x="222465" y="4680"/>
                </a:lnTo>
                <a:lnTo>
                  <a:pt x="219182" y="4680"/>
                </a:lnTo>
                <a:cubicBezTo>
                  <a:pt x="215131" y="4680"/>
                  <a:pt x="212268" y="5890"/>
                  <a:pt x="210591" y="8312"/>
                </a:cubicBezTo>
                <a:cubicBezTo>
                  <a:pt x="209567" y="9802"/>
                  <a:pt x="209055" y="13201"/>
                  <a:pt x="209055" y="18509"/>
                </a:cubicBezTo>
                <a:lnTo>
                  <a:pt x="209055" y="80392"/>
                </a:lnTo>
                <a:cubicBezTo>
                  <a:pt x="209055" y="86213"/>
                  <a:pt x="209707" y="89845"/>
                  <a:pt x="211011" y="91288"/>
                </a:cubicBezTo>
                <a:cubicBezTo>
                  <a:pt x="212733" y="93244"/>
                  <a:pt x="215457" y="94221"/>
                  <a:pt x="219182" y="94221"/>
                </a:cubicBezTo>
                <a:lnTo>
                  <a:pt x="222465" y="94221"/>
                </a:lnTo>
                <a:lnTo>
                  <a:pt x="222465" y="96806"/>
                </a:lnTo>
                <a:lnTo>
                  <a:pt x="182234" y="96806"/>
                </a:lnTo>
                <a:lnTo>
                  <a:pt x="182234" y="94221"/>
                </a:lnTo>
                <a:lnTo>
                  <a:pt x="185587" y="94221"/>
                </a:lnTo>
                <a:cubicBezTo>
                  <a:pt x="189638" y="94221"/>
                  <a:pt x="192478" y="93011"/>
                  <a:pt x="194108" y="90590"/>
                </a:cubicBezTo>
                <a:cubicBezTo>
                  <a:pt x="195132" y="89099"/>
                  <a:pt x="195645" y="85700"/>
                  <a:pt x="195645" y="80392"/>
                </a:cubicBezTo>
                <a:lnTo>
                  <a:pt x="195645" y="17112"/>
                </a:lnTo>
                <a:lnTo>
                  <a:pt x="159115" y="96806"/>
                </a:lnTo>
                <a:lnTo>
                  <a:pt x="156811" y="96806"/>
                </a:lnTo>
                <a:close/>
                <a:moveTo>
                  <a:pt x="223558" y="2095"/>
                </a:moveTo>
                <a:lnTo>
                  <a:pt x="249262" y="2095"/>
                </a:lnTo>
                <a:lnTo>
                  <a:pt x="307163" y="73128"/>
                </a:lnTo>
                <a:lnTo>
                  <a:pt x="307163" y="18509"/>
                </a:lnTo>
                <a:cubicBezTo>
                  <a:pt x="307163" y="12689"/>
                  <a:pt x="306511" y="9057"/>
                  <a:pt x="305208" y="7613"/>
                </a:cubicBezTo>
                <a:cubicBezTo>
                  <a:pt x="303485" y="5657"/>
                  <a:pt x="300761" y="4680"/>
                  <a:pt x="297036" y="4680"/>
                </a:cubicBezTo>
                <a:lnTo>
                  <a:pt x="293753" y="4680"/>
                </a:lnTo>
                <a:lnTo>
                  <a:pt x="293753" y="2095"/>
                </a:lnTo>
                <a:lnTo>
                  <a:pt x="326720" y="2095"/>
                </a:lnTo>
                <a:lnTo>
                  <a:pt x="326720" y="4680"/>
                </a:lnTo>
                <a:lnTo>
                  <a:pt x="323368" y="4680"/>
                </a:lnTo>
                <a:cubicBezTo>
                  <a:pt x="319363" y="4680"/>
                  <a:pt x="316523" y="5890"/>
                  <a:pt x="314846" y="8312"/>
                </a:cubicBezTo>
                <a:cubicBezTo>
                  <a:pt x="313822" y="9802"/>
                  <a:pt x="313310" y="13201"/>
                  <a:pt x="313310" y="18509"/>
                </a:cubicBezTo>
                <a:lnTo>
                  <a:pt x="313310" y="98342"/>
                </a:lnTo>
                <a:lnTo>
                  <a:pt x="310795" y="98342"/>
                </a:lnTo>
                <a:lnTo>
                  <a:pt x="248354" y="22071"/>
                </a:lnTo>
                <a:lnTo>
                  <a:pt x="248354" y="80392"/>
                </a:lnTo>
                <a:cubicBezTo>
                  <a:pt x="248354" y="86213"/>
                  <a:pt x="248982" y="89845"/>
                  <a:pt x="250239" y="91288"/>
                </a:cubicBezTo>
                <a:cubicBezTo>
                  <a:pt x="252009" y="93244"/>
                  <a:pt x="254733" y="94221"/>
                  <a:pt x="258411" y="94221"/>
                </a:cubicBezTo>
                <a:lnTo>
                  <a:pt x="261764" y="94221"/>
                </a:lnTo>
                <a:lnTo>
                  <a:pt x="261764" y="96806"/>
                </a:lnTo>
                <a:lnTo>
                  <a:pt x="228797" y="96806"/>
                </a:lnTo>
                <a:lnTo>
                  <a:pt x="228797" y="94221"/>
                </a:lnTo>
                <a:lnTo>
                  <a:pt x="232080" y="94221"/>
                </a:lnTo>
                <a:cubicBezTo>
                  <a:pt x="236131" y="94221"/>
                  <a:pt x="238994" y="93011"/>
                  <a:pt x="240671" y="90590"/>
                </a:cubicBezTo>
                <a:cubicBezTo>
                  <a:pt x="241695" y="89099"/>
                  <a:pt x="242207" y="85700"/>
                  <a:pt x="242207" y="80392"/>
                </a:cubicBezTo>
                <a:lnTo>
                  <a:pt x="242207" y="14528"/>
                </a:lnTo>
                <a:cubicBezTo>
                  <a:pt x="239460" y="11315"/>
                  <a:pt x="237376" y="9196"/>
                  <a:pt x="235956" y="8172"/>
                </a:cubicBezTo>
                <a:cubicBezTo>
                  <a:pt x="234536" y="7148"/>
                  <a:pt x="232452" y="6193"/>
                  <a:pt x="229705" y="5308"/>
                </a:cubicBezTo>
                <a:cubicBezTo>
                  <a:pt x="228354" y="4889"/>
                  <a:pt x="226306" y="4680"/>
                  <a:pt x="223558" y="4680"/>
                </a:cubicBezTo>
                <a:lnTo>
                  <a:pt x="223558" y="20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2A552-526F-41EF-BF6F-370DEB92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71" y="406562"/>
            <a:ext cx="794686" cy="190725"/>
          </a:xfrm>
          <a:custGeom xmlns:a="http://schemas.openxmlformats.org/drawingml/2006/main">
            <a:pathLst>
              <a:path w="794686" h="190725">
                <a:moveTo>
                  <a:pt x="0" y="0"/>
                </a:moveTo>
                <a:lnTo>
                  <a:pt x="794686" y="0"/>
                </a:lnTo>
                <a:lnTo>
                  <a:pt x="79468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C08A5-4BF7-4288-8267-42A00366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98" y="402589"/>
            <a:ext cx="802633" cy="198671"/>
          </a:xfrm>
          <a:custGeom xmlns:a="http://schemas.openxmlformats.org/drawingml/2006/main">
            <a:pathLst>
              <a:path w="802633" h="198671">
                <a:moveTo>
                  <a:pt x="51655" y="7947"/>
                </a:moveTo>
                <a:lnTo>
                  <a:pt x="75495" y="7947"/>
                </a:lnTo>
                <a:lnTo>
                  <a:pt x="75495" y="0"/>
                </a:lnTo>
                <a:lnTo>
                  <a:pt x="51655" y="0"/>
                </a:lnTo>
                <a:lnTo>
                  <a:pt x="51655" y="7947"/>
                </a:lnTo>
                <a:close/>
                <a:moveTo>
                  <a:pt x="99336" y="7947"/>
                </a:moveTo>
                <a:lnTo>
                  <a:pt x="123176" y="7947"/>
                </a:lnTo>
                <a:lnTo>
                  <a:pt x="123176" y="0"/>
                </a:lnTo>
                <a:lnTo>
                  <a:pt x="99336" y="0"/>
                </a:lnTo>
                <a:lnTo>
                  <a:pt x="99336" y="7947"/>
                </a:lnTo>
                <a:close/>
                <a:moveTo>
                  <a:pt x="147017" y="7947"/>
                </a:moveTo>
                <a:lnTo>
                  <a:pt x="170857" y="7947"/>
                </a:lnTo>
                <a:lnTo>
                  <a:pt x="170857" y="0"/>
                </a:lnTo>
                <a:lnTo>
                  <a:pt x="147017" y="0"/>
                </a:lnTo>
                <a:lnTo>
                  <a:pt x="147017" y="7947"/>
                </a:lnTo>
                <a:close/>
                <a:moveTo>
                  <a:pt x="218539" y="7947"/>
                </a:moveTo>
                <a:lnTo>
                  <a:pt x="218539" y="0"/>
                </a:lnTo>
                <a:lnTo>
                  <a:pt x="194698" y="0"/>
                </a:lnTo>
                <a:lnTo>
                  <a:pt x="194698" y="7947"/>
                </a:lnTo>
                <a:lnTo>
                  <a:pt x="218539" y="7947"/>
                </a:lnTo>
                <a:close/>
                <a:moveTo>
                  <a:pt x="7947" y="19867"/>
                </a:moveTo>
                <a:lnTo>
                  <a:pt x="7947" y="7947"/>
                </a:lnTo>
                <a:lnTo>
                  <a:pt x="27814" y="7947"/>
                </a:lnTo>
                <a:lnTo>
                  <a:pt x="27814" y="0"/>
                </a:lnTo>
                <a:lnTo>
                  <a:pt x="0" y="0"/>
                </a:lnTo>
                <a:lnTo>
                  <a:pt x="0" y="19867"/>
                </a:lnTo>
                <a:lnTo>
                  <a:pt x="7947" y="19867"/>
                </a:lnTo>
                <a:close/>
                <a:moveTo>
                  <a:pt x="7947" y="67548"/>
                </a:moveTo>
                <a:lnTo>
                  <a:pt x="7947" y="43708"/>
                </a:lnTo>
                <a:lnTo>
                  <a:pt x="0" y="43708"/>
                </a:lnTo>
                <a:lnTo>
                  <a:pt x="0" y="67548"/>
                </a:lnTo>
                <a:lnTo>
                  <a:pt x="7947" y="67548"/>
                </a:lnTo>
                <a:close/>
                <a:moveTo>
                  <a:pt x="7947" y="115229"/>
                </a:moveTo>
                <a:lnTo>
                  <a:pt x="7947" y="91389"/>
                </a:lnTo>
                <a:lnTo>
                  <a:pt x="0" y="91389"/>
                </a:lnTo>
                <a:lnTo>
                  <a:pt x="0" y="115229"/>
                </a:lnTo>
                <a:lnTo>
                  <a:pt x="7947" y="115229"/>
                </a:lnTo>
                <a:close/>
                <a:moveTo>
                  <a:pt x="7947" y="139070"/>
                </a:moveTo>
                <a:lnTo>
                  <a:pt x="0" y="139070"/>
                </a:lnTo>
                <a:lnTo>
                  <a:pt x="0" y="162911"/>
                </a:lnTo>
                <a:lnTo>
                  <a:pt x="7947" y="162911"/>
                </a:lnTo>
                <a:lnTo>
                  <a:pt x="7947" y="139070"/>
                </a:lnTo>
                <a:close/>
                <a:moveTo>
                  <a:pt x="19867" y="190725"/>
                </a:moveTo>
                <a:lnTo>
                  <a:pt x="7947" y="190725"/>
                </a:lnTo>
                <a:lnTo>
                  <a:pt x="7947" y="186751"/>
                </a:lnTo>
                <a:lnTo>
                  <a:pt x="0" y="186751"/>
                </a:lnTo>
                <a:lnTo>
                  <a:pt x="0" y="198671"/>
                </a:lnTo>
                <a:lnTo>
                  <a:pt x="19867" y="198671"/>
                </a:lnTo>
                <a:lnTo>
                  <a:pt x="19867" y="190725"/>
                </a:lnTo>
                <a:close/>
                <a:moveTo>
                  <a:pt x="67548" y="190725"/>
                </a:moveTo>
                <a:lnTo>
                  <a:pt x="43708" y="190725"/>
                </a:lnTo>
                <a:lnTo>
                  <a:pt x="43708" y="198671"/>
                </a:lnTo>
                <a:lnTo>
                  <a:pt x="67548" y="198671"/>
                </a:lnTo>
                <a:lnTo>
                  <a:pt x="67548" y="190725"/>
                </a:lnTo>
                <a:close/>
                <a:moveTo>
                  <a:pt x="115229" y="190725"/>
                </a:moveTo>
                <a:lnTo>
                  <a:pt x="91389" y="190725"/>
                </a:lnTo>
                <a:lnTo>
                  <a:pt x="91389" y="198671"/>
                </a:lnTo>
                <a:lnTo>
                  <a:pt x="115229" y="198671"/>
                </a:lnTo>
                <a:lnTo>
                  <a:pt x="115229" y="190725"/>
                </a:lnTo>
                <a:close/>
                <a:moveTo>
                  <a:pt x="139070" y="190725"/>
                </a:moveTo>
                <a:lnTo>
                  <a:pt x="139070" y="198671"/>
                </a:lnTo>
                <a:lnTo>
                  <a:pt x="162911" y="198671"/>
                </a:lnTo>
                <a:lnTo>
                  <a:pt x="162911" y="190725"/>
                </a:lnTo>
                <a:lnTo>
                  <a:pt x="139070" y="190725"/>
                </a:lnTo>
                <a:close/>
                <a:moveTo>
                  <a:pt x="186751" y="190725"/>
                </a:moveTo>
                <a:lnTo>
                  <a:pt x="186751" y="198671"/>
                </a:lnTo>
                <a:lnTo>
                  <a:pt x="210592" y="198671"/>
                </a:lnTo>
                <a:lnTo>
                  <a:pt x="210592" y="190725"/>
                </a:lnTo>
                <a:lnTo>
                  <a:pt x="186751" y="190725"/>
                </a:lnTo>
                <a:close/>
                <a:moveTo>
                  <a:pt x="242379" y="7947"/>
                </a:moveTo>
                <a:lnTo>
                  <a:pt x="266220" y="7947"/>
                </a:lnTo>
                <a:lnTo>
                  <a:pt x="266220" y="0"/>
                </a:lnTo>
                <a:lnTo>
                  <a:pt x="242379" y="0"/>
                </a:lnTo>
                <a:lnTo>
                  <a:pt x="242379" y="7947"/>
                </a:lnTo>
                <a:close/>
                <a:moveTo>
                  <a:pt x="313901" y="7947"/>
                </a:moveTo>
                <a:lnTo>
                  <a:pt x="313901" y="0"/>
                </a:lnTo>
                <a:lnTo>
                  <a:pt x="290060" y="0"/>
                </a:lnTo>
                <a:lnTo>
                  <a:pt x="290060" y="7947"/>
                </a:lnTo>
                <a:lnTo>
                  <a:pt x="313901" y="7947"/>
                </a:lnTo>
                <a:close/>
                <a:moveTo>
                  <a:pt x="361582" y="7947"/>
                </a:moveTo>
                <a:lnTo>
                  <a:pt x="361582" y="0"/>
                </a:lnTo>
                <a:lnTo>
                  <a:pt x="337741" y="0"/>
                </a:lnTo>
                <a:lnTo>
                  <a:pt x="337741" y="7947"/>
                </a:lnTo>
                <a:lnTo>
                  <a:pt x="361582" y="7947"/>
                </a:lnTo>
                <a:close/>
                <a:moveTo>
                  <a:pt x="385423" y="7947"/>
                </a:moveTo>
                <a:lnTo>
                  <a:pt x="409263" y="7947"/>
                </a:lnTo>
                <a:lnTo>
                  <a:pt x="409263" y="0"/>
                </a:lnTo>
                <a:lnTo>
                  <a:pt x="385423" y="0"/>
                </a:lnTo>
                <a:lnTo>
                  <a:pt x="385423" y="7947"/>
                </a:lnTo>
                <a:close/>
                <a:moveTo>
                  <a:pt x="456944" y="7947"/>
                </a:moveTo>
                <a:lnTo>
                  <a:pt x="456944" y="0"/>
                </a:lnTo>
                <a:lnTo>
                  <a:pt x="433104" y="0"/>
                </a:lnTo>
                <a:lnTo>
                  <a:pt x="433104" y="7947"/>
                </a:lnTo>
                <a:lnTo>
                  <a:pt x="456944" y="7947"/>
                </a:lnTo>
                <a:close/>
                <a:moveTo>
                  <a:pt x="504625" y="7947"/>
                </a:moveTo>
                <a:lnTo>
                  <a:pt x="504625" y="0"/>
                </a:lnTo>
                <a:lnTo>
                  <a:pt x="480785" y="0"/>
                </a:lnTo>
                <a:lnTo>
                  <a:pt x="480785" y="7947"/>
                </a:lnTo>
                <a:lnTo>
                  <a:pt x="504625" y="7947"/>
                </a:lnTo>
                <a:close/>
                <a:moveTo>
                  <a:pt x="528466" y="7947"/>
                </a:moveTo>
                <a:lnTo>
                  <a:pt x="552307" y="7947"/>
                </a:lnTo>
                <a:lnTo>
                  <a:pt x="552307" y="0"/>
                </a:lnTo>
                <a:lnTo>
                  <a:pt x="528466" y="0"/>
                </a:lnTo>
                <a:lnTo>
                  <a:pt x="528466" y="7947"/>
                </a:lnTo>
                <a:close/>
                <a:moveTo>
                  <a:pt x="258273" y="190725"/>
                </a:moveTo>
                <a:lnTo>
                  <a:pt x="234432" y="190725"/>
                </a:lnTo>
                <a:lnTo>
                  <a:pt x="234432" y="198671"/>
                </a:lnTo>
                <a:lnTo>
                  <a:pt x="258273" y="198671"/>
                </a:lnTo>
                <a:lnTo>
                  <a:pt x="258273" y="190725"/>
                </a:lnTo>
                <a:close/>
                <a:moveTo>
                  <a:pt x="305954" y="190725"/>
                </a:moveTo>
                <a:lnTo>
                  <a:pt x="282113" y="190725"/>
                </a:lnTo>
                <a:lnTo>
                  <a:pt x="282113" y="198671"/>
                </a:lnTo>
                <a:lnTo>
                  <a:pt x="305954" y="198671"/>
                </a:lnTo>
                <a:lnTo>
                  <a:pt x="305954" y="190725"/>
                </a:lnTo>
                <a:close/>
                <a:moveTo>
                  <a:pt x="329795" y="190725"/>
                </a:moveTo>
                <a:lnTo>
                  <a:pt x="329795" y="198671"/>
                </a:lnTo>
                <a:lnTo>
                  <a:pt x="353635" y="198671"/>
                </a:lnTo>
                <a:lnTo>
                  <a:pt x="353635" y="190725"/>
                </a:lnTo>
                <a:lnTo>
                  <a:pt x="329795" y="190725"/>
                </a:lnTo>
                <a:close/>
                <a:moveTo>
                  <a:pt x="377476" y="190725"/>
                </a:moveTo>
                <a:lnTo>
                  <a:pt x="377476" y="198671"/>
                </a:lnTo>
                <a:lnTo>
                  <a:pt x="401316" y="198671"/>
                </a:lnTo>
                <a:lnTo>
                  <a:pt x="401316" y="190725"/>
                </a:lnTo>
                <a:lnTo>
                  <a:pt x="377476" y="190725"/>
                </a:lnTo>
                <a:close/>
                <a:moveTo>
                  <a:pt x="448997" y="190725"/>
                </a:moveTo>
                <a:lnTo>
                  <a:pt x="425157" y="190725"/>
                </a:lnTo>
                <a:lnTo>
                  <a:pt x="425157" y="198671"/>
                </a:lnTo>
                <a:lnTo>
                  <a:pt x="448997" y="198671"/>
                </a:lnTo>
                <a:lnTo>
                  <a:pt x="448997" y="190725"/>
                </a:lnTo>
                <a:close/>
                <a:moveTo>
                  <a:pt x="472838" y="190725"/>
                </a:moveTo>
                <a:lnTo>
                  <a:pt x="472838" y="198671"/>
                </a:lnTo>
                <a:lnTo>
                  <a:pt x="496679" y="198671"/>
                </a:lnTo>
                <a:lnTo>
                  <a:pt x="496679" y="190725"/>
                </a:lnTo>
                <a:lnTo>
                  <a:pt x="472838" y="190725"/>
                </a:lnTo>
                <a:close/>
                <a:moveTo>
                  <a:pt x="520519" y="190725"/>
                </a:moveTo>
                <a:lnTo>
                  <a:pt x="520519" y="198671"/>
                </a:lnTo>
                <a:lnTo>
                  <a:pt x="544360" y="198671"/>
                </a:lnTo>
                <a:lnTo>
                  <a:pt x="544360" y="190725"/>
                </a:lnTo>
                <a:lnTo>
                  <a:pt x="520519" y="190725"/>
                </a:lnTo>
                <a:close/>
                <a:moveTo>
                  <a:pt x="592041" y="190725"/>
                </a:moveTo>
                <a:lnTo>
                  <a:pt x="568200" y="190725"/>
                </a:lnTo>
                <a:lnTo>
                  <a:pt x="568200" y="198671"/>
                </a:lnTo>
                <a:lnTo>
                  <a:pt x="592041" y="198671"/>
                </a:lnTo>
                <a:lnTo>
                  <a:pt x="592041" y="190725"/>
                </a:lnTo>
                <a:close/>
                <a:moveTo>
                  <a:pt x="599988" y="7947"/>
                </a:moveTo>
                <a:lnTo>
                  <a:pt x="599988" y="0"/>
                </a:lnTo>
                <a:lnTo>
                  <a:pt x="576147" y="0"/>
                </a:lnTo>
                <a:lnTo>
                  <a:pt x="576147" y="7947"/>
                </a:lnTo>
                <a:lnTo>
                  <a:pt x="599988" y="7947"/>
                </a:lnTo>
                <a:close/>
                <a:moveTo>
                  <a:pt x="647669" y="7947"/>
                </a:moveTo>
                <a:lnTo>
                  <a:pt x="647669" y="0"/>
                </a:lnTo>
                <a:lnTo>
                  <a:pt x="623828" y="0"/>
                </a:lnTo>
                <a:lnTo>
                  <a:pt x="623828" y="7947"/>
                </a:lnTo>
                <a:lnTo>
                  <a:pt x="647669" y="7947"/>
                </a:lnTo>
                <a:close/>
                <a:moveTo>
                  <a:pt x="671510" y="7947"/>
                </a:moveTo>
                <a:lnTo>
                  <a:pt x="695350" y="7947"/>
                </a:lnTo>
                <a:lnTo>
                  <a:pt x="695350" y="0"/>
                </a:lnTo>
                <a:lnTo>
                  <a:pt x="671510" y="0"/>
                </a:lnTo>
                <a:lnTo>
                  <a:pt x="671510" y="7947"/>
                </a:lnTo>
                <a:close/>
                <a:moveTo>
                  <a:pt x="719191" y="7947"/>
                </a:moveTo>
                <a:lnTo>
                  <a:pt x="743031" y="7947"/>
                </a:lnTo>
                <a:lnTo>
                  <a:pt x="743031" y="0"/>
                </a:lnTo>
                <a:lnTo>
                  <a:pt x="719191" y="0"/>
                </a:lnTo>
                <a:lnTo>
                  <a:pt x="719191" y="7947"/>
                </a:lnTo>
                <a:close/>
                <a:moveTo>
                  <a:pt x="766872" y="7947"/>
                </a:moveTo>
                <a:lnTo>
                  <a:pt x="790712" y="7947"/>
                </a:lnTo>
                <a:lnTo>
                  <a:pt x="790712" y="0"/>
                </a:lnTo>
                <a:lnTo>
                  <a:pt x="766872" y="0"/>
                </a:lnTo>
                <a:lnTo>
                  <a:pt x="766872" y="7947"/>
                </a:lnTo>
                <a:close/>
                <a:moveTo>
                  <a:pt x="794686" y="43708"/>
                </a:moveTo>
                <a:lnTo>
                  <a:pt x="802633" y="43708"/>
                </a:lnTo>
                <a:lnTo>
                  <a:pt x="802633" y="19867"/>
                </a:lnTo>
                <a:lnTo>
                  <a:pt x="794686" y="19867"/>
                </a:lnTo>
                <a:lnTo>
                  <a:pt x="794686" y="43708"/>
                </a:lnTo>
                <a:close/>
                <a:moveTo>
                  <a:pt x="794686" y="91389"/>
                </a:moveTo>
                <a:lnTo>
                  <a:pt x="802633" y="91389"/>
                </a:lnTo>
                <a:lnTo>
                  <a:pt x="802633" y="67548"/>
                </a:lnTo>
                <a:lnTo>
                  <a:pt x="794686" y="67548"/>
                </a:lnTo>
                <a:lnTo>
                  <a:pt x="794686" y="91389"/>
                </a:lnTo>
                <a:close/>
                <a:moveTo>
                  <a:pt x="794686" y="115229"/>
                </a:moveTo>
                <a:lnTo>
                  <a:pt x="794686" y="139070"/>
                </a:lnTo>
                <a:lnTo>
                  <a:pt x="802633" y="139070"/>
                </a:lnTo>
                <a:lnTo>
                  <a:pt x="802633" y="115229"/>
                </a:lnTo>
                <a:lnTo>
                  <a:pt x="794686" y="115229"/>
                </a:lnTo>
                <a:close/>
                <a:moveTo>
                  <a:pt x="794686" y="186751"/>
                </a:moveTo>
                <a:lnTo>
                  <a:pt x="802633" y="186751"/>
                </a:lnTo>
                <a:lnTo>
                  <a:pt x="802633" y="162911"/>
                </a:lnTo>
                <a:lnTo>
                  <a:pt x="794686" y="162911"/>
                </a:lnTo>
                <a:lnTo>
                  <a:pt x="794686" y="186751"/>
                </a:lnTo>
                <a:close/>
                <a:moveTo>
                  <a:pt x="615882" y="190725"/>
                </a:moveTo>
                <a:lnTo>
                  <a:pt x="615882" y="198671"/>
                </a:lnTo>
                <a:lnTo>
                  <a:pt x="639722" y="198671"/>
                </a:lnTo>
                <a:lnTo>
                  <a:pt x="639722" y="190725"/>
                </a:lnTo>
                <a:lnTo>
                  <a:pt x="615882" y="190725"/>
                </a:lnTo>
                <a:close/>
                <a:moveTo>
                  <a:pt x="687403" y="190725"/>
                </a:moveTo>
                <a:lnTo>
                  <a:pt x="663563" y="190725"/>
                </a:lnTo>
                <a:lnTo>
                  <a:pt x="663563" y="198671"/>
                </a:lnTo>
                <a:lnTo>
                  <a:pt x="687403" y="198671"/>
                </a:lnTo>
                <a:lnTo>
                  <a:pt x="687403" y="190725"/>
                </a:lnTo>
                <a:close/>
                <a:moveTo>
                  <a:pt x="711244" y="190725"/>
                </a:moveTo>
                <a:lnTo>
                  <a:pt x="711244" y="198671"/>
                </a:lnTo>
                <a:lnTo>
                  <a:pt x="735084" y="198671"/>
                </a:lnTo>
                <a:lnTo>
                  <a:pt x="735084" y="190725"/>
                </a:lnTo>
                <a:lnTo>
                  <a:pt x="711244" y="190725"/>
                </a:lnTo>
                <a:close/>
                <a:moveTo>
                  <a:pt x="758925" y="190725"/>
                </a:moveTo>
                <a:lnTo>
                  <a:pt x="758925" y="198671"/>
                </a:lnTo>
                <a:lnTo>
                  <a:pt x="782766" y="198671"/>
                </a:lnTo>
                <a:lnTo>
                  <a:pt x="782766" y="190725"/>
                </a:lnTo>
                <a:lnTo>
                  <a:pt x="758925" y="190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Asteria">
            <a:extLst xmlns:a="http://schemas.openxmlformats.org/drawingml/2006/main">
              <a:ext uri="{FF2B5EF4-FFF2-40B4-BE49-F238E27FC236}">
                <a16:creationId xmlns:a16="http://schemas.microsoft.com/office/drawing/2014/main" id="{CF71F91F-74AA-4198-9A8B-607D6E5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342" y="446313"/>
            <a:ext cx="411690" cy="101276"/>
          </a:xfrm>
          <a:custGeom xmlns:a="http://schemas.openxmlformats.org/drawingml/2006/main">
            <a:pathLst>
              <a:path w="411690" h="101276">
                <a:moveTo>
                  <a:pt x="64328" y="67610"/>
                </a:moveTo>
                <a:lnTo>
                  <a:pt x="27659" y="67610"/>
                </a:lnTo>
                <a:lnTo>
                  <a:pt x="21233" y="82557"/>
                </a:lnTo>
                <a:cubicBezTo>
                  <a:pt x="19650" y="86236"/>
                  <a:pt x="18858" y="88983"/>
                  <a:pt x="18858" y="90799"/>
                </a:cubicBezTo>
                <a:cubicBezTo>
                  <a:pt x="18858" y="92243"/>
                  <a:pt x="19545" y="93511"/>
                  <a:pt x="20919" y="94606"/>
                </a:cubicBezTo>
                <a:cubicBezTo>
                  <a:pt x="22292" y="95700"/>
                  <a:pt x="25261" y="96410"/>
                  <a:pt x="29824" y="96736"/>
                </a:cubicBezTo>
                <a:lnTo>
                  <a:pt x="29824" y="99320"/>
                </a:lnTo>
                <a:lnTo>
                  <a:pt x="0" y="99320"/>
                </a:lnTo>
                <a:lnTo>
                  <a:pt x="0" y="96736"/>
                </a:lnTo>
                <a:cubicBezTo>
                  <a:pt x="3958" y="96037"/>
                  <a:pt x="6519" y="95130"/>
                  <a:pt x="7683" y="94014"/>
                </a:cubicBezTo>
                <a:cubicBezTo>
                  <a:pt x="10058" y="91781"/>
                  <a:pt x="12689" y="87244"/>
                  <a:pt x="15576" y="80405"/>
                </a:cubicBezTo>
                <a:lnTo>
                  <a:pt x="48892" y="2514"/>
                </a:lnTo>
                <a:lnTo>
                  <a:pt x="51336" y="2514"/>
                </a:lnTo>
                <a:lnTo>
                  <a:pt x="84303" y="81241"/>
                </a:lnTo>
                <a:cubicBezTo>
                  <a:pt x="86958" y="87569"/>
                  <a:pt x="89367" y="91676"/>
                  <a:pt x="91532" y="93560"/>
                </a:cubicBezTo>
                <a:cubicBezTo>
                  <a:pt x="93698" y="95445"/>
                  <a:pt x="96713" y="96503"/>
                  <a:pt x="100577" y="96736"/>
                </a:cubicBezTo>
                <a:lnTo>
                  <a:pt x="100577" y="99320"/>
                </a:lnTo>
                <a:lnTo>
                  <a:pt x="63210" y="99320"/>
                </a:lnTo>
                <a:lnTo>
                  <a:pt x="63210" y="96736"/>
                </a:lnTo>
                <a:cubicBezTo>
                  <a:pt x="66982" y="96550"/>
                  <a:pt x="69531" y="95921"/>
                  <a:pt x="70858" y="94850"/>
                </a:cubicBezTo>
                <a:cubicBezTo>
                  <a:pt x="72185" y="93779"/>
                  <a:pt x="72849" y="92475"/>
                  <a:pt x="72849" y="90939"/>
                </a:cubicBezTo>
                <a:cubicBezTo>
                  <a:pt x="72849" y="88890"/>
                  <a:pt x="71918" y="85654"/>
                  <a:pt x="70055" y="81230"/>
                </a:cubicBezTo>
                <a:lnTo>
                  <a:pt x="64328" y="67610"/>
                </a:lnTo>
                <a:moveTo>
                  <a:pt x="62372" y="62442"/>
                </a:moveTo>
                <a:lnTo>
                  <a:pt x="46308" y="24221"/>
                </a:lnTo>
                <a:lnTo>
                  <a:pt x="29824" y="62442"/>
                </a:lnTo>
                <a:lnTo>
                  <a:pt x="62372" y="62442"/>
                </a:lnTo>
                <a:close/>
                <a:moveTo>
                  <a:pt x="147977" y="33526"/>
                </a:moveTo>
                <a:lnTo>
                  <a:pt x="147977" y="55178"/>
                </a:lnTo>
                <a:lnTo>
                  <a:pt x="145672" y="55178"/>
                </a:lnTo>
                <a:cubicBezTo>
                  <a:pt x="143902" y="48387"/>
                  <a:pt x="141632" y="43768"/>
                  <a:pt x="138862" y="41320"/>
                </a:cubicBezTo>
                <a:cubicBezTo>
                  <a:pt x="136091" y="38871"/>
                  <a:pt x="132564" y="37647"/>
                  <a:pt x="128280" y="37647"/>
                </a:cubicBezTo>
                <a:cubicBezTo>
                  <a:pt x="125021" y="37647"/>
                  <a:pt x="122390" y="38507"/>
                  <a:pt x="120388" y="40229"/>
                </a:cubicBezTo>
                <a:cubicBezTo>
                  <a:pt x="118385" y="41949"/>
                  <a:pt x="117384" y="43856"/>
                  <a:pt x="117384" y="45950"/>
                </a:cubicBezTo>
                <a:cubicBezTo>
                  <a:pt x="117384" y="48554"/>
                  <a:pt x="118129" y="50786"/>
                  <a:pt x="119619" y="52646"/>
                </a:cubicBezTo>
                <a:cubicBezTo>
                  <a:pt x="121063" y="54554"/>
                  <a:pt x="123996" y="56577"/>
                  <a:pt x="128420" y="58716"/>
                </a:cubicBezTo>
                <a:lnTo>
                  <a:pt x="138617" y="63671"/>
                </a:lnTo>
                <a:cubicBezTo>
                  <a:pt x="148070" y="68275"/>
                  <a:pt x="152796" y="74345"/>
                  <a:pt x="152796" y="81881"/>
                </a:cubicBezTo>
                <a:cubicBezTo>
                  <a:pt x="152796" y="87694"/>
                  <a:pt x="150596" y="92380"/>
                  <a:pt x="146195" y="95939"/>
                </a:cubicBezTo>
                <a:cubicBezTo>
                  <a:pt x="141795" y="99497"/>
                  <a:pt x="136871" y="101276"/>
                  <a:pt x="131423" y="101276"/>
                </a:cubicBezTo>
                <a:cubicBezTo>
                  <a:pt x="127512" y="101276"/>
                  <a:pt x="123042" y="100577"/>
                  <a:pt x="118013" y="99181"/>
                </a:cubicBezTo>
                <a:cubicBezTo>
                  <a:pt x="116476" y="98715"/>
                  <a:pt x="115219" y="98482"/>
                  <a:pt x="114241" y="98482"/>
                </a:cubicBezTo>
                <a:cubicBezTo>
                  <a:pt x="113170" y="98482"/>
                  <a:pt x="112332" y="99087"/>
                  <a:pt x="111727" y="100298"/>
                </a:cubicBezTo>
                <a:lnTo>
                  <a:pt x="109422" y="100298"/>
                </a:lnTo>
                <a:lnTo>
                  <a:pt x="109422" y="77389"/>
                </a:lnTo>
                <a:lnTo>
                  <a:pt x="111727" y="77389"/>
                </a:lnTo>
                <a:cubicBezTo>
                  <a:pt x="113031" y="83931"/>
                  <a:pt x="115522" y="88861"/>
                  <a:pt x="119200" y="92179"/>
                </a:cubicBezTo>
                <a:cubicBezTo>
                  <a:pt x="122879" y="95496"/>
                  <a:pt x="127000" y="97155"/>
                  <a:pt x="131563" y="97155"/>
                </a:cubicBezTo>
                <a:cubicBezTo>
                  <a:pt x="134776" y="97155"/>
                  <a:pt x="137395" y="96214"/>
                  <a:pt x="139420" y="94331"/>
                </a:cubicBezTo>
                <a:cubicBezTo>
                  <a:pt x="141446" y="92446"/>
                  <a:pt x="142459" y="90178"/>
                  <a:pt x="142459" y="87527"/>
                </a:cubicBezTo>
                <a:cubicBezTo>
                  <a:pt x="142459" y="84317"/>
                  <a:pt x="141330" y="81619"/>
                  <a:pt x="139071" y="79434"/>
                </a:cubicBezTo>
                <a:cubicBezTo>
                  <a:pt x="136813" y="77248"/>
                  <a:pt x="132308" y="74481"/>
                  <a:pt x="125556" y="71133"/>
                </a:cubicBezTo>
                <a:cubicBezTo>
                  <a:pt x="118804" y="67784"/>
                  <a:pt x="114381" y="64760"/>
                  <a:pt x="112286" y="62062"/>
                </a:cubicBezTo>
                <a:cubicBezTo>
                  <a:pt x="110190" y="59411"/>
                  <a:pt x="109142" y="56062"/>
                  <a:pt x="109142" y="52015"/>
                </a:cubicBezTo>
                <a:cubicBezTo>
                  <a:pt x="109142" y="46759"/>
                  <a:pt x="110947" y="42364"/>
                  <a:pt x="114556" y="38830"/>
                </a:cubicBezTo>
                <a:cubicBezTo>
                  <a:pt x="118164" y="35294"/>
                  <a:pt x="122832" y="33526"/>
                  <a:pt x="128560" y="33526"/>
                </a:cubicBezTo>
                <a:cubicBezTo>
                  <a:pt x="131074" y="33526"/>
                  <a:pt x="134124" y="34061"/>
                  <a:pt x="137709" y="35132"/>
                </a:cubicBezTo>
                <a:cubicBezTo>
                  <a:pt x="140084" y="35831"/>
                  <a:pt x="141667" y="36180"/>
                  <a:pt x="142459" y="36180"/>
                </a:cubicBezTo>
                <a:cubicBezTo>
                  <a:pt x="143204" y="36180"/>
                  <a:pt x="143786" y="36017"/>
                  <a:pt x="144205" y="35691"/>
                </a:cubicBezTo>
                <a:cubicBezTo>
                  <a:pt x="144624" y="35365"/>
                  <a:pt x="145113" y="34643"/>
                  <a:pt x="145672" y="33526"/>
                </a:cubicBezTo>
                <a:lnTo>
                  <a:pt x="147977" y="33526"/>
                </a:lnTo>
                <a:close/>
                <a:moveTo>
                  <a:pt x="180852" y="14248"/>
                </a:moveTo>
                <a:lnTo>
                  <a:pt x="180852" y="35342"/>
                </a:lnTo>
                <a:lnTo>
                  <a:pt x="195799" y="35342"/>
                </a:lnTo>
                <a:lnTo>
                  <a:pt x="195799" y="40231"/>
                </a:lnTo>
                <a:lnTo>
                  <a:pt x="180852" y="40231"/>
                </a:lnTo>
                <a:lnTo>
                  <a:pt x="180852" y="81662"/>
                </a:lnTo>
                <a:cubicBezTo>
                  <a:pt x="180852" y="85802"/>
                  <a:pt x="181446" y="88593"/>
                  <a:pt x="182633" y="90035"/>
                </a:cubicBezTo>
                <a:cubicBezTo>
                  <a:pt x="183820" y="91476"/>
                  <a:pt x="185345" y="92196"/>
                  <a:pt x="187208" y="92196"/>
                </a:cubicBezTo>
                <a:cubicBezTo>
                  <a:pt x="188744" y="92196"/>
                  <a:pt x="190234" y="91719"/>
                  <a:pt x="191678" y="90764"/>
                </a:cubicBezTo>
                <a:cubicBezTo>
                  <a:pt x="193121" y="89810"/>
                  <a:pt x="194239" y="88401"/>
                  <a:pt x="195031" y="86538"/>
                </a:cubicBezTo>
                <a:lnTo>
                  <a:pt x="197754" y="86538"/>
                </a:lnTo>
                <a:cubicBezTo>
                  <a:pt x="196125" y="91115"/>
                  <a:pt x="193820" y="94576"/>
                  <a:pt x="190840" y="96921"/>
                </a:cubicBezTo>
                <a:cubicBezTo>
                  <a:pt x="187860" y="99266"/>
                  <a:pt x="184787" y="100438"/>
                  <a:pt x="181620" y="100438"/>
                </a:cubicBezTo>
                <a:cubicBezTo>
                  <a:pt x="179478" y="100438"/>
                  <a:pt x="177383" y="99843"/>
                  <a:pt x="175334" y="98654"/>
                </a:cubicBezTo>
                <a:cubicBezTo>
                  <a:pt x="173285" y="97466"/>
                  <a:pt x="171772" y="95765"/>
                  <a:pt x="170794" y="93551"/>
                </a:cubicBezTo>
                <a:cubicBezTo>
                  <a:pt x="169816" y="91337"/>
                  <a:pt x="169327" y="87922"/>
                  <a:pt x="169327" y="83306"/>
                </a:cubicBezTo>
                <a:lnTo>
                  <a:pt x="169327" y="40231"/>
                </a:lnTo>
                <a:lnTo>
                  <a:pt x="159200" y="40231"/>
                </a:lnTo>
                <a:lnTo>
                  <a:pt x="159200" y="37926"/>
                </a:lnTo>
                <a:cubicBezTo>
                  <a:pt x="161761" y="36899"/>
                  <a:pt x="164380" y="35159"/>
                  <a:pt x="167057" y="32707"/>
                </a:cubicBezTo>
                <a:cubicBezTo>
                  <a:pt x="169735" y="30255"/>
                  <a:pt x="172121" y="27348"/>
                  <a:pt x="174217" y="23985"/>
                </a:cubicBezTo>
                <a:cubicBezTo>
                  <a:pt x="175288" y="22212"/>
                  <a:pt x="176778" y="18966"/>
                  <a:pt x="178687" y="14248"/>
                </a:cubicBezTo>
                <a:lnTo>
                  <a:pt x="180852" y="14248"/>
                </a:lnTo>
                <a:close/>
                <a:moveTo>
                  <a:pt x="212794" y="59508"/>
                </a:moveTo>
                <a:cubicBezTo>
                  <a:pt x="212748" y="68985"/>
                  <a:pt x="215053" y="76419"/>
                  <a:pt x="219709" y="81809"/>
                </a:cubicBezTo>
                <a:cubicBezTo>
                  <a:pt x="224365" y="87197"/>
                  <a:pt x="229836" y="89891"/>
                  <a:pt x="236123" y="89891"/>
                </a:cubicBezTo>
                <a:cubicBezTo>
                  <a:pt x="240313" y="89891"/>
                  <a:pt x="243957" y="88739"/>
                  <a:pt x="247053" y="86434"/>
                </a:cubicBezTo>
                <a:cubicBezTo>
                  <a:pt x="250150" y="84129"/>
                  <a:pt x="252746" y="80183"/>
                  <a:pt x="254841" y="74595"/>
                </a:cubicBezTo>
                <a:lnTo>
                  <a:pt x="257006" y="75992"/>
                </a:lnTo>
                <a:cubicBezTo>
                  <a:pt x="256029" y="82371"/>
                  <a:pt x="253188" y="88180"/>
                  <a:pt x="248485" y="93418"/>
                </a:cubicBezTo>
                <a:cubicBezTo>
                  <a:pt x="243782" y="98657"/>
                  <a:pt x="237892" y="101276"/>
                  <a:pt x="230814" y="101276"/>
                </a:cubicBezTo>
                <a:cubicBezTo>
                  <a:pt x="223131" y="101276"/>
                  <a:pt x="216554" y="98291"/>
                  <a:pt x="211083" y="92320"/>
                </a:cubicBezTo>
                <a:cubicBezTo>
                  <a:pt x="205612" y="86349"/>
                  <a:pt x="202876" y="78321"/>
                  <a:pt x="202876" y="68237"/>
                </a:cubicBezTo>
                <a:cubicBezTo>
                  <a:pt x="202876" y="57318"/>
                  <a:pt x="205682" y="48803"/>
                  <a:pt x="211293" y="42693"/>
                </a:cubicBezTo>
                <a:cubicBezTo>
                  <a:pt x="216903" y="36582"/>
                  <a:pt x="223946" y="33526"/>
                  <a:pt x="232421" y="33526"/>
                </a:cubicBezTo>
                <a:cubicBezTo>
                  <a:pt x="239592" y="33526"/>
                  <a:pt x="245482" y="35883"/>
                  <a:pt x="250092" y="40598"/>
                </a:cubicBezTo>
                <a:cubicBezTo>
                  <a:pt x="254701" y="45311"/>
                  <a:pt x="257006" y="51614"/>
                  <a:pt x="257006" y="59508"/>
                </a:cubicBezTo>
                <a:lnTo>
                  <a:pt x="212794" y="59508"/>
                </a:lnTo>
                <a:moveTo>
                  <a:pt x="212794" y="55457"/>
                </a:moveTo>
                <a:lnTo>
                  <a:pt x="242409" y="55457"/>
                </a:lnTo>
                <a:cubicBezTo>
                  <a:pt x="242176" y="51360"/>
                  <a:pt x="241687" y="48473"/>
                  <a:pt x="240942" y="46796"/>
                </a:cubicBezTo>
                <a:cubicBezTo>
                  <a:pt x="239778" y="44189"/>
                  <a:pt x="238043" y="42140"/>
                  <a:pt x="235738" y="40650"/>
                </a:cubicBezTo>
                <a:cubicBezTo>
                  <a:pt x="233434" y="39160"/>
                  <a:pt x="231024" y="38415"/>
                  <a:pt x="228509" y="38415"/>
                </a:cubicBezTo>
                <a:cubicBezTo>
                  <a:pt x="224645" y="38415"/>
                  <a:pt x="221187" y="39917"/>
                  <a:pt x="218137" y="42920"/>
                </a:cubicBezTo>
                <a:cubicBezTo>
                  <a:pt x="215087" y="45923"/>
                  <a:pt x="213306" y="50102"/>
                  <a:pt x="212794" y="55457"/>
                </a:cubicBezTo>
                <a:close/>
                <a:moveTo>
                  <a:pt x="284267" y="33526"/>
                </a:moveTo>
                <a:lnTo>
                  <a:pt x="284267" y="47914"/>
                </a:lnTo>
                <a:cubicBezTo>
                  <a:pt x="289622" y="38322"/>
                  <a:pt x="295117" y="33526"/>
                  <a:pt x="300751" y="33526"/>
                </a:cubicBezTo>
                <a:cubicBezTo>
                  <a:pt x="303312" y="33526"/>
                  <a:pt x="305431" y="34306"/>
                  <a:pt x="307107" y="35866"/>
                </a:cubicBezTo>
                <a:cubicBezTo>
                  <a:pt x="308783" y="37426"/>
                  <a:pt x="309621" y="39230"/>
                  <a:pt x="309621" y="41279"/>
                </a:cubicBezTo>
                <a:cubicBezTo>
                  <a:pt x="309621" y="43095"/>
                  <a:pt x="309016" y="44631"/>
                  <a:pt x="307805" y="45888"/>
                </a:cubicBezTo>
                <a:cubicBezTo>
                  <a:pt x="306595" y="47146"/>
                  <a:pt x="305151" y="47774"/>
                  <a:pt x="303475" y="47774"/>
                </a:cubicBezTo>
                <a:cubicBezTo>
                  <a:pt x="301845" y="47774"/>
                  <a:pt x="300018" y="46971"/>
                  <a:pt x="297992" y="45365"/>
                </a:cubicBezTo>
                <a:cubicBezTo>
                  <a:pt x="295966" y="43758"/>
                  <a:pt x="294465" y="42955"/>
                  <a:pt x="293487" y="42955"/>
                </a:cubicBezTo>
                <a:cubicBezTo>
                  <a:pt x="292649" y="42955"/>
                  <a:pt x="291741" y="43419"/>
                  <a:pt x="290763" y="44347"/>
                </a:cubicBezTo>
                <a:cubicBezTo>
                  <a:pt x="288668" y="46252"/>
                  <a:pt x="286502" y="49387"/>
                  <a:pt x="284267" y="53753"/>
                </a:cubicBezTo>
                <a:lnTo>
                  <a:pt x="284267" y="84336"/>
                </a:lnTo>
                <a:cubicBezTo>
                  <a:pt x="284267" y="87865"/>
                  <a:pt x="284710" y="90535"/>
                  <a:pt x="285594" y="92347"/>
                </a:cubicBezTo>
                <a:cubicBezTo>
                  <a:pt x="286200" y="93601"/>
                  <a:pt x="287271" y="94646"/>
                  <a:pt x="288807" y="95483"/>
                </a:cubicBezTo>
                <a:cubicBezTo>
                  <a:pt x="290344" y="96318"/>
                  <a:pt x="292556" y="96736"/>
                  <a:pt x="295443" y="96736"/>
                </a:cubicBezTo>
                <a:lnTo>
                  <a:pt x="295443" y="99320"/>
                </a:lnTo>
                <a:lnTo>
                  <a:pt x="262685" y="99320"/>
                </a:lnTo>
                <a:lnTo>
                  <a:pt x="262685" y="96736"/>
                </a:lnTo>
                <a:cubicBezTo>
                  <a:pt x="265945" y="96736"/>
                  <a:pt x="268366" y="96225"/>
                  <a:pt x="269949" y="95204"/>
                </a:cubicBezTo>
                <a:cubicBezTo>
                  <a:pt x="271113" y="94460"/>
                  <a:pt x="271928" y="93275"/>
                  <a:pt x="272394" y="91648"/>
                </a:cubicBezTo>
                <a:cubicBezTo>
                  <a:pt x="272626" y="90858"/>
                  <a:pt x="272743" y="88605"/>
                  <a:pt x="272743" y="84888"/>
                </a:cubicBezTo>
                <a:lnTo>
                  <a:pt x="272743" y="60148"/>
                </a:lnTo>
                <a:cubicBezTo>
                  <a:pt x="272743" y="52714"/>
                  <a:pt x="272592" y="48289"/>
                  <a:pt x="272289" y="46873"/>
                </a:cubicBezTo>
                <a:cubicBezTo>
                  <a:pt x="271986" y="45456"/>
                  <a:pt x="271427" y="44422"/>
                  <a:pt x="270613" y="43771"/>
                </a:cubicBezTo>
                <a:cubicBezTo>
                  <a:pt x="269798" y="43121"/>
                  <a:pt x="268785" y="42796"/>
                  <a:pt x="267574" y="42796"/>
                </a:cubicBezTo>
                <a:cubicBezTo>
                  <a:pt x="266131" y="42796"/>
                  <a:pt x="264501" y="43144"/>
                  <a:pt x="262685" y="43841"/>
                </a:cubicBezTo>
                <a:lnTo>
                  <a:pt x="261987" y="41331"/>
                </a:lnTo>
                <a:lnTo>
                  <a:pt x="281334" y="33526"/>
                </a:lnTo>
                <a:lnTo>
                  <a:pt x="284267" y="33526"/>
                </a:lnTo>
                <a:close/>
                <a:moveTo>
                  <a:pt x="329457" y="0"/>
                </a:moveTo>
                <a:cubicBezTo>
                  <a:pt x="331413" y="0"/>
                  <a:pt x="333077" y="690"/>
                  <a:pt x="334451" y="2071"/>
                </a:cubicBezTo>
                <a:cubicBezTo>
                  <a:pt x="335825" y="3451"/>
                  <a:pt x="336511" y="5123"/>
                  <a:pt x="336511" y="7089"/>
                </a:cubicBezTo>
                <a:cubicBezTo>
                  <a:pt x="336511" y="9055"/>
                  <a:pt x="335825" y="10740"/>
                  <a:pt x="334451" y="12144"/>
                </a:cubicBezTo>
                <a:cubicBezTo>
                  <a:pt x="333077" y="13547"/>
                  <a:pt x="331413" y="14248"/>
                  <a:pt x="329457" y="14248"/>
                </a:cubicBezTo>
                <a:cubicBezTo>
                  <a:pt x="327501" y="14248"/>
                  <a:pt x="325825" y="13547"/>
                  <a:pt x="324428" y="12144"/>
                </a:cubicBezTo>
                <a:cubicBezTo>
                  <a:pt x="323031" y="10740"/>
                  <a:pt x="322333" y="9055"/>
                  <a:pt x="322333" y="7089"/>
                </a:cubicBezTo>
                <a:cubicBezTo>
                  <a:pt x="322333" y="5123"/>
                  <a:pt x="323020" y="3451"/>
                  <a:pt x="324393" y="2071"/>
                </a:cubicBezTo>
                <a:cubicBezTo>
                  <a:pt x="325767" y="690"/>
                  <a:pt x="327455" y="0"/>
                  <a:pt x="329457" y="0"/>
                </a:cubicBezTo>
                <a:moveTo>
                  <a:pt x="335254" y="33526"/>
                </a:moveTo>
                <a:lnTo>
                  <a:pt x="335254" y="84819"/>
                </a:lnTo>
                <a:cubicBezTo>
                  <a:pt x="335254" y="88814"/>
                  <a:pt x="335545" y="91474"/>
                  <a:pt x="336127" y="92798"/>
                </a:cubicBezTo>
                <a:cubicBezTo>
                  <a:pt x="336709" y="94123"/>
                  <a:pt x="337571" y="95110"/>
                  <a:pt x="338712" y="95760"/>
                </a:cubicBezTo>
                <a:cubicBezTo>
                  <a:pt x="339852" y="96411"/>
                  <a:pt x="341936" y="96736"/>
                  <a:pt x="344963" y="96736"/>
                </a:cubicBezTo>
                <a:lnTo>
                  <a:pt x="344963" y="99320"/>
                </a:lnTo>
                <a:lnTo>
                  <a:pt x="313881" y="99320"/>
                </a:lnTo>
                <a:lnTo>
                  <a:pt x="313881" y="96736"/>
                </a:lnTo>
                <a:cubicBezTo>
                  <a:pt x="317001" y="96736"/>
                  <a:pt x="319097" y="96434"/>
                  <a:pt x="320168" y="95830"/>
                </a:cubicBezTo>
                <a:cubicBezTo>
                  <a:pt x="321239" y="95226"/>
                  <a:pt x="322088" y="94227"/>
                  <a:pt x="322717" y="92833"/>
                </a:cubicBezTo>
                <a:cubicBezTo>
                  <a:pt x="323346" y="91439"/>
                  <a:pt x="323660" y="88768"/>
                  <a:pt x="323660" y="84819"/>
                </a:cubicBezTo>
                <a:lnTo>
                  <a:pt x="323660" y="60218"/>
                </a:lnTo>
                <a:cubicBezTo>
                  <a:pt x="323660" y="53294"/>
                  <a:pt x="323450" y="48811"/>
                  <a:pt x="323031" y="46768"/>
                </a:cubicBezTo>
                <a:cubicBezTo>
                  <a:pt x="322705" y="45281"/>
                  <a:pt x="322193" y="44247"/>
                  <a:pt x="321495" y="43666"/>
                </a:cubicBezTo>
                <a:cubicBezTo>
                  <a:pt x="320796" y="43086"/>
                  <a:pt x="319842" y="42796"/>
                  <a:pt x="318631" y="42796"/>
                </a:cubicBezTo>
                <a:cubicBezTo>
                  <a:pt x="317327" y="42796"/>
                  <a:pt x="315744" y="43144"/>
                  <a:pt x="313881" y="43841"/>
                </a:cubicBezTo>
                <a:lnTo>
                  <a:pt x="312904" y="41331"/>
                </a:lnTo>
                <a:lnTo>
                  <a:pt x="332181" y="33526"/>
                </a:lnTo>
                <a:lnTo>
                  <a:pt x="335254" y="33526"/>
                </a:lnTo>
                <a:close/>
                <a:moveTo>
                  <a:pt x="389199" y="90101"/>
                </a:moveTo>
                <a:cubicBezTo>
                  <a:pt x="382634" y="95176"/>
                  <a:pt x="378513" y="98110"/>
                  <a:pt x="376837" y="98901"/>
                </a:cubicBezTo>
                <a:cubicBezTo>
                  <a:pt x="374322" y="100112"/>
                  <a:pt x="371645" y="100717"/>
                  <a:pt x="368805" y="100717"/>
                </a:cubicBezTo>
                <a:cubicBezTo>
                  <a:pt x="364381" y="100717"/>
                  <a:pt x="360737" y="99204"/>
                  <a:pt x="357874" y="96177"/>
                </a:cubicBezTo>
                <a:cubicBezTo>
                  <a:pt x="355010" y="93151"/>
                  <a:pt x="353578" y="89169"/>
                  <a:pt x="353578" y="84234"/>
                </a:cubicBezTo>
                <a:cubicBezTo>
                  <a:pt x="353578" y="81114"/>
                  <a:pt x="354277" y="78413"/>
                  <a:pt x="355674" y="76132"/>
                </a:cubicBezTo>
                <a:cubicBezTo>
                  <a:pt x="357583" y="72965"/>
                  <a:pt x="360900" y="69985"/>
                  <a:pt x="365627" y="67191"/>
                </a:cubicBezTo>
                <a:cubicBezTo>
                  <a:pt x="370353" y="64397"/>
                  <a:pt x="378210" y="60998"/>
                  <a:pt x="389199" y="56994"/>
                </a:cubicBezTo>
                <a:lnTo>
                  <a:pt x="389199" y="54479"/>
                </a:lnTo>
                <a:cubicBezTo>
                  <a:pt x="389199" y="48100"/>
                  <a:pt x="388187" y="43723"/>
                  <a:pt x="386161" y="41348"/>
                </a:cubicBezTo>
                <a:cubicBezTo>
                  <a:pt x="384136" y="38974"/>
                  <a:pt x="381191" y="37786"/>
                  <a:pt x="377326" y="37786"/>
                </a:cubicBezTo>
                <a:cubicBezTo>
                  <a:pt x="374392" y="37786"/>
                  <a:pt x="372064" y="38575"/>
                  <a:pt x="370341" y="40152"/>
                </a:cubicBezTo>
                <a:cubicBezTo>
                  <a:pt x="368572" y="41730"/>
                  <a:pt x="367687" y="43539"/>
                  <a:pt x="367687" y="45581"/>
                </a:cubicBezTo>
                <a:lnTo>
                  <a:pt x="367827" y="49616"/>
                </a:lnTo>
                <a:cubicBezTo>
                  <a:pt x="367827" y="51750"/>
                  <a:pt x="367280" y="53396"/>
                  <a:pt x="366185" y="54556"/>
                </a:cubicBezTo>
                <a:cubicBezTo>
                  <a:pt x="365091" y="55716"/>
                  <a:pt x="363659" y="56295"/>
                  <a:pt x="361890" y="56295"/>
                </a:cubicBezTo>
                <a:cubicBezTo>
                  <a:pt x="360167" y="56295"/>
                  <a:pt x="358759" y="55692"/>
                  <a:pt x="357664" y="54486"/>
                </a:cubicBezTo>
                <a:cubicBezTo>
                  <a:pt x="356570" y="53278"/>
                  <a:pt x="356023" y="51630"/>
                  <a:pt x="356023" y="49540"/>
                </a:cubicBezTo>
                <a:cubicBezTo>
                  <a:pt x="356023" y="45549"/>
                  <a:pt x="358072" y="41882"/>
                  <a:pt x="362169" y="38539"/>
                </a:cubicBezTo>
                <a:cubicBezTo>
                  <a:pt x="366267" y="35197"/>
                  <a:pt x="372018" y="33526"/>
                  <a:pt x="379421" y="33526"/>
                </a:cubicBezTo>
                <a:cubicBezTo>
                  <a:pt x="385102" y="33526"/>
                  <a:pt x="389758" y="34479"/>
                  <a:pt x="393390" y="36385"/>
                </a:cubicBezTo>
                <a:cubicBezTo>
                  <a:pt x="396137" y="37827"/>
                  <a:pt x="398163" y="40083"/>
                  <a:pt x="399467" y="43154"/>
                </a:cubicBezTo>
                <a:cubicBezTo>
                  <a:pt x="400305" y="45153"/>
                  <a:pt x="400724" y="49245"/>
                  <a:pt x="400724" y="55431"/>
                </a:cubicBezTo>
                <a:lnTo>
                  <a:pt x="400724" y="77127"/>
                </a:lnTo>
                <a:cubicBezTo>
                  <a:pt x="400724" y="83219"/>
                  <a:pt x="400840" y="86952"/>
                  <a:pt x="401073" y="88324"/>
                </a:cubicBezTo>
                <a:cubicBezTo>
                  <a:pt x="401306" y="89696"/>
                  <a:pt x="401690" y="90615"/>
                  <a:pt x="402226" y="91081"/>
                </a:cubicBezTo>
                <a:cubicBezTo>
                  <a:pt x="402761" y="91545"/>
                  <a:pt x="403378" y="91777"/>
                  <a:pt x="404077" y="91777"/>
                </a:cubicBezTo>
                <a:cubicBezTo>
                  <a:pt x="404822" y="91777"/>
                  <a:pt x="405473" y="91614"/>
                  <a:pt x="406032" y="91288"/>
                </a:cubicBezTo>
                <a:cubicBezTo>
                  <a:pt x="407010" y="90683"/>
                  <a:pt x="408896" y="88983"/>
                  <a:pt x="411690" y="86189"/>
                </a:cubicBezTo>
                <a:lnTo>
                  <a:pt x="411690" y="90101"/>
                </a:lnTo>
                <a:cubicBezTo>
                  <a:pt x="406475" y="97085"/>
                  <a:pt x="401492" y="100577"/>
                  <a:pt x="396743" y="100577"/>
                </a:cubicBezTo>
                <a:cubicBezTo>
                  <a:pt x="394461" y="100577"/>
                  <a:pt x="392645" y="99786"/>
                  <a:pt x="391295" y="98203"/>
                </a:cubicBezTo>
                <a:cubicBezTo>
                  <a:pt x="389945" y="96620"/>
                  <a:pt x="389246" y="93919"/>
                  <a:pt x="389199" y="90101"/>
                </a:cubicBezTo>
                <a:moveTo>
                  <a:pt x="389199" y="85521"/>
                </a:moveTo>
                <a:lnTo>
                  <a:pt x="389199" y="61254"/>
                </a:lnTo>
                <a:cubicBezTo>
                  <a:pt x="382168" y="64035"/>
                  <a:pt x="377628" y="66005"/>
                  <a:pt x="375580" y="67165"/>
                </a:cubicBezTo>
                <a:cubicBezTo>
                  <a:pt x="371901" y="69205"/>
                  <a:pt x="369270" y="71338"/>
                  <a:pt x="367687" y="73563"/>
                </a:cubicBezTo>
                <a:cubicBezTo>
                  <a:pt x="366104" y="75787"/>
                  <a:pt x="365312" y="78221"/>
                  <a:pt x="365312" y="80864"/>
                </a:cubicBezTo>
                <a:cubicBezTo>
                  <a:pt x="365312" y="84202"/>
                  <a:pt x="366313" y="86971"/>
                  <a:pt x="368316" y="89173"/>
                </a:cubicBezTo>
                <a:cubicBezTo>
                  <a:pt x="370318" y="91375"/>
                  <a:pt x="372623" y="92475"/>
                  <a:pt x="375230" y="92475"/>
                </a:cubicBezTo>
                <a:cubicBezTo>
                  <a:pt x="378769" y="92475"/>
                  <a:pt x="383426" y="90157"/>
                  <a:pt x="389199" y="85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DD9E9-B3AD-47FA-A344-6993244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71" y="644968"/>
            <a:ext cx="794686" cy="190725"/>
          </a:xfrm>
          <a:custGeom xmlns:a="http://schemas.openxmlformats.org/drawingml/2006/main">
            <a:pathLst>
              <a:path w="794686" h="190725">
                <a:moveTo>
                  <a:pt x="0" y="0"/>
                </a:moveTo>
                <a:lnTo>
                  <a:pt x="794686" y="0"/>
                </a:lnTo>
                <a:lnTo>
                  <a:pt x="794686" y="190725"/>
                </a:lnTo>
                <a:lnTo>
                  <a:pt x="0" y="190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55F4B-5D68-4B37-8C22-DD23BE2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98" y="640994"/>
            <a:ext cx="802633" cy="198671"/>
          </a:xfrm>
          <a:custGeom xmlns:a="http://schemas.openxmlformats.org/drawingml/2006/main">
            <a:pathLst>
              <a:path w="802633" h="198671">
                <a:moveTo>
                  <a:pt x="51655" y="7947"/>
                </a:moveTo>
                <a:lnTo>
                  <a:pt x="75495" y="7947"/>
                </a:lnTo>
                <a:lnTo>
                  <a:pt x="75495" y="0"/>
                </a:lnTo>
                <a:lnTo>
                  <a:pt x="51655" y="0"/>
                </a:lnTo>
                <a:lnTo>
                  <a:pt x="51655" y="7947"/>
                </a:lnTo>
                <a:close/>
                <a:moveTo>
                  <a:pt x="99336" y="7947"/>
                </a:moveTo>
                <a:lnTo>
                  <a:pt x="123176" y="7947"/>
                </a:lnTo>
                <a:lnTo>
                  <a:pt x="123176" y="0"/>
                </a:lnTo>
                <a:lnTo>
                  <a:pt x="99336" y="0"/>
                </a:lnTo>
                <a:lnTo>
                  <a:pt x="99336" y="7947"/>
                </a:lnTo>
                <a:close/>
                <a:moveTo>
                  <a:pt x="147017" y="7947"/>
                </a:moveTo>
                <a:lnTo>
                  <a:pt x="170857" y="7947"/>
                </a:lnTo>
                <a:lnTo>
                  <a:pt x="170857" y="0"/>
                </a:lnTo>
                <a:lnTo>
                  <a:pt x="147017" y="0"/>
                </a:lnTo>
                <a:lnTo>
                  <a:pt x="147017" y="7947"/>
                </a:lnTo>
                <a:close/>
                <a:moveTo>
                  <a:pt x="218539" y="7947"/>
                </a:moveTo>
                <a:lnTo>
                  <a:pt x="218539" y="0"/>
                </a:lnTo>
                <a:lnTo>
                  <a:pt x="194698" y="0"/>
                </a:lnTo>
                <a:lnTo>
                  <a:pt x="194698" y="7947"/>
                </a:lnTo>
                <a:lnTo>
                  <a:pt x="218539" y="7947"/>
                </a:lnTo>
                <a:close/>
                <a:moveTo>
                  <a:pt x="7947" y="19867"/>
                </a:moveTo>
                <a:lnTo>
                  <a:pt x="7947" y="7947"/>
                </a:lnTo>
                <a:lnTo>
                  <a:pt x="27814" y="7947"/>
                </a:lnTo>
                <a:lnTo>
                  <a:pt x="27814" y="0"/>
                </a:lnTo>
                <a:lnTo>
                  <a:pt x="0" y="0"/>
                </a:lnTo>
                <a:lnTo>
                  <a:pt x="0" y="19867"/>
                </a:lnTo>
                <a:lnTo>
                  <a:pt x="7947" y="19867"/>
                </a:lnTo>
                <a:close/>
                <a:moveTo>
                  <a:pt x="7947" y="67548"/>
                </a:moveTo>
                <a:lnTo>
                  <a:pt x="7947" y="43708"/>
                </a:lnTo>
                <a:lnTo>
                  <a:pt x="0" y="43708"/>
                </a:lnTo>
                <a:lnTo>
                  <a:pt x="0" y="67548"/>
                </a:lnTo>
                <a:lnTo>
                  <a:pt x="7947" y="67548"/>
                </a:lnTo>
                <a:close/>
                <a:moveTo>
                  <a:pt x="7947" y="115229"/>
                </a:moveTo>
                <a:lnTo>
                  <a:pt x="7947" y="91389"/>
                </a:lnTo>
                <a:lnTo>
                  <a:pt x="0" y="91389"/>
                </a:lnTo>
                <a:lnTo>
                  <a:pt x="0" y="115229"/>
                </a:lnTo>
                <a:lnTo>
                  <a:pt x="7947" y="115229"/>
                </a:lnTo>
                <a:close/>
                <a:moveTo>
                  <a:pt x="7947" y="139070"/>
                </a:moveTo>
                <a:lnTo>
                  <a:pt x="0" y="139070"/>
                </a:lnTo>
                <a:lnTo>
                  <a:pt x="0" y="162911"/>
                </a:lnTo>
                <a:lnTo>
                  <a:pt x="7947" y="162911"/>
                </a:lnTo>
                <a:lnTo>
                  <a:pt x="7947" y="139070"/>
                </a:lnTo>
                <a:close/>
                <a:moveTo>
                  <a:pt x="7947" y="190725"/>
                </a:moveTo>
                <a:lnTo>
                  <a:pt x="7947" y="186751"/>
                </a:lnTo>
                <a:lnTo>
                  <a:pt x="0" y="186751"/>
                </a:lnTo>
                <a:lnTo>
                  <a:pt x="0" y="198671"/>
                </a:lnTo>
                <a:lnTo>
                  <a:pt x="19867" y="198671"/>
                </a:lnTo>
                <a:lnTo>
                  <a:pt x="19867" y="190725"/>
                </a:lnTo>
                <a:lnTo>
                  <a:pt x="7947" y="190725"/>
                </a:lnTo>
                <a:close/>
                <a:moveTo>
                  <a:pt x="67548" y="190725"/>
                </a:moveTo>
                <a:lnTo>
                  <a:pt x="43708" y="190725"/>
                </a:lnTo>
                <a:lnTo>
                  <a:pt x="43708" y="198671"/>
                </a:lnTo>
                <a:lnTo>
                  <a:pt x="67548" y="198671"/>
                </a:lnTo>
                <a:lnTo>
                  <a:pt x="67548" y="190725"/>
                </a:lnTo>
                <a:close/>
                <a:moveTo>
                  <a:pt x="115229" y="190725"/>
                </a:moveTo>
                <a:lnTo>
                  <a:pt x="91389" y="190725"/>
                </a:lnTo>
                <a:lnTo>
                  <a:pt x="91389" y="198671"/>
                </a:lnTo>
                <a:lnTo>
                  <a:pt x="115229" y="198671"/>
                </a:lnTo>
                <a:lnTo>
                  <a:pt x="115229" y="190725"/>
                </a:lnTo>
                <a:close/>
                <a:moveTo>
                  <a:pt x="139070" y="190725"/>
                </a:moveTo>
                <a:lnTo>
                  <a:pt x="139070" y="198671"/>
                </a:lnTo>
                <a:lnTo>
                  <a:pt x="162911" y="198671"/>
                </a:lnTo>
                <a:lnTo>
                  <a:pt x="162911" y="190725"/>
                </a:lnTo>
                <a:lnTo>
                  <a:pt x="139070" y="190725"/>
                </a:lnTo>
                <a:close/>
                <a:moveTo>
                  <a:pt x="186751" y="190725"/>
                </a:moveTo>
                <a:lnTo>
                  <a:pt x="186751" y="198671"/>
                </a:lnTo>
                <a:lnTo>
                  <a:pt x="210592" y="198671"/>
                </a:lnTo>
                <a:lnTo>
                  <a:pt x="210592" y="190725"/>
                </a:lnTo>
                <a:lnTo>
                  <a:pt x="186751" y="190725"/>
                </a:lnTo>
                <a:close/>
                <a:moveTo>
                  <a:pt x="242379" y="7947"/>
                </a:moveTo>
                <a:lnTo>
                  <a:pt x="266220" y="7947"/>
                </a:lnTo>
                <a:lnTo>
                  <a:pt x="266220" y="0"/>
                </a:lnTo>
                <a:lnTo>
                  <a:pt x="242379" y="0"/>
                </a:lnTo>
                <a:lnTo>
                  <a:pt x="242379" y="7947"/>
                </a:lnTo>
                <a:close/>
                <a:moveTo>
                  <a:pt x="313901" y="7947"/>
                </a:moveTo>
                <a:lnTo>
                  <a:pt x="313901" y="0"/>
                </a:lnTo>
                <a:lnTo>
                  <a:pt x="290060" y="0"/>
                </a:lnTo>
                <a:lnTo>
                  <a:pt x="290060" y="7947"/>
                </a:lnTo>
                <a:lnTo>
                  <a:pt x="313901" y="7947"/>
                </a:lnTo>
                <a:close/>
                <a:moveTo>
                  <a:pt x="361582" y="7947"/>
                </a:moveTo>
                <a:lnTo>
                  <a:pt x="361582" y="0"/>
                </a:lnTo>
                <a:lnTo>
                  <a:pt x="337741" y="0"/>
                </a:lnTo>
                <a:lnTo>
                  <a:pt x="337741" y="7947"/>
                </a:lnTo>
                <a:lnTo>
                  <a:pt x="361582" y="7947"/>
                </a:lnTo>
                <a:close/>
                <a:moveTo>
                  <a:pt x="385423" y="7947"/>
                </a:moveTo>
                <a:lnTo>
                  <a:pt x="409263" y="7947"/>
                </a:lnTo>
                <a:lnTo>
                  <a:pt x="409263" y="0"/>
                </a:lnTo>
                <a:lnTo>
                  <a:pt x="385423" y="0"/>
                </a:lnTo>
                <a:lnTo>
                  <a:pt x="385423" y="7947"/>
                </a:lnTo>
                <a:close/>
                <a:moveTo>
                  <a:pt x="456944" y="7947"/>
                </a:moveTo>
                <a:lnTo>
                  <a:pt x="456944" y="0"/>
                </a:lnTo>
                <a:lnTo>
                  <a:pt x="433104" y="0"/>
                </a:lnTo>
                <a:lnTo>
                  <a:pt x="433104" y="7947"/>
                </a:lnTo>
                <a:lnTo>
                  <a:pt x="456944" y="7947"/>
                </a:lnTo>
                <a:close/>
                <a:moveTo>
                  <a:pt x="504625" y="7947"/>
                </a:moveTo>
                <a:lnTo>
                  <a:pt x="504625" y="0"/>
                </a:lnTo>
                <a:lnTo>
                  <a:pt x="480785" y="0"/>
                </a:lnTo>
                <a:lnTo>
                  <a:pt x="480785" y="7947"/>
                </a:lnTo>
                <a:lnTo>
                  <a:pt x="504625" y="7947"/>
                </a:lnTo>
                <a:close/>
                <a:moveTo>
                  <a:pt x="528466" y="7947"/>
                </a:moveTo>
                <a:lnTo>
                  <a:pt x="552307" y="7947"/>
                </a:lnTo>
                <a:lnTo>
                  <a:pt x="552307" y="0"/>
                </a:lnTo>
                <a:lnTo>
                  <a:pt x="528466" y="0"/>
                </a:lnTo>
                <a:lnTo>
                  <a:pt x="528466" y="7947"/>
                </a:lnTo>
                <a:close/>
                <a:moveTo>
                  <a:pt x="258273" y="190725"/>
                </a:moveTo>
                <a:lnTo>
                  <a:pt x="234432" y="190725"/>
                </a:lnTo>
                <a:lnTo>
                  <a:pt x="234432" y="198671"/>
                </a:lnTo>
                <a:lnTo>
                  <a:pt x="258273" y="198671"/>
                </a:lnTo>
                <a:lnTo>
                  <a:pt x="258273" y="190725"/>
                </a:lnTo>
                <a:close/>
                <a:moveTo>
                  <a:pt x="305954" y="190725"/>
                </a:moveTo>
                <a:lnTo>
                  <a:pt x="282113" y="190725"/>
                </a:lnTo>
                <a:lnTo>
                  <a:pt x="282113" y="198671"/>
                </a:lnTo>
                <a:lnTo>
                  <a:pt x="305954" y="198671"/>
                </a:lnTo>
                <a:lnTo>
                  <a:pt x="305954" y="190725"/>
                </a:lnTo>
                <a:close/>
                <a:moveTo>
                  <a:pt x="329795" y="190725"/>
                </a:moveTo>
                <a:lnTo>
                  <a:pt x="329795" y="198671"/>
                </a:lnTo>
                <a:lnTo>
                  <a:pt x="353635" y="198671"/>
                </a:lnTo>
                <a:lnTo>
                  <a:pt x="353635" y="190725"/>
                </a:lnTo>
                <a:lnTo>
                  <a:pt x="329795" y="190725"/>
                </a:lnTo>
                <a:close/>
                <a:moveTo>
                  <a:pt x="377476" y="190725"/>
                </a:moveTo>
                <a:lnTo>
                  <a:pt x="377476" y="198671"/>
                </a:lnTo>
                <a:lnTo>
                  <a:pt x="401316" y="198671"/>
                </a:lnTo>
                <a:lnTo>
                  <a:pt x="401316" y="190725"/>
                </a:lnTo>
                <a:lnTo>
                  <a:pt x="377476" y="190725"/>
                </a:lnTo>
                <a:close/>
                <a:moveTo>
                  <a:pt x="448997" y="190725"/>
                </a:moveTo>
                <a:lnTo>
                  <a:pt x="425157" y="190725"/>
                </a:lnTo>
                <a:lnTo>
                  <a:pt x="425157" y="198671"/>
                </a:lnTo>
                <a:lnTo>
                  <a:pt x="448997" y="198671"/>
                </a:lnTo>
                <a:lnTo>
                  <a:pt x="448997" y="190725"/>
                </a:lnTo>
                <a:close/>
                <a:moveTo>
                  <a:pt x="472838" y="190725"/>
                </a:moveTo>
                <a:lnTo>
                  <a:pt x="472838" y="198671"/>
                </a:lnTo>
                <a:lnTo>
                  <a:pt x="496679" y="198671"/>
                </a:lnTo>
                <a:lnTo>
                  <a:pt x="496679" y="190725"/>
                </a:lnTo>
                <a:lnTo>
                  <a:pt x="472838" y="190725"/>
                </a:lnTo>
                <a:close/>
                <a:moveTo>
                  <a:pt x="520519" y="190725"/>
                </a:moveTo>
                <a:lnTo>
                  <a:pt x="520519" y="198671"/>
                </a:lnTo>
                <a:lnTo>
                  <a:pt x="544360" y="198671"/>
                </a:lnTo>
                <a:lnTo>
                  <a:pt x="544360" y="190725"/>
                </a:lnTo>
                <a:lnTo>
                  <a:pt x="520519" y="190725"/>
                </a:lnTo>
                <a:close/>
                <a:moveTo>
                  <a:pt x="592041" y="190725"/>
                </a:moveTo>
                <a:lnTo>
                  <a:pt x="568200" y="190725"/>
                </a:lnTo>
                <a:lnTo>
                  <a:pt x="568200" y="198671"/>
                </a:lnTo>
                <a:lnTo>
                  <a:pt x="592041" y="198671"/>
                </a:lnTo>
                <a:lnTo>
                  <a:pt x="592041" y="190725"/>
                </a:lnTo>
                <a:close/>
                <a:moveTo>
                  <a:pt x="599988" y="7947"/>
                </a:moveTo>
                <a:lnTo>
                  <a:pt x="599988" y="0"/>
                </a:lnTo>
                <a:lnTo>
                  <a:pt x="576147" y="0"/>
                </a:lnTo>
                <a:lnTo>
                  <a:pt x="576147" y="7947"/>
                </a:lnTo>
                <a:lnTo>
                  <a:pt x="599988" y="7947"/>
                </a:lnTo>
                <a:close/>
                <a:moveTo>
                  <a:pt x="647669" y="7947"/>
                </a:moveTo>
                <a:lnTo>
                  <a:pt x="647669" y="0"/>
                </a:lnTo>
                <a:lnTo>
                  <a:pt x="623828" y="0"/>
                </a:lnTo>
                <a:lnTo>
                  <a:pt x="623828" y="7947"/>
                </a:lnTo>
                <a:lnTo>
                  <a:pt x="647669" y="7947"/>
                </a:lnTo>
                <a:close/>
                <a:moveTo>
                  <a:pt x="671510" y="7947"/>
                </a:moveTo>
                <a:lnTo>
                  <a:pt x="695350" y="7947"/>
                </a:lnTo>
                <a:lnTo>
                  <a:pt x="695350" y="0"/>
                </a:lnTo>
                <a:lnTo>
                  <a:pt x="671510" y="0"/>
                </a:lnTo>
                <a:lnTo>
                  <a:pt x="671510" y="7947"/>
                </a:lnTo>
                <a:close/>
                <a:moveTo>
                  <a:pt x="719191" y="7947"/>
                </a:moveTo>
                <a:lnTo>
                  <a:pt x="743031" y="7947"/>
                </a:lnTo>
                <a:lnTo>
                  <a:pt x="743031" y="0"/>
                </a:lnTo>
                <a:lnTo>
                  <a:pt x="719191" y="0"/>
                </a:lnTo>
                <a:lnTo>
                  <a:pt x="719191" y="7947"/>
                </a:lnTo>
                <a:close/>
                <a:moveTo>
                  <a:pt x="766872" y="7947"/>
                </a:moveTo>
                <a:lnTo>
                  <a:pt x="790712" y="7947"/>
                </a:lnTo>
                <a:lnTo>
                  <a:pt x="790712" y="0"/>
                </a:lnTo>
                <a:lnTo>
                  <a:pt x="766872" y="0"/>
                </a:lnTo>
                <a:lnTo>
                  <a:pt x="766872" y="7947"/>
                </a:lnTo>
                <a:close/>
                <a:moveTo>
                  <a:pt x="794686" y="43708"/>
                </a:moveTo>
                <a:lnTo>
                  <a:pt x="802633" y="43708"/>
                </a:lnTo>
                <a:lnTo>
                  <a:pt x="802633" y="19867"/>
                </a:lnTo>
                <a:lnTo>
                  <a:pt x="794686" y="19867"/>
                </a:lnTo>
                <a:lnTo>
                  <a:pt x="794686" y="43708"/>
                </a:lnTo>
                <a:close/>
                <a:moveTo>
                  <a:pt x="794686" y="91389"/>
                </a:moveTo>
                <a:lnTo>
                  <a:pt x="802633" y="91389"/>
                </a:lnTo>
                <a:lnTo>
                  <a:pt x="802633" y="67548"/>
                </a:lnTo>
                <a:lnTo>
                  <a:pt x="794686" y="67548"/>
                </a:lnTo>
                <a:lnTo>
                  <a:pt x="794686" y="91389"/>
                </a:lnTo>
                <a:close/>
                <a:moveTo>
                  <a:pt x="794686" y="115229"/>
                </a:moveTo>
                <a:lnTo>
                  <a:pt x="794686" y="139070"/>
                </a:lnTo>
                <a:lnTo>
                  <a:pt x="802633" y="139070"/>
                </a:lnTo>
                <a:lnTo>
                  <a:pt x="802633" y="115229"/>
                </a:lnTo>
                <a:lnTo>
                  <a:pt x="794686" y="115229"/>
                </a:lnTo>
                <a:close/>
                <a:moveTo>
                  <a:pt x="794686" y="186751"/>
                </a:moveTo>
                <a:lnTo>
                  <a:pt x="802633" y="186751"/>
                </a:lnTo>
                <a:lnTo>
                  <a:pt x="802633" y="162911"/>
                </a:lnTo>
                <a:lnTo>
                  <a:pt x="794686" y="162911"/>
                </a:lnTo>
                <a:lnTo>
                  <a:pt x="794686" y="186751"/>
                </a:lnTo>
                <a:close/>
                <a:moveTo>
                  <a:pt x="615882" y="190725"/>
                </a:moveTo>
                <a:lnTo>
                  <a:pt x="615882" y="198671"/>
                </a:lnTo>
                <a:lnTo>
                  <a:pt x="639722" y="198671"/>
                </a:lnTo>
                <a:lnTo>
                  <a:pt x="639722" y="190725"/>
                </a:lnTo>
                <a:lnTo>
                  <a:pt x="615882" y="190725"/>
                </a:lnTo>
                <a:close/>
                <a:moveTo>
                  <a:pt x="687403" y="190725"/>
                </a:moveTo>
                <a:lnTo>
                  <a:pt x="663563" y="190725"/>
                </a:lnTo>
                <a:lnTo>
                  <a:pt x="663563" y="198671"/>
                </a:lnTo>
                <a:lnTo>
                  <a:pt x="687403" y="198671"/>
                </a:lnTo>
                <a:lnTo>
                  <a:pt x="687403" y="190725"/>
                </a:lnTo>
                <a:close/>
                <a:moveTo>
                  <a:pt x="711244" y="190725"/>
                </a:moveTo>
                <a:lnTo>
                  <a:pt x="711244" y="198671"/>
                </a:lnTo>
                <a:lnTo>
                  <a:pt x="735084" y="198671"/>
                </a:lnTo>
                <a:lnTo>
                  <a:pt x="735084" y="190725"/>
                </a:lnTo>
                <a:lnTo>
                  <a:pt x="711244" y="190725"/>
                </a:lnTo>
                <a:close/>
                <a:moveTo>
                  <a:pt x="758925" y="190725"/>
                </a:moveTo>
                <a:lnTo>
                  <a:pt x="758925" y="198671"/>
                </a:lnTo>
                <a:lnTo>
                  <a:pt x="782766" y="198671"/>
                </a:lnTo>
                <a:lnTo>
                  <a:pt x="782766" y="190725"/>
                </a:lnTo>
                <a:lnTo>
                  <a:pt x="758925" y="190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HermesSim">
            <a:extLst xmlns:a="http://schemas.openxmlformats.org/drawingml/2006/main">
              <a:ext uri="{FF2B5EF4-FFF2-40B4-BE49-F238E27FC236}">
                <a16:creationId xmlns:a16="http://schemas.microsoft.com/office/drawing/2014/main" id="{8EAC95B1-B4BA-4E3C-8557-7A791AE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545" y="684718"/>
            <a:ext cx="672353" cy="101416"/>
          </a:xfrm>
          <a:custGeom xmlns:a="http://schemas.openxmlformats.org/drawingml/2006/main">
            <a:pathLst>
              <a:path w="672353" h="101416">
                <a:moveTo>
                  <a:pt x="26960" y="48473"/>
                </a:moveTo>
                <a:lnTo>
                  <a:pt x="70963" y="48473"/>
                </a:lnTo>
                <a:lnTo>
                  <a:pt x="70963" y="21419"/>
                </a:lnTo>
                <a:cubicBezTo>
                  <a:pt x="70963" y="16585"/>
                  <a:pt x="70660" y="13400"/>
                  <a:pt x="70055" y="11865"/>
                </a:cubicBezTo>
                <a:cubicBezTo>
                  <a:pt x="69589" y="10704"/>
                  <a:pt x="68611" y="9705"/>
                  <a:pt x="67121" y="8868"/>
                </a:cubicBezTo>
                <a:cubicBezTo>
                  <a:pt x="65119" y="7752"/>
                  <a:pt x="63001" y="7194"/>
                  <a:pt x="60766" y="7194"/>
                </a:cubicBezTo>
                <a:lnTo>
                  <a:pt x="57413" y="7194"/>
                </a:lnTo>
                <a:lnTo>
                  <a:pt x="57413" y="4610"/>
                </a:lnTo>
                <a:lnTo>
                  <a:pt x="97923" y="4610"/>
                </a:lnTo>
                <a:lnTo>
                  <a:pt x="97923" y="7194"/>
                </a:lnTo>
                <a:lnTo>
                  <a:pt x="94571" y="7194"/>
                </a:lnTo>
                <a:cubicBezTo>
                  <a:pt x="92336" y="7194"/>
                  <a:pt x="90217" y="7730"/>
                  <a:pt x="88215" y="8801"/>
                </a:cubicBezTo>
                <a:cubicBezTo>
                  <a:pt x="86725" y="9546"/>
                  <a:pt x="85712" y="10675"/>
                  <a:pt x="85176" y="12188"/>
                </a:cubicBezTo>
                <a:cubicBezTo>
                  <a:pt x="84641" y="13701"/>
                  <a:pt x="84373" y="16786"/>
                  <a:pt x="84373" y="21443"/>
                </a:cubicBezTo>
                <a:lnTo>
                  <a:pt x="84373" y="82557"/>
                </a:lnTo>
                <a:cubicBezTo>
                  <a:pt x="84373" y="87353"/>
                  <a:pt x="84676" y="90520"/>
                  <a:pt x="85281" y="92056"/>
                </a:cubicBezTo>
                <a:cubicBezTo>
                  <a:pt x="85747" y="93220"/>
                  <a:pt x="86701" y="94221"/>
                  <a:pt x="88145" y="95060"/>
                </a:cubicBezTo>
                <a:cubicBezTo>
                  <a:pt x="90194" y="96177"/>
                  <a:pt x="92336" y="96736"/>
                  <a:pt x="94571" y="96736"/>
                </a:cubicBezTo>
                <a:lnTo>
                  <a:pt x="97923" y="96736"/>
                </a:lnTo>
                <a:lnTo>
                  <a:pt x="97923" y="99320"/>
                </a:lnTo>
                <a:lnTo>
                  <a:pt x="57413" y="99320"/>
                </a:lnTo>
                <a:lnTo>
                  <a:pt x="57413" y="96736"/>
                </a:lnTo>
                <a:lnTo>
                  <a:pt x="60766" y="96736"/>
                </a:lnTo>
                <a:cubicBezTo>
                  <a:pt x="64630" y="96736"/>
                  <a:pt x="67447" y="95593"/>
                  <a:pt x="69217" y="93307"/>
                </a:cubicBezTo>
                <a:cubicBezTo>
                  <a:pt x="70381" y="91815"/>
                  <a:pt x="70963" y="88224"/>
                  <a:pt x="70963" y="82533"/>
                </a:cubicBezTo>
                <a:lnTo>
                  <a:pt x="70963" y="53641"/>
                </a:lnTo>
                <a:lnTo>
                  <a:pt x="26960" y="53641"/>
                </a:lnTo>
                <a:lnTo>
                  <a:pt x="26960" y="82533"/>
                </a:lnTo>
                <a:cubicBezTo>
                  <a:pt x="26960" y="87338"/>
                  <a:pt x="27263" y="90510"/>
                  <a:pt x="27868" y="92050"/>
                </a:cubicBezTo>
                <a:cubicBezTo>
                  <a:pt x="28334" y="93215"/>
                  <a:pt x="29312" y="94218"/>
                  <a:pt x="30802" y="95057"/>
                </a:cubicBezTo>
                <a:cubicBezTo>
                  <a:pt x="32804" y="96176"/>
                  <a:pt x="34923" y="96736"/>
                  <a:pt x="37158" y="96736"/>
                </a:cubicBezTo>
                <a:lnTo>
                  <a:pt x="40580" y="96736"/>
                </a:lnTo>
                <a:lnTo>
                  <a:pt x="40580" y="99320"/>
                </a:lnTo>
                <a:lnTo>
                  <a:pt x="0" y="99320"/>
                </a:lnTo>
                <a:lnTo>
                  <a:pt x="0" y="96736"/>
                </a:lnTo>
                <a:lnTo>
                  <a:pt x="3353" y="96736"/>
                </a:lnTo>
                <a:cubicBezTo>
                  <a:pt x="7264" y="96736"/>
                  <a:pt x="10104" y="95595"/>
                  <a:pt x="11874" y="93313"/>
                </a:cubicBezTo>
                <a:cubicBezTo>
                  <a:pt x="12991" y="91823"/>
                  <a:pt x="13550" y="88238"/>
                  <a:pt x="13550" y="82557"/>
                </a:cubicBezTo>
                <a:lnTo>
                  <a:pt x="13550" y="21443"/>
                </a:lnTo>
                <a:cubicBezTo>
                  <a:pt x="13550" y="16600"/>
                  <a:pt x="13247" y="13410"/>
                  <a:pt x="12642" y="11874"/>
                </a:cubicBezTo>
                <a:cubicBezTo>
                  <a:pt x="12176" y="10710"/>
                  <a:pt x="11222" y="9709"/>
                  <a:pt x="9778" y="8870"/>
                </a:cubicBezTo>
                <a:cubicBezTo>
                  <a:pt x="7730" y="7753"/>
                  <a:pt x="5588" y="7194"/>
                  <a:pt x="3353" y="7194"/>
                </a:cubicBezTo>
                <a:lnTo>
                  <a:pt x="0" y="7194"/>
                </a:lnTo>
                <a:lnTo>
                  <a:pt x="0" y="4610"/>
                </a:lnTo>
                <a:lnTo>
                  <a:pt x="40580" y="4610"/>
                </a:lnTo>
                <a:lnTo>
                  <a:pt x="40580" y="7194"/>
                </a:lnTo>
                <a:lnTo>
                  <a:pt x="37158" y="7194"/>
                </a:lnTo>
                <a:cubicBezTo>
                  <a:pt x="34923" y="7194"/>
                  <a:pt x="32804" y="7729"/>
                  <a:pt x="30802" y="8798"/>
                </a:cubicBezTo>
                <a:cubicBezTo>
                  <a:pt x="29358" y="9542"/>
                  <a:pt x="28357" y="10669"/>
                  <a:pt x="27798" y="12179"/>
                </a:cubicBezTo>
                <a:cubicBezTo>
                  <a:pt x="27240" y="13690"/>
                  <a:pt x="26960" y="16769"/>
                  <a:pt x="26960" y="21419"/>
                </a:cubicBezTo>
                <a:lnTo>
                  <a:pt x="26960" y="48473"/>
                </a:lnTo>
                <a:close/>
                <a:moveTo>
                  <a:pt x="116059" y="59508"/>
                </a:moveTo>
                <a:cubicBezTo>
                  <a:pt x="116013" y="68985"/>
                  <a:pt x="118318" y="76419"/>
                  <a:pt x="122974" y="81809"/>
                </a:cubicBezTo>
                <a:cubicBezTo>
                  <a:pt x="127630" y="87197"/>
                  <a:pt x="133101" y="89891"/>
                  <a:pt x="139388" y="89891"/>
                </a:cubicBezTo>
                <a:cubicBezTo>
                  <a:pt x="143578" y="89891"/>
                  <a:pt x="147222" y="88739"/>
                  <a:pt x="150318" y="86434"/>
                </a:cubicBezTo>
                <a:cubicBezTo>
                  <a:pt x="153415" y="84129"/>
                  <a:pt x="156011" y="80183"/>
                  <a:pt x="158106" y="74595"/>
                </a:cubicBezTo>
                <a:lnTo>
                  <a:pt x="160271" y="75992"/>
                </a:lnTo>
                <a:cubicBezTo>
                  <a:pt x="159294" y="82371"/>
                  <a:pt x="156453" y="88180"/>
                  <a:pt x="151750" y="93418"/>
                </a:cubicBezTo>
                <a:cubicBezTo>
                  <a:pt x="147047" y="98657"/>
                  <a:pt x="141157" y="101276"/>
                  <a:pt x="134079" y="101276"/>
                </a:cubicBezTo>
                <a:cubicBezTo>
                  <a:pt x="126396" y="101276"/>
                  <a:pt x="119819" y="98291"/>
                  <a:pt x="114348" y="92320"/>
                </a:cubicBezTo>
                <a:cubicBezTo>
                  <a:pt x="108877" y="86349"/>
                  <a:pt x="106141" y="78321"/>
                  <a:pt x="106141" y="68237"/>
                </a:cubicBezTo>
                <a:cubicBezTo>
                  <a:pt x="106141" y="57318"/>
                  <a:pt x="108947" y="48803"/>
                  <a:pt x="114558" y="42693"/>
                </a:cubicBezTo>
                <a:cubicBezTo>
                  <a:pt x="120168" y="36582"/>
                  <a:pt x="127211" y="33526"/>
                  <a:pt x="135686" y="33526"/>
                </a:cubicBezTo>
                <a:cubicBezTo>
                  <a:pt x="142857" y="33526"/>
                  <a:pt x="148747" y="35883"/>
                  <a:pt x="153357" y="40598"/>
                </a:cubicBezTo>
                <a:cubicBezTo>
                  <a:pt x="157966" y="45311"/>
                  <a:pt x="160271" y="51614"/>
                  <a:pt x="160271" y="59508"/>
                </a:cubicBezTo>
                <a:lnTo>
                  <a:pt x="116059" y="59508"/>
                </a:lnTo>
                <a:moveTo>
                  <a:pt x="116059" y="55457"/>
                </a:moveTo>
                <a:lnTo>
                  <a:pt x="145674" y="55457"/>
                </a:lnTo>
                <a:cubicBezTo>
                  <a:pt x="145441" y="51360"/>
                  <a:pt x="144952" y="48473"/>
                  <a:pt x="144207" y="46796"/>
                </a:cubicBezTo>
                <a:cubicBezTo>
                  <a:pt x="143043" y="44189"/>
                  <a:pt x="141308" y="42140"/>
                  <a:pt x="139003" y="40650"/>
                </a:cubicBezTo>
                <a:cubicBezTo>
                  <a:pt x="136699" y="39160"/>
                  <a:pt x="134289" y="38415"/>
                  <a:pt x="131774" y="38415"/>
                </a:cubicBezTo>
                <a:cubicBezTo>
                  <a:pt x="127910" y="38415"/>
                  <a:pt x="124452" y="39917"/>
                  <a:pt x="121402" y="42920"/>
                </a:cubicBezTo>
                <a:cubicBezTo>
                  <a:pt x="118352" y="45923"/>
                  <a:pt x="116571" y="50102"/>
                  <a:pt x="116059" y="55457"/>
                </a:cubicBezTo>
                <a:close/>
                <a:moveTo>
                  <a:pt x="187532" y="33526"/>
                </a:moveTo>
                <a:lnTo>
                  <a:pt x="187532" y="47914"/>
                </a:lnTo>
                <a:cubicBezTo>
                  <a:pt x="192887" y="38322"/>
                  <a:pt x="198382" y="33526"/>
                  <a:pt x="204016" y="33526"/>
                </a:cubicBezTo>
                <a:cubicBezTo>
                  <a:pt x="206577" y="33526"/>
                  <a:pt x="208696" y="34306"/>
                  <a:pt x="210372" y="35866"/>
                </a:cubicBezTo>
                <a:cubicBezTo>
                  <a:pt x="212048" y="37426"/>
                  <a:pt x="212886" y="39230"/>
                  <a:pt x="212886" y="41279"/>
                </a:cubicBezTo>
                <a:cubicBezTo>
                  <a:pt x="212886" y="43095"/>
                  <a:pt x="212281" y="44631"/>
                  <a:pt x="211070" y="45888"/>
                </a:cubicBezTo>
                <a:cubicBezTo>
                  <a:pt x="209860" y="47146"/>
                  <a:pt x="208416" y="47774"/>
                  <a:pt x="206740" y="47774"/>
                </a:cubicBezTo>
                <a:cubicBezTo>
                  <a:pt x="205110" y="47774"/>
                  <a:pt x="203283" y="46971"/>
                  <a:pt x="201257" y="45365"/>
                </a:cubicBezTo>
                <a:cubicBezTo>
                  <a:pt x="199231" y="43758"/>
                  <a:pt x="197730" y="42955"/>
                  <a:pt x="196752" y="42955"/>
                </a:cubicBezTo>
                <a:cubicBezTo>
                  <a:pt x="195914" y="42955"/>
                  <a:pt x="195006" y="43419"/>
                  <a:pt x="194028" y="44347"/>
                </a:cubicBezTo>
                <a:cubicBezTo>
                  <a:pt x="191933" y="46252"/>
                  <a:pt x="189767" y="49387"/>
                  <a:pt x="187532" y="53753"/>
                </a:cubicBezTo>
                <a:lnTo>
                  <a:pt x="187532" y="84336"/>
                </a:lnTo>
                <a:cubicBezTo>
                  <a:pt x="187532" y="87865"/>
                  <a:pt x="187975" y="90535"/>
                  <a:pt x="188859" y="92347"/>
                </a:cubicBezTo>
                <a:cubicBezTo>
                  <a:pt x="189465" y="93601"/>
                  <a:pt x="190536" y="94646"/>
                  <a:pt x="192072" y="95483"/>
                </a:cubicBezTo>
                <a:cubicBezTo>
                  <a:pt x="193609" y="96318"/>
                  <a:pt x="195821" y="96736"/>
                  <a:pt x="198708" y="96736"/>
                </a:cubicBezTo>
                <a:lnTo>
                  <a:pt x="198708" y="99320"/>
                </a:lnTo>
                <a:lnTo>
                  <a:pt x="165950" y="99320"/>
                </a:lnTo>
                <a:lnTo>
                  <a:pt x="165950" y="96736"/>
                </a:lnTo>
                <a:cubicBezTo>
                  <a:pt x="169210" y="96736"/>
                  <a:pt x="171631" y="96225"/>
                  <a:pt x="173214" y="95204"/>
                </a:cubicBezTo>
                <a:cubicBezTo>
                  <a:pt x="174378" y="94460"/>
                  <a:pt x="175193" y="93275"/>
                  <a:pt x="175659" y="91648"/>
                </a:cubicBezTo>
                <a:cubicBezTo>
                  <a:pt x="175891" y="90858"/>
                  <a:pt x="176008" y="88605"/>
                  <a:pt x="176008" y="84888"/>
                </a:cubicBezTo>
                <a:lnTo>
                  <a:pt x="176008" y="60148"/>
                </a:lnTo>
                <a:cubicBezTo>
                  <a:pt x="176008" y="52714"/>
                  <a:pt x="175857" y="48289"/>
                  <a:pt x="175554" y="46873"/>
                </a:cubicBezTo>
                <a:cubicBezTo>
                  <a:pt x="175251" y="45456"/>
                  <a:pt x="174692" y="44422"/>
                  <a:pt x="173878" y="43771"/>
                </a:cubicBezTo>
                <a:cubicBezTo>
                  <a:pt x="173063" y="43121"/>
                  <a:pt x="172050" y="42796"/>
                  <a:pt x="170839" y="42796"/>
                </a:cubicBezTo>
                <a:cubicBezTo>
                  <a:pt x="169396" y="42796"/>
                  <a:pt x="167766" y="43144"/>
                  <a:pt x="165950" y="43841"/>
                </a:cubicBezTo>
                <a:lnTo>
                  <a:pt x="165252" y="41331"/>
                </a:lnTo>
                <a:lnTo>
                  <a:pt x="184599" y="33526"/>
                </a:lnTo>
                <a:lnTo>
                  <a:pt x="187532" y="33526"/>
                </a:lnTo>
                <a:close/>
                <a:moveTo>
                  <a:pt x="235444" y="47146"/>
                </a:moveTo>
                <a:cubicBezTo>
                  <a:pt x="240101" y="42489"/>
                  <a:pt x="242848" y="39812"/>
                  <a:pt x="243686" y="39113"/>
                </a:cubicBezTo>
                <a:cubicBezTo>
                  <a:pt x="245781" y="37344"/>
                  <a:pt x="248040" y="35970"/>
                  <a:pt x="250461" y="34993"/>
                </a:cubicBezTo>
                <a:cubicBezTo>
                  <a:pt x="252882" y="34015"/>
                  <a:pt x="255280" y="33526"/>
                  <a:pt x="257655" y="33526"/>
                </a:cubicBezTo>
                <a:cubicBezTo>
                  <a:pt x="261660" y="33526"/>
                  <a:pt x="265105" y="34690"/>
                  <a:pt x="267992" y="37018"/>
                </a:cubicBezTo>
                <a:cubicBezTo>
                  <a:pt x="270879" y="39346"/>
                  <a:pt x="272812" y="42722"/>
                  <a:pt x="273789" y="47146"/>
                </a:cubicBezTo>
                <a:cubicBezTo>
                  <a:pt x="278585" y="41558"/>
                  <a:pt x="282637" y="37891"/>
                  <a:pt x="285943" y="36145"/>
                </a:cubicBezTo>
                <a:cubicBezTo>
                  <a:pt x="289249" y="34399"/>
                  <a:pt x="292648" y="33526"/>
                  <a:pt x="296140" y="33526"/>
                </a:cubicBezTo>
                <a:cubicBezTo>
                  <a:pt x="299539" y="33526"/>
                  <a:pt x="302554" y="34397"/>
                  <a:pt x="305185" y="36141"/>
                </a:cubicBezTo>
                <a:cubicBezTo>
                  <a:pt x="307816" y="37882"/>
                  <a:pt x="309900" y="40728"/>
                  <a:pt x="311436" y="44677"/>
                </a:cubicBezTo>
                <a:cubicBezTo>
                  <a:pt x="312461" y="47372"/>
                  <a:pt x="312973" y="51600"/>
                  <a:pt x="312973" y="57361"/>
                </a:cubicBezTo>
                <a:lnTo>
                  <a:pt x="312973" y="84819"/>
                </a:lnTo>
                <a:cubicBezTo>
                  <a:pt x="312973" y="88814"/>
                  <a:pt x="313275" y="91556"/>
                  <a:pt x="313881" y="93043"/>
                </a:cubicBezTo>
                <a:cubicBezTo>
                  <a:pt x="314346" y="94064"/>
                  <a:pt x="315208" y="94935"/>
                  <a:pt x="316465" y="95656"/>
                </a:cubicBezTo>
                <a:cubicBezTo>
                  <a:pt x="317722" y="96376"/>
                  <a:pt x="319771" y="96736"/>
                  <a:pt x="322611" y="96736"/>
                </a:cubicBezTo>
                <a:lnTo>
                  <a:pt x="322611" y="99320"/>
                </a:lnTo>
                <a:lnTo>
                  <a:pt x="291041" y="99320"/>
                </a:lnTo>
                <a:lnTo>
                  <a:pt x="291041" y="96736"/>
                </a:lnTo>
                <a:lnTo>
                  <a:pt x="292368" y="96736"/>
                </a:lnTo>
                <a:cubicBezTo>
                  <a:pt x="295116" y="96736"/>
                  <a:pt x="297257" y="96203"/>
                  <a:pt x="298794" y="95138"/>
                </a:cubicBezTo>
                <a:cubicBezTo>
                  <a:pt x="299865" y="94396"/>
                  <a:pt x="300633" y="93215"/>
                  <a:pt x="301099" y="91594"/>
                </a:cubicBezTo>
                <a:cubicBezTo>
                  <a:pt x="301285" y="90806"/>
                  <a:pt x="301378" y="88560"/>
                  <a:pt x="301378" y="84853"/>
                </a:cubicBezTo>
                <a:lnTo>
                  <a:pt x="301378" y="57474"/>
                </a:lnTo>
                <a:cubicBezTo>
                  <a:pt x="301378" y="52285"/>
                  <a:pt x="300750" y="48626"/>
                  <a:pt x="299493" y="46495"/>
                </a:cubicBezTo>
                <a:cubicBezTo>
                  <a:pt x="297677" y="43530"/>
                  <a:pt x="294766" y="42047"/>
                  <a:pt x="290762" y="42047"/>
                </a:cubicBezTo>
                <a:cubicBezTo>
                  <a:pt x="288294" y="42047"/>
                  <a:pt x="285814" y="42661"/>
                  <a:pt x="283323" y="43889"/>
                </a:cubicBezTo>
                <a:cubicBezTo>
                  <a:pt x="280832" y="45116"/>
                  <a:pt x="277817" y="47397"/>
                  <a:pt x="274278" y="50734"/>
                </a:cubicBezTo>
                <a:lnTo>
                  <a:pt x="274139" y="51498"/>
                </a:lnTo>
                <a:lnTo>
                  <a:pt x="274278" y="54486"/>
                </a:lnTo>
                <a:lnTo>
                  <a:pt x="274278" y="84853"/>
                </a:lnTo>
                <a:cubicBezTo>
                  <a:pt x="274278" y="89209"/>
                  <a:pt x="274523" y="91919"/>
                  <a:pt x="275012" y="92984"/>
                </a:cubicBezTo>
                <a:cubicBezTo>
                  <a:pt x="275501" y="94049"/>
                  <a:pt x="276420" y="94941"/>
                  <a:pt x="277771" y="95660"/>
                </a:cubicBezTo>
                <a:cubicBezTo>
                  <a:pt x="279121" y="96377"/>
                  <a:pt x="281426" y="96736"/>
                  <a:pt x="284685" y="96736"/>
                </a:cubicBezTo>
                <a:lnTo>
                  <a:pt x="284685" y="99320"/>
                </a:lnTo>
                <a:lnTo>
                  <a:pt x="252347" y="99320"/>
                </a:lnTo>
                <a:lnTo>
                  <a:pt x="252347" y="96736"/>
                </a:lnTo>
                <a:cubicBezTo>
                  <a:pt x="255886" y="96736"/>
                  <a:pt x="258319" y="96319"/>
                  <a:pt x="259646" y="95485"/>
                </a:cubicBezTo>
                <a:cubicBezTo>
                  <a:pt x="260973" y="94651"/>
                  <a:pt x="261892" y="93401"/>
                  <a:pt x="262405" y="91733"/>
                </a:cubicBezTo>
                <a:cubicBezTo>
                  <a:pt x="262637" y="90945"/>
                  <a:pt x="262754" y="88651"/>
                  <a:pt x="262754" y="84853"/>
                </a:cubicBezTo>
                <a:lnTo>
                  <a:pt x="262754" y="57474"/>
                </a:lnTo>
                <a:cubicBezTo>
                  <a:pt x="262754" y="52285"/>
                  <a:pt x="261986" y="48556"/>
                  <a:pt x="260449" y="46286"/>
                </a:cubicBezTo>
                <a:cubicBezTo>
                  <a:pt x="258400" y="43320"/>
                  <a:pt x="255536" y="41837"/>
                  <a:pt x="251858" y="41837"/>
                </a:cubicBezTo>
                <a:cubicBezTo>
                  <a:pt x="249344" y="41837"/>
                  <a:pt x="246852" y="42509"/>
                  <a:pt x="244384" y="43852"/>
                </a:cubicBezTo>
                <a:cubicBezTo>
                  <a:pt x="240520" y="45891"/>
                  <a:pt x="237540" y="48184"/>
                  <a:pt x="235444" y="50732"/>
                </a:cubicBezTo>
                <a:lnTo>
                  <a:pt x="235444" y="84853"/>
                </a:lnTo>
                <a:cubicBezTo>
                  <a:pt x="235444" y="89022"/>
                  <a:pt x="235735" y="91733"/>
                  <a:pt x="236317" y="92984"/>
                </a:cubicBezTo>
                <a:cubicBezTo>
                  <a:pt x="236899" y="94234"/>
                  <a:pt x="237761" y="95172"/>
                  <a:pt x="238902" y="95797"/>
                </a:cubicBezTo>
                <a:cubicBezTo>
                  <a:pt x="240042" y="96423"/>
                  <a:pt x="242359" y="96736"/>
                  <a:pt x="245851" y="96736"/>
                </a:cubicBezTo>
                <a:lnTo>
                  <a:pt x="245851" y="99320"/>
                </a:lnTo>
                <a:lnTo>
                  <a:pt x="214211" y="99320"/>
                </a:lnTo>
                <a:lnTo>
                  <a:pt x="214211" y="96736"/>
                </a:lnTo>
                <a:cubicBezTo>
                  <a:pt x="217145" y="96736"/>
                  <a:pt x="219194" y="96422"/>
                  <a:pt x="220358" y="95795"/>
                </a:cubicBezTo>
                <a:cubicBezTo>
                  <a:pt x="221522" y="95168"/>
                  <a:pt x="222406" y="94169"/>
                  <a:pt x="223012" y="92798"/>
                </a:cubicBezTo>
                <a:cubicBezTo>
                  <a:pt x="223617" y="91428"/>
                  <a:pt x="223920" y="88768"/>
                  <a:pt x="223920" y="84819"/>
                </a:cubicBezTo>
                <a:lnTo>
                  <a:pt x="223920" y="60427"/>
                </a:lnTo>
                <a:cubicBezTo>
                  <a:pt x="223920" y="53411"/>
                  <a:pt x="223710" y="48881"/>
                  <a:pt x="223291" y="46838"/>
                </a:cubicBezTo>
                <a:cubicBezTo>
                  <a:pt x="222965" y="45304"/>
                  <a:pt x="222453" y="44247"/>
                  <a:pt x="221755" y="43666"/>
                </a:cubicBezTo>
                <a:cubicBezTo>
                  <a:pt x="221056" y="43086"/>
                  <a:pt x="220102" y="42796"/>
                  <a:pt x="218891" y="42796"/>
                </a:cubicBezTo>
                <a:cubicBezTo>
                  <a:pt x="217587" y="42796"/>
                  <a:pt x="216027" y="43144"/>
                  <a:pt x="214211" y="43841"/>
                </a:cubicBezTo>
                <a:lnTo>
                  <a:pt x="213164" y="41331"/>
                </a:lnTo>
                <a:lnTo>
                  <a:pt x="232441" y="33526"/>
                </a:lnTo>
                <a:lnTo>
                  <a:pt x="235444" y="33526"/>
                </a:lnTo>
                <a:lnTo>
                  <a:pt x="235444" y="47146"/>
                </a:lnTo>
                <a:close/>
                <a:moveTo>
                  <a:pt x="338490" y="59508"/>
                </a:moveTo>
                <a:cubicBezTo>
                  <a:pt x="338444" y="68985"/>
                  <a:pt x="340749" y="76419"/>
                  <a:pt x="345405" y="81809"/>
                </a:cubicBezTo>
                <a:cubicBezTo>
                  <a:pt x="350061" y="87197"/>
                  <a:pt x="355533" y="89891"/>
                  <a:pt x="361819" y="89891"/>
                </a:cubicBezTo>
                <a:cubicBezTo>
                  <a:pt x="366010" y="89891"/>
                  <a:pt x="369653" y="88739"/>
                  <a:pt x="372750" y="86434"/>
                </a:cubicBezTo>
                <a:cubicBezTo>
                  <a:pt x="375846" y="84129"/>
                  <a:pt x="378442" y="80183"/>
                  <a:pt x="380537" y="74595"/>
                </a:cubicBezTo>
                <a:lnTo>
                  <a:pt x="382703" y="75992"/>
                </a:lnTo>
                <a:cubicBezTo>
                  <a:pt x="381725" y="82371"/>
                  <a:pt x="378884" y="88180"/>
                  <a:pt x="374181" y="93418"/>
                </a:cubicBezTo>
                <a:cubicBezTo>
                  <a:pt x="369479" y="98657"/>
                  <a:pt x="363588" y="101276"/>
                  <a:pt x="356511" y="101276"/>
                </a:cubicBezTo>
                <a:cubicBezTo>
                  <a:pt x="348828" y="101276"/>
                  <a:pt x="342250" y="98291"/>
                  <a:pt x="336779" y="92320"/>
                </a:cubicBezTo>
                <a:cubicBezTo>
                  <a:pt x="331308" y="86349"/>
                  <a:pt x="328572" y="78321"/>
                  <a:pt x="328572" y="68237"/>
                </a:cubicBezTo>
                <a:cubicBezTo>
                  <a:pt x="328572" y="57318"/>
                  <a:pt x="331378" y="48803"/>
                  <a:pt x="336989" y="42693"/>
                </a:cubicBezTo>
                <a:cubicBezTo>
                  <a:pt x="342600" y="36582"/>
                  <a:pt x="349642" y="33526"/>
                  <a:pt x="358117" y="33526"/>
                </a:cubicBezTo>
                <a:cubicBezTo>
                  <a:pt x="365288" y="33526"/>
                  <a:pt x="371178" y="35883"/>
                  <a:pt x="375788" y="40598"/>
                </a:cubicBezTo>
                <a:cubicBezTo>
                  <a:pt x="380398" y="45311"/>
                  <a:pt x="382703" y="51614"/>
                  <a:pt x="382703" y="59508"/>
                </a:cubicBezTo>
                <a:lnTo>
                  <a:pt x="338490" y="59508"/>
                </a:lnTo>
                <a:moveTo>
                  <a:pt x="338490" y="55457"/>
                </a:moveTo>
                <a:lnTo>
                  <a:pt x="368105" y="55457"/>
                </a:lnTo>
                <a:cubicBezTo>
                  <a:pt x="367872" y="51360"/>
                  <a:pt x="367383" y="48473"/>
                  <a:pt x="366638" y="46796"/>
                </a:cubicBezTo>
                <a:cubicBezTo>
                  <a:pt x="365474" y="44189"/>
                  <a:pt x="363740" y="42140"/>
                  <a:pt x="361435" y="40650"/>
                </a:cubicBezTo>
                <a:cubicBezTo>
                  <a:pt x="359130" y="39160"/>
                  <a:pt x="356720" y="38415"/>
                  <a:pt x="354206" y="38415"/>
                </a:cubicBezTo>
                <a:cubicBezTo>
                  <a:pt x="350341" y="38415"/>
                  <a:pt x="346884" y="39917"/>
                  <a:pt x="343834" y="42920"/>
                </a:cubicBezTo>
                <a:cubicBezTo>
                  <a:pt x="340784" y="45923"/>
                  <a:pt x="339003" y="50102"/>
                  <a:pt x="338490" y="55457"/>
                </a:cubicBezTo>
                <a:close/>
                <a:moveTo>
                  <a:pt x="432593" y="33526"/>
                </a:moveTo>
                <a:lnTo>
                  <a:pt x="432593" y="55178"/>
                </a:lnTo>
                <a:lnTo>
                  <a:pt x="430288" y="55178"/>
                </a:lnTo>
                <a:cubicBezTo>
                  <a:pt x="428519" y="48387"/>
                  <a:pt x="426249" y="43768"/>
                  <a:pt x="423478" y="41320"/>
                </a:cubicBezTo>
                <a:cubicBezTo>
                  <a:pt x="420708" y="38871"/>
                  <a:pt x="417181" y="37647"/>
                  <a:pt x="412897" y="37647"/>
                </a:cubicBezTo>
                <a:cubicBezTo>
                  <a:pt x="409637" y="37647"/>
                  <a:pt x="407007" y="38507"/>
                  <a:pt x="405004" y="40229"/>
                </a:cubicBezTo>
                <a:cubicBezTo>
                  <a:pt x="403002" y="41949"/>
                  <a:pt x="402001" y="43856"/>
                  <a:pt x="402001" y="45950"/>
                </a:cubicBezTo>
                <a:cubicBezTo>
                  <a:pt x="402001" y="48554"/>
                  <a:pt x="402746" y="50786"/>
                  <a:pt x="404236" y="52646"/>
                </a:cubicBezTo>
                <a:cubicBezTo>
                  <a:pt x="405679" y="54554"/>
                  <a:pt x="408613" y="56577"/>
                  <a:pt x="413037" y="58716"/>
                </a:cubicBezTo>
                <a:lnTo>
                  <a:pt x="423234" y="63671"/>
                </a:lnTo>
                <a:cubicBezTo>
                  <a:pt x="432686" y="68275"/>
                  <a:pt x="437413" y="74345"/>
                  <a:pt x="437413" y="81881"/>
                </a:cubicBezTo>
                <a:cubicBezTo>
                  <a:pt x="437413" y="87694"/>
                  <a:pt x="435212" y="92380"/>
                  <a:pt x="430812" y="95939"/>
                </a:cubicBezTo>
                <a:cubicBezTo>
                  <a:pt x="426412" y="99497"/>
                  <a:pt x="421488" y="101276"/>
                  <a:pt x="416040" y="101276"/>
                </a:cubicBezTo>
                <a:cubicBezTo>
                  <a:pt x="412129" y="101276"/>
                  <a:pt x="407658" y="100577"/>
                  <a:pt x="402630" y="99181"/>
                </a:cubicBezTo>
                <a:cubicBezTo>
                  <a:pt x="401093" y="98715"/>
                  <a:pt x="399836" y="98482"/>
                  <a:pt x="398858" y="98482"/>
                </a:cubicBezTo>
                <a:cubicBezTo>
                  <a:pt x="397787" y="98482"/>
                  <a:pt x="396949" y="99087"/>
                  <a:pt x="396343" y="100298"/>
                </a:cubicBezTo>
                <a:lnTo>
                  <a:pt x="394039" y="100298"/>
                </a:lnTo>
                <a:lnTo>
                  <a:pt x="394039" y="77389"/>
                </a:lnTo>
                <a:lnTo>
                  <a:pt x="396343" y="77389"/>
                </a:lnTo>
                <a:cubicBezTo>
                  <a:pt x="397647" y="83931"/>
                  <a:pt x="400138" y="88861"/>
                  <a:pt x="403817" y="92179"/>
                </a:cubicBezTo>
                <a:cubicBezTo>
                  <a:pt x="407495" y="95496"/>
                  <a:pt x="411616" y="97155"/>
                  <a:pt x="416180" y="97155"/>
                </a:cubicBezTo>
                <a:cubicBezTo>
                  <a:pt x="419392" y="97155"/>
                  <a:pt x="422012" y="96214"/>
                  <a:pt x="424037" y="94331"/>
                </a:cubicBezTo>
                <a:cubicBezTo>
                  <a:pt x="426063" y="92446"/>
                  <a:pt x="427075" y="90178"/>
                  <a:pt x="427075" y="87527"/>
                </a:cubicBezTo>
                <a:cubicBezTo>
                  <a:pt x="427075" y="84317"/>
                  <a:pt x="425946" y="81619"/>
                  <a:pt x="423688" y="79434"/>
                </a:cubicBezTo>
                <a:cubicBezTo>
                  <a:pt x="421430" y="77248"/>
                  <a:pt x="416925" y="74481"/>
                  <a:pt x="410173" y="71133"/>
                </a:cubicBezTo>
                <a:cubicBezTo>
                  <a:pt x="403421" y="67784"/>
                  <a:pt x="398998" y="64760"/>
                  <a:pt x="396902" y="62062"/>
                </a:cubicBezTo>
                <a:cubicBezTo>
                  <a:pt x="394807" y="59411"/>
                  <a:pt x="393759" y="56062"/>
                  <a:pt x="393759" y="52015"/>
                </a:cubicBezTo>
                <a:cubicBezTo>
                  <a:pt x="393759" y="46759"/>
                  <a:pt x="395564" y="42364"/>
                  <a:pt x="399172" y="38830"/>
                </a:cubicBezTo>
                <a:cubicBezTo>
                  <a:pt x="402781" y="35294"/>
                  <a:pt x="407449" y="33526"/>
                  <a:pt x="413176" y="33526"/>
                </a:cubicBezTo>
                <a:cubicBezTo>
                  <a:pt x="415691" y="33526"/>
                  <a:pt x="418741" y="34061"/>
                  <a:pt x="422326" y="35132"/>
                </a:cubicBezTo>
                <a:cubicBezTo>
                  <a:pt x="424701" y="35831"/>
                  <a:pt x="426284" y="36180"/>
                  <a:pt x="427075" y="36180"/>
                </a:cubicBezTo>
                <a:cubicBezTo>
                  <a:pt x="427820" y="36180"/>
                  <a:pt x="428403" y="36017"/>
                  <a:pt x="428822" y="35691"/>
                </a:cubicBezTo>
                <a:cubicBezTo>
                  <a:pt x="429241" y="35365"/>
                  <a:pt x="429730" y="34643"/>
                  <a:pt x="430288" y="33526"/>
                </a:cubicBezTo>
                <a:lnTo>
                  <a:pt x="432593" y="33526"/>
                </a:lnTo>
                <a:close/>
                <a:moveTo>
                  <a:pt x="508004" y="2514"/>
                </a:moveTo>
                <a:lnTo>
                  <a:pt x="508004" y="35202"/>
                </a:lnTo>
                <a:lnTo>
                  <a:pt x="505420" y="35202"/>
                </a:lnTo>
                <a:cubicBezTo>
                  <a:pt x="504582" y="28916"/>
                  <a:pt x="503080" y="23910"/>
                  <a:pt x="500915" y="20185"/>
                </a:cubicBezTo>
                <a:cubicBezTo>
                  <a:pt x="498750" y="16460"/>
                  <a:pt x="495665" y="13503"/>
                  <a:pt x="491661" y="11315"/>
                </a:cubicBezTo>
                <a:cubicBezTo>
                  <a:pt x="487656" y="9126"/>
                  <a:pt x="483512" y="8032"/>
                  <a:pt x="479228" y="8032"/>
                </a:cubicBezTo>
                <a:cubicBezTo>
                  <a:pt x="474386" y="8032"/>
                  <a:pt x="470381" y="9510"/>
                  <a:pt x="467215" y="12465"/>
                </a:cubicBezTo>
                <a:cubicBezTo>
                  <a:pt x="464048" y="15419"/>
                  <a:pt x="462465" y="18780"/>
                  <a:pt x="462465" y="22549"/>
                </a:cubicBezTo>
                <a:cubicBezTo>
                  <a:pt x="462465" y="25435"/>
                  <a:pt x="463466" y="28063"/>
                  <a:pt x="465469" y="30435"/>
                </a:cubicBezTo>
                <a:cubicBezTo>
                  <a:pt x="468356" y="33926"/>
                  <a:pt x="475224" y="38579"/>
                  <a:pt x="486073" y="44396"/>
                </a:cubicBezTo>
                <a:cubicBezTo>
                  <a:pt x="494920" y="49141"/>
                  <a:pt x="500962" y="52781"/>
                  <a:pt x="504198" y="55318"/>
                </a:cubicBezTo>
                <a:cubicBezTo>
                  <a:pt x="507434" y="57852"/>
                  <a:pt x="509925" y="60842"/>
                  <a:pt x="511671" y="64286"/>
                </a:cubicBezTo>
                <a:cubicBezTo>
                  <a:pt x="513417" y="67729"/>
                  <a:pt x="514291" y="71335"/>
                  <a:pt x="514291" y="75103"/>
                </a:cubicBezTo>
                <a:cubicBezTo>
                  <a:pt x="514291" y="82268"/>
                  <a:pt x="511508" y="88445"/>
                  <a:pt x="505944" y="93634"/>
                </a:cubicBezTo>
                <a:cubicBezTo>
                  <a:pt x="500380" y="98822"/>
                  <a:pt x="493220" y="101416"/>
                  <a:pt x="484467" y="101416"/>
                </a:cubicBezTo>
                <a:cubicBezTo>
                  <a:pt x="481719" y="101416"/>
                  <a:pt x="479135" y="101209"/>
                  <a:pt x="476714" y="100796"/>
                </a:cubicBezTo>
                <a:cubicBezTo>
                  <a:pt x="475270" y="100566"/>
                  <a:pt x="472279" y="99727"/>
                  <a:pt x="467739" y="98279"/>
                </a:cubicBezTo>
                <a:cubicBezTo>
                  <a:pt x="463199" y="96831"/>
                  <a:pt x="460323" y="96107"/>
                  <a:pt x="459113" y="96107"/>
                </a:cubicBezTo>
                <a:cubicBezTo>
                  <a:pt x="457949" y="96107"/>
                  <a:pt x="457029" y="96452"/>
                  <a:pt x="456354" y="97142"/>
                </a:cubicBezTo>
                <a:cubicBezTo>
                  <a:pt x="455679" y="97832"/>
                  <a:pt x="455178" y="99256"/>
                  <a:pt x="454852" y="101416"/>
                </a:cubicBezTo>
                <a:lnTo>
                  <a:pt x="452268" y="101416"/>
                </a:lnTo>
                <a:lnTo>
                  <a:pt x="452268" y="69007"/>
                </a:lnTo>
                <a:lnTo>
                  <a:pt x="454852" y="69007"/>
                </a:lnTo>
                <a:cubicBezTo>
                  <a:pt x="456063" y="75806"/>
                  <a:pt x="457692" y="80893"/>
                  <a:pt x="459741" y="84269"/>
                </a:cubicBezTo>
                <a:cubicBezTo>
                  <a:pt x="461790" y="87644"/>
                  <a:pt x="464921" y="90450"/>
                  <a:pt x="469135" y="92685"/>
                </a:cubicBezTo>
                <a:cubicBezTo>
                  <a:pt x="473349" y="94920"/>
                  <a:pt x="477971" y="96037"/>
                  <a:pt x="483000" y="96037"/>
                </a:cubicBezTo>
                <a:cubicBezTo>
                  <a:pt x="488820" y="96037"/>
                  <a:pt x="493418" y="94502"/>
                  <a:pt x="496794" y="91432"/>
                </a:cubicBezTo>
                <a:cubicBezTo>
                  <a:pt x="500170" y="88360"/>
                  <a:pt x="501858" y="84731"/>
                  <a:pt x="501858" y="80543"/>
                </a:cubicBezTo>
                <a:cubicBezTo>
                  <a:pt x="501858" y="78216"/>
                  <a:pt x="501218" y="75867"/>
                  <a:pt x="499937" y="73495"/>
                </a:cubicBezTo>
                <a:cubicBezTo>
                  <a:pt x="498657" y="71122"/>
                  <a:pt x="496666" y="68911"/>
                  <a:pt x="493966" y="66864"/>
                </a:cubicBezTo>
                <a:cubicBezTo>
                  <a:pt x="492150" y="65468"/>
                  <a:pt x="487191" y="62502"/>
                  <a:pt x="479088" y="57965"/>
                </a:cubicBezTo>
                <a:cubicBezTo>
                  <a:pt x="470986" y="53428"/>
                  <a:pt x="465224" y="49811"/>
                  <a:pt x="461802" y="47113"/>
                </a:cubicBezTo>
                <a:cubicBezTo>
                  <a:pt x="458379" y="44414"/>
                  <a:pt x="455783" y="41436"/>
                  <a:pt x="454014" y="38179"/>
                </a:cubicBezTo>
                <a:cubicBezTo>
                  <a:pt x="452245" y="34921"/>
                  <a:pt x="451360" y="31338"/>
                  <a:pt x="451360" y="27430"/>
                </a:cubicBezTo>
                <a:cubicBezTo>
                  <a:pt x="451360" y="20637"/>
                  <a:pt x="453967" y="14787"/>
                  <a:pt x="459182" y="9879"/>
                </a:cubicBezTo>
                <a:cubicBezTo>
                  <a:pt x="464398" y="4969"/>
                  <a:pt x="471033" y="2514"/>
                  <a:pt x="479088" y="2514"/>
                </a:cubicBezTo>
                <a:cubicBezTo>
                  <a:pt x="484117" y="2514"/>
                  <a:pt x="489449" y="3748"/>
                  <a:pt x="495083" y="6216"/>
                </a:cubicBezTo>
                <a:cubicBezTo>
                  <a:pt x="497691" y="7380"/>
                  <a:pt x="499530" y="7962"/>
                  <a:pt x="500601" y="7962"/>
                </a:cubicBezTo>
                <a:cubicBezTo>
                  <a:pt x="501811" y="7962"/>
                  <a:pt x="502801" y="7602"/>
                  <a:pt x="503569" y="6880"/>
                </a:cubicBezTo>
                <a:cubicBezTo>
                  <a:pt x="504338" y="6158"/>
                  <a:pt x="504955" y="4703"/>
                  <a:pt x="505420" y="2514"/>
                </a:cubicBezTo>
                <a:lnTo>
                  <a:pt x="508004" y="2514"/>
                </a:lnTo>
                <a:close/>
                <a:moveTo>
                  <a:pt x="542696" y="0"/>
                </a:moveTo>
                <a:cubicBezTo>
                  <a:pt x="544651" y="0"/>
                  <a:pt x="546316" y="690"/>
                  <a:pt x="547690" y="2071"/>
                </a:cubicBezTo>
                <a:cubicBezTo>
                  <a:pt x="549063" y="3451"/>
                  <a:pt x="549750" y="5123"/>
                  <a:pt x="549750" y="7089"/>
                </a:cubicBezTo>
                <a:cubicBezTo>
                  <a:pt x="549750" y="9055"/>
                  <a:pt x="549063" y="10740"/>
                  <a:pt x="547690" y="12144"/>
                </a:cubicBezTo>
                <a:cubicBezTo>
                  <a:pt x="546316" y="13547"/>
                  <a:pt x="544651" y="14248"/>
                  <a:pt x="542696" y="14248"/>
                </a:cubicBezTo>
                <a:cubicBezTo>
                  <a:pt x="540740" y="14248"/>
                  <a:pt x="539064" y="13547"/>
                  <a:pt x="537667" y="12144"/>
                </a:cubicBezTo>
                <a:cubicBezTo>
                  <a:pt x="536270" y="10740"/>
                  <a:pt x="535571" y="9055"/>
                  <a:pt x="535571" y="7089"/>
                </a:cubicBezTo>
                <a:cubicBezTo>
                  <a:pt x="535571" y="5123"/>
                  <a:pt x="536258" y="3451"/>
                  <a:pt x="537632" y="2071"/>
                </a:cubicBezTo>
                <a:cubicBezTo>
                  <a:pt x="539005" y="690"/>
                  <a:pt x="540693" y="0"/>
                  <a:pt x="542696" y="0"/>
                </a:cubicBezTo>
                <a:moveTo>
                  <a:pt x="548493" y="33526"/>
                </a:moveTo>
                <a:lnTo>
                  <a:pt x="548493" y="84819"/>
                </a:lnTo>
                <a:cubicBezTo>
                  <a:pt x="548493" y="88814"/>
                  <a:pt x="548784" y="91474"/>
                  <a:pt x="549366" y="92798"/>
                </a:cubicBezTo>
                <a:cubicBezTo>
                  <a:pt x="549948" y="94123"/>
                  <a:pt x="550809" y="95110"/>
                  <a:pt x="551950" y="95760"/>
                </a:cubicBezTo>
                <a:cubicBezTo>
                  <a:pt x="553091" y="96411"/>
                  <a:pt x="555175" y="96736"/>
                  <a:pt x="558201" y="96736"/>
                </a:cubicBezTo>
                <a:lnTo>
                  <a:pt x="558201" y="99320"/>
                </a:lnTo>
                <a:lnTo>
                  <a:pt x="527120" y="99320"/>
                </a:lnTo>
                <a:lnTo>
                  <a:pt x="527120" y="96736"/>
                </a:lnTo>
                <a:cubicBezTo>
                  <a:pt x="530240" y="96736"/>
                  <a:pt x="532335" y="96434"/>
                  <a:pt x="533406" y="95830"/>
                </a:cubicBezTo>
                <a:cubicBezTo>
                  <a:pt x="534477" y="95226"/>
                  <a:pt x="535327" y="94227"/>
                  <a:pt x="535956" y="92833"/>
                </a:cubicBezTo>
                <a:cubicBezTo>
                  <a:pt x="536584" y="91439"/>
                  <a:pt x="536898" y="88768"/>
                  <a:pt x="536898" y="84819"/>
                </a:cubicBezTo>
                <a:lnTo>
                  <a:pt x="536898" y="60218"/>
                </a:lnTo>
                <a:cubicBezTo>
                  <a:pt x="536898" y="53294"/>
                  <a:pt x="536689" y="48811"/>
                  <a:pt x="536270" y="46768"/>
                </a:cubicBezTo>
                <a:cubicBezTo>
                  <a:pt x="535944" y="45281"/>
                  <a:pt x="535432" y="44247"/>
                  <a:pt x="534733" y="43666"/>
                </a:cubicBezTo>
                <a:cubicBezTo>
                  <a:pt x="534035" y="43086"/>
                  <a:pt x="533080" y="42796"/>
                  <a:pt x="531870" y="42796"/>
                </a:cubicBezTo>
                <a:cubicBezTo>
                  <a:pt x="530566" y="42796"/>
                  <a:pt x="528983" y="43144"/>
                  <a:pt x="527120" y="43841"/>
                </a:cubicBezTo>
                <a:lnTo>
                  <a:pt x="526142" y="41331"/>
                </a:lnTo>
                <a:lnTo>
                  <a:pt x="545420" y="33526"/>
                </a:lnTo>
                <a:lnTo>
                  <a:pt x="548493" y="33526"/>
                </a:lnTo>
                <a:close/>
                <a:moveTo>
                  <a:pt x="585186" y="47146"/>
                </a:moveTo>
                <a:cubicBezTo>
                  <a:pt x="589843" y="42489"/>
                  <a:pt x="592590" y="39812"/>
                  <a:pt x="593428" y="39113"/>
                </a:cubicBezTo>
                <a:cubicBezTo>
                  <a:pt x="595523" y="37344"/>
                  <a:pt x="597782" y="35970"/>
                  <a:pt x="600203" y="34993"/>
                </a:cubicBezTo>
                <a:cubicBezTo>
                  <a:pt x="602624" y="34015"/>
                  <a:pt x="605022" y="33526"/>
                  <a:pt x="607397" y="33526"/>
                </a:cubicBezTo>
                <a:cubicBezTo>
                  <a:pt x="611402" y="33526"/>
                  <a:pt x="614847" y="34690"/>
                  <a:pt x="617734" y="37018"/>
                </a:cubicBezTo>
                <a:cubicBezTo>
                  <a:pt x="620621" y="39346"/>
                  <a:pt x="622554" y="42722"/>
                  <a:pt x="623531" y="47146"/>
                </a:cubicBezTo>
                <a:cubicBezTo>
                  <a:pt x="628327" y="41558"/>
                  <a:pt x="632379" y="37891"/>
                  <a:pt x="635685" y="36145"/>
                </a:cubicBezTo>
                <a:cubicBezTo>
                  <a:pt x="638991" y="34399"/>
                  <a:pt x="642390" y="33526"/>
                  <a:pt x="645882" y="33526"/>
                </a:cubicBezTo>
                <a:cubicBezTo>
                  <a:pt x="649281" y="33526"/>
                  <a:pt x="652296" y="34397"/>
                  <a:pt x="654927" y="36141"/>
                </a:cubicBezTo>
                <a:cubicBezTo>
                  <a:pt x="657558" y="37882"/>
                  <a:pt x="659642" y="40728"/>
                  <a:pt x="661178" y="44677"/>
                </a:cubicBezTo>
                <a:cubicBezTo>
                  <a:pt x="662203" y="47372"/>
                  <a:pt x="662715" y="51600"/>
                  <a:pt x="662715" y="57361"/>
                </a:cubicBezTo>
                <a:lnTo>
                  <a:pt x="662715" y="84819"/>
                </a:lnTo>
                <a:cubicBezTo>
                  <a:pt x="662715" y="88814"/>
                  <a:pt x="663017" y="91556"/>
                  <a:pt x="663623" y="93043"/>
                </a:cubicBezTo>
                <a:cubicBezTo>
                  <a:pt x="664088" y="94064"/>
                  <a:pt x="664950" y="94935"/>
                  <a:pt x="666207" y="95656"/>
                </a:cubicBezTo>
                <a:cubicBezTo>
                  <a:pt x="667464" y="96376"/>
                  <a:pt x="669513" y="96736"/>
                  <a:pt x="672353" y="96736"/>
                </a:cubicBezTo>
                <a:lnTo>
                  <a:pt x="672353" y="99320"/>
                </a:lnTo>
                <a:lnTo>
                  <a:pt x="640783" y="99320"/>
                </a:lnTo>
                <a:lnTo>
                  <a:pt x="640783" y="96736"/>
                </a:lnTo>
                <a:lnTo>
                  <a:pt x="642110" y="96736"/>
                </a:lnTo>
                <a:cubicBezTo>
                  <a:pt x="644858" y="96736"/>
                  <a:pt x="646999" y="96203"/>
                  <a:pt x="648536" y="95138"/>
                </a:cubicBezTo>
                <a:cubicBezTo>
                  <a:pt x="649607" y="94396"/>
                  <a:pt x="650375" y="93215"/>
                  <a:pt x="650841" y="91594"/>
                </a:cubicBezTo>
                <a:cubicBezTo>
                  <a:pt x="651027" y="90806"/>
                  <a:pt x="651120" y="88560"/>
                  <a:pt x="651120" y="84853"/>
                </a:cubicBezTo>
                <a:lnTo>
                  <a:pt x="651120" y="57474"/>
                </a:lnTo>
                <a:cubicBezTo>
                  <a:pt x="651120" y="52285"/>
                  <a:pt x="650492" y="48626"/>
                  <a:pt x="649235" y="46495"/>
                </a:cubicBezTo>
                <a:cubicBezTo>
                  <a:pt x="647419" y="43530"/>
                  <a:pt x="644508" y="42047"/>
                  <a:pt x="640504" y="42047"/>
                </a:cubicBezTo>
                <a:cubicBezTo>
                  <a:pt x="638036" y="42047"/>
                  <a:pt x="635556" y="42661"/>
                  <a:pt x="633065" y="43889"/>
                </a:cubicBezTo>
                <a:cubicBezTo>
                  <a:pt x="630574" y="45116"/>
                  <a:pt x="627559" y="47397"/>
                  <a:pt x="624020" y="50734"/>
                </a:cubicBezTo>
                <a:lnTo>
                  <a:pt x="623881" y="51498"/>
                </a:lnTo>
                <a:lnTo>
                  <a:pt x="624020" y="54486"/>
                </a:lnTo>
                <a:lnTo>
                  <a:pt x="624020" y="84853"/>
                </a:lnTo>
                <a:cubicBezTo>
                  <a:pt x="624020" y="89209"/>
                  <a:pt x="624265" y="91919"/>
                  <a:pt x="624754" y="92984"/>
                </a:cubicBezTo>
                <a:cubicBezTo>
                  <a:pt x="625243" y="94049"/>
                  <a:pt x="626162" y="94941"/>
                  <a:pt x="627513" y="95660"/>
                </a:cubicBezTo>
                <a:cubicBezTo>
                  <a:pt x="628863" y="96377"/>
                  <a:pt x="631168" y="96736"/>
                  <a:pt x="634427" y="96736"/>
                </a:cubicBezTo>
                <a:lnTo>
                  <a:pt x="634427" y="99320"/>
                </a:lnTo>
                <a:lnTo>
                  <a:pt x="602089" y="99320"/>
                </a:lnTo>
                <a:lnTo>
                  <a:pt x="602089" y="96736"/>
                </a:lnTo>
                <a:cubicBezTo>
                  <a:pt x="605628" y="96736"/>
                  <a:pt x="608061" y="96319"/>
                  <a:pt x="609388" y="95485"/>
                </a:cubicBezTo>
                <a:cubicBezTo>
                  <a:pt x="610715" y="94651"/>
                  <a:pt x="611634" y="93401"/>
                  <a:pt x="612147" y="91733"/>
                </a:cubicBezTo>
                <a:cubicBezTo>
                  <a:pt x="612379" y="90945"/>
                  <a:pt x="612496" y="88651"/>
                  <a:pt x="612496" y="84853"/>
                </a:cubicBezTo>
                <a:lnTo>
                  <a:pt x="612496" y="57474"/>
                </a:lnTo>
                <a:cubicBezTo>
                  <a:pt x="612496" y="52285"/>
                  <a:pt x="611728" y="48556"/>
                  <a:pt x="610191" y="46286"/>
                </a:cubicBezTo>
                <a:cubicBezTo>
                  <a:pt x="608142" y="43320"/>
                  <a:pt x="605278" y="41837"/>
                  <a:pt x="601600" y="41837"/>
                </a:cubicBezTo>
                <a:cubicBezTo>
                  <a:pt x="599086" y="41837"/>
                  <a:pt x="596594" y="42509"/>
                  <a:pt x="594126" y="43852"/>
                </a:cubicBezTo>
                <a:cubicBezTo>
                  <a:pt x="590262" y="45891"/>
                  <a:pt x="587282" y="48184"/>
                  <a:pt x="585186" y="50732"/>
                </a:cubicBezTo>
                <a:lnTo>
                  <a:pt x="585186" y="84853"/>
                </a:lnTo>
                <a:cubicBezTo>
                  <a:pt x="585186" y="89022"/>
                  <a:pt x="585477" y="91733"/>
                  <a:pt x="586059" y="92984"/>
                </a:cubicBezTo>
                <a:cubicBezTo>
                  <a:pt x="586641" y="94234"/>
                  <a:pt x="587503" y="95172"/>
                  <a:pt x="588644" y="95797"/>
                </a:cubicBezTo>
                <a:cubicBezTo>
                  <a:pt x="589784" y="96423"/>
                  <a:pt x="592101" y="96736"/>
                  <a:pt x="595593" y="96736"/>
                </a:cubicBezTo>
                <a:lnTo>
                  <a:pt x="595593" y="99320"/>
                </a:lnTo>
                <a:lnTo>
                  <a:pt x="563953" y="99320"/>
                </a:lnTo>
                <a:lnTo>
                  <a:pt x="563953" y="96736"/>
                </a:lnTo>
                <a:cubicBezTo>
                  <a:pt x="566887" y="96736"/>
                  <a:pt x="568936" y="96422"/>
                  <a:pt x="570100" y="95795"/>
                </a:cubicBezTo>
                <a:cubicBezTo>
                  <a:pt x="571264" y="95168"/>
                  <a:pt x="572148" y="94169"/>
                  <a:pt x="572754" y="92798"/>
                </a:cubicBezTo>
                <a:cubicBezTo>
                  <a:pt x="573359" y="91428"/>
                  <a:pt x="573662" y="88768"/>
                  <a:pt x="573662" y="84819"/>
                </a:cubicBezTo>
                <a:lnTo>
                  <a:pt x="573662" y="60427"/>
                </a:lnTo>
                <a:cubicBezTo>
                  <a:pt x="573662" y="53411"/>
                  <a:pt x="573452" y="48881"/>
                  <a:pt x="573033" y="46838"/>
                </a:cubicBezTo>
                <a:cubicBezTo>
                  <a:pt x="572707" y="45304"/>
                  <a:pt x="572195" y="44247"/>
                  <a:pt x="571497" y="43666"/>
                </a:cubicBezTo>
                <a:cubicBezTo>
                  <a:pt x="570798" y="43086"/>
                  <a:pt x="569844" y="42796"/>
                  <a:pt x="568633" y="42796"/>
                </a:cubicBezTo>
                <a:cubicBezTo>
                  <a:pt x="567329" y="42796"/>
                  <a:pt x="565769" y="43144"/>
                  <a:pt x="563953" y="43841"/>
                </a:cubicBezTo>
                <a:lnTo>
                  <a:pt x="562906" y="41331"/>
                </a:lnTo>
                <a:lnTo>
                  <a:pt x="582183" y="33526"/>
                </a:lnTo>
                <a:lnTo>
                  <a:pt x="585186" y="33526"/>
                </a:lnTo>
                <a:lnTo>
                  <a:pt x="585186" y="47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9056B-74B5-4891-9257-502A216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65" y="116502"/>
            <a:ext cx="874154" cy="762898"/>
          </a:xfrm>
          <a:custGeom xmlns:a="http://schemas.openxmlformats.org/drawingml/2006/main">
            <a:pathLst>
              <a:path w="874154" h="762898" fill="none">
                <a:moveTo>
                  <a:pt x="0" y="0"/>
                </a:moveTo>
                <a:lnTo>
                  <a:pt x="874154" y="0"/>
                </a:lnTo>
                <a:lnTo>
                  <a:pt x="874154" y="762898"/>
                </a:lnTo>
                <a:lnTo>
                  <a:pt x="0" y="7628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9D259-1855-4096-886C-4C9978B5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919" y="704570"/>
            <a:ext cx="936140" cy="1468262"/>
          </a:xfrm>
          <a:custGeom xmlns:a="http://schemas.openxmlformats.org/drawingml/2006/main">
            <a:pathLst>
              <a:path w="936140" h="1468262" fill="none">
                <a:moveTo>
                  <a:pt x="0" y="0"/>
                </a:moveTo>
                <a:lnTo>
                  <a:pt x="936140" y="0"/>
                </a:lnTo>
                <a:lnTo>
                  <a:pt x="935743" y="1468262"/>
                </a:lnTo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89C8D-A10A-4D0A-B039-FB8651E0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74" y="2156937"/>
            <a:ext cx="63575" cy="63575"/>
          </a:xfrm>
          <a:custGeom xmlns:a="http://schemas.openxmlformats.org/drawingml/2006/main">
            <a:pathLst>
              <a:path w="63575" h="63575">
                <a:moveTo>
                  <a:pt x="31787" y="63575"/>
                </a:moveTo>
                <a:lnTo>
                  <a:pt x="0" y="0"/>
                </a:lnTo>
                <a:lnTo>
                  <a:pt x="31787" y="15894"/>
                </a:lnTo>
                <a:lnTo>
                  <a:pt x="63575" y="79"/>
                </a:lnTo>
                <a:lnTo>
                  <a:pt x="31787" y="63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A50C5-A4FC-4114-B353-4B258E0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74" y="2156937"/>
            <a:ext cx="63575" cy="63575"/>
          </a:xfrm>
          <a:custGeom xmlns:a="http://schemas.openxmlformats.org/drawingml/2006/main">
            <a:pathLst>
              <a:path w="63575" h="63575" fill="none">
                <a:moveTo>
                  <a:pt x="31787" y="63575"/>
                </a:moveTo>
                <a:lnTo>
                  <a:pt x="0" y="0"/>
                </a:lnTo>
                <a:lnTo>
                  <a:pt x="31787" y="15894"/>
                </a:lnTo>
                <a:lnTo>
                  <a:pt x="63575" y="79"/>
                </a:lnTo>
                <a:lnTo>
                  <a:pt x="31787" y="63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94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854186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2026-09-05T17:32:24.4230000Z</dcterms:created>
  <dcterms:modified xsi:type="dcterms:W3CDTF">2026-09-05T17:32:24.4230000Z</dcterms:modified>
</coreProperties>
</file>