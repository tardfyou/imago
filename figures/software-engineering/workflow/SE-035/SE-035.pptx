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ded1b1f17346b6" /><Relationship Type="http://schemas.openxmlformats.org/officeDocument/2006/relationships/extended-properties" Target="/docProps/app.xml" Id="R2f9eb8a7570a432e" /><Relationship Type="http://schemas.openxmlformats.org/officeDocument/2006/relationships/officeDocument" Target="/ppt/presentation.xml" Id="Rf58482145f5f4e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f8e61085bd4a15"/>
  </p:sldMasterIdLst>
  <p:notesMasterIdLst>
    <p:notesMasterId xmlns:r="http://schemas.openxmlformats.org/officeDocument/2006/relationships" r:id="Rb589bd90c36a43ea"/>
  </p:notesMasterIdLst>
  <p:sldIdLst>
    <p:sldId xmlns:r="http://schemas.openxmlformats.org/officeDocument/2006/relationships" id="256" r:id="R6d06a581a4754e39"/>
  </p:sldIdLst>
  <p:sldSz cx="6600825" cy="4371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143cfc16994150" /><Relationship Type="http://schemas.openxmlformats.org/officeDocument/2006/relationships/slideMaster" Target="/ppt/slideMasters/slideMaster1.xml" Id="R69f8e61085bd4a15" /><Relationship Type="http://schemas.openxmlformats.org/officeDocument/2006/relationships/notesMaster" Target="/ppt/notesMasters/notesMaster1.xml" Id="Rb589bd90c36a43ea" /><Relationship Type="http://schemas.openxmlformats.org/officeDocument/2006/relationships/presProps" Target="/ppt/presProps.xml" Id="R613e4b84a27e461e" /><Relationship Type="http://schemas.openxmlformats.org/officeDocument/2006/relationships/tableStyles" Target="/ppt/tableStyles.xml" Id="Rfbe73eafa61b4998" /><Relationship Type="http://schemas.openxmlformats.org/officeDocument/2006/relationships/slide" Target="/ppt/slides/slide1.xml" Id="R6d06a581a4754e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b61418f0c349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892d8a915749e6" /><Relationship Type="http://schemas.openxmlformats.org/officeDocument/2006/relationships/notesMaster" Target="/ppt/notesMasters/notesMaster1.xml" Id="R48f770bb675a4d4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素材ID：SE-035</ns1:t>
            </ns1:r>
          </ns1:p>
          <ns1:p>
            <ns1:r>
              <ns1:t>论文：Analyzing and Debugging Normative Requirements via Satisfiability Checking</ns1:t>
            </ns1:r>
          </ns1:p>
          <ns1:p>
            <ns1:r>
              <ns1:t>会议：ICSE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类型：研究流程</ns1:t>
            </ns1:r>
          </ns1:p>
          <ns1:p>
            <ns1:r>
              <ns1:t>借鉴点：以利益相关者群体、规范属性、三步SAT分析及高亮诊断形成闭环，适合以人类决策为中心的方法工作流。</ns1:t>
            </ns1:r>
          </ns1:p>
          <ns1:p>
            <ns1:r>
              <ns1:t>论文URL：https://arxiv.org/pdf/2401.05673</ns1:t>
            </ns1:r>
          </ns1:p>
          <ns1:p>
            <ns1:r>
              <ns1:t>官方获奖URL：https://www2.sigsoft.org/awards/distinguishedpaper/#42nd-international-conference-on-software-engineering-icse-2024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e088c8e9e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87cdc208dd4318" /><Relationship Type="http://schemas.openxmlformats.org/officeDocument/2006/relationships/slideLayout" Target="/ppt/slideLayouts/slideLayout1.xml" Id="Rd75f944316e547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5f944316e547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125a734f941b4" /><Relationship Type="http://schemas.openxmlformats.org/officeDocument/2006/relationships/image" Target="/ppt/media/image.png" Id="Ra996e59a0ca64384" /><Relationship Type="http://schemas.openxmlformats.org/officeDocument/2006/relationships/image" Target="/ppt/media/image2.png" Id="R78a55656fd3b46ad" /><Relationship Type="http://schemas.openxmlformats.org/officeDocument/2006/relationships/image" Target="/ppt/media/image3.png" Id="Ra2c6e02e1b7045a0" /><Relationship Type="http://schemas.openxmlformats.org/officeDocument/2006/relationships/notesSlide" Target="/ppt/notesSlides/notesSlide1.xml" Id="Rcdd2aec5d00149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60E3F-9015-4169-A66A-0680466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1" y="51606"/>
            <a:ext cx="6512485" cy="4315728"/>
          </a:xfrm>
          <a:custGeom xmlns:a="http://schemas.openxmlformats.org/drawingml/2006/main">
            <a:pathLst>
              <a:path w="6512485" h="4315728">
                <a:moveTo>
                  <a:pt x="6512485" y="4247404"/>
                </a:moveTo>
                <a:lnTo>
                  <a:pt x="6512485" y="68325"/>
                </a:lnTo>
                <a:cubicBezTo>
                  <a:pt x="6512485" y="30589"/>
                  <a:pt x="6481896" y="0"/>
                  <a:pt x="6444160" y="0"/>
                </a:cubicBezTo>
                <a:lnTo>
                  <a:pt x="68325" y="0"/>
                </a:lnTo>
                <a:cubicBezTo>
                  <a:pt x="30590" y="0"/>
                  <a:pt x="0" y="30589"/>
                  <a:pt x="0" y="68325"/>
                </a:cubicBezTo>
                <a:lnTo>
                  <a:pt x="0" y="4247404"/>
                </a:lnTo>
                <a:cubicBezTo>
                  <a:pt x="0" y="4285139"/>
                  <a:pt x="30590" y="4315728"/>
                  <a:pt x="68325" y="4315728"/>
                </a:cubicBezTo>
                <a:lnTo>
                  <a:pt x="6444160" y="4315728"/>
                </a:lnTo>
                <a:cubicBezTo>
                  <a:pt x="6481896" y="4315728"/>
                  <a:pt x="6512485" y="4285139"/>
                  <a:pt x="6512485" y="4247404"/>
                </a:cubicBez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F9F9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B9096-4070-48AD-8753-24C6E376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1" y="51606"/>
            <a:ext cx="6512485" cy="4315728"/>
          </a:xfrm>
          <a:custGeom xmlns:a="http://schemas.openxmlformats.org/drawingml/2006/main">
            <a:pathLst>
              <a:path w="6512485" h="4315728" fill="none">
                <a:moveTo>
                  <a:pt x="6512485" y="4247404"/>
                </a:moveTo>
                <a:lnTo>
                  <a:pt x="6512485" y="68325"/>
                </a:lnTo>
                <a:cubicBezTo>
                  <a:pt x="6512485" y="30589"/>
                  <a:pt x="6481896" y="0"/>
                  <a:pt x="6444160" y="0"/>
                </a:cubicBezTo>
                <a:lnTo>
                  <a:pt x="68325" y="0"/>
                </a:lnTo>
                <a:cubicBezTo>
                  <a:pt x="30590" y="0"/>
                  <a:pt x="0" y="30589"/>
                  <a:pt x="0" y="68325"/>
                </a:cubicBezTo>
                <a:lnTo>
                  <a:pt x="0" y="4247404"/>
                </a:lnTo>
                <a:cubicBezTo>
                  <a:pt x="0" y="4285139"/>
                  <a:pt x="30590" y="4315728"/>
                  <a:pt x="68325" y="4315728"/>
                </a:cubicBezTo>
                <a:lnTo>
                  <a:pt x="6444160" y="4315728"/>
                </a:lnTo>
                <a:cubicBezTo>
                  <a:pt x="6481896" y="4315728"/>
                  <a:pt x="6512485" y="4285139"/>
                  <a:pt x="6512485" y="4247404"/>
                </a:cubicBez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6832" cap="flat">
            <a:solidFill>
              <a:srgbClr val="D9D9D9"/>
            </a:solidFill>
            <a:miter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6e59a0ca64384"/>
          <a:stretch xmlns:a="http://schemas.openxmlformats.org/drawingml/2006/main"/>
        </p:blipFill>
        <p:spPr>
          <a:xfrm xmlns:a="http://schemas.openxmlformats.org/drawingml/2006/main">
            <a:off x="160569" y="582547"/>
            <a:ext cx="1543050" cy="1543050"/>
          </a:xfrm>
          <a:prstGeom xmlns:a="http://schemas.openxmlformats.org/drawingml/2006/main" prst="rect">
            <a:avLst/>
          </a:prstGeom>
        </p:spPr>
      </p:pic>
      <p:sp>
        <p:nvSpPr>
          <p:cNvPr id="4" name="Text Non-technicaland">
            <a:extLst xmlns:a="http://schemas.openxmlformats.org/drawingml/2006/main">
              <a:ext uri="{FF2B5EF4-FFF2-40B4-BE49-F238E27FC236}">
                <a16:creationId xmlns:a16="http://schemas.microsoft.com/office/drawing/2014/main" id="{81CA1C30-7CC1-486B-BA34-6C2A1253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98" y="2116018"/>
            <a:ext cx="1263499" cy="108874"/>
          </a:xfrm>
          <a:custGeom xmlns:a="http://schemas.openxmlformats.org/drawingml/2006/main">
            <a:pathLst>
              <a:path w="1263499" h="108874">
                <a:moveTo>
                  <a:pt x="3230" y="38883"/>
                </a:moveTo>
                <a:lnTo>
                  <a:pt x="2461" y="76567"/>
                </a:lnTo>
                <a:cubicBezTo>
                  <a:pt x="1968" y="88534"/>
                  <a:pt x="1232" y="99177"/>
                  <a:pt x="0" y="107331"/>
                </a:cubicBezTo>
                <a:lnTo>
                  <a:pt x="155" y="107790"/>
                </a:lnTo>
                <a:cubicBezTo>
                  <a:pt x="155" y="107790"/>
                  <a:pt x="3659" y="107331"/>
                  <a:pt x="7072" y="107331"/>
                </a:cubicBezTo>
                <a:cubicBezTo>
                  <a:pt x="10793" y="107331"/>
                  <a:pt x="13837" y="107790"/>
                  <a:pt x="13837" y="107790"/>
                </a:cubicBezTo>
                <a:lnTo>
                  <a:pt x="14145" y="107331"/>
                </a:lnTo>
                <a:cubicBezTo>
                  <a:pt x="12913" y="98562"/>
                  <a:pt x="13037" y="88565"/>
                  <a:pt x="13220" y="76567"/>
                </a:cubicBezTo>
                <a:lnTo>
                  <a:pt x="13837" y="37344"/>
                </a:lnTo>
                <a:lnTo>
                  <a:pt x="14759" y="37344"/>
                </a:lnTo>
                <a:cubicBezTo>
                  <a:pt x="34897" y="60571"/>
                  <a:pt x="55650" y="85028"/>
                  <a:pt x="73329" y="107790"/>
                </a:cubicBezTo>
                <a:cubicBezTo>
                  <a:pt x="75882" y="107546"/>
                  <a:pt x="79447" y="107331"/>
                  <a:pt x="81938" y="107331"/>
                </a:cubicBezTo>
                <a:cubicBezTo>
                  <a:pt x="84399" y="107331"/>
                  <a:pt x="86827" y="107483"/>
                  <a:pt x="89318" y="107790"/>
                </a:cubicBezTo>
                <a:lnTo>
                  <a:pt x="90240" y="38883"/>
                </a:lnTo>
                <a:cubicBezTo>
                  <a:pt x="90240" y="27346"/>
                  <a:pt x="90547" y="16270"/>
                  <a:pt x="91776" y="8119"/>
                </a:cubicBezTo>
                <a:lnTo>
                  <a:pt x="91469" y="7656"/>
                </a:lnTo>
                <a:cubicBezTo>
                  <a:pt x="91469" y="7656"/>
                  <a:pt x="87350" y="8119"/>
                  <a:pt x="83937" y="8119"/>
                </a:cubicBezTo>
                <a:cubicBezTo>
                  <a:pt x="80217" y="8119"/>
                  <a:pt x="76250" y="7656"/>
                  <a:pt x="76250" y="7656"/>
                </a:cubicBezTo>
                <a:lnTo>
                  <a:pt x="75943" y="8119"/>
                </a:lnTo>
                <a:cubicBezTo>
                  <a:pt x="77174" y="16887"/>
                  <a:pt x="77634" y="27346"/>
                  <a:pt x="77941" y="38883"/>
                </a:cubicBezTo>
                <a:lnTo>
                  <a:pt x="77941" y="76567"/>
                </a:lnTo>
                <a:lnTo>
                  <a:pt x="77481" y="76536"/>
                </a:lnTo>
                <a:cubicBezTo>
                  <a:pt x="58296" y="56295"/>
                  <a:pt x="35974" y="30300"/>
                  <a:pt x="18756" y="7656"/>
                </a:cubicBezTo>
                <a:cubicBezTo>
                  <a:pt x="18756" y="7656"/>
                  <a:pt x="14020" y="8119"/>
                  <a:pt x="11224" y="8119"/>
                </a:cubicBezTo>
                <a:cubicBezTo>
                  <a:pt x="7656" y="8119"/>
                  <a:pt x="1999" y="7656"/>
                  <a:pt x="1999" y="7656"/>
                </a:cubicBezTo>
                <a:lnTo>
                  <a:pt x="1691" y="8119"/>
                </a:lnTo>
                <a:cubicBezTo>
                  <a:pt x="2923" y="16887"/>
                  <a:pt x="3537" y="27346"/>
                  <a:pt x="3230" y="38883"/>
                </a:cubicBezTo>
                <a:close/>
                <a:moveTo>
                  <a:pt x="108994" y="75774"/>
                </a:moveTo>
                <a:cubicBezTo>
                  <a:pt x="108994" y="96233"/>
                  <a:pt x="123291" y="108841"/>
                  <a:pt x="146197" y="108841"/>
                </a:cubicBezTo>
                <a:cubicBezTo>
                  <a:pt x="169717" y="108841"/>
                  <a:pt x="183400" y="95649"/>
                  <a:pt x="183400" y="74390"/>
                </a:cubicBezTo>
                <a:cubicBezTo>
                  <a:pt x="183400" y="55009"/>
                  <a:pt x="172485" y="39783"/>
                  <a:pt x="146504" y="39783"/>
                </a:cubicBezTo>
                <a:cubicBezTo>
                  <a:pt x="124522" y="39783"/>
                  <a:pt x="108994" y="51932"/>
                  <a:pt x="108994" y="75774"/>
                </a:cubicBezTo>
                <a:moveTo>
                  <a:pt x="145430" y="47470"/>
                </a:moveTo>
                <a:cubicBezTo>
                  <a:pt x="158495" y="47470"/>
                  <a:pt x="161571" y="57163"/>
                  <a:pt x="161571" y="78544"/>
                </a:cubicBezTo>
                <a:cubicBezTo>
                  <a:pt x="161571" y="96233"/>
                  <a:pt x="155268" y="101157"/>
                  <a:pt x="148350" y="101157"/>
                </a:cubicBezTo>
                <a:cubicBezTo>
                  <a:pt x="132362" y="101157"/>
                  <a:pt x="130825" y="84082"/>
                  <a:pt x="130825" y="72236"/>
                </a:cubicBezTo>
                <a:cubicBezTo>
                  <a:pt x="130825" y="58854"/>
                  <a:pt x="132207" y="47470"/>
                  <a:pt x="145430" y="47470"/>
                </a:cubicBezTo>
                <a:close/>
                <a:moveTo>
                  <a:pt x="268412" y="79630"/>
                </a:moveTo>
                <a:lnTo>
                  <a:pt x="268412" y="62549"/>
                </a:lnTo>
                <a:cubicBezTo>
                  <a:pt x="268412" y="46396"/>
                  <a:pt x="260880" y="39783"/>
                  <a:pt x="247043" y="39783"/>
                </a:cubicBezTo>
                <a:cubicBezTo>
                  <a:pt x="239203" y="39783"/>
                  <a:pt x="229980" y="44550"/>
                  <a:pt x="222908" y="53623"/>
                </a:cubicBezTo>
                <a:lnTo>
                  <a:pt x="222262" y="53161"/>
                </a:lnTo>
                <a:cubicBezTo>
                  <a:pt x="222262" y="49654"/>
                  <a:pt x="222077" y="43229"/>
                  <a:pt x="221833" y="41937"/>
                </a:cubicBezTo>
                <a:cubicBezTo>
                  <a:pt x="221648" y="40860"/>
                  <a:pt x="221402" y="40400"/>
                  <a:pt x="220449" y="40400"/>
                </a:cubicBezTo>
                <a:cubicBezTo>
                  <a:pt x="215990" y="41137"/>
                  <a:pt x="205997" y="41137"/>
                  <a:pt x="200619" y="40860"/>
                </a:cubicBezTo>
                <a:lnTo>
                  <a:pt x="200309" y="41322"/>
                </a:lnTo>
                <a:cubicBezTo>
                  <a:pt x="201510" y="47902"/>
                  <a:pt x="202000" y="59654"/>
                  <a:pt x="202000" y="71167"/>
                </a:cubicBezTo>
                <a:lnTo>
                  <a:pt x="202000" y="79630"/>
                </a:lnTo>
                <a:cubicBezTo>
                  <a:pt x="202000" y="91171"/>
                  <a:pt x="201632" y="99081"/>
                  <a:pt x="200309" y="107331"/>
                </a:cubicBezTo>
                <a:lnTo>
                  <a:pt x="200619" y="107790"/>
                </a:lnTo>
                <a:cubicBezTo>
                  <a:pt x="200619" y="107790"/>
                  <a:pt x="207843" y="107331"/>
                  <a:pt x="213224" y="107331"/>
                </a:cubicBezTo>
                <a:cubicBezTo>
                  <a:pt x="218481" y="107331"/>
                  <a:pt x="222755" y="107790"/>
                  <a:pt x="222755" y="107790"/>
                </a:cubicBezTo>
                <a:lnTo>
                  <a:pt x="223215" y="107331"/>
                </a:lnTo>
                <a:cubicBezTo>
                  <a:pt x="222448" y="98558"/>
                  <a:pt x="222293" y="91326"/>
                  <a:pt x="222293" y="79630"/>
                </a:cubicBezTo>
                <a:lnTo>
                  <a:pt x="222293" y="63933"/>
                </a:lnTo>
                <a:cubicBezTo>
                  <a:pt x="228136" y="56239"/>
                  <a:pt x="234592" y="51622"/>
                  <a:pt x="240125" y="51622"/>
                </a:cubicBezTo>
                <a:cubicBezTo>
                  <a:pt x="244277" y="51622"/>
                  <a:pt x="248119" y="54700"/>
                  <a:pt x="248119" y="65933"/>
                </a:cubicBezTo>
                <a:lnTo>
                  <a:pt x="248119" y="79630"/>
                </a:lnTo>
                <a:cubicBezTo>
                  <a:pt x="248119" y="91171"/>
                  <a:pt x="248119" y="99175"/>
                  <a:pt x="247197" y="107331"/>
                </a:cubicBezTo>
                <a:lnTo>
                  <a:pt x="247505" y="107790"/>
                </a:lnTo>
                <a:cubicBezTo>
                  <a:pt x="247505" y="107790"/>
                  <a:pt x="252424" y="107331"/>
                  <a:pt x="257805" y="107331"/>
                </a:cubicBezTo>
                <a:cubicBezTo>
                  <a:pt x="263031" y="107331"/>
                  <a:pt x="269796" y="107790"/>
                  <a:pt x="269796" y="107790"/>
                </a:cubicBezTo>
                <a:lnTo>
                  <a:pt x="270103" y="107331"/>
                </a:lnTo>
                <a:cubicBezTo>
                  <a:pt x="268719" y="98558"/>
                  <a:pt x="268412" y="91326"/>
                  <a:pt x="268412" y="79630"/>
                </a:cubicBezTo>
                <a:close/>
                <a:moveTo>
                  <a:pt x="324830" y="73376"/>
                </a:moveTo>
                <a:cubicBezTo>
                  <a:pt x="326829" y="73376"/>
                  <a:pt x="328982" y="67381"/>
                  <a:pt x="328982" y="65689"/>
                </a:cubicBezTo>
                <a:cubicBezTo>
                  <a:pt x="328982" y="64306"/>
                  <a:pt x="328365" y="62152"/>
                  <a:pt x="326829" y="62152"/>
                </a:cubicBezTo>
                <a:lnTo>
                  <a:pt x="291624" y="62152"/>
                </a:lnTo>
                <a:cubicBezTo>
                  <a:pt x="289781" y="62152"/>
                  <a:pt x="287782" y="67533"/>
                  <a:pt x="287782" y="69994"/>
                </a:cubicBezTo>
                <a:cubicBezTo>
                  <a:pt x="287782" y="71378"/>
                  <a:pt x="288704" y="73376"/>
                  <a:pt x="290088" y="73376"/>
                </a:cubicBezTo>
                <a:lnTo>
                  <a:pt x="324830" y="73376"/>
                </a:lnTo>
                <a:close/>
                <a:moveTo>
                  <a:pt x="348659" y="41435"/>
                </a:moveTo>
                <a:cubicBezTo>
                  <a:pt x="345523" y="41435"/>
                  <a:pt x="342262" y="41221"/>
                  <a:pt x="340358" y="40975"/>
                </a:cubicBezTo>
                <a:cubicBezTo>
                  <a:pt x="339527" y="43588"/>
                  <a:pt x="338481" y="46049"/>
                  <a:pt x="336975" y="48355"/>
                </a:cubicBezTo>
                <a:lnTo>
                  <a:pt x="337744" y="49429"/>
                </a:lnTo>
                <a:cubicBezTo>
                  <a:pt x="340388" y="49246"/>
                  <a:pt x="345155" y="49152"/>
                  <a:pt x="348659" y="49122"/>
                </a:cubicBezTo>
                <a:lnTo>
                  <a:pt x="348197" y="67245"/>
                </a:lnTo>
                <a:cubicBezTo>
                  <a:pt x="347981" y="76459"/>
                  <a:pt x="347737" y="89205"/>
                  <a:pt x="347737" y="93812"/>
                </a:cubicBezTo>
                <a:cubicBezTo>
                  <a:pt x="347737" y="101032"/>
                  <a:pt x="352809" y="108874"/>
                  <a:pt x="362649" y="108874"/>
                </a:cubicBezTo>
                <a:cubicBezTo>
                  <a:pt x="370641" y="108874"/>
                  <a:pt x="378635" y="107490"/>
                  <a:pt x="385245" y="103493"/>
                </a:cubicBezTo>
                <a:cubicBezTo>
                  <a:pt x="385245" y="101032"/>
                  <a:pt x="384323" y="98729"/>
                  <a:pt x="382632" y="97652"/>
                </a:cubicBezTo>
                <a:cubicBezTo>
                  <a:pt x="379250" y="99341"/>
                  <a:pt x="377713" y="99496"/>
                  <a:pt x="373716" y="99496"/>
                </a:cubicBezTo>
                <a:cubicBezTo>
                  <a:pt x="369566" y="99496"/>
                  <a:pt x="368028" y="93505"/>
                  <a:pt x="368028" y="87209"/>
                </a:cubicBezTo>
                <a:cubicBezTo>
                  <a:pt x="368028" y="82602"/>
                  <a:pt x="368028" y="74770"/>
                  <a:pt x="368182" y="65556"/>
                </a:cubicBezTo>
                <a:lnTo>
                  <a:pt x="368490" y="49122"/>
                </a:lnTo>
                <a:lnTo>
                  <a:pt x="374331" y="49122"/>
                </a:lnTo>
                <a:cubicBezTo>
                  <a:pt x="378020" y="49122"/>
                  <a:pt x="383371" y="49246"/>
                  <a:pt x="385400" y="49429"/>
                </a:cubicBezTo>
                <a:cubicBezTo>
                  <a:pt x="385646" y="47123"/>
                  <a:pt x="386322" y="44479"/>
                  <a:pt x="387244" y="42204"/>
                </a:cubicBezTo>
                <a:lnTo>
                  <a:pt x="386477" y="40975"/>
                </a:lnTo>
                <a:cubicBezTo>
                  <a:pt x="383617" y="41221"/>
                  <a:pt x="379250" y="41435"/>
                  <a:pt x="375715" y="41435"/>
                </a:cubicBezTo>
                <a:lnTo>
                  <a:pt x="368490" y="41435"/>
                </a:lnTo>
                <a:cubicBezTo>
                  <a:pt x="368490" y="32826"/>
                  <a:pt x="368581" y="28214"/>
                  <a:pt x="369259" y="20068"/>
                </a:cubicBezTo>
                <a:cubicBezTo>
                  <a:pt x="369259" y="18991"/>
                  <a:pt x="368797" y="18531"/>
                  <a:pt x="367875" y="18531"/>
                </a:cubicBezTo>
                <a:cubicBezTo>
                  <a:pt x="364031" y="20068"/>
                  <a:pt x="355729" y="24065"/>
                  <a:pt x="349581" y="25449"/>
                </a:cubicBezTo>
                <a:lnTo>
                  <a:pt x="349274" y="25908"/>
                </a:lnTo>
                <a:cubicBezTo>
                  <a:pt x="348781" y="30030"/>
                  <a:pt x="348659" y="35317"/>
                  <a:pt x="348659" y="41435"/>
                </a:cubicBezTo>
                <a:close/>
                <a:moveTo>
                  <a:pt x="415837" y="68145"/>
                </a:moveTo>
                <a:cubicBezTo>
                  <a:pt x="416391" y="60585"/>
                  <a:pt x="418268" y="55216"/>
                  <a:pt x="420543" y="52101"/>
                </a:cubicBezTo>
                <a:cubicBezTo>
                  <a:pt x="422478" y="49445"/>
                  <a:pt x="425492" y="47470"/>
                  <a:pt x="429827" y="47470"/>
                </a:cubicBezTo>
                <a:cubicBezTo>
                  <a:pt x="436130" y="47470"/>
                  <a:pt x="439820" y="54629"/>
                  <a:pt x="439820" y="68145"/>
                </a:cubicBezTo>
                <a:lnTo>
                  <a:pt x="415837" y="68145"/>
                </a:lnTo>
                <a:moveTo>
                  <a:pt x="458114" y="90868"/>
                </a:moveTo>
                <a:cubicBezTo>
                  <a:pt x="450981" y="96606"/>
                  <a:pt x="443510" y="97160"/>
                  <a:pt x="437052" y="97160"/>
                </a:cubicBezTo>
                <a:cubicBezTo>
                  <a:pt x="429581" y="97160"/>
                  <a:pt x="423987" y="95163"/>
                  <a:pt x="420327" y="91176"/>
                </a:cubicBezTo>
                <a:cubicBezTo>
                  <a:pt x="416945" y="87493"/>
                  <a:pt x="415223" y="82121"/>
                  <a:pt x="415223" y="75063"/>
                </a:cubicBezTo>
                <a:lnTo>
                  <a:pt x="430536" y="75063"/>
                </a:lnTo>
                <a:cubicBezTo>
                  <a:pt x="445907" y="75063"/>
                  <a:pt x="459036" y="75370"/>
                  <a:pt x="459036" y="75370"/>
                </a:cubicBezTo>
                <a:lnTo>
                  <a:pt x="459958" y="74448"/>
                </a:lnTo>
                <a:cubicBezTo>
                  <a:pt x="459958" y="55185"/>
                  <a:pt x="454577" y="39783"/>
                  <a:pt x="430904" y="39783"/>
                </a:cubicBezTo>
                <a:cubicBezTo>
                  <a:pt x="422448" y="39783"/>
                  <a:pt x="413255" y="42429"/>
                  <a:pt x="407168" y="47470"/>
                </a:cubicBezTo>
                <a:cubicBezTo>
                  <a:pt x="399697" y="53642"/>
                  <a:pt x="394623" y="62900"/>
                  <a:pt x="394623" y="75678"/>
                </a:cubicBezTo>
                <a:cubicBezTo>
                  <a:pt x="394623" y="84730"/>
                  <a:pt x="397975" y="94244"/>
                  <a:pt x="404308" y="100849"/>
                </a:cubicBezTo>
                <a:cubicBezTo>
                  <a:pt x="409565" y="106292"/>
                  <a:pt x="418605" y="108841"/>
                  <a:pt x="430135" y="108841"/>
                </a:cubicBezTo>
                <a:cubicBezTo>
                  <a:pt x="441204" y="108841"/>
                  <a:pt x="452210" y="105306"/>
                  <a:pt x="460573" y="95626"/>
                </a:cubicBezTo>
                <a:cubicBezTo>
                  <a:pt x="460573" y="93629"/>
                  <a:pt x="459651" y="90868"/>
                  <a:pt x="458114" y="90868"/>
                </a:cubicBezTo>
                <a:close/>
                <a:moveTo>
                  <a:pt x="514072" y="47470"/>
                </a:moveTo>
                <a:cubicBezTo>
                  <a:pt x="520004" y="47470"/>
                  <a:pt x="524524" y="51932"/>
                  <a:pt x="527907" y="60393"/>
                </a:cubicBezTo>
                <a:lnTo>
                  <a:pt x="532211" y="60238"/>
                </a:lnTo>
                <a:lnTo>
                  <a:pt x="535901" y="45319"/>
                </a:lnTo>
                <a:lnTo>
                  <a:pt x="535594" y="44857"/>
                </a:lnTo>
                <a:cubicBezTo>
                  <a:pt x="530827" y="42399"/>
                  <a:pt x="520375" y="39783"/>
                  <a:pt x="512688" y="39783"/>
                </a:cubicBezTo>
                <a:cubicBezTo>
                  <a:pt x="492088" y="39783"/>
                  <a:pt x="474870" y="52087"/>
                  <a:pt x="474870" y="76236"/>
                </a:cubicBezTo>
                <a:cubicBezTo>
                  <a:pt x="474870" y="85834"/>
                  <a:pt x="478006" y="93341"/>
                  <a:pt x="483172" y="99003"/>
                </a:cubicBezTo>
                <a:cubicBezTo>
                  <a:pt x="488675" y="104999"/>
                  <a:pt x="498975" y="108841"/>
                  <a:pt x="510535" y="108841"/>
                </a:cubicBezTo>
                <a:cubicBezTo>
                  <a:pt x="522280" y="108841"/>
                  <a:pt x="528984" y="106383"/>
                  <a:pt x="535901" y="100540"/>
                </a:cubicBezTo>
                <a:cubicBezTo>
                  <a:pt x="535563" y="99064"/>
                  <a:pt x="535132" y="97002"/>
                  <a:pt x="535132" y="94542"/>
                </a:cubicBezTo>
                <a:lnTo>
                  <a:pt x="532673" y="93772"/>
                </a:lnTo>
                <a:cubicBezTo>
                  <a:pt x="528369" y="99003"/>
                  <a:pt x="520835" y="101157"/>
                  <a:pt x="514686" y="101157"/>
                </a:cubicBezTo>
                <a:cubicBezTo>
                  <a:pt x="510227" y="101157"/>
                  <a:pt x="504079" y="97310"/>
                  <a:pt x="501311" y="92851"/>
                </a:cubicBezTo>
                <a:cubicBezTo>
                  <a:pt x="498546" y="88389"/>
                  <a:pt x="496699" y="81035"/>
                  <a:pt x="496699" y="72236"/>
                </a:cubicBezTo>
                <a:cubicBezTo>
                  <a:pt x="496699" y="64915"/>
                  <a:pt x="497868" y="59039"/>
                  <a:pt x="500450" y="54855"/>
                </a:cubicBezTo>
                <a:cubicBezTo>
                  <a:pt x="503434" y="50055"/>
                  <a:pt x="508660" y="47470"/>
                  <a:pt x="514072" y="47470"/>
                </a:cubicBezTo>
                <a:close/>
                <a:moveTo>
                  <a:pt x="554195" y="34409"/>
                </a:moveTo>
                <a:lnTo>
                  <a:pt x="554195" y="79630"/>
                </a:lnTo>
                <a:cubicBezTo>
                  <a:pt x="554195" y="91171"/>
                  <a:pt x="553672" y="99081"/>
                  <a:pt x="552349" y="107331"/>
                </a:cubicBezTo>
                <a:lnTo>
                  <a:pt x="552504" y="107790"/>
                </a:lnTo>
                <a:cubicBezTo>
                  <a:pt x="552504" y="107790"/>
                  <a:pt x="559421" y="107331"/>
                  <a:pt x="564802" y="107331"/>
                </a:cubicBezTo>
                <a:cubicBezTo>
                  <a:pt x="570059" y="107331"/>
                  <a:pt x="575102" y="107790"/>
                  <a:pt x="575102" y="107790"/>
                </a:cubicBezTo>
                <a:lnTo>
                  <a:pt x="575410" y="107331"/>
                </a:lnTo>
                <a:cubicBezTo>
                  <a:pt x="574640" y="98558"/>
                  <a:pt x="574486" y="91326"/>
                  <a:pt x="574486" y="79630"/>
                </a:cubicBezTo>
                <a:lnTo>
                  <a:pt x="574486" y="63933"/>
                </a:lnTo>
                <a:cubicBezTo>
                  <a:pt x="580329" y="56239"/>
                  <a:pt x="586784" y="51622"/>
                  <a:pt x="592320" y="51622"/>
                </a:cubicBezTo>
                <a:cubicBezTo>
                  <a:pt x="596470" y="51622"/>
                  <a:pt x="600312" y="54700"/>
                  <a:pt x="600312" y="65933"/>
                </a:cubicBezTo>
                <a:lnTo>
                  <a:pt x="600312" y="79630"/>
                </a:lnTo>
                <a:cubicBezTo>
                  <a:pt x="600312" y="91171"/>
                  <a:pt x="600312" y="99175"/>
                  <a:pt x="599390" y="107331"/>
                </a:cubicBezTo>
                <a:lnTo>
                  <a:pt x="599545" y="107790"/>
                </a:lnTo>
                <a:cubicBezTo>
                  <a:pt x="599545" y="107790"/>
                  <a:pt x="607077" y="107331"/>
                  <a:pt x="612458" y="107331"/>
                </a:cubicBezTo>
                <a:cubicBezTo>
                  <a:pt x="617684" y="107331"/>
                  <a:pt x="621836" y="107790"/>
                  <a:pt x="621836" y="107790"/>
                </a:cubicBezTo>
                <a:lnTo>
                  <a:pt x="622143" y="107331"/>
                </a:lnTo>
                <a:cubicBezTo>
                  <a:pt x="620760" y="98558"/>
                  <a:pt x="620605" y="91326"/>
                  <a:pt x="620605" y="79630"/>
                </a:cubicBezTo>
                <a:lnTo>
                  <a:pt x="620605" y="62549"/>
                </a:lnTo>
                <a:cubicBezTo>
                  <a:pt x="620605" y="48702"/>
                  <a:pt x="614609" y="39783"/>
                  <a:pt x="600774" y="39783"/>
                </a:cubicBezTo>
                <a:cubicBezTo>
                  <a:pt x="592935" y="39783"/>
                  <a:pt x="581558" y="44550"/>
                  <a:pt x="574486" y="53623"/>
                </a:cubicBezTo>
                <a:lnTo>
                  <a:pt x="573871" y="53316"/>
                </a:lnTo>
                <a:lnTo>
                  <a:pt x="574486" y="39938"/>
                </a:lnTo>
                <a:lnTo>
                  <a:pt x="574486" y="30415"/>
                </a:lnTo>
                <a:cubicBezTo>
                  <a:pt x="574486" y="18895"/>
                  <a:pt x="574826" y="10938"/>
                  <a:pt x="576024" y="1536"/>
                </a:cubicBezTo>
                <a:cubicBezTo>
                  <a:pt x="576024" y="462"/>
                  <a:pt x="575593" y="0"/>
                  <a:pt x="574640" y="0"/>
                </a:cubicBezTo>
                <a:cubicBezTo>
                  <a:pt x="570798" y="1536"/>
                  <a:pt x="558898" y="4609"/>
                  <a:pt x="552656" y="5069"/>
                </a:cubicBezTo>
                <a:lnTo>
                  <a:pt x="552349" y="5531"/>
                </a:lnTo>
                <a:cubicBezTo>
                  <a:pt x="553548" y="12106"/>
                  <a:pt x="554195" y="22735"/>
                  <a:pt x="554195" y="34409"/>
                </a:cubicBezTo>
                <a:close/>
                <a:moveTo>
                  <a:pt x="712842" y="79630"/>
                </a:moveTo>
                <a:lnTo>
                  <a:pt x="712842" y="62549"/>
                </a:lnTo>
                <a:cubicBezTo>
                  <a:pt x="712842" y="46396"/>
                  <a:pt x="705310" y="39783"/>
                  <a:pt x="691473" y="39783"/>
                </a:cubicBezTo>
                <a:cubicBezTo>
                  <a:pt x="683634" y="39783"/>
                  <a:pt x="674410" y="44550"/>
                  <a:pt x="667338" y="53623"/>
                </a:cubicBezTo>
                <a:lnTo>
                  <a:pt x="666693" y="53161"/>
                </a:lnTo>
                <a:cubicBezTo>
                  <a:pt x="666693" y="49654"/>
                  <a:pt x="666508" y="43229"/>
                  <a:pt x="666264" y="41937"/>
                </a:cubicBezTo>
                <a:cubicBezTo>
                  <a:pt x="666078" y="40860"/>
                  <a:pt x="665832" y="40400"/>
                  <a:pt x="664880" y="40400"/>
                </a:cubicBezTo>
                <a:cubicBezTo>
                  <a:pt x="660420" y="41137"/>
                  <a:pt x="650428" y="41137"/>
                  <a:pt x="645049" y="40860"/>
                </a:cubicBezTo>
                <a:lnTo>
                  <a:pt x="644739" y="41322"/>
                </a:lnTo>
                <a:cubicBezTo>
                  <a:pt x="645940" y="47902"/>
                  <a:pt x="646431" y="59654"/>
                  <a:pt x="646431" y="71167"/>
                </a:cubicBezTo>
                <a:lnTo>
                  <a:pt x="646431" y="79630"/>
                </a:lnTo>
                <a:cubicBezTo>
                  <a:pt x="646431" y="91171"/>
                  <a:pt x="646062" y="99081"/>
                  <a:pt x="644739" y="107331"/>
                </a:cubicBezTo>
                <a:lnTo>
                  <a:pt x="645049" y="107790"/>
                </a:lnTo>
                <a:cubicBezTo>
                  <a:pt x="645049" y="107790"/>
                  <a:pt x="652274" y="107331"/>
                  <a:pt x="657655" y="107331"/>
                </a:cubicBezTo>
                <a:cubicBezTo>
                  <a:pt x="662912" y="107331"/>
                  <a:pt x="667185" y="107790"/>
                  <a:pt x="667185" y="107790"/>
                </a:cubicBezTo>
                <a:lnTo>
                  <a:pt x="667645" y="107331"/>
                </a:lnTo>
                <a:cubicBezTo>
                  <a:pt x="666878" y="98558"/>
                  <a:pt x="666723" y="91326"/>
                  <a:pt x="666723" y="79630"/>
                </a:cubicBezTo>
                <a:lnTo>
                  <a:pt x="666723" y="63933"/>
                </a:lnTo>
                <a:cubicBezTo>
                  <a:pt x="672566" y="56239"/>
                  <a:pt x="679022" y="51622"/>
                  <a:pt x="684555" y="51622"/>
                </a:cubicBezTo>
                <a:cubicBezTo>
                  <a:pt x="688707" y="51622"/>
                  <a:pt x="692550" y="54700"/>
                  <a:pt x="692550" y="65933"/>
                </a:cubicBezTo>
                <a:lnTo>
                  <a:pt x="692550" y="79630"/>
                </a:lnTo>
                <a:cubicBezTo>
                  <a:pt x="692550" y="91171"/>
                  <a:pt x="692550" y="99175"/>
                  <a:pt x="691628" y="107331"/>
                </a:cubicBezTo>
                <a:lnTo>
                  <a:pt x="691935" y="107790"/>
                </a:lnTo>
                <a:cubicBezTo>
                  <a:pt x="691935" y="107790"/>
                  <a:pt x="696854" y="107331"/>
                  <a:pt x="702235" y="107331"/>
                </a:cubicBezTo>
                <a:cubicBezTo>
                  <a:pt x="707461" y="107331"/>
                  <a:pt x="714226" y="107790"/>
                  <a:pt x="714226" y="107790"/>
                </a:cubicBezTo>
                <a:lnTo>
                  <a:pt x="714534" y="107331"/>
                </a:lnTo>
                <a:cubicBezTo>
                  <a:pt x="713150" y="98558"/>
                  <a:pt x="712842" y="91326"/>
                  <a:pt x="712842" y="79630"/>
                </a:cubicBezTo>
                <a:close/>
                <a:moveTo>
                  <a:pt x="739438" y="14060"/>
                </a:moveTo>
                <a:cubicBezTo>
                  <a:pt x="739438" y="19903"/>
                  <a:pt x="744204" y="24668"/>
                  <a:pt x="750352" y="24668"/>
                </a:cubicBezTo>
                <a:cubicBezTo>
                  <a:pt x="756503" y="24668"/>
                  <a:pt x="761267" y="19903"/>
                  <a:pt x="761267" y="14060"/>
                </a:cubicBezTo>
                <a:cubicBezTo>
                  <a:pt x="761267" y="8219"/>
                  <a:pt x="756503" y="3453"/>
                  <a:pt x="750352" y="3453"/>
                </a:cubicBezTo>
                <a:cubicBezTo>
                  <a:pt x="744204" y="3453"/>
                  <a:pt x="739438" y="8219"/>
                  <a:pt x="739438" y="14060"/>
                </a:cubicBezTo>
                <a:moveTo>
                  <a:pt x="740207" y="71239"/>
                </a:moveTo>
                <a:lnTo>
                  <a:pt x="740207" y="79686"/>
                </a:lnTo>
                <a:cubicBezTo>
                  <a:pt x="740207" y="91206"/>
                  <a:pt x="739900" y="99039"/>
                  <a:pt x="738668" y="107331"/>
                </a:cubicBezTo>
                <a:lnTo>
                  <a:pt x="738976" y="107790"/>
                </a:lnTo>
                <a:cubicBezTo>
                  <a:pt x="742175" y="107453"/>
                  <a:pt x="744971" y="107331"/>
                  <a:pt x="750352" y="107331"/>
                </a:cubicBezTo>
                <a:cubicBezTo>
                  <a:pt x="755579" y="107331"/>
                  <a:pt x="758839" y="107485"/>
                  <a:pt x="761729" y="107790"/>
                </a:cubicBezTo>
                <a:lnTo>
                  <a:pt x="762036" y="107331"/>
                </a:lnTo>
                <a:cubicBezTo>
                  <a:pt x="760807" y="98576"/>
                  <a:pt x="760500" y="91359"/>
                  <a:pt x="760500" y="79686"/>
                </a:cubicBezTo>
                <a:lnTo>
                  <a:pt x="760500" y="69551"/>
                </a:lnTo>
                <a:cubicBezTo>
                  <a:pt x="760500" y="58033"/>
                  <a:pt x="761084" y="51428"/>
                  <a:pt x="762036" y="42214"/>
                </a:cubicBezTo>
                <a:cubicBezTo>
                  <a:pt x="762036" y="41139"/>
                  <a:pt x="761574" y="40677"/>
                  <a:pt x="760652" y="40677"/>
                </a:cubicBezTo>
                <a:cubicBezTo>
                  <a:pt x="758532" y="40984"/>
                  <a:pt x="754349" y="41446"/>
                  <a:pt x="750045" y="41446"/>
                </a:cubicBezTo>
                <a:cubicBezTo>
                  <a:pt x="746048" y="41446"/>
                  <a:pt x="741868" y="41170"/>
                  <a:pt x="739130" y="40984"/>
                </a:cubicBezTo>
                <a:lnTo>
                  <a:pt x="738668" y="41599"/>
                </a:lnTo>
                <a:cubicBezTo>
                  <a:pt x="739900" y="48202"/>
                  <a:pt x="740207" y="59722"/>
                  <a:pt x="740207" y="71239"/>
                </a:cubicBezTo>
                <a:close/>
                <a:moveTo>
                  <a:pt x="819992" y="47470"/>
                </a:moveTo>
                <a:cubicBezTo>
                  <a:pt x="825924" y="47470"/>
                  <a:pt x="830445" y="51932"/>
                  <a:pt x="833827" y="60393"/>
                </a:cubicBezTo>
                <a:lnTo>
                  <a:pt x="838132" y="60238"/>
                </a:lnTo>
                <a:lnTo>
                  <a:pt x="841821" y="45319"/>
                </a:lnTo>
                <a:lnTo>
                  <a:pt x="841514" y="44857"/>
                </a:lnTo>
                <a:cubicBezTo>
                  <a:pt x="836748" y="42399"/>
                  <a:pt x="826295" y="39783"/>
                  <a:pt x="818608" y="39783"/>
                </a:cubicBezTo>
                <a:cubicBezTo>
                  <a:pt x="798008" y="39783"/>
                  <a:pt x="780791" y="52087"/>
                  <a:pt x="780791" y="76236"/>
                </a:cubicBezTo>
                <a:cubicBezTo>
                  <a:pt x="780791" y="85834"/>
                  <a:pt x="783927" y="93341"/>
                  <a:pt x="789092" y="99003"/>
                </a:cubicBezTo>
                <a:cubicBezTo>
                  <a:pt x="794595" y="104999"/>
                  <a:pt x="804895" y="108841"/>
                  <a:pt x="816455" y="108841"/>
                </a:cubicBezTo>
                <a:cubicBezTo>
                  <a:pt x="828200" y="108841"/>
                  <a:pt x="834904" y="106383"/>
                  <a:pt x="841821" y="100540"/>
                </a:cubicBezTo>
                <a:cubicBezTo>
                  <a:pt x="841484" y="99064"/>
                  <a:pt x="841052" y="97002"/>
                  <a:pt x="841052" y="94542"/>
                </a:cubicBezTo>
                <a:lnTo>
                  <a:pt x="838594" y="93772"/>
                </a:lnTo>
                <a:cubicBezTo>
                  <a:pt x="834289" y="99003"/>
                  <a:pt x="826755" y="101157"/>
                  <a:pt x="820607" y="101157"/>
                </a:cubicBezTo>
                <a:cubicBezTo>
                  <a:pt x="816148" y="101157"/>
                  <a:pt x="809999" y="97310"/>
                  <a:pt x="807231" y="92851"/>
                </a:cubicBezTo>
                <a:cubicBezTo>
                  <a:pt x="804466" y="88389"/>
                  <a:pt x="802620" y="81035"/>
                  <a:pt x="802620" y="72236"/>
                </a:cubicBezTo>
                <a:cubicBezTo>
                  <a:pt x="802620" y="64915"/>
                  <a:pt x="803788" y="59039"/>
                  <a:pt x="806371" y="54855"/>
                </a:cubicBezTo>
                <a:cubicBezTo>
                  <a:pt x="809354" y="50055"/>
                  <a:pt x="814581" y="47470"/>
                  <a:pt x="819992" y="47470"/>
                </a:cubicBezTo>
                <a:close/>
                <a:moveTo>
                  <a:pt x="894703" y="73161"/>
                </a:moveTo>
                <a:lnTo>
                  <a:pt x="894396" y="87467"/>
                </a:lnTo>
                <a:cubicBezTo>
                  <a:pt x="894396" y="89466"/>
                  <a:pt x="893167" y="93313"/>
                  <a:pt x="892090" y="94389"/>
                </a:cubicBezTo>
                <a:cubicBezTo>
                  <a:pt x="888555" y="97927"/>
                  <a:pt x="885018" y="99618"/>
                  <a:pt x="880714" y="99618"/>
                </a:cubicBezTo>
                <a:cubicBezTo>
                  <a:pt x="876102" y="99618"/>
                  <a:pt x="872722" y="95004"/>
                  <a:pt x="872722" y="90850"/>
                </a:cubicBezTo>
                <a:cubicBezTo>
                  <a:pt x="872722" y="85311"/>
                  <a:pt x="874687" y="78422"/>
                  <a:pt x="882405" y="76391"/>
                </a:cubicBezTo>
                <a:lnTo>
                  <a:pt x="894703" y="73161"/>
                </a:lnTo>
                <a:moveTo>
                  <a:pt x="914074" y="95004"/>
                </a:moveTo>
                <a:cubicBezTo>
                  <a:pt x="914074" y="90542"/>
                  <a:pt x="914689" y="66391"/>
                  <a:pt x="914689" y="64700"/>
                </a:cubicBezTo>
                <a:cubicBezTo>
                  <a:pt x="914689" y="55469"/>
                  <a:pt x="912782" y="49748"/>
                  <a:pt x="908539" y="45934"/>
                </a:cubicBezTo>
                <a:cubicBezTo>
                  <a:pt x="903650" y="41538"/>
                  <a:pt x="894396" y="39783"/>
                  <a:pt x="887017" y="39783"/>
                </a:cubicBezTo>
                <a:cubicBezTo>
                  <a:pt x="875949" y="39783"/>
                  <a:pt x="861190" y="44705"/>
                  <a:pt x="857500" y="47932"/>
                </a:cubicBezTo>
                <a:lnTo>
                  <a:pt x="857041" y="48547"/>
                </a:lnTo>
                <a:lnTo>
                  <a:pt x="860116" y="60086"/>
                </a:lnTo>
                <a:lnTo>
                  <a:pt x="865187" y="60238"/>
                </a:lnTo>
                <a:cubicBezTo>
                  <a:pt x="870416" y="52546"/>
                  <a:pt x="877179" y="48085"/>
                  <a:pt x="884096" y="48085"/>
                </a:cubicBezTo>
                <a:cubicBezTo>
                  <a:pt x="890861" y="48085"/>
                  <a:pt x="894703" y="51932"/>
                  <a:pt x="894703" y="63775"/>
                </a:cubicBezTo>
                <a:cubicBezTo>
                  <a:pt x="894703" y="64852"/>
                  <a:pt x="894244" y="65469"/>
                  <a:pt x="893782" y="65621"/>
                </a:cubicBezTo>
                <a:lnTo>
                  <a:pt x="875795" y="70390"/>
                </a:lnTo>
                <a:cubicBezTo>
                  <a:pt x="861038" y="73930"/>
                  <a:pt x="852122" y="81774"/>
                  <a:pt x="852122" y="92236"/>
                </a:cubicBezTo>
                <a:cubicBezTo>
                  <a:pt x="852122" y="102848"/>
                  <a:pt x="862422" y="108841"/>
                  <a:pt x="873182" y="108841"/>
                </a:cubicBezTo>
                <a:cubicBezTo>
                  <a:pt x="879177" y="108841"/>
                  <a:pt x="887326" y="106845"/>
                  <a:pt x="894244" y="99925"/>
                </a:cubicBezTo>
                <a:lnTo>
                  <a:pt x="894551" y="99925"/>
                </a:lnTo>
                <a:cubicBezTo>
                  <a:pt x="896702" y="106228"/>
                  <a:pt x="900085" y="108841"/>
                  <a:pt x="906695" y="108841"/>
                </a:cubicBezTo>
                <a:cubicBezTo>
                  <a:pt x="912690" y="108841"/>
                  <a:pt x="920377" y="107305"/>
                  <a:pt x="924989" y="103770"/>
                </a:cubicBezTo>
                <a:cubicBezTo>
                  <a:pt x="924804" y="102416"/>
                  <a:pt x="924374" y="101309"/>
                  <a:pt x="923450" y="100542"/>
                </a:cubicBezTo>
                <a:cubicBezTo>
                  <a:pt x="917302" y="100542"/>
                  <a:pt x="914074" y="100080"/>
                  <a:pt x="914074" y="95004"/>
                </a:cubicBezTo>
                <a:close/>
                <a:moveTo>
                  <a:pt x="939440" y="76576"/>
                </a:moveTo>
                <a:cubicBezTo>
                  <a:pt x="939440" y="88110"/>
                  <a:pt x="938917" y="99088"/>
                  <a:pt x="937594" y="107331"/>
                </a:cubicBezTo>
                <a:lnTo>
                  <a:pt x="937748" y="107790"/>
                </a:lnTo>
                <a:cubicBezTo>
                  <a:pt x="937748" y="107790"/>
                  <a:pt x="944204" y="107331"/>
                  <a:pt x="949585" y="107331"/>
                </a:cubicBezTo>
                <a:cubicBezTo>
                  <a:pt x="954842" y="107331"/>
                  <a:pt x="961269" y="107790"/>
                  <a:pt x="961269" y="107790"/>
                </a:cubicBezTo>
                <a:lnTo>
                  <a:pt x="961576" y="107331"/>
                </a:lnTo>
                <a:cubicBezTo>
                  <a:pt x="960284" y="98565"/>
                  <a:pt x="959730" y="88140"/>
                  <a:pt x="959730" y="76576"/>
                </a:cubicBezTo>
                <a:lnTo>
                  <a:pt x="959730" y="30447"/>
                </a:lnTo>
                <a:cubicBezTo>
                  <a:pt x="959730" y="18916"/>
                  <a:pt x="960378" y="10950"/>
                  <a:pt x="961576" y="1539"/>
                </a:cubicBezTo>
                <a:cubicBezTo>
                  <a:pt x="961576" y="462"/>
                  <a:pt x="960837" y="0"/>
                  <a:pt x="959885" y="0"/>
                </a:cubicBezTo>
                <a:cubicBezTo>
                  <a:pt x="956043" y="1539"/>
                  <a:pt x="944143" y="4614"/>
                  <a:pt x="937901" y="5076"/>
                </a:cubicBezTo>
                <a:lnTo>
                  <a:pt x="937594" y="5538"/>
                </a:lnTo>
                <a:cubicBezTo>
                  <a:pt x="938792" y="12118"/>
                  <a:pt x="939440" y="22758"/>
                  <a:pt x="939440" y="34445"/>
                </a:cubicBezTo>
                <a:lnTo>
                  <a:pt x="939440" y="76576"/>
                </a:lnTo>
                <a:close/>
                <a:moveTo>
                  <a:pt x="1059194" y="73161"/>
                </a:moveTo>
                <a:lnTo>
                  <a:pt x="1058886" y="87467"/>
                </a:lnTo>
                <a:cubicBezTo>
                  <a:pt x="1058886" y="89466"/>
                  <a:pt x="1057657" y="93313"/>
                  <a:pt x="1056581" y="94389"/>
                </a:cubicBezTo>
                <a:cubicBezTo>
                  <a:pt x="1053046" y="97927"/>
                  <a:pt x="1049508" y="99618"/>
                  <a:pt x="1045204" y="99618"/>
                </a:cubicBezTo>
                <a:cubicBezTo>
                  <a:pt x="1040592" y="99618"/>
                  <a:pt x="1037212" y="95004"/>
                  <a:pt x="1037212" y="90850"/>
                </a:cubicBezTo>
                <a:cubicBezTo>
                  <a:pt x="1037212" y="85311"/>
                  <a:pt x="1039178" y="78422"/>
                  <a:pt x="1046895" y="76391"/>
                </a:cubicBezTo>
                <a:lnTo>
                  <a:pt x="1059194" y="73161"/>
                </a:lnTo>
                <a:moveTo>
                  <a:pt x="1078565" y="95004"/>
                </a:moveTo>
                <a:cubicBezTo>
                  <a:pt x="1078565" y="90542"/>
                  <a:pt x="1079179" y="66391"/>
                  <a:pt x="1079179" y="64700"/>
                </a:cubicBezTo>
                <a:cubicBezTo>
                  <a:pt x="1079179" y="55469"/>
                  <a:pt x="1077272" y="49748"/>
                  <a:pt x="1073029" y="45934"/>
                </a:cubicBezTo>
                <a:cubicBezTo>
                  <a:pt x="1068140" y="41538"/>
                  <a:pt x="1058886" y="39783"/>
                  <a:pt x="1051507" y="39783"/>
                </a:cubicBezTo>
                <a:cubicBezTo>
                  <a:pt x="1040440" y="39783"/>
                  <a:pt x="1025680" y="44705"/>
                  <a:pt x="1021991" y="47932"/>
                </a:cubicBezTo>
                <a:lnTo>
                  <a:pt x="1021531" y="48547"/>
                </a:lnTo>
                <a:lnTo>
                  <a:pt x="1024606" y="60086"/>
                </a:lnTo>
                <a:lnTo>
                  <a:pt x="1029678" y="60238"/>
                </a:lnTo>
                <a:cubicBezTo>
                  <a:pt x="1034906" y="52546"/>
                  <a:pt x="1041669" y="48085"/>
                  <a:pt x="1048586" y="48085"/>
                </a:cubicBezTo>
                <a:cubicBezTo>
                  <a:pt x="1055351" y="48085"/>
                  <a:pt x="1059194" y="51932"/>
                  <a:pt x="1059194" y="63775"/>
                </a:cubicBezTo>
                <a:cubicBezTo>
                  <a:pt x="1059194" y="64852"/>
                  <a:pt x="1058734" y="65469"/>
                  <a:pt x="1058272" y="65621"/>
                </a:cubicBezTo>
                <a:lnTo>
                  <a:pt x="1040285" y="70390"/>
                </a:lnTo>
                <a:cubicBezTo>
                  <a:pt x="1025528" y="73930"/>
                  <a:pt x="1016612" y="81774"/>
                  <a:pt x="1016612" y="92236"/>
                </a:cubicBezTo>
                <a:cubicBezTo>
                  <a:pt x="1016612" y="102848"/>
                  <a:pt x="1026912" y="108841"/>
                  <a:pt x="1037672" y="108841"/>
                </a:cubicBezTo>
                <a:cubicBezTo>
                  <a:pt x="1043667" y="108841"/>
                  <a:pt x="1051816" y="106845"/>
                  <a:pt x="1058734" y="99925"/>
                </a:cubicBezTo>
                <a:lnTo>
                  <a:pt x="1059041" y="99925"/>
                </a:lnTo>
                <a:cubicBezTo>
                  <a:pt x="1061192" y="106228"/>
                  <a:pt x="1064575" y="108841"/>
                  <a:pt x="1071185" y="108841"/>
                </a:cubicBezTo>
                <a:cubicBezTo>
                  <a:pt x="1077181" y="108841"/>
                  <a:pt x="1084868" y="107305"/>
                  <a:pt x="1089479" y="103770"/>
                </a:cubicBezTo>
                <a:cubicBezTo>
                  <a:pt x="1089294" y="102416"/>
                  <a:pt x="1088865" y="101309"/>
                  <a:pt x="1087940" y="100542"/>
                </a:cubicBezTo>
                <a:cubicBezTo>
                  <a:pt x="1081792" y="100542"/>
                  <a:pt x="1078565" y="100080"/>
                  <a:pt x="1078565" y="95004"/>
                </a:cubicBezTo>
                <a:close/>
                <a:moveTo>
                  <a:pt x="1169418" y="79630"/>
                </a:moveTo>
                <a:lnTo>
                  <a:pt x="1169418" y="62549"/>
                </a:lnTo>
                <a:cubicBezTo>
                  <a:pt x="1169418" y="46396"/>
                  <a:pt x="1161886" y="39783"/>
                  <a:pt x="1148048" y="39783"/>
                </a:cubicBezTo>
                <a:cubicBezTo>
                  <a:pt x="1140209" y="39783"/>
                  <a:pt x="1130985" y="44550"/>
                  <a:pt x="1123913" y="53623"/>
                </a:cubicBezTo>
                <a:lnTo>
                  <a:pt x="1123268" y="53161"/>
                </a:lnTo>
                <a:cubicBezTo>
                  <a:pt x="1123268" y="49654"/>
                  <a:pt x="1123083" y="43229"/>
                  <a:pt x="1122839" y="41937"/>
                </a:cubicBezTo>
                <a:cubicBezTo>
                  <a:pt x="1122653" y="40860"/>
                  <a:pt x="1122407" y="40400"/>
                  <a:pt x="1121455" y="40400"/>
                </a:cubicBezTo>
                <a:cubicBezTo>
                  <a:pt x="1116996" y="41137"/>
                  <a:pt x="1107003" y="41137"/>
                  <a:pt x="1101624" y="40860"/>
                </a:cubicBezTo>
                <a:lnTo>
                  <a:pt x="1101314" y="41322"/>
                </a:lnTo>
                <a:cubicBezTo>
                  <a:pt x="1102515" y="47902"/>
                  <a:pt x="1103006" y="59654"/>
                  <a:pt x="1103006" y="71167"/>
                </a:cubicBezTo>
                <a:lnTo>
                  <a:pt x="1103006" y="79630"/>
                </a:lnTo>
                <a:cubicBezTo>
                  <a:pt x="1103006" y="91171"/>
                  <a:pt x="1102637" y="99081"/>
                  <a:pt x="1101314" y="107331"/>
                </a:cubicBezTo>
                <a:lnTo>
                  <a:pt x="1101624" y="107790"/>
                </a:lnTo>
                <a:cubicBezTo>
                  <a:pt x="1101624" y="107790"/>
                  <a:pt x="1108849" y="107331"/>
                  <a:pt x="1114230" y="107331"/>
                </a:cubicBezTo>
                <a:cubicBezTo>
                  <a:pt x="1119487" y="107331"/>
                  <a:pt x="1123761" y="107790"/>
                  <a:pt x="1123761" y="107790"/>
                </a:cubicBezTo>
                <a:lnTo>
                  <a:pt x="1124220" y="107331"/>
                </a:lnTo>
                <a:cubicBezTo>
                  <a:pt x="1123453" y="98558"/>
                  <a:pt x="1123298" y="91326"/>
                  <a:pt x="1123298" y="79630"/>
                </a:cubicBezTo>
                <a:lnTo>
                  <a:pt x="1123298" y="63933"/>
                </a:lnTo>
                <a:cubicBezTo>
                  <a:pt x="1129142" y="56239"/>
                  <a:pt x="1135597" y="51622"/>
                  <a:pt x="1141131" y="51622"/>
                </a:cubicBezTo>
                <a:cubicBezTo>
                  <a:pt x="1145283" y="51622"/>
                  <a:pt x="1149125" y="54700"/>
                  <a:pt x="1149125" y="65933"/>
                </a:cubicBezTo>
                <a:lnTo>
                  <a:pt x="1149125" y="79630"/>
                </a:lnTo>
                <a:cubicBezTo>
                  <a:pt x="1149125" y="91171"/>
                  <a:pt x="1149125" y="99175"/>
                  <a:pt x="1148203" y="107331"/>
                </a:cubicBezTo>
                <a:lnTo>
                  <a:pt x="1148510" y="107790"/>
                </a:lnTo>
                <a:cubicBezTo>
                  <a:pt x="1148510" y="107790"/>
                  <a:pt x="1153429" y="107331"/>
                  <a:pt x="1158810" y="107331"/>
                </a:cubicBezTo>
                <a:cubicBezTo>
                  <a:pt x="1164037" y="107331"/>
                  <a:pt x="1170802" y="107790"/>
                  <a:pt x="1170802" y="107790"/>
                </a:cubicBezTo>
                <a:lnTo>
                  <a:pt x="1171109" y="107331"/>
                </a:lnTo>
                <a:cubicBezTo>
                  <a:pt x="1169725" y="98558"/>
                  <a:pt x="1169418" y="91326"/>
                  <a:pt x="1169418" y="79630"/>
                </a:cubicBezTo>
                <a:close/>
                <a:moveTo>
                  <a:pt x="1240286" y="86850"/>
                </a:moveTo>
                <a:cubicBezTo>
                  <a:pt x="1236535" y="96695"/>
                  <a:pt x="1231616" y="99925"/>
                  <a:pt x="1225374" y="99925"/>
                </a:cubicBezTo>
                <a:cubicBezTo>
                  <a:pt x="1217075" y="99925"/>
                  <a:pt x="1211539" y="92543"/>
                  <a:pt x="1211539" y="73313"/>
                </a:cubicBezTo>
                <a:cubicBezTo>
                  <a:pt x="1211539" y="52546"/>
                  <a:pt x="1218243" y="47470"/>
                  <a:pt x="1225683" y="47470"/>
                </a:cubicBezTo>
                <a:cubicBezTo>
                  <a:pt x="1232908" y="47470"/>
                  <a:pt x="1238688" y="52762"/>
                  <a:pt x="1240286" y="60700"/>
                </a:cubicBezTo>
                <a:lnTo>
                  <a:pt x="1240286" y="86850"/>
                </a:lnTo>
                <a:moveTo>
                  <a:pt x="1240286" y="99003"/>
                </a:moveTo>
                <a:lnTo>
                  <a:pt x="1240595" y="99003"/>
                </a:lnTo>
                <a:lnTo>
                  <a:pt x="1241362" y="107305"/>
                </a:lnTo>
                <a:cubicBezTo>
                  <a:pt x="1241362" y="107638"/>
                  <a:pt x="1241824" y="107790"/>
                  <a:pt x="1242746" y="107790"/>
                </a:cubicBezTo>
                <a:cubicBezTo>
                  <a:pt x="1244775" y="107514"/>
                  <a:pt x="1250278" y="107331"/>
                  <a:pt x="1252523" y="107331"/>
                </a:cubicBezTo>
                <a:cubicBezTo>
                  <a:pt x="1254430" y="107331"/>
                  <a:pt x="1261193" y="107483"/>
                  <a:pt x="1263191" y="107790"/>
                </a:cubicBezTo>
                <a:lnTo>
                  <a:pt x="1263499" y="107331"/>
                </a:lnTo>
                <a:cubicBezTo>
                  <a:pt x="1262270" y="100713"/>
                  <a:pt x="1260578" y="89327"/>
                  <a:pt x="1260578" y="77786"/>
                </a:cubicBezTo>
                <a:lnTo>
                  <a:pt x="1260578" y="30415"/>
                </a:lnTo>
                <a:cubicBezTo>
                  <a:pt x="1260578" y="19047"/>
                  <a:pt x="1261223" y="10938"/>
                  <a:pt x="1262424" y="1536"/>
                </a:cubicBezTo>
                <a:cubicBezTo>
                  <a:pt x="1262424" y="462"/>
                  <a:pt x="1261686" y="0"/>
                  <a:pt x="1260733" y="0"/>
                </a:cubicBezTo>
                <a:cubicBezTo>
                  <a:pt x="1256889" y="1536"/>
                  <a:pt x="1244991" y="4609"/>
                  <a:pt x="1238749" y="5069"/>
                </a:cubicBezTo>
                <a:lnTo>
                  <a:pt x="1238442" y="5531"/>
                </a:lnTo>
                <a:cubicBezTo>
                  <a:pt x="1239640" y="12106"/>
                  <a:pt x="1240286" y="22735"/>
                  <a:pt x="1240286" y="34409"/>
                </a:cubicBezTo>
                <a:lnTo>
                  <a:pt x="1240286" y="46703"/>
                </a:lnTo>
                <a:cubicBezTo>
                  <a:pt x="1237365" y="42551"/>
                  <a:pt x="1230232" y="39783"/>
                  <a:pt x="1225836" y="39783"/>
                </a:cubicBezTo>
                <a:cubicBezTo>
                  <a:pt x="1215536" y="39783"/>
                  <a:pt x="1210002" y="41815"/>
                  <a:pt x="1202930" y="46917"/>
                </a:cubicBezTo>
                <a:cubicBezTo>
                  <a:pt x="1193399" y="53841"/>
                  <a:pt x="1189710" y="65014"/>
                  <a:pt x="1189710" y="76093"/>
                </a:cubicBezTo>
                <a:cubicBezTo>
                  <a:pt x="1189710" y="95004"/>
                  <a:pt x="1201239" y="108841"/>
                  <a:pt x="1218304" y="108841"/>
                </a:cubicBezTo>
                <a:cubicBezTo>
                  <a:pt x="1227989" y="108841"/>
                  <a:pt x="1236136" y="106137"/>
                  <a:pt x="1240286" y="990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technicalstakeholders">
            <a:extLst xmlns:a="http://schemas.openxmlformats.org/drawingml/2006/main">
              <a:ext uri="{FF2B5EF4-FFF2-40B4-BE49-F238E27FC236}">
                <a16:creationId xmlns:a16="http://schemas.microsoft.com/office/drawing/2014/main" id="{7BDFFFD9-A0B7-4365-9D9C-1FDEBD9D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84" y="2247246"/>
            <a:ext cx="1558966" cy="108874"/>
          </a:xfrm>
          <a:custGeom xmlns:a="http://schemas.openxmlformats.org/drawingml/2006/main">
            <a:pathLst>
              <a:path w="1558966" h="108874">
                <a:moveTo>
                  <a:pt x="11684" y="41435"/>
                </a:moveTo>
                <a:cubicBezTo>
                  <a:pt x="8548" y="41435"/>
                  <a:pt x="5287" y="41221"/>
                  <a:pt x="3383" y="40975"/>
                </a:cubicBezTo>
                <a:cubicBezTo>
                  <a:pt x="2552" y="43588"/>
                  <a:pt x="1506" y="46049"/>
                  <a:pt x="0" y="48355"/>
                </a:cubicBezTo>
                <a:lnTo>
                  <a:pt x="769" y="49429"/>
                </a:lnTo>
                <a:cubicBezTo>
                  <a:pt x="3413" y="49246"/>
                  <a:pt x="8180" y="49152"/>
                  <a:pt x="11684" y="49122"/>
                </a:cubicBezTo>
                <a:lnTo>
                  <a:pt x="11222" y="67245"/>
                </a:lnTo>
                <a:cubicBezTo>
                  <a:pt x="11006" y="76459"/>
                  <a:pt x="10762" y="89205"/>
                  <a:pt x="10762" y="93812"/>
                </a:cubicBezTo>
                <a:cubicBezTo>
                  <a:pt x="10762" y="101032"/>
                  <a:pt x="15834" y="108874"/>
                  <a:pt x="25674" y="108874"/>
                </a:cubicBezTo>
                <a:cubicBezTo>
                  <a:pt x="33666" y="108874"/>
                  <a:pt x="41660" y="107490"/>
                  <a:pt x="48270" y="103493"/>
                </a:cubicBezTo>
                <a:cubicBezTo>
                  <a:pt x="48270" y="101032"/>
                  <a:pt x="47348" y="98729"/>
                  <a:pt x="45657" y="97652"/>
                </a:cubicBezTo>
                <a:cubicBezTo>
                  <a:pt x="42275" y="99341"/>
                  <a:pt x="40738" y="99496"/>
                  <a:pt x="36741" y="99496"/>
                </a:cubicBezTo>
                <a:cubicBezTo>
                  <a:pt x="32591" y="99496"/>
                  <a:pt x="31053" y="93505"/>
                  <a:pt x="31053" y="87209"/>
                </a:cubicBezTo>
                <a:cubicBezTo>
                  <a:pt x="31053" y="82602"/>
                  <a:pt x="31053" y="74770"/>
                  <a:pt x="31207" y="65556"/>
                </a:cubicBezTo>
                <a:lnTo>
                  <a:pt x="31515" y="49122"/>
                </a:lnTo>
                <a:lnTo>
                  <a:pt x="37356" y="49122"/>
                </a:lnTo>
                <a:cubicBezTo>
                  <a:pt x="41045" y="49122"/>
                  <a:pt x="46396" y="49246"/>
                  <a:pt x="48425" y="49429"/>
                </a:cubicBezTo>
                <a:cubicBezTo>
                  <a:pt x="48671" y="47123"/>
                  <a:pt x="49347" y="44479"/>
                  <a:pt x="50269" y="42204"/>
                </a:cubicBezTo>
                <a:lnTo>
                  <a:pt x="49502" y="40975"/>
                </a:lnTo>
                <a:cubicBezTo>
                  <a:pt x="46642" y="41221"/>
                  <a:pt x="42275" y="41435"/>
                  <a:pt x="38740" y="41435"/>
                </a:cubicBezTo>
                <a:lnTo>
                  <a:pt x="31515" y="41435"/>
                </a:lnTo>
                <a:cubicBezTo>
                  <a:pt x="31515" y="32826"/>
                  <a:pt x="31606" y="28214"/>
                  <a:pt x="32284" y="20068"/>
                </a:cubicBezTo>
                <a:cubicBezTo>
                  <a:pt x="32284" y="18991"/>
                  <a:pt x="31822" y="18531"/>
                  <a:pt x="30900" y="18531"/>
                </a:cubicBezTo>
                <a:cubicBezTo>
                  <a:pt x="27056" y="20068"/>
                  <a:pt x="18754" y="24065"/>
                  <a:pt x="12606" y="25449"/>
                </a:cubicBezTo>
                <a:lnTo>
                  <a:pt x="12299" y="25908"/>
                </a:lnTo>
                <a:cubicBezTo>
                  <a:pt x="11806" y="30030"/>
                  <a:pt x="11684" y="35317"/>
                  <a:pt x="11684" y="41435"/>
                </a:cubicBezTo>
                <a:close/>
                <a:moveTo>
                  <a:pt x="78862" y="68145"/>
                </a:moveTo>
                <a:cubicBezTo>
                  <a:pt x="79416" y="60585"/>
                  <a:pt x="81293" y="55216"/>
                  <a:pt x="83568" y="52101"/>
                </a:cubicBezTo>
                <a:cubicBezTo>
                  <a:pt x="85503" y="49445"/>
                  <a:pt x="88517" y="47470"/>
                  <a:pt x="92852" y="47470"/>
                </a:cubicBezTo>
                <a:cubicBezTo>
                  <a:pt x="99155" y="47470"/>
                  <a:pt x="102845" y="54629"/>
                  <a:pt x="102845" y="68145"/>
                </a:cubicBezTo>
                <a:lnTo>
                  <a:pt x="78862" y="68145"/>
                </a:lnTo>
                <a:moveTo>
                  <a:pt x="121139" y="90868"/>
                </a:moveTo>
                <a:cubicBezTo>
                  <a:pt x="114006" y="96606"/>
                  <a:pt x="106535" y="97160"/>
                  <a:pt x="100077" y="97160"/>
                </a:cubicBezTo>
                <a:cubicBezTo>
                  <a:pt x="92606" y="97160"/>
                  <a:pt x="87011" y="95163"/>
                  <a:pt x="83352" y="91176"/>
                </a:cubicBezTo>
                <a:cubicBezTo>
                  <a:pt x="79970" y="87493"/>
                  <a:pt x="78248" y="82121"/>
                  <a:pt x="78248" y="75063"/>
                </a:cubicBezTo>
                <a:lnTo>
                  <a:pt x="93561" y="75063"/>
                </a:lnTo>
                <a:cubicBezTo>
                  <a:pt x="108932" y="75063"/>
                  <a:pt x="122061" y="75370"/>
                  <a:pt x="122061" y="75370"/>
                </a:cubicBezTo>
                <a:lnTo>
                  <a:pt x="122983" y="74448"/>
                </a:lnTo>
                <a:cubicBezTo>
                  <a:pt x="122983" y="55185"/>
                  <a:pt x="117602" y="39783"/>
                  <a:pt x="93929" y="39783"/>
                </a:cubicBezTo>
                <a:cubicBezTo>
                  <a:pt x="85473" y="39783"/>
                  <a:pt x="76280" y="42429"/>
                  <a:pt x="70193" y="47470"/>
                </a:cubicBezTo>
                <a:cubicBezTo>
                  <a:pt x="62722" y="53642"/>
                  <a:pt x="57648" y="62900"/>
                  <a:pt x="57648" y="75678"/>
                </a:cubicBezTo>
                <a:cubicBezTo>
                  <a:pt x="57648" y="84730"/>
                  <a:pt x="61000" y="94244"/>
                  <a:pt x="67333" y="100849"/>
                </a:cubicBezTo>
                <a:cubicBezTo>
                  <a:pt x="72590" y="106292"/>
                  <a:pt x="81630" y="108841"/>
                  <a:pt x="93160" y="108841"/>
                </a:cubicBezTo>
                <a:cubicBezTo>
                  <a:pt x="104229" y="108841"/>
                  <a:pt x="115235" y="105306"/>
                  <a:pt x="123598" y="95626"/>
                </a:cubicBezTo>
                <a:cubicBezTo>
                  <a:pt x="123598" y="93629"/>
                  <a:pt x="122676" y="90868"/>
                  <a:pt x="121139" y="90868"/>
                </a:cubicBezTo>
                <a:close/>
                <a:moveTo>
                  <a:pt x="177096" y="47470"/>
                </a:moveTo>
                <a:cubicBezTo>
                  <a:pt x="183029" y="47470"/>
                  <a:pt x="187549" y="51932"/>
                  <a:pt x="190931" y="60393"/>
                </a:cubicBezTo>
                <a:lnTo>
                  <a:pt x="195236" y="60238"/>
                </a:lnTo>
                <a:lnTo>
                  <a:pt x="198926" y="45319"/>
                </a:lnTo>
                <a:lnTo>
                  <a:pt x="198618" y="44857"/>
                </a:lnTo>
                <a:cubicBezTo>
                  <a:pt x="193852" y="42399"/>
                  <a:pt x="183399" y="39783"/>
                  <a:pt x="175712" y="39783"/>
                </a:cubicBezTo>
                <a:cubicBezTo>
                  <a:pt x="155112" y="39783"/>
                  <a:pt x="137895" y="52087"/>
                  <a:pt x="137895" y="76236"/>
                </a:cubicBezTo>
                <a:cubicBezTo>
                  <a:pt x="137895" y="85834"/>
                  <a:pt x="141031" y="93341"/>
                  <a:pt x="146196" y="99003"/>
                </a:cubicBezTo>
                <a:cubicBezTo>
                  <a:pt x="151699" y="104999"/>
                  <a:pt x="161999" y="108841"/>
                  <a:pt x="173559" y="108841"/>
                </a:cubicBezTo>
                <a:cubicBezTo>
                  <a:pt x="185304" y="108841"/>
                  <a:pt x="192008" y="106383"/>
                  <a:pt x="198926" y="100540"/>
                </a:cubicBezTo>
                <a:cubicBezTo>
                  <a:pt x="198588" y="99064"/>
                  <a:pt x="198156" y="97002"/>
                  <a:pt x="198156" y="94542"/>
                </a:cubicBezTo>
                <a:lnTo>
                  <a:pt x="195698" y="93772"/>
                </a:lnTo>
                <a:cubicBezTo>
                  <a:pt x="191394" y="99003"/>
                  <a:pt x="183859" y="101157"/>
                  <a:pt x="177711" y="101157"/>
                </a:cubicBezTo>
                <a:cubicBezTo>
                  <a:pt x="173252" y="101157"/>
                  <a:pt x="167104" y="97310"/>
                  <a:pt x="164336" y="92851"/>
                </a:cubicBezTo>
                <a:cubicBezTo>
                  <a:pt x="161570" y="88389"/>
                  <a:pt x="159724" y="81035"/>
                  <a:pt x="159724" y="72236"/>
                </a:cubicBezTo>
                <a:cubicBezTo>
                  <a:pt x="159724" y="64915"/>
                  <a:pt x="160892" y="59039"/>
                  <a:pt x="163475" y="54855"/>
                </a:cubicBezTo>
                <a:cubicBezTo>
                  <a:pt x="166459" y="50055"/>
                  <a:pt x="171685" y="47470"/>
                  <a:pt x="177096" y="47470"/>
                </a:cubicBezTo>
                <a:close/>
                <a:moveTo>
                  <a:pt x="217220" y="34409"/>
                </a:moveTo>
                <a:lnTo>
                  <a:pt x="217220" y="79630"/>
                </a:lnTo>
                <a:cubicBezTo>
                  <a:pt x="217220" y="91171"/>
                  <a:pt x="216697" y="99081"/>
                  <a:pt x="215374" y="107331"/>
                </a:cubicBezTo>
                <a:lnTo>
                  <a:pt x="215529" y="107790"/>
                </a:lnTo>
                <a:cubicBezTo>
                  <a:pt x="215529" y="107790"/>
                  <a:pt x="222446" y="107331"/>
                  <a:pt x="227827" y="107331"/>
                </a:cubicBezTo>
                <a:cubicBezTo>
                  <a:pt x="233084" y="107331"/>
                  <a:pt x="238127" y="107790"/>
                  <a:pt x="238127" y="107790"/>
                </a:cubicBezTo>
                <a:lnTo>
                  <a:pt x="238435" y="107331"/>
                </a:lnTo>
                <a:cubicBezTo>
                  <a:pt x="237665" y="98558"/>
                  <a:pt x="237511" y="91326"/>
                  <a:pt x="237511" y="79630"/>
                </a:cubicBezTo>
                <a:lnTo>
                  <a:pt x="237511" y="63933"/>
                </a:lnTo>
                <a:cubicBezTo>
                  <a:pt x="243354" y="56239"/>
                  <a:pt x="249809" y="51622"/>
                  <a:pt x="255345" y="51622"/>
                </a:cubicBezTo>
                <a:cubicBezTo>
                  <a:pt x="259495" y="51622"/>
                  <a:pt x="263337" y="54700"/>
                  <a:pt x="263337" y="65933"/>
                </a:cubicBezTo>
                <a:lnTo>
                  <a:pt x="263337" y="79630"/>
                </a:lnTo>
                <a:cubicBezTo>
                  <a:pt x="263337" y="91171"/>
                  <a:pt x="263337" y="99175"/>
                  <a:pt x="262415" y="107331"/>
                </a:cubicBezTo>
                <a:lnTo>
                  <a:pt x="262570" y="107790"/>
                </a:lnTo>
                <a:cubicBezTo>
                  <a:pt x="262570" y="107790"/>
                  <a:pt x="270102" y="107331"/>
                  <a:pt x="275483" y="107331"/>
                </a:cubicBezTo>
                <a:cubicBezTo>
                  <a:pt x="280709" y="107331"/>
                  <a:pt x="284861" y="107790"/>
                  <a:pt x="284861" y="107790"/>
                </a:cubicBezTo>
                <a:lnTo>
                  <a:pt x="285168" y="107331"/>
                </a:lnTo>
                <a:cubicBezTo>
                  <a:pt x="283785" y="98558"/>
                  <a:pt x="283630" y="91326"/>
                  <a:pt x="283630" y="79630"/>
                </a:cubicBezTo>
                <a:lnTo>
                  <a:pt x="283630" y="62549"/>
                </a:lnTo>
                <a:cubicBezTo>
                  <a:pt x="283630" y="48702"/>
                  <a:pt x="277634" y="39783"/>
                  <a:pt x="263799" y="39783"/>
                </a:cubicBezTo>
                <a:cubicBezTo>
                  <a:pt x="255960" y="39783"/>
                  <a:pt x="244583" y="44550"/>
                  <a:pt x="237511" y="53623"/>
                </a:cubicBezTo>
                <a:lnTo>
                  <a:pt x="236896" y="53316"/>
                </a:lnTo>
                <a:lnTo>
                  <a:pt x="237511" y="39938"/>
                </a:lnTo>
                <a:lnTo>
                  <a:pt x="237511" y="30415"/>
                </a:lnTo>
                <a:cubicBezTo>
                  <a:pt x="237511" y="18895"/>
                  <a:pt x="237851" y="10938"/>
                  <a:pt x="239049" y="1536"/>
                </a:cubicBezTo>
                <a:cubicBezTo>
                  <a:pt x="239049" y="462"/>
                  <a:pt x="238618" y="0"/>
                  <a:pt x="237665" y="0"/>
                </a:cubicBezTo>
                <a:cubicBezTo>
                  <a:pt x="233823" y="1536"/>
                  <a:pt x="221923" y="4609"/>
                  <a:pt x="215681" y="5069"/>
                </a:cubicBezTo>
                <a:lnTo>
                  <a:pt x="215374" y="5531"/>
                </a:lnTo>
                <a:cubicBezTo>
                  <a:pt x="216573" y="12106"/>
                  <a:pt x="217220" y="22735"/>
                  <a:pt x="217220" y="34409"/>
                </a:cubicBezTo>
                <a:close/>
                <a:moveTo>
                  <a:pt x="375867" y="79630"/>
                </a:moveTo>
                <a:lnTo>
                  <a:pt x="375867" y="62549"/>
                </a:lnTo>
                <a:cubicBezTo>
                  <a:pt x="375867" y="46396"/>
                  <a:pt x="368335" y="39783"/>
                  <a:pt x="354498" y="39783"/>
                </a:cubicBezTo>
                <a:cubicBezTo>
                  <a:pt x="346659" y="39783"/>
                  <a:pt x="337435" y="44550"/>
                  <a:pt x="330363" y="53623"/>
                </a:cubicBezTo>
                <a:lnTo>
                  <a:pt x="329718" y="53161"/>
                </a:lnTo>
                <a:cubicBezTo>
                  <a:pt x="329718" y="49654"/>
                  <a:pt x="329532" y="43229"/>
                  <a:pt x="329288" y="41937"/>
                </a:cubicBezTo>
                <a:cubicBezTo>
                  <a:pt x="329103" y="40860"/>
                  <a:pt x="328857" y="40400"/>
                  <a:pt x="327905" y="40400"/>
                </a:cubicBezTo>
                <a:cubicBezTo>
                  <a:pt x="323445" y="41137"/>
                  <a:pt x="313453" y="41137"/>
                  <a:pt x="308074" y="40860"/>
                </a:cubicBezTo>
                <a:lnTo>
                  <a:pt x="307764" y="41322"/>
                </a:lnTo>
                <a:cubicBezTo>
                  <a:pt x="308965" y="47902"/>
                  <a:pt x="309455" y="59654"/>
                  <a:pt x="309455" y="71167"/>
                </a:cubicBezTo>
                <a:lnTo>
                  <a:pt x="309455" y="79630"/>
                </a:lnTo>
                <a:cubicBezTo>
                  <a:pt x="309455" y="91171"/>
                  <a:pt x="309087" y="99081"/>
                  <a:pt x="307764" y="107331"/>
                </a:cubicBezTo>
                <a:lnTo>
                  <a:pt x="308074" y="107790"/>
                </a:lnTo>
                <a:cubicBezTo>
                  <a:pt x="308074" y="107790"/>
                  <a:pt x="315299" y="107331"/>
                  <a:pt x="320680" y="107331"/>
                </a:cubicBezTo>
                <a:cubicBezTo>
                  <a:pt x="325936" y="107331"/>
                  <a:pt x="330210" y="107790"/>
                  <a:pt x="330210" y="107790"/>
                </a:cubicBezTo>
                <a:lnTo>
                  <a:pt x="330670" y="107331"/>
                </a:lnTo>
                <a:cubicBezTo>
                  <a:pt x="329903" y="98558"/>
                  <a:pt x="329748" y="91326"/>
                  <a:pt x="329748" y="79630"/>
                </a:cubicBezTo>
                <a:lnTo>
                  <a:pt x="329748" y="63933"/>
                </a:lnTo>
                <a:cubicBezTo>
                  <a:pt x="335591" y="56239"/>
                  <a:pt x="342047" y="51622"/>
                  <a:pt x="347580" y="51622"/>
                </a:cubicBezTo>
                <a:cubicBezTo>
                  <a:pt x="351732" y="51622"/>
                  <a:pt x="355575" y="54700"/>
                  <a:pt x="355575" y="65933"/>
                </a:cubicBezTo>
                <a:lnTo>
                  <a:pt x="355575" y="79630"/>
                </a:lnTo>
                <a:cubicBezTo>
                  <a:pt x="355575" y="91171"/>
                  <a:pt x="355575" y="99175"/>
                  <a:pt x="354653" y="107331"/>
                </a:cubicBezTo>
                <a:lnTo>
                  <a:pt x="354960" y="107790"/>
                </a:lnTo>
                <a:cubicBezTo>
                  <a:pt x="354960" y="107790"/>
                  <a:pt x="359879" y="107331"/>
                  <a:pt x="365260" y="107331"/>
                </a:cubicBezTo>
                <a:cubicBezTo>
                  <a:pt x="370486" y="107331"/>
                  <a:pt x="377251" y="107790"/>
                  <a:pt x="377251" y="107790"/>
                </a:cubicBezTo>
                <a:lnTo>
                  <a:pt x="377559" y="107331"/>
                </a:lnTo>
                <a:cubicBezTo>
                  <a:pt x="376175" y="98558"/>
                  <a:pt x="375867" y="91326"/>
                  <a:pt x="375867" y="79630"/>
                </a:cubicBezTo>
                <a:close/>
                <a:moveTo>
                  <a:pt x="402462" y="14060"/>
                </a:moveTo>
                <a:cubicBezTo>
                  <a:pt x="402462" y="19903"/>
                  <a:pt x="407229" y="24668"/>
                  <a:pt x="413377" y="24668"/>
                </a:cubicBezTo>
                <a:cubicBezTo>
                  <a:pt x="419527" y="24668"/>
                  <a:pt x="424291" y="19903"/>
                  <a:pt x="424291" y="14060"/>
                </a:cubicBezTo>
                <a:cubicBezTo>
                  <a:pt x="424291" y="8219"/>
                  <a:pt x="419527" y="3453"/>
                  <a:pt x="413377" y="3453"/>
                </a:cubicBezTo>
                <a:cubicBezTo>
                  <a:pt x="407229" y="3453"/>
                  <a:pt x="402462" y="8219"/>
                  <a:pt x="402462" y="14060"/>
                </a:cubicBezTo>
                <a:moveTo>
                  <a:pt x="403232" y="71239"/>
                </a:moveTo>
                <a:lnTo>
                  <a:pt x="403232" y="79686"/>
                </a:lnTo>
                <a:cubicBezTo>
                  <a:pt x="403232" y="91206"/>
                  <a:pt x="402924" y="99039"/>
                  <a:pt x="401693" y="107331"/>
                </a:cubicBezTo>
                <a:lnTo>
                  <a:pt x="402000" y="107790"/>
                </a:lnTo>
                <a:cubicBezTo>
                  <a:pt x="405200" y="107453"/>
                  <a:pt x="407996" y="107331"/>
                  <a:pt x="413377" y="107331"/>
                </a:cubicBezTo>
                <a:cubicBezTo>
                  <a:pt x="418603" y="107331"/>
                  <a:pt x="421864" y="107485"/>
                  <a:pt x="424754" y="107790"/>
                </a:cubicBezTo>
                <a:lnTo>
                  <a:pt x="425061" y="107331"/>
                </a:lnTo>
                <a:cubicBezTo>
                  <a:pt x="423832" y="98576"/>
                  <a:pt x="423524" y="91359"/>
                  <a:pt x="423524" y="79686"/>
                </a:cubicBezTo>
                <a:lnTo>
                  <a:pt x="423524" y="69551"/>
                </a:lnTo>
                <a:cubicBezTo>
                  <a:pt x="423524" y="58033"/>
                  <a:pt x="424109" y="51428"/>
                  <a:pt x="425061" y="42214"/>
                </a:cubicBezTo>
                <a:cubicBezTo>
                  <a:pt x="425061" y="41139"/>
                  <a:pt x="424599" y="40677"/>
                  <a:pt x="423677" y="40677"/>
                </a:cubicBezTo>
                <a:cubicBezTo>
                  <a:pt x="421556" y="40984"/>
                  <a:pt x="417374" y="41446"/>
                  <a:pt x="413070" y="41446"/>
                </a:cubicBezTo>
                <a:cubicBezTo>
                  <a:pt x="409072" y="41446"/>
                  <a:pt x="404892" y="41170"/>
                  <a:pt x="402155" y="40984"/>
                </a:cubicBezTo>
                <a:lnTo>
                  <a:pt x="401693" y="41599"/>
                </a:lnTo>
                <a:cubicBezTo>
                  <a:pt x="402924" y="48202"/>
                  <a:pt x="403232" y="59722"/>
                  <a:pt x="403232" y="71239"/>
                </a:cubicBezTo>
                <a:close/>
                <a:moveTo>
                  <a:pt x="483017" y="47470"/>
                </a:moveTo>
                <a:cubicBezTo>
                  <a:pt x="488949" y="47470"/>
                  <a:pt x="493470" y="51932"/>
                  <a:pt x="496852" y="60393"/>
                </a:cubicBezTo>
                <a:lnTo>
                  <a:pt x="501157" y="60238"/>
                </a:lnTo>
                <a:lnTo>
                  <a:pt x="504846" y="45319"/>
                </a:lnTo>
                <a:lnTo>
                  <a:pt x="504539" y="44857"/>
                </a:lnTo>
                <a:cubicBezTo>
                  <a:pt x="499773" y="42399"/>
                  <a:pt x="489320" y="39783"/>
                  <a:pt x="481633" y="39783"/>
                </a:cubicBezTo>
                <a:cubicBezTo>
                  <a:pt x="461033" y="39783"/>
                  <a:pt x="443816" y="52087"/>
                  <a:pt x="443816" y="76236"/>
                </a:cubicBezTo>
                <a:cubicBezTo>
                  <a:pt x="443816" y="85834"/>
                  <a:pt x="446952" y="93341"/>
                  <a:pt x="452117" y="99003"/>
                </a:cubicBezTo>
                <a:cubicBezTo>
                  <a:pt x="457620" y="104999"/>
                  <a:pt x="467920" y="108841"/>
                  <a:pt x="479480" y="108841"/>
                </a:cubicBezTo>
                <a:cubicBezTo>
                  <a:pt x="491225" y="108841"/>
                  <a:pt x="497929" y="106383"/>
                  <a:pt x="504846" y="100540"/>
                </a:cubicBezTo>
                <a:cubicBezTo>
                  <a:pt x="504509" y="99064"/>
                  <a:pt x="504077" y="97002"/>
                  <a:pt x="504077" y="94542"/>
                </a:cubicBezTo>
                <a:lnTo>
                  <a:pt x="501619" y="93772"/>
                </a:lnTo>
                <a:cubicBezTo>
                  <a:pt x="497314" y="99003"/>
                  <a:pt x="489780" y="101157"/>
                  <a:pt x="483632" y="101157"/>
                </a:cubicBezTo>
                <a:cubicBezTo>
                  <a:pt x="479173" y="101157"/>
                  <a:pt x="473024" y="97310"/>
                  <a:pt x="470256" y="92851"/>
                </a:cubicBezTo>
                <a:cubicBezTo>
                  <a:pt x="467491" y="88389"/>
                  <a:pt x="465645" y="81035"/>
                  <a:pt x="465645" y="72236"/>
                </a:cubicBezTo>
                <a:cubicBezTo>
                  <a:pt x="465645" y="64915"/>
                  <a:pt x="466813" y="59039"/>
                  <a:pt x="469396" y="54855"/>
                </a:cubicBezTo>
                <a:cubicBezTo>
                  <a:pt x="472379" y="50055"/>
                  <a:pt x="477606" y="47470"/>
                  <a:pt x="483017" y="47470"/>
                </a:cubicBezTo>
                <a:close/>
                <a:moveTo>
                  <a:pt x="557728" y="73161"/>
                </a:moveTo>
                <a:lnTo>
                  <a:pt x="557421" y="87467"/>
                </a:lnTo>
                <a:cubicBezTo>
                  <a:pt x="557421" y="89466"/>
                  <a:pt x="556192" y="93313"/>
                  <a:pt x="555115" y="94389"/>
                </a:cubicBezTo>
                <a:cubicBezTo>
                  <a:pt x="551580" y="97927"/>
                  <a:pt x="548043" y="99618"/>
                  <a:pt x="543739" y="99618"/>
                </a:cubicBezTo>
                <a:cubicBezTo>
                  <a:pt x="539127" y="99618"/>
                  <a:pt x="535747" y="95004"/>
                  <a:pt x="535747" y="90850"/>
                </a:cubicBezTo>
                <a:cubicBezTo>
                  <a:pt x="535747" y="85311"/>
                  <a:pt x="537712" y="78422"/>
                  <a:pt x="545430" y="76391"/>
                </a:cubicBezTo>
                <a:lnTo>
                  <a:pt x="557728" y="73161"/>
                </a:lnTo>
                <a:moveTo>
                  <a:pt x="577099" y="95004"/>
                </a:moveTo>
                <a:cubicBezTo>
                  <a:pt x="577099" y="90542"/>
                  <a:pt x="577714" y="66391"/>
                  <a:pt x="577714" y="64700"/>
                </a:cubicBezTo>
                <a:cubicBezTo>
                  <a:pt x="577714" y="55469"/>
                  <a:pt x="575807" y="49748"/>
                  <a:pt x="571563" y="45934"/>
                </a:cubicBezTo>
                <a:cubicBezTo>
                  <a:pt x="566675" y="41538"/>
                  <a:pt x="557421" y="39783"/>
                  <a:pt x="550041" y="39783"/>
                </a:cubicBezTo>
                <a:cubicBezTo>
                  <a:pt x="538974" y="39783"/>
                  <a:pt x="524215" y="44705"/>
                  <a:pt x="520525" y="47932"/>
                </a:cubicBezTo>
                <a:lnTo>
                  <a:pt x="520066" y="48547"/>
                </a:lnTo>
                <a:lnTo>
                  <a:pt x="523141" y="60086"/>
                </a:lnTo>
                <a:lnTo>
                  <a:pt x="528212" y="60238"/>
                </a:lnTo>
                <a:cubicBezTo>
                  <a:pt x="533441" y="52546"/>
                  <a:pt x="540204" y="48085"/>
                  <a:pt x="547121" y="48085"/>
                </a:cubicBezTo>
                <a:cubicBezTo>
                  <a:pt x="553886" y="48085"/>
                  <a:pt x="557728" y="51932"/>
                  <a:pt x="557728" y="63775"/>
                </a:cubicBezTo>
                <a:cubicBezTo>
                  <a:pt x="557728" y="64852"/>
                  <a:pt x="557269" y="65469"/>
                  <a:pt x="556807" y="65621"/>
                </a:cubicBezTo>
                <a:lnTo>
                  <a:pt x="538820" y="70390"/>
                </a:lnTo>
                <a:cubicBezTo>
                  <a:pt x="524063" y="73930"/>
                  <a:pt x="515147" y="81774"/>
                  <a:pt x="515147" y="92236"/>
                </a:cubicBezTo>
                <a:cubicBezTo>
                  <a:pt x="515147" y="102848"/>
                  <a:pt x="525447" y="108841"/>
                  <a:pt x="536206" y="108841"/>
                </a:cubicBezTo>
                <a:cubicBezTo>
                  <a:pt x="542202" y="108841"/>
                  <a:pt x="550351" y="106845"/>
                  <a:pt x="557269" y="99925"/>
                </a:cubicBezTo>
                <a:lnTo>
                  <a:pt x="557576" y="99925"/>
                </a:lnTo>
                <a:cubicBezTo>
                  <a:pt x="559727" y="106228"/>
                  <a:pt x="563109" y="108841"/>
                  <a:pt x="569720" y="108841"/>
                </a:cubicBezTo>
                <a:cubicBezTo>
                  <a:pt x="575715" y="108841"/>
                  <a:pt x="583402" y="107305"/>
                  <a:pt x="588014" y="103770"/>
                </a:cubicBezTo>
                <a:cubicBezTo>
                  <a:pt x="587829" y="102416"/>
                  <a:pt x="587399" y="101309"/>
                  <a:pt x="586475" y="100542"/>
                </a:cubicBezTo>
                <a:cubicBezTo>
                  <a:pt x="580327" y="100542"/>
                  <a:pt x="577099" y="100080"/>
                  <a:pt x="577099" y="95004"/>
                </a:cubicBezTo>
                <a:close/>
                <a:moveTo>
                  <a:pt x="602465" y="76576"/>
                </a:moveTo>
                <a:cubicBezTo>
                  <a:pt x="602465" y="88110"/>
                  <a:pt x="601942" y="99088"/>
                  <a:pt x="600619" y="107331"/>
                </a:cubicBezTo>
                <a:lnTo>
                  <a:pt x="600773" y="107790"/>
                </a:lnTo>
                <a:cubicBezTo>
                  <a:pt x="600773" y="107790"/>
                  <a:pt x="607229" y="107331"/>
                  <a:pt x="612610" y="107331"/>
                </a:cubicBezTo>
                <a:cubicBezTo>
                  <a:pt x="617867" y="107331"/>
                  <a:pt x="624294" y="107790"/>
                  <a:pt x="624294" y="107790"/>
                </a:cubicBezTo>
                <a:lnTo>
                  <a:pt x="624601" y="107331"/>
                </a:lnTo>
                <a:cubicBezTo>
                  <a:pt x="623309" y="98565"/>
                  <a:pt x="622755" y="88140"/>
                  <a:pt x="622755" y="76576"/>
                </a:cubicBezTo>
                <a:lnTo>
                  <a:pt x="622755" y="30447"/>
                </a:lnTo>
                <a:cubicBezTo>
                  <a:pt x="622755" y="18916"/>
                  <a:pt x="623402" y="10950"/>
                  <a:pt x="624601" y="1539"/>
                </a:cubicBezTo>
                <a:cubicBezTo>
                  <a:pt x="624601" y="462"/>
                  <a:pt x="623862" y="0"/>
                  <a:pt x="622910" y="0"/>
                </a:cubicBezTo>
                <a:cubicBezTo>
                  <a:pt x="619068" y="1539"/>
                  <a:pt x="607168" y="4614"/>
                  <a:pt x="600926" y="5076"/>
                </a:cubicBezTo>
                <a:lnTo>
                  <a:pt x="600619" y="5538"/>
                </a:lnTo>
                <a:cubicBezTo>
                  <a:pt x="601817" y="12118"/>
                  <a:pt x="602465" y="22758"/>
                  <a:pt x="602465" y="34445"/>
                </a:cubicBezTo>
                <a:lnTo>
                  <a:pt x="602465" y="76576"/>
                </a:lnTo>
                <a:close/>
                <a:moveTo>
                  <a:pt x="682710" y="89925"/>
                </a:moveTo>
                <a:lnTo>
                  <a:pt x="680251" y="104685"/>
                </a:lnTo>
                <a:cubicBezTo>
                  <a:pt x="688553" y="107767"/>
                  <a:pt x="698698" y="108841"/>
                  <a:pt x="704234" y="108841"/>
                </a:cubicBezTo>
                <a:cubicBezTo>
                  <a:pt x="724217" y="108841"/>
                  <a:pt x="732674" y="99156"/>
                  <a:pt x="732674" y="88541"/>
                </a:cubicBezTo>
                <a:cubicBezTo>
                  <a:pt x="732674" y="74697"/>
                  <a:pt x="721759" y="70390"/>
                  <a:pt x="710844" y="64545"/>
                </a:cubicBezTo>
                <a:cubicBezTo>
                  <a:pt x="705831" y="61838"/>
                  <a:pt x="701619" y="59161"/>
                  <a:pt x="701619" y="54240"/>
                </a:cubicBezTo>
                <a:cubicBezTo>
                  <a:pt x="701619" y="49933"/>
                  <a:pt x="703157" y="46703"/>
                  <a:pt x="709153" y="46703"/>
                </a:cubicBezTo>
                <a:cubicBezTo>
                  <a:pt x="716685" y="46703"/>
                  <a:pt x="721142" y="53933"/>
                  <a:pt x="723141" y="58239"/>
                </a:cubicBezTo>
                <a:lnTo>
                  <a:pt x="727292" y="58085"/>
                </a:lnTo>
                <a:lnTo>
                  <a:pt x="730213" y="44243"/>
                </a:lnTo>
                <a:lnTo>
                  <a:pt x="729906" y="43780"/>
                </a:lnTo>
                <a:cubicBezTo>
                  <a:pt x="725756" y="41475"/>
                  <a:pt x="716838" y="39783"/>
                  <a:pt x="709460" y="39783"/>
                </a:cubicBezTo>
                <a:cubicBezTo>
                  <a:pt x="695623" y="39783"/>
                  <a:pt x="683479" y="46548"/>
                  <a:pt x="683479" y="58392"/>
                </a:cubicBezTo>
                <a:cubicBezTo>
                  <a:pt x="683479" y="69161"/>
                  <a:pt x="691011" y="74667"/>
                  <a:pt x="699775" y="79466"/>
                </a:cubicBezTo>
                <a:cubicBezTo>
                  <a:pt x="710997" y="85619"/>
                  <a:pt x="714379" y="88389"/>
                  <a:pt x="714379" y="94542"/>
                </a:cubicBezTo>
                <a:cubicBezTo>
                  <a:pt x="714379" y="101771"/>
                  <a:pt x="709613" y="102079"/>
                  <a:pt x="703772" y="102079"/>
                </a:cubicBezTo>
                <a:cubicBezTo>
                  <a:pt x="698391" y="102079"/>
                  <a:pt x="691935" y="98694"/>
                  <a:pt x="687324" y="89773"/>
                </a:cubicBezTo>
                <a:lnTo>
                  <a:pt x="682710" y="89925"/>
                </a:lnTo>
                <a:close/>
                <a:moveTo>
                  <a:pt x="752658" y="41435"/>
                </a:moveTo>
                <a:cubicBezTo>
                  <a:pt x="749522" y="41435"/>
                  <a:pt x="746261" y="41221"/>
                  <a:pt x="744356" y="40975"/>
                </a:cubicBezTo>
                <a:cubicBezTo>
                  <a:pt x="743526" y="43588"/>
                  <a:pt x="742480" y="46049"/>
                  <a:pt x="740974" y="48355"/>
                </a:cubicBezTo>
                <a:lnTo>
                  <a:pt x="741743" y="49429"/>
                </a:lnTo>
                <a:cubicBezTo>
                  <a:pt x="744387" y="49246"/>
                  <a:pt x="749153" y="49152"/>
                  <a:pt x="752658" y="49122"/>
                </a:cubicBezTo>
                <a:lnTo>
                  <a:pt x="752196" y="67245"/>
                </a:lnTo>
                <a:cubicBezTo>
                  <a:pt x="751980" y="76459"/>
                  <a:pt x="751736" y="89205"/>
                  <a:pt x="751736" y="93812"/>
                </a:cubicBezTo>
                <a:cubicBezTo>
                  <a:pt x="751736" y="101032"/>
                  <a:pt x="756808" y="108874"/>
                  <a:pt x="766648" y="108874"/>
                </a:cubicBezTo>
                <a:cubicBezTo>
                  <a:pt x="774640" y="108874"/>
                  <a:pt x="782634" y="107490"/>
                  <a:pt x="789244" y="103493"/>
                </a:cubicBezTo>
                <a:cubicBezTo>
                  <a:pt x="789244" y="101032"/>
                  <a:pt x="788322" y="98729"/>
                  <a:pt x="786631" y="97652"/>
                </a:cubicBezTo>
                <a:cubicBezTo>
                  <a:pt x="783248" y="99341"/>
                  <a:pt x="781712" y="99496"/>
                  <a:pt x="777715" y="99496"/>
                </a:cubicBezTo>
                <a:cubicBezTo>
                  <a:pt x="773565" y="99496"/>
                  <a:pt x="772027" y="93505"/>
                  <a:pt x="772027" y="87209"/>
                </a:cubicBezTo>
                <a:cubicBezTo>
                  <a:pt x="772027" y="82602"/>
                  <a:pt x="772027" y="74770"/>
                  <a:pt x="772181" y="65556"/>
                </a:cubicBezTo>
                <a:lnTo>
                  <a:pt x="772489" y="49122"/>
                </a:lnTo>
                <a:lnTo>
                  <a:pt x="778330" y="49122"/>
                </a:lnTo>
                <a:cubicBezTo>
                  <a:pt x="782019" y="49122"/>
                  <a:pt x="787370" y="49246"/>
                  <a:pt x="789399" y="49429"/>
                </a:cubicBezTo>
                <a:cubicBezTo>
                  <a:pt x="789645" y="47123"/>
                  <a:pt x="790321" y="44479"/>
                  <a:pt x="791243" y="42204"/>
                </a:cubicBezTo>
                <a:lnTo>
                  <a:pt x="790476" y="40975"/>
                </a:lnTo>
                <a:cubicBezTo>
                  <a:pt x="787616" y="41221"/>
                  <a:pt x="783248" y="41435"/>
                  <a:pt x="779713" y="41435"/>
                </a:cubicBezTo>
                <a:lnTo>
                  <a:pt x="772489" y="41435"/>
                </a:lnTo>
                <a:cubicBezTo>
                  <a:pt x="772489" y="32826"/>
                  <a:pt x="772580" y="28214"/>
                  <a:pt x="773258" y="20068"/>
                </a:cubicBezTo>
                <a:cubicBezTo>
                  <a:pt x="773258" y="18991"/>
                  <a:pt x="772796" y="18531"/>
                  <a:pt x="771874" y="18531"/>
                </a:cubicBezTo>
                <a:cubicBezTo>
                  <a:pt x="768029" y="20068"/>
                  <a:pt x="759728" y="24065"/>
                  <a:pt x="753580" y="25449"/>
                </a:cubicBezTo>
                <a:lnTo>
                  <a:pt x="753273" y="25908"/>
                </a:lnTo>
                <a:cubicBezTo>
                  <a:pt x="752780" y="30030"/>
                  <a:pt x="752658" y="35317"/>
                  <a:pt x="752658" y="41435"/>
                </a:cubicBezTo>
                <a:close/>
                <a:moveTo>
                  <a:pt x="841051" y="73161"/>
                </a:moveTo>
                <a:lnTo>
                  <a:pt x="840744" y="87467"/>
                </a:lnTo>
                <a:cubicBezTo>
                  <a:pt x="840744" y="89466"/>
                  <a:pt x="839515" y="93313"/>
                  <a:pt x="838438" y="94389"/>
                </a:cubicBezTo>
                <a:cubicBezTo>
                  <a:pt x="834903" y="97927"/>
                  <a:pt x="831366" y="99618"/>
                  <a:pt x="827061" y="99618"/>
                </a:cubicBezTo>
                <a:cubicBezTo>
                  <a:pt x="822450" y="99618"/>
                  <a:pt x="819069" y="95004"/>
                  <a:pt x="819069" y="90850"/>
                </a:cubicBezTo>
                <a:cubicBezTo>
                  <a:pt x="819069" y="85311"/>
                  <a:pt x="821035" y="78422"/>
                  <a:pt x="828752" y="76391"/>
                </a:cubicBezTo>
                <a:lnTo>
                  <a:pt x="841051" y="73161"/>
                </a:lnTo>
                <a:moveTo>
                  <a:pt x="860422" y="95004"/>
                </a:moveTo>
                <a:cubicBezTo>
                  <a:pt x="860422" y="90542"/>
                  <a:pt x="861037" y="66391"/>
                  <a:pt x="861037" y="64700"/>
                </a:cubicBezTo>
                <a:cubicBezTo>
                  <a:pt x="861037" y="55469"/>
                  <a:pt x="859129" y="49748"/>
                  <a:pt x="854886" y="45934"/>
                </a:cubicBezTo>
                <a:cubicBezTo>
                  <a:pt x="849998" y="41538"/>
                  <a:pt x="840744" y="39783"/>
                  <a:pt x="833364" y="39783"/>
                </a:cubicBezTo>
                <a:cubicBezTo>
                  <a:pt x="822297" y="39783"/>
                  <a:pt x="807538" y="44705"/>
                  <a:pt x="803848" y="47932"/>
                </a:cubicBezTo>
                <a:lnTo>
                  <a:pt x="803388" y="48547"/>
                </a:lnTo>
                <a:lnTo>
                  <a:pt x="806463" y="60086"/>
                </a:lnTo>
                <a:lnTo>
                  <a:pt x="811535" y="60238"/>
                </a:lnTo>
                <a:cubicBezTo>
                  <a:pt x="816763" y="52546"/>
                  <a:pt x="823526" y="48085"/>
                  <a:pt x="830444" y="48085"/>
                </a:cubicBezTo>
                <a:cubicBezTo>
                  <a:pt x="837209" y="48085"/>
                  <a:pt x="841051" y="51932"/>
                  <a:pt x="841051" y="63775"/>
                </a:cubicBezTo>
                <a:cubicBezTo>
                  <a:pt x="841051" y="64852"/>
                  <a:pt x="840591" y="65469"/>
                  <a:pt x="840129" y="65621"/>
                </a:cubicBezTo>
                <a:lnTo>
                  <a:pt x="822142" y="70390"/>
                </a:lnTo>
                <a:cubicBezTo>
                  <a:pt x="807385" y="73930"/>
                  <a:pt x="798469" y="81774"/>
                  <a:pt x="798469" y="92236"/>
                </a:cubicBezTo>
                <a:cubicBezTo>
                  <a:pt x="798469" y="102848"/>
                  <a:pt x="808769" y="108841"/>
                  <a:pt x="819529" y="108841"/>
                </a:cubicBezTo>
                <a:cubicBezTo>
                  <a:pt x="825525" y="108841"/>
                  <a:pt x="833674" y="106845"/>
                  <a:pt x="840591" y="99925"/>
                </a:cubicBezTo>
                <a:lnTo>
                  <a:pt x="840899" y="99925"/>
                </a:lnTo>
                <a:cubicBezTo>
                  <a:pt x="843050" y="106228"/>
                  <a:pt x="846432" y="108841"/>
                  <a:pt x="853042" y="108841"/>
                </a:cubicBezTo>
                <a:cubicBezTo>
                  <a:pt x="859038" y="108841"/>
                  <a:pt x="866725" y="107305"/>
                  <a:pt x="871337" y="103770"/>
                </a:cubicBezTo>
                <a:cubicBezTo>
                  <a:pt x="871151" y="102416"/>
                  <a:pt x="870722" y="101309"/>
                  <a:pt x="869798" y="100542"/>
                </a:cubicBezTo>
                <a:cubicBezTo>
                  <a:pt x="863650" y="100542"/>
                  <a:pt x="860422" y="100080"/>
                  <a:pt x="860422" y="95004"/>
                </a:cubicBezTo>
                <a:close/>
                <a:moveTo>
                  <a:pt x="885787" y="76616"/>
                </a:moveTo>
                <a:cubicBezTo>
                  <a:pt x="885787" y="88133"/>
                  <a:pt x="885264" y="99100"/>
                  <a:pt x="883941" y="107331"/>
                </a:cubicBezTo>
                <a:lnTo>
                  <a:pt x="884096" y="107790"/>
                </a:lnTo>
                <a:cubicBezTo>
                  <a:pt x="884096" y="107790"/>
                  <a:pt x="890551" y="107331"/>
                  <a:pt x="895933" y="107331"/>
                </a:cubicBezTo>
                <a:cubicBezTo>
                  <a:pt x="901189" y="107331"/>
                  <a:pt x="907617" y="107790"/>
                  <a:pt x="907617" y="107790"/>
                </a:cubicBezTo>
                <a:lnTo>
                  <a:pt x="907924" y="107331"/>
                </a:lnTo>
                <a:cubicBezTo>
                  <a:pt x="906631" y="98576"/>
                  <a:pt x="906078" y="88164"/>
                  <a:pt x="906078" y="76616"/>
                </a:cubicBezTo>
                <a:lnTo>
                  <a:pt x="906078" y="74373"/>
                </a:lnTo>
                <a:cubicBezTo>
                  <a:pt x="907401" y="74495"/>
                  <a:pt x="909122" y="74833"/>
                  <a:pt x="910075" y="75694"/>
                </a:cubicBezTo>
                <a:cubicBezTo>
                  <a:pt x="919608" y="86290"/>
                  <a:pt x="924220" y="93048"/>
                  <a:pt x="932366" y="107790"/>
                </a:cubicBezTo>
                <a:cubicBezTo>
                  <a:pt x="934703" y="107516"/>
                  <a:pt x="942052" y="107331"/>
                  <a:pt x="944665" y="107331"/>
                </a:cubicBezTo>
                <a:cubicBezTo>
                  <a:pt x="947247" y="107331"/>
                  <a:pt x="959269" y="107516"/>
                  <a:pt x="960653" y="107790"/>
                </a:cubicBezTo>
                <a:lnTo>
                  <a:pt x="960961" y="107331"/>
                </a:lnTo>
                <a:cubicBezTo>
                  <a:pt x="949523" y="95260"/>
                  <a:pt x="941282" y="86353"/>
                  <a:pt x="926678" y="68629"/>
                </a:cubicBezTo>
                <a:cubicBezTo>
                  <a:pt x="932305" y="62333"/>
                  <a:pt x="945279" y="50815"/>
                  <a:pt x="957733" y="41446"/>
                </a:cubicBezTo>
                <a:lnTo>
                  <a:pt x="957423" y="40984"/>
                </a:lnTo>
                <a:cubicBezTo>
                  <a:pt x="954503" y="41446"/>
                  <a:pt x="937440" y="41446"/>
                  <a:pt x="933288" y="41446"/>
                </a:cubicBezTo>
                <a:cubicBezTo>
                  <a:pt x="927292" y="51428"/>
                  <a:pt x="919085" y="62086"/>
                  <a:pt x="912998" y="66787"/>
                </a:cubicBezTo>
                <a:cubicBezTo>
                  <a:pt x="911428" y="68014"/>
                  <a:pt x="908201" y="68753"/>
                  <a:pt x="906078" y="68997"/>
                </a:cubicBezTo>
                <a:lnTo>
                  <a:pt x="906078" y="30508"/>
                </a:lnTo>
                <a:cubicBezTo>
                  <a:pt x="906078" y="18953"/>
                  <a:pt x="906725" y="10971"/>
                  <a:pt x="907924" y="1541"/>
                </a:cubicBezTo>
                <a:cubicBezTo>
                  <a:pt x="907924" y="462"/>
                  <a:pt x="907185" y="0"/>
                  <a:pt x="906233" y="0"/>
                </a:cubicBezTo>
                <a:cubicBezTo>
                  <a:pt x="902390" y="1541"/>
                  <a:pt x="890490" y="4623"/>
                  <a:pt x="884249" y="5086"/>
                </a:cubicBezTo>
                <a:lnTo>
                  <a:pt x="883941" y="5548"/>
                </a:lnTo>
                <a:cubicBezTo>
                  <a:pt x="885140" y="12141"/>
                  <a:pt x="885787" y="22805"/>
                  <a:pt x="885787" y="34515"/>
                </a:cubicBezTo>
                <a:lnTo>
                  <a:pt x="885787" y="76616"/>
                </a:lnTo>
                <a:close/>
                <a:moveTo>
                  <a:pt x="988631" y="68145"/>
                </a:moveTo>
                <a:cubicBezTo>
                  <a:pt x="989184" y="60585"/>
                  <a:pt x="991061" y="55216"/>
                  <a:pt x="993336" y="52101"/>
                </a:cubicBezTo>
                <a:cubicBezTo>
                  <a:pt x="995271" y="49445"/>
                  <a:pt x="998286" y="47470"/>
                  <a:pt x="1002620" y="47470"/>
                </a:cubicBezTo>
                <a:cubicBezTo>
                  <a:pt x="1008923" y="47470"/>
                  <a:pt x="1012613" y="54629"/>
                  <a:pt x="1012613" y="68145"/>
                </a:cubicBezTo>
                <a:lnTo>
                  <a:pt x="988631" y="68145"/>
                </a:lnTo>
                <a:moveTo>
                  <a:pt x="1030907" y="90868"/>
                </a:moveTo>
                <a:cubicBezTo>
                  <a:pt x="1023774" y="96606"/>
                  <a:pt x="1016303" y="97160"/>
                  <a:pt x="1009845" y="97160"/>
                </a:cubicBezTo>
                <a:cubicBezTo>
                  <a:pt x="1002374" y="97160"/>
                  <a:pt x="996780" y="95163"/>
                  <a:pt x="993120" y="91176"/>
                </a:cubicBezTo>
                <a:cubicBezTo>
                  <a:pt x="989738" y="87493"/>
                  <a:pt x="988016" y="82121"/>
                  <a:pt x="988016" y="75063"/>
                </a:cubicBezTo>
                <a:lnTo>
                  <a:pt x="1003329" y="75063"/>
                </a:lnTo>
                <a:cubicBezTo>
                  <a:pt x="1018700" y="75063"/>
                  <a:pt x="1031829" y="75370"/>
                  <a:pt x="1031829" y="75370"/>
                </a:cubicBezTo>
                <a:lnTo>
                  <a:pt x="1032751" y="74448"/>
                </a:lnTo>
                <a:cubicBezTo>
                  <a:pt x="1032751" y="55185"/>
                  <a:pt x="1027370" y="39783"/>
                  <a:pt x="1003697" y="39783"/>
                </a:cubicBezTo>
                <a:cubicBezTo>
                  <a:pt x="995241" y="39783"/>
                  <a:pt x="986048" y="42429"/>
                  <a:pt x="979961" y="47470"/>
                </a:cubicBezTo>
                <a:cubicBezTo>
                  <a:pt x="972490" y="53642"/>
                  <a:pt x="967416" y="62900"/>
                  <a:pt x="967416" y="75678"/>
                </a:cubicBezTo>
                <a:cubicBezTo>
                  <a:pt x="967416" y="84730"/>
                  <a:pt x="970768" y="94244"/>
                  <a:pt x="977101" y="100849"/>
                </a:cubicBezTo>
                <a:cubicBezTo>
                  <a:pt x="982358" y="106292"/>
                  <a:pt x="991399" y="108841"/>
                  <a:pt x="1002928" y="108841"/>
                </a:cubicBezTo>
                <a:cubicBezTo>
                  <a:pt x="1013997" y="108841"/>
                  <a:pt x="1025003" y="105306"/>
                  <a:pt x="1033366" y="95626"/>
                </a:cubicBezTo>
                <a:cubicBezTo>
                  <a:pt x="1033366" y="93629"/>
                  <a:pt x="1032444" y="90868"/>
                  <a:pt x="1030907" y="90868"/>
                </a:cubicBezTo>
                <a:close/>
                <a:moveTo>
                  <a:pt x="1053352" y="34409"/>
                </a:moveTo>
                <a:lnTo>
                  <a:pt x="1053352" y="79630"/>
                </a:lnTo>
                <a:cubicBezTo>
                  <a:pt x="1053352" y="91171"/>
                  <a:pt x="1052829" y="99081"/>
                  <a:pt x="1051506" y="107331"/>
                </a:cubicBezTo>
                <a:lnTo>
                  <a:pt x="1051661" y="107790"/>
                </a:lnTo>
                <a:cubicBezTo>
                  <a:pt x="1051661" y="107790"/>
                  <a:pt x="1058578" y="107331"/>
                  <a:pt x="1063959" y="107331"/>
                </a:cubicBezTo>
                <a:cubicBezTo>
                  <a:pt x="1069216" y="107331"/>
                  <a:pt x="1074259" y="107790"/>
                  <a:pt x="1074259" y="107790"/>
                </a:cubicBezTo>
                <a:lnTo>
                  <a:pt x="1074567" y="107331"/>
                </a:lnTo>
                <a:cubicBezTo>
                  <a:pt x="1073797" y="98558"/>
                  <a:pt x="1073642" y="91326"/>
                  <a:pt x="1073642" y="79630"/>
                </a:cubicBezTo>
                <a:lnTo>
                  <a:pt x="1073642" y="63933"/>
                </a:lnTo>
                <a:cubicBezTo>
                  <a:pt x="1079486" y="56239"/>
                  <a:pt x="1085941" y="51622"/>
                  <a:pt x="1091477" y="51622"/>
                </a:cubicBezTo>
                <a:cubicBezTo>
                  <a:pt x="1095626" y="51622"/>
                  <a:pt x="1099469" y="54700"/>
                  <a:pt x="1099469" y="65933"/>
                </a:cubicBezTo>
                <a:lnTo>
                  <a:pt x="1099469" y="79630"/>
                </a:lnTo>
                <a:cubicBezTo>
                  <a:pt x="1099469" y="91171"/>
                  <a:pt x="1099469" y="99175"/>
                  <a:pt x="1098547" y="107331"/>
                </a:cubicBezTo>
                <a:lnTo>
                  <a:pt x="1098702" y="107790"/>
                </a:lnTo>
                <a:cubicBezTo>
                  <a:pt x="1098702" y="107790"/>
                  <a:pt x="1106234" y="107331"/>
                  <a:pt x="1111615" y="107331"/>
                </a:cubicBezTo>
                <a:cubicBezTo>
                  <a:pt x="1116841" y="107331"/>
                  <a:pt x="1120993" y="107790"/>
                  <a:pt x="1120993" y="107790"/>
                </a:cubicBezTo>
                <a:lnTo>
                  <a:pt x="1121300" y="107331"/>
                </a:lnTo>
                <a:cubicBezTo>
                  <a:pt x="1119916" y="98558"/>
                  <a:pt x="1119762" y="91326"/>
                  <a:pt x="1119762" y="79630"/>
                </a:cubicBezTo>
                <a:lnTo>
                  <a:pt x="1119762" y="62549"/>
                </a:lnTo>
                <a:cubicBezTo>
                  <a:pt x="1119762" y="48702"/>
                  <a:pt x="1113766" y="39783"/>
                  <a:pt x="1099931" y="39783"/>
                </a:cubicBezTo>
                <a:cubicBezTo>
                  <a:pt x="1092091" y="39783"/>
                  <a:pt x="1080715" y="44550"/>
                  <a:pt x="1073642" y="53623"/>
                </a:cubicBezTo>
                <a:lnTo>
                  <a:pt x="1073028" y="53316"/>
                </a:lnTo>
                <a:lnTo>
                  <a:pt x="1073642" y="39938"/>
                </a:lnTo>
                <a:lnTo>
                  <a:pt x="1073642" y="30415"/>
                </a:lnTo>
                <a:cubicBezTo>
                  <a:pt x="1073642" y="18895"/>
                  <a:pt x="1073983" y="10938"/>
                  <a:pt x="1075181" y="1536"/>
                </a:cubicBezTo>
                <a:cubicBezTo>
                  <a:pt x="1075181" y="462"/>
                  <a:pt x="1074750" y="0"/>
                  <a:pt x="1073797" y="0"/>
                </a:cubicBezTo>
                <a:cubicBezTo>
                  <a:pt x="1069955" y="1536"/>
                  <a:pt x="1058055" y="4609"/>
                  <a:pt x="1051813" y="5069"/>
                </a:cubicBezTo>
                <a:lnTo>
                  <a:pt x="1051506" y="5531"/>
                </a:lnTo>
                <a:cubicBezTo>
                  <a:pt x="1052705" y="12106"/>
                  <a:pt x="1053352" y="22735"/>
                  <a:pt x="1053352" y="34409"/>
                </a:cubicBezTo>
                <a:close/>
                <a:moveTo>
                  <a:pt x="1139592" y="75774"/>
                </a:moveTo>
                <a:cubicBezTo>
                  <a:pt x="1139592" y="96233"/>
                  <a:pt x="1153889" y="108841"/>
                  <a:pt x="1176795" y="108841"/>
                </a:cubicBezTo>
                <a:cubicBezTo>
                  <a:pt x="1200315" y="108841"/>
                  <a:pt x="1213998" y="95649"/>
                  <a:pt x="1213998" y="74390"/>
                </a:cubicBezTo>
                <a:cubicBezTo>
                  <a:pt x="1213998" y="55009"/>
                  <a:pt x="1203083" y="39783"/>
                  <a:pt x="1177102" y="39783"/>
                </a:cubicBezTo>
                <a:cubicBezTo>
                  <a:pt x="1155120" y="39783"/>
                  <a:pt x="1139592" y="51932"/>
                  <a:pt x="1139592" y="75774"/>
                </a:cubicBezTo>
                <a:moveTo>
                  <a:pt x="1176028" y="47470"/>
                </a:moveTo>
                <a:cubicBezTo>
                  <a:pt x="1189093" y="47470"/>
                  <a:pt x="1192169" y="57163"/>
                  <a:pt x="1192169" y="78544"/>
                </a:cubicBezTo>
                <a:cubicBezTo>
                  <a:pt x="1192169" y="96233"/>
                  <a:pt x="1185866" y="101157"/>
                  <a:pt x="1178948" y="101157"/>
                </a:cubicBezTo>
                <a:cubicBezTo>
                  <a:pt x="1162960" y="101157"/>
                  <a:pt x="1161423" y="84082"/>
                  <a:pt x="1161423" y="72236"/>
                </a:cubicBezTo>
                <a:cubicBezTo>
                  <a:pt x="1161423" y="58854"/>
                  <a:pt x="1162805" y="47470"/>
                  <a:pt x="1176028" y="47470"/>
                </a:cubicBezTo>
                <a:close/>
                <a:moveTo>
                  <a:pt x="1233522" y="76576"/>
                </a:moveTo>
                <a:cubicBezTo>
                  <a:pt x="1233522" y="88110"/>
                  <a:pt x="1232999" y="99088"/>
                  <a:pt x="1231676" y="107331"/>
                </a:cubicBezTo>
                <a:lnTo>
                  <a:pt x="1231831" y="107790"/>
                </a:lnTo>
                <a:cubicBezTo>
                  <a:pt x="1231831" y="107790"/>
                  <a:pt x="1238286" y="107331"/>
                  <a:pt x="1243667" y="107331"/>
                </a:cubicBezTo>
                <a:cubicBezTo>
                  <a:pt x="1248924" y="107331"/>
                  <a:pt x="1255351" y="107790"/>
                  <a:pt x="1255351" y="107790"/>
                </a:cubicBezTo>
                <a:lnTo>
                  <a:pt x="1255658" y="107331"/>
                </a:lnTo>
                <a:cubicBezTo>
                  <a:pt x="1254366" y="98565"/>
                  <a:pt x="1253812" y="88140"/>
                  <a:pt x="1253812" y="76576"/>
                </a:cubicBezTo>
                <a:lnTo>
                  <a:pt x="1253812" y="30447"/>
                </a:lnTo>
                <a:cubicBezTo>
                  <a:pt x="1253812" y="18916"/>
                  <a:pt x="1254460" y="10950"/>
                  <a:pt x="1255658" y="1539"/>
                </a:cubicBezTo>
                <a:cubicBezTo>
                  <a:pt x="1255658" y="462"/>
                  <a:pt x="1254920" y="0"/>
                  <a:pt x="1253967" y="0"/>
                </a:cubicBezTo>
                <a:cubicBezTo>
                  <a:pt x="1250125" y="1539"/>
                  <a:pt x="1238225" y="4614"/>
                  <a:pt x="1231983" y="5076"/>
                </a:cubicBezTo>
                <a:lnTo>
                  <a:pt x="1231676" y="5538"/>
                </a:lnTo>
                <a:cubicBezTo>
                  <a:pt x="1232874" y="12118"/>
                  <a:pt x="1233522" y="22758"/>
                  <a:pt x="1233522" y="34445"/>
                </a:cubicBezTo>
                <a:lnTo>
                  <a:pt x="1233522" y="76576"/>
                </a:lnTo>
                <a:close/>
                <a:moveTo>
                  <a:pt x="1324374" y="86850"/>
                </a:moveTo>
                <a:cubicBezTo>
                  <a:pt x="1320623" y="96695"/>
                  <a:pt x="1315704" y="99925"/>
                  <a:pt x="1309462" y="99925"/>
                </a:cubicBezTo>
                <a:cubicBezTo>
                  <a:pt x="1301163" y="99925"/>
                  <a:pt x="1295627" y="92543"/>
                  <a:pt x="1295627" y="73313"/>
                </a:cubicBezTo>
                <a:cubicBezTo>
                  <a:pt x="1295627" y="52546"/>
                  <a:pt x="1302331" y="47470"/>
                  <a:pt x="1309772" y="47470"/>
                </a:cubicBezTo>
                <a:cubicBezTo>
                  <a:pt x="1316997" y="47470"/>
                  <a:pt x="1322777" y="52762"/>
                  <a:pt x="1324374" y="60700"/>
                </a:cubicBezTo>
                <a:lnTo>
                  <a:pt x="1324374" y="86850"/>
                </a:lnTo>
                <a:moveTo>
                  <a:pt x="1324374" y="99003"/>
                </a:moveTo>
                <a:lnTo>
                  <a:pt x="1324684" y="99003"/>
                </a:lnTo>
                <a:lnTo>
                  <a:pt x="1325451" y="107305"/>
                </a:lnTo>
                <a:cubicBezTo>
                  <a:pt x="1325451" y="107638"/>
                  <a:pt x="1325913" y="107790"/>
                  <a:pt x="1326835" y="107790"/>
                </a:cubicBezTo>
                <a:cubicBezTo>
                  <a:pt x="1328864" y="107514"/>
                  <a:pt x="1334367" y="107331"/>
                  <a:pt x="1336612" y="107331"/>
                </a:cubicBezTo>
                <a:cubicBezTo>
                  <a:pt x="1338519" y="107331"/>
                  <a:pt x="1345281" y="107483"/>
                  <a:pt x="1347280" y="107790"/>
                </a:cubicBezTo>
                <a:lnTo>
                  <a:pt x="1347587" y="107331"/>
                </a:lnTo>
                <a:cubicBezTo>
                  <a:pt x="1346358" y="100713"/>
                  <a:pt x="1344667" y="89327"/>
                  <a:pt x="1344667" y="77786"/>
                </a:cubicBezTo>
                <a:lnTo>
                  <a:pt x="1344667" y="30415"/>
                </a:lnTo>
                <a:cubicBezTo>
                  <a:pt x="1344667" y="19047"/>
                  <a:pt x="1345312" y="10938"/>
                  <a:pt x="1346513" y="1536"/>
                </a:cubicBezTo>
                <a:cubicBezTo>
                  <a:pt x="1346513" y="462"/>
                  <a:pt x="1345774" y="0"/>
                  <a:pt x="1344822" y="0"/>
                </a:cubicBezTo>
                <a:cubicBezTo>
                  <a:pt x="1340977" y="1536"/>
                  <a:pt x="1329080" y="4609"/>
                  <a:pt x="1322838" y="5069"/>
                </a:cubicBezTo>
                <a:lnTo>
                  <a:pt x="1322530" y="5531"/>
                </a:lnTo>
                <a:cubicBezTo>
                  <a:pt x="1323729" y="12106"/>
                  <a:pt x="1324374" y="22735"/>
                  <a:pt x="1324374" y="34409"/>
                </a:cubicBezTo>
                <a:lnTo>
                  <a:pt x="1324374" y="46703"/>
                </a:lnTo>
                <a:cubicBezTo>
                  <a:pt x="1321454" y="42551"/>
                  <a:pt x="1314320" y="39783"/>
                  <a:pt x="1309924" y="39783"/>
                </a:cubicBezTo>
                <a:cubicBezTo>
                  <a:pt x="1299624" y="39783"/>
                  <a:pt x="1294091" y="41815"/>
                  <a:pt x="1287019" y="46917"/>
                </a:cubicBezTo>
                <a:cubicBezTo>
                  <a:pt x="1277488" y="53841"/>
                  <a:pt x="1273798" y="65014"/>
                  <a:pt x="1273798" y="76093"/>
                </a:cubicBezTo>
                <a:cubicBezTo>
                  <a:pt x="1273798" y="95004"/>
                  <a:pt x="1285327" y="108841"/>
                  <a:pt x="1302392" y="108841"/>
                </a:cubicBezTo>
                <a:cubicBezTo>
                  <a:pt x="1312078" y="108841"/>
                  <a:pt x="1320224" y="106137"/>
                  <a:pt x="1324374" y="99003"/>
                </a:cubicBezTo>
                <a:close/>
                <a:moveTo>
                  <a:pt x="1384482" y="68145"/>
                </a:moveTo>
                <a:cubicBezTo>
                  <a:pt x="1385036" y="60585"/>
                  <a:pt x="1386912" y="55216"/>
                  <a:pt x="1389188" y="52101"/>
                </a:cubicBezTo>
                <a:cubicBezTo>
                  <a:pt x="1391123" y="49445"/>
                  <a:pt x="1394137" y="47470"/>
                  <a:pt x="1398472" y="47470"/>
                </a:cubicBezTo>
                <a:cubicBezTo>
                  <a:pt x="1404775" y="47470"/>
                  <a:pt x="1408465" y="54629"/>
                  <a:pt x="1408465" y="68145"/>
                </a:cubicBezTo>
                <a:lnTo>
                  <a:pt x="1384482" y="68145"/>
                </a:lnTo>
                <a:moveTo>
                  <a:pt x="1426759" y="90868"/>
                </a:moveTo>
                <a:cubicBezTo>
                  <a:pt x="1419626" y="96606"/>
                  <a:pt x="1412155" y="97160"/>
                  <a:pt x="1405697" y="97160"/>
                </a:cubicBezTo>
                <a:cubicBezTo>
                  <a:pt x="1398226" y="97160"/>
                  <a:pt x="1392631" y="95163"/>
                  <a:pt x="1388972" y="91176"/>
                </a:cubicBezTo>
                <a:cubicBezTo>
                  <a:pt x="1385589" y="87493"/>
                  <a:pt x="1383868" y="82121"/>
                  <a:pt x="1383868" y="75063"/>
                </a:cubicBezTo>
                <a:lnTo>
                  <a:pt x="1399180" y="75063"/>
                </a:lnTo>
                <a:cubicBezTo>
                  <a:pt x="1414552" y="75063"/>
                  <a:pt x="1427681" y="75370"/>
                  <a:pt x="1427681" y="75370"/>
                </a:cubicBezTo>
                <a:lnTo>
                  <a:pt x="1428603" y="74448"/>
                </a:lnTo>
                <a:cubicBezTo>
                  <a:pt x="1428603" y="55185"/>
                  <a:pt x="1423222" y="39783"/>
                  <a:pt x="1399549" y="39783"/>
                </a:cubicBezTo>
                <a:cubicBezTo>
                  <a:pt x="1391092" y="39783"/>
                  <a:pt x="1381900" y="42429"/>
                  <a:pt x="1375812" y="47470"/>
                </a:cubicBezTo>
                <a:cubicBezTo>
                  <a:pt x="1368341" y="53642"/>
                  <a:pt x="1363268" y="62900"/>
                  <a:pt x="1363268" y="75678"/>
                </a:cubicBezTo>
                <a:cubicBezTo>
                  <a:pt x="1363268" y="84730"/>
                  <a:pt x="1366620" y="94244"/>
                  <a:pt x="1372953" y="100849"/>
                </a:cubicBezTo>
                <a:cubicBezTo>
                  <a:pt x="1378210" y="106292"/>
                  <a:pt x="1387250" y="108841"/>
                  <a:pt x="1398779" y="108841"/>
                </a:cubicBezTo>
                <a:cubicBezTo>
                  <a:pt x="1409849" y="108841"/>
                  <a:pt x="1420855" y="105306"/>
                  <a:pt x="1429217" y="95626"/>
                </a:cubicBezTo>
                <a:cubicBezTo>
                  <a:pt x="1429217" y="93629"/>
                  <a:pt x="1428296" y="90868"/>
                  <a:pt x="1426759" y="90868"/>
                </a:cubicBezTo>
                <a:close/>
                <a:moveTo>
                  <a:pt x="1470571" y="53621"/>
                </a:moveTo>
                <a:lnTo>
                  <a:pt x="1469926" y="53159"/>
                </a:lnTo>
                <a:cubicBezTo>
                  <a:pt x="1469926" y="49654"/>
                  <a:pt x="1469740" y="43229"/>
                  <a:pt x="1469494" y="41937"/>
                </a:cubicBezTo>
                <a:cubicBezTo>
                  <a:pt x="1469311" y="40860"/>
                  <a:pt x="1469065" y="40400"/>
                  <a:pt x="1468112" y="40400"/>
                </a:cubicBezTo>
                <a:cubicBezTo>
                  <a:pt x="1463653" y="41137"/>
                  <a:pt x="1453660" y="41137"/>
                  <a:pt x="1448279" y="40860"/>
                </a:cubicBezTo>
                <a:lnTo>
                  <a:pt x="1447972" y="41322"/>
                </a:lnTo>
                <a:cubicBezTo>
                  <a:pt x="1449173" y="47902"/>
                  <a:pt x="1449663" y="59652"/>
                  <a:pt x="1449663" y="71164"/>
                </a:cubicBezTo>
                <a:lnTo>
                  <a:pt x="1449663" y="79628"/>
                </a:lnTo>
                <a:cubicBezTo>
                  <a:pt x="1449663" y="91171"/>
                  <a:pt x="1449356" y="99020"/>
                  <a:pt x="1448127" y="107331"/>
                </a:cubicBezTo>
                <a:lnTo>
                  <a:pt x="1448279" y="107790"/>
                </a:lnTo>
                <a:cubicBezTo>
                  <a:pt x="1448279" y="107790"/>
                  <a:pt x="1453201" y="107331"/>
                  <a:pt x="1458579" y="107331"/>
                </a:cubicBezTo>
                <a:cubicBezTo>
                  <a:pt x="1463808" y="107331"/>
                  <a:pt x="1471185" y="107790"/>
                  <a:pt x="1471185" y="107790"/>
                </a:cubicBezTo>
                <a:lnTo>
                  <a:pt x="1471492" y="107331"/>
                </a:lnTo>
                <a:cubicBezTo>
                  <a:pt x="1470263" y="98558"/>
                  <a:pt x="1469956" y="91323"/>
                  <a:pt x="1469956" y="79628"/>
                </a:cubicBezTo>
                <a:lnTo>
                  <a:pt x="1469956" y="68394"/>
                </a:lnTo>
                <a:cubicBezTo>
                  <a:pt x="1469956" y="56483"/>
                  <a:pt x="1480563" y="54697"/>
                  <a:pt x="1482869" y="54697"/>
                </a:cubicBezTo>
                <a:cubicBezTo>
                  <a:pt x="1485790" y="54697"/>
                  <a:pt x="1489017" y="55467"/>
                  <a:pt x="1491785" y="57620"/>
                </a:cubicBezTo>
                <a:lnTo>
                  <a:pt x="1494553" y="57313"/>
                </a:lnTo>
                <a:lnTo>
                  <a:pt x="1497626" y="41475"/>
                </a:lnTo>
                <a:lnTo>
                  <a:pt x="1497012" y="40860"/>
                </a:lnTo>
                <a:cubicBezTo>
                  <a:pt x="1494398" y="40093"/>
                  <a:pt x="1491940" y="39783"/>
                  <a:pt x="1489172" y="39783"/>
                </a:cubicBezTo>
                <a:cubicBezTo>
                  <a:pt x="1481947" y="39783"/>
                  <a:pt x="1474568" y="47625"/>
                  <a:pt x="1470571" y="53621"/>
                </a:cubicBezTo>
                <a:close/>
                <a:moveTo>
                  <a:pt x="1509002" y="89925"/>
                </a:moveTo>
                <a:lnTo>
                  <a:pt x="1506544" y="104685"/>
                </a:lnTo>
                <a:cubicBezTo>
                  <a:pt x="1514845" y="107767"/>
                  <a:pt x="1524990" y="108841"/>
                  <a:pt x="1530526" y="108841"/>
                </a:cubicBezTo>
                <a:cubicBezTo>
                  <a:pt x="1550509" y="108841"/>
                  <a:pt x="1558966" y="99156"/>
                  <a:pt x="1558966" y="88541"/>
                </a:cubicBezTo>
                <a:cubicBezTo>
                  <a:pt x="1558966" y="74697"/>
                  <a:pt x="1548051" y="70390"/>
                  <a:pt x="1537136" y="64545"/>
                </a:cubicBezTo>
                <a:cubicBezTo>
                  <a:pt x="1532124" y="61838"/>
                  <a:pt x="1527911" y="59161"/>
                  <a:pt x="1527911" y="54240"/>
                </a:cubicBezTo>
                <a:cubicBezTo>
                  <a:pt x="1527911" y="49933"/>
                  <a:pt x="1529450" y="46703"/>
                  <a:pt x="1535445" y="46703"/>
                </a:cubicBezTo>
                <a:cubicBezTo>
                  <a:pt x="1542977" y="46703"/>
                  <a:pt x="1547434" y="53933"/>
                  <a:pt x="1549433" y="58239"/>
                </a:cubicBezTo>
                <a:lnTo>
                  <a:pt x="1553585" y="58085"/>
                </a:lnTo>
                <a:lnTo>
                  <a:pt x="1556505" y="44243"/>
                </a:lnTo>
                <a:lnTo>
                  <a:pt x="1556198" y="43780"/>
                </a:lnTo>
                <a:cubicBezTo>
                  <a:pt x="1552048" y="41475"/>
                  <a:pt x="1543130" y="39783"/>
                  <a:pt x="1535752" y="39783"/>
                </a:cubicBezTo>
                <a:cubicBezTo>
                  <a:pt x="1521915" y="39783"/>
                  <a:pt x="1509771" y="46548"/>
                  <a:pt x="1509771" y="58392"/>
                </a:cubicBezTo>
                <a:cubicBezTo>
                  <a:pt x="1509771" y="69161"/>
                  <a:pt x="1517303" y="74667"/>
                  <a:pt x="1526067" y="79466"/>
                </a:cubicBezTo>
                <a:cubicBezTo>
                  <a:pt x="1537289" y="85619"/>
                  <a:pt x="1540671" y="88389"/>
                  <a:pt x="1540671" y="94542"/>
                </a:cubicBezTo>
                <a:cubicBezTo>
                  <a:pt x="1540671" y="101771"/>
                  <a:pt x="1535905" y="102079"/>
                  <a:pt x="1530064" y="102079"/>
                </a:cubicBezTo>
                <a:cubicBezTo>
                  <a:pt x="1524683" y="102079"/>
                  <a:pt x="1518228" y="98694"/>
                  <a:pt x="1513616" y="89773"/>
                </a:cubicBezTo>
                <a:lnTo>
                  <a:pt x="1509002" y="89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B32E9-4A2C-43A2-B2DC-06FB93DF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032" y="139084"/>
            <a:ext cx="1944025" cy="972012"/>
          </a:xfrm>
          <a:custGeom xmlns:a="http://schemas.openxmlformats.org/drawingml/2006/main">
            <a:pathLst>
              <a:path w="1944025" h="972012">
                <a:moveTo>
                  <a:pt x="0" y="972012"/>
                </a:moveTo>
                <a:lnTo>
                  <a:pt x="1944025" y="972012"/>
                </a:lnTo>
                <a:lnTo>
                  <a:pt x="1944025" y="0"/>
                </a:lnTo>
                <a:lnTo>
                  <a:pt x="0" y="0"/>
                </a:lnTo>
                <a:lnTo>
                  <a:pt x="0" y="972012"/>
                </a:lnTo>
                <a:close/>
              </a:path>
            </a:pathLst>
          </a:custGeom>
          <a:solidFill xmlns:a="http://schemas.openxmlformats.org/drawingml/2006/main">
            <a:srgbClr val="FC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0E222-5E02-45EE-9899-6449E59D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032" y="139084"/>
            <a:ext cx="1944025" cy="972012"/>
          </a:xfrm>
          <a:custGeom xmlns:a="http://schemas.openxmlformats.org/drawingml/2006/main">
            <a:pathLst>
              <a:path w="1944025" h="972012" fill="none">
                <a:moveTo>
                  <a:pt x="0" y="972012"/>
                </a:moveTo>
                <a:lnTo>
                  <a:pt x="1944025" y="972012"/>
                </a:lnTo>
                <a:lnTo>
                  <a:pt x="1944025" y="0"/>
                </a:lnTo>
                <a:lnTo>
                  <a:pt x="0" y="0"/>
                </a:lnTo>
                <a:lnTo>
                  <a:pt x="0" y="9720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0" cap="flat">
            <a:solidFill>
              <a:srgbClr val="F5C2C2"/>
            </a:solidFill>
            <a:miter/>
          </a:ln>
        </p:spPr>
      </p:sp>
      <p:sp>
        <p:nvSpPr>
          <p:cNvPr id="8" name="Text Well-formednessproperties">
            <a:extLst xmlns:a="http://schemas.openxmlformats.org/drawingml/2006/main">
              <a:ext uri="{FF2B5EF4-FFF2-40B4-BE49-F238E27FC236}">
                <a16:creationId xmlns:a16="http://schemas.microsoft.com/office/drawing/2014/main" id="{EF59E2E6-E2B2-4210-AAEC-B988B218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340" y="1184855"/>
            <a:ext cx="1935756" cy="143520"/>
          </a:xfrm>
          <a:custGeom xmlns:a="http://schemas.openxmlformats.org/drawingml/2006/main">
            <a:pathLst>
              <a:path w="1935756" h="143520">
                <a:moveTo>
                  <a:pt x="110563" y="79848"/>
                </a:moveTo>
                <a:cubicBezTo>
                  <a:pt x="92853" y="37494"/>
                  <a:pt x="87256" y="12763"/>
                  <a:pt x="85781" y="7656"/>
                </a:cubicBezTo>
                <a:cubicBezTo>
                  <a:pt x="83167" y="8119"/>
                  <a:pt x="73637" y="8119"/>
                  <a:pt x="71024" y="8119"/>
                </a:cubicBezTo>
                <a:cubicBezTo>
                  <a:pt x="68411" y="8119"/>
                  <a:pt x="61183" y="8119"/>
                  <a:pt x="58570" y="7656"/>
                </a:cubicBezTo>
                <a:cubicBezTo>
                  <a:pt x="61953" y="14548"/>
                  <a:pt x="67550" y="28482"/>
                  <a:pt x="73914" y="44782"/>
                </a:cubicBezTo>
                <a:cubicBezTo>
                  <a:pt x="68380" y="58347"/>
                  <a:pt x="62169" y="72588"/>
                  <a:pt x="56787" y="85016"/>
                </a:cubicBezTo>
                <a:cubicBezTo>
                  <a:pt x="37048" y="39246"/>
                  <a:pt x="27949" y="12918"/>
                  <a:pt x="26441" y="7656"/>
                </a:cubicBezTo>
                <a:cubicBezTo>
                  <a:pt x="23828" y="8119"/>
                  <a:pt x="18139" y="8119"/>
                  <a:pt x="15526" y="8119"/>
                </a:cubicBezTo>
                <a:cubicBezTo>
                  <a:pt x="12913" y="8119"/>
                  <a:pt x="2613" y="8119"/>
                  <a:pt x="0" y="7656"/>
                </a:cubicBezTo>
                <a:cubicBezTo>
                  <a:pt x="7687" y="23190"/>
                  <a:pt x="29516" y="74711"/>
                  <a:pt x="43658" y="108393"/>
                </a:cubicBezTo>
                <a:lnTo>
                  <a:pt x="57496" y="108393"/>
                </a:lnTo>
                <a:lnTo>
                  <a:pt x="79602" y="59394"/>
                </a:lnTo>
                <a:cubicBezTo>
                  <a:pt x="86151" y="76156"/>
                  <a:pt x="93069" y="93904"/>
                  <a:pt x="99156" y="108391"/>
                </a:cubicBezTo>
                <a:lnTo>
                  <a:pt x="109763" y="108391"/>
                </a:lnTo>
                <a:cubicBezTo>
                  <a:pt x="124520" y="74249"/>
                  <a:pt x="139587" y="41646"/>
                  <a:pt x="155113" y="7656"/>
                </a:cubicBezTo>
                <a:cubicBezTo>
                  <a:pt x="153269" y="8119"/>
                  <a:pt x="148348" y="8119"/>
                  <a:pt x="146659" y="8119"/>
                </a:cubicBezTo>
                <a:cubicBezTo>
                  <a:pt x="144968" y="8119"/>
                  <a:pt x="140663" y="8119"/>
                  <a:pt x="138817" y="7656"/>
                </a:cubicBezTo>
                <a:cubicBezTo>
                  <a:pt x="134053" y="25681"/>
                  <a:pt x="121170" y="55394"/>
                  <a:pt x="110563" y="79848"/>
                </a:cubicBezTo>
                <a:close/>
                <a:moveTo>
                  <a:pt x="172176" y="68145"/>
                </a:moveTo>
                <a:cubicBezTo>
                  <a:pt x="172729" y="60585"/>
                  <a:pt x="174606" y="55216"/>
                  <a:pt x="176881" y="52101"/>
                </a:cubicBezTo>
                <a:cubicBezTo>
                  <a:pt x="178817" y="49445"/>
                  <a:pt x="181831" y="47470"/>
                  <a:pt x="186166" y="47470"/>
                </a:cubicBezTo>
                <a:cubicBezTo>
                  <a:pt x="192469" y="47470"/>
                  <a:pt x="196158" y="54629"/>
                  <a:pt x="196158" y="68145"/>
                </a:cubicBezTo>
                <a:lnTo>
                  <a:pt x="172176" y="68145"/>
                </a:lnTo>
                <a:moveTo>
                  <a:pt x="214453" y="90868"/>
                </a:moveTo>
                <a:cubicBezTo>
                  <a:pt x="207319" y="96606"/>
                  <a:pt x="199848" y="97160"/>
                  <a:pt x="193391" y="97160"/>
                </a:cubicBezTo>
                <a:cubicBezTo>
                  <a:pt x="185919" y="97160"/>
                  <a:pt x="180325" y="95163"/>
                  <a:pt x="176666" y="91176"/>
                </a:cubicBezTo>
                <a:cubicBezTo>
                  <a:pt x="173283" y="87493"/>
                  <a:pt x="171561" y="82121"/>
                  <a:pt x="171561" y="75063"/>
                </a:cubicBezTo>
                <a:lnTo>
                  <a:pt x="186874" y="75063"/>
                </a:lnTo>
                <a:cubicBezTo>
                  <a:pt x="202246" y="75063"/>
                  <a:pt x="215375" y="75370"/>
                  <a:pt x="215375" y="75370"/>
                </a:cubicBezTo>
                <a:lnTo>
                  <a:pt x="216296" y="74448"/>
                </a:lnTo>
                <a:cubicBezTo>
                  <a:pt x="216296" y="55185"/>
                  <a:pt x="210915" y="39783"/>
                  <a:pt x="187242" y="39783"/>
                </a:cubicBezTo>
                <a:cubicBezTo>
                  <a:pt x="178786" y="39783"/>
                  <a:pt x="169593" y="42429"/>
                  <a:pt x="163506" y="47470"/>
                </a:cubicBezTo>
                <a:cubicBezTo>
                  <a:pt x="156035" y="53642"/>
                  <a:pt x="150961" y="62900"/>
                  <a:pt x="150961" y="75678"/>
                </a:cubicBezTo>
                <a:cubicBezTo>
                  <a:pt x="150961" y="84730"/>
                  <a:pt x="154313" y="94244"/>
                  <a:pt x="160647" y="100849"/>
                </a:cubicBezTo>
                <a:cubicBezTo>
                  <a:pt x="165903" y="106292"/>
                  <a:pt x="174944" y="108841"/>
                  <a:pt x="186473" y="108841"/>
                </a:cubicBezTo>
                <a:cubicBezTo>
                  <a:pt x="197542" y="108841"/>
                  <a:pt x="208549" y="105306"/>
                  <a:pt x="216911" y="95626"/>
                </a:cubicBezTo>
                <a:cubicBezTo>
                  <a:pt x="216911" y="93629"/>
                  <a:pt x="215989" y="90868"/>
                  <a:pt x="214453" y="90868"/>
                </a:cubicBezTo>
                <a:close/>
                <a:moveTo>
                  <a:pt x="236898" y="76576"/>
                </a:moveTo>
                <a:cubicBezTo>
                  <a:pt x="236898" y="88110"/>
                  <a:pt x="236375" y="99088"/>
                  <a:pt x="235052" y="107331"/>
                </a:cubicBezTo>
                <a:lnTo>
                  <a:pt x="235206" y="107790"/>
                </a:lnTo>
                <a:cubicBezTo>
                  <a:pt x="235206" y="107790"/>
                  <a:pt x="241662" y="107331"/>
                  <a:pt x="247043" y="107331"/>
                </a:cubicBezTo>
                <a:cubicBezTo>
                  <a:pt x="252300" y="107331"/>
                  <a:pt x="258727" y="107790"/>
                  <a:pt x="258727" y="107790"/>
                </a:cubicBezTo>
                <a:lnTo>
                  <a:pt x="259034" y="107331"/>
                </a:lnTo>
                <a:cubicBezTo>
                  <a:pt x="257742" y="98565"/>
                  <a:pt x="257188" y="88140"/>
                  <a:pt x="257188" y="76576"/>
                </a:cubicBezTo>
                <a:lnTo>
                  <a:pt x="257188" y="30447"/>
                </a:lnTo>
                <a:cubicBezTo>
                  <a:pt x="257188" y="18916"/>
                  <a:pt x="257836" y="10950"/>
                  <a:pt x="259034" y="1539"/>
                </a:cubicBezTo>
                <a:cubicBezTo>
                  <a:pt x="259034" y="462"/>
                  <a:pt x="258295" y="0"/>
                  <a:pt x="257343" y="0"/>
                </a:cubicBezTo>
                <a:cubicBezTo>
                  <a:pt x="253501" y="1539"/>
                  <a:pt x="241601" y="4614"/>
                  <a:pt x="235359" y="5076"/>
                </a:cubicBezTo>
                <a:lnTo>
                  <a:pt x="235052" y="5538"/>
                </a:lnTo>
                <a:cubicBezTo>
                  <a:pt x="236250" y="12118"/>
                  <a:pt x="236898" y="22758"/>
                  <a:pt x="236898" y="34445"/>
                </a:cubicBezTo>
                <a:lnTo>
                  <a:pt x="236898" y="76576"/>
                </a:lnTo>
                <a:close/>
                <a:moveTo>
                  <a:pt x="283631" y="76576"/>
                </a:moveTo>
                <a:cubicBezTo>
                  <a:pt x="283631" y="88110"/>
                  <a:pt x="283108" y="99088"/>
                  <a:pt x="281785" y="107331"/>
                </a:cubicBezTo>
                <a:lnTo>
                  <a:pt x="281940" y="107790"/>
                </a:lnTo>
                <a:cubicBezTo>
                  <a:pt x="281940" y="107790"/>
                  <a:pt x="288395" y="107331"/>
                  <a:pt x="293776" y="107331"/>
                </a:cubicBezTo>
                <a:cubicBezTo>
                  <a:pt x="299033" y="107331"/>
                  <a:pt x="305460" y="107790"/>
                  <a:pt x="305460" y="107790"/>
                </a:cubicBezTo>
                <a:lnTo>
                  <a:pt x="305768" y="107331"/>
                </a:lnTo>
                <a:cubicBezTo>
                  <a:pt x="304475" y="98565"/>
                  <a:pt x="303922" y="88140"/>
                  <a:pt x="303922" y="76576"/>
                </a:cubicBezTo>
                <a:lnTo>
                  <a:pt x="303922" y="30447"/>
                </a:lnTo>
                <a:cubicBezTo>
                  <a:pt x="303922" y="18916"/>
                  <a:pt x="304569" y="10950"/>
                  <a:pt x="305768" y="1539"/>
                </a:cubicBezTo>
                <a:cubicBezTo>
                  <a:pt x="305768" y="462"/>
                  <a:pt x="305029" y="0"/>
                  <a:pt x="304076" y="0"/>
                </a:cubicBezTo>
                <a:cubicBezTo>
                  <a:pt x="300234" y="1539"/>
                  <a:pt x="288334" y="4614"/>
                  <a:pt x="282092" y="5076"/>
                </a:cubicBezTo>
                <a:lnTo>
                  <a:pt x="281785" y="5538"/>
                </a:lnTo>
                <a:cubicBezTo>
                  <a:pt x="282984" y="12118"/>
                  <a:pt x="283631" y="22758"/>
                  <a:pt x="283631" y="34445"/>
                </a:cubicBezTo>
                <a:lnTo>
                  <a:pt x="283631" y="76576"/>
                </a:lnTo>
                <a:close/>
                <a:moveTo>
                  <a:pt x="360033" y="73376"/>
                </a:moveTo>
                <a:cubicBezTo>
                  <a:pt x="362032" y="73376"/>
                  <a:pt x="364185" y="67381"/>
                  <a:pt x="364185" y="65689"/>
                </a:cubicBezTo>
                <a:cubicBezTo>
                  <a:pt x="364185" y="64306"/>
                  <a:pt x="363568" y="62152"/>
                  <a:pt x="362032" y="62152"/>
                </a:cubicBezTo>
                <a:lnTo>
                  <a:pt x="326827" y="62152"/>
                </a:lnTo>
                <a:cubicBezTo>
                  <a:pt x="324984" y="62152"/>
                  <a:pt x="322985" y="67533"/>
                  <a:pt x="322985" y="69994"/>
                </a:cubicBezTo>
                <a:cubicBezTo>
                  <a:pt x="322985" y="71378"/>
                  <a:pt x="323907" y="73376"/>
                  <a:pt x="325291" y="73376"/>
                </a:cubicBezTo>
                <a:lnTo>
                  <a:pt x="360033" y="73376"/>
                </a:lnTo>
                <a:close/>
                <a:moveTo>
                  <a:pt x="404155" y="49122"/>
                </a:moveTo>
                <a:lnTo>
                  <a:pt x="409996" y="49122"/>
                </a:lnTo>
                <a:cubicBezTo>
                  <a:pt x="413686" y="49122"/>
                  <a:pt x="419034" y="49246"/>
                  <a:pt x="421063" y="49429"/>
                </a:cubicBezTo>
                <a:cubicBezTo>
                  <a:pt x="421309" y="47123"/>
                  <a:pt x="421987" y="44479"/>
                  <a:pt x="422909" y="42204"/>
                </a:cubicBezTo>
                <a:lnTo>
                  <a:pt x="422140" y="40973"/>
                </a:lnTo>
                <a:cubicBezTo>
                  <a:pt x="419280" y="41221"/>
                  <a:pt x="414915" y="41435"/>
                  <a:pt x="411380" y="41435"/>
                </a:cubicBezTo>
                <a:lnTo>
                  <a:pt x="404155" y="41435"/>
                </a:lnTo>
                <a:lnTo>
                  <a:pt x="404155" y="39894"/>
                </a:lnTo>
                <a:cubicBezTo>
                  <a:pt x="404155" y="35948"/>
                  <a:pt x="403079" y="28489"/>
                  <a:pt x="403079" y="25097"/>
                </a:cubicBezTo>
                <a:cubicBezTo>
                  <a:pt x="403079" y="16589"/>
                  <a:pt x="407690" y="10607"/>
                  <a:pt x="415992" y="10607"/>
                </a:cubicBezTo>
                <a:cubicBezTo>
                  <a:pt x="420449" y="10607"/>
                  <a:pt x="424661" y="13844"/>
                  <a:pt x="425830" y="18315"/>
                </a:cubicBezTo>
                <a:lnTo>
                  <a:pt x="430441" y="18165"/>
                </a:lnTo>
                <a:cubicBezTo>
                  <a:pt x="430903" y="13861"/>
                  <a:pt x="432595" y="5775"/>
                  <a:pt x="433979" y="2639"/>
                </a:cubicBezTo>
                <a:lnTo>
                  <a:pt x="433824" y="2179"/>
                </a:lnTo>
                <a:cubicBezTo>
                  <a:pt x="432595" y="1384"/>
                  <a:pt x="427122" y="0"/>
                  <a:pt x="422295" y="0"/>
                </a:cubicBezTo>
                <a:cubicBezTo>
                  <a:pt x="410672" y="0"/>
                  <a:pt x="401387" y="3845"/>
                  <a:pt x="394930" y="10607"/>
                </a:cubicBezTo>
                <a:cubicBezTo>
                  <a:pt x="388167" y="17698"/>
                  <a:pt x="384322" y="27410"/>
                  <a:pt x="384322" y="36811"/>
                </a:cubicBezTo>
                <a:lnTo>
                  <a:pt x="384322" y="41435"/>
                </a:lnTo>
                <a:cubicBezTo>
                  <a:pt x="381186" y="41435"/>
                  <a:pt x="377928" y="41221"/>
                  <a:pt x="376021" y="40973"/>
                </a:cubicBezTo>
                <a:cubicBezTo>
                  <a:pt x="375193" y="43588"/>
                  <a:pt x="374146" y="46049"/>
                  <a:pt x="372641" y="48355"/>
                </a:cubicBezTo>
                <a:lnTo>
                  <a:pt x="373408" y="49429"/>
                </a:lnTo>
                <a:cubicBezTo>
                  <a:pt x="376054" y="49246"/>
                  <a:pt x="380818" y="49152"/>
                  <a:pt x="384322" y="49122"/>
                </a:cubicBezTo>
                <a:lnTo>
                  <a:pt x="384322" y="76613"/>
                </a:lnTo>
                <a:cubicBezTo>
                  <a:pt x="384322" y="88133"/>
                  <a:pt x="384322" y="99498"/>
                  <a:pt x="383248" y="107331"/>
                </a:cubicBezTo>
                <a:lnTo>
                  <a:pt x="383400" y="107790"/>
                </a:lnTo>
                <a:cubicBezTo>
                  <a:pt x="383400" y="107790"/>
                  <a:pt x="389551" y="107331"/>
                  <a:pt x="394930" y="107331"/>
                </a:cubicBezTo>
                <a:cubicBezTo>
                  <a:pt x="400189" y="107331"/>
                  <a:pt x="405537" y="107790"/>
                  <a:pt x="405537" y="107790"/>
                </a:cubicBezTo>
                <a:lnTo>
                  <a:pt x="405844" y="107331"/>
                </a:lnTo>
                <a:cubicBezTo>
                  <a:pt x="404770" y="98424"/>
                  <a:pt x="404800" y="88164"/>
                  <a:pt x="404615" y="76613"/>
                </a:cubicBezTo>
                <a:lnTo>
                  <a:pt x="404155" y="49122"/>
                </a:lnTo>
                <a:close/>
                <a:moveTo>
                  <a:pt x="432593" y="75774"/>
                </a:moveTo>
                <a:cubicBezTo>
                  <a:pt x="432593" y="96233"/>
                  <a:pt x="446890" y="108841"/>
                  <a:pt x="469796" y="108841"/>
                </a:cubicBezTo>
                <a:cubicBezTo>
                  <a:pt x="493316" y="108841"/>
                  <a:pt x="506999" y="95649"/>
                  <a:pt x="506999" y="74390"/>
                </a:cubicBezTo>
                <a:cubicBezTo>
                  <a:pt x="506999" y="55009"/>
                  <a:pt x="496084" y="39783"/>
                  <a:pt x="470103" y="39783"/>
                </a:cubicBezTo>
                <a:cubicBezTo>
                  <a:pt x="448121" y="39783"/>
                  <a:pt x="432593" y="51932"/>
                  <a:pt x="432593" y="75774"/>
                </a:cubicBezTo>
                <a:moveTo>
                  <a:pt x="469029" y="47470"/>
                </a:moveTo>
                <a:cubicBezTo>
                  <a:pt x="482094" y="47470"/>
                  <a:pt x="485170" y="57163"/>
                  <a:pt x="485170" y="78544"/>
                </a:cubicBezTo>
                <a:cubicBezTo>
                  <a:pt x="485170" y="96233"/>
                  <a:pt x="478867" y="101157"/>
                  <a:pt x="471949" y="101157"/>
                </a:cubicBezTo>
                <a:cubicBezTo>
                  <a:pt x="455961" y="101157"/>
                  <a:pt x="454424" y="84082"/>
                  <a:pt x="454424" y="72236"/>
                </a:cubicBezTo>
                <a:cubicBezTo>
                  <a:pt x="454424" y="58854"/>
                  <a:pt x="455806" y="47470"/>
                  <a:pt x="469029" y="47470"/>
                </a:cubicBezTo>
                <a:close/>
                <a:moveTo>
                  <a:pt x="547890" y="53621"/>
                </a:moveTo>
                <a:lnTo>
                  <a:pt x="547245" y="53159"/>
                </a:lnTo>
                <a:cubicBezTo>
                  <a:pt x="547245" y="49654"/>
                  <a:pt x="547060" y="43229"/>
                  <a:pt x="546814" y="41937"/>
                </a:cubicBezTo>
                <a:cubicBezTo>
                  <a:pt x="546631" y="40860"/>
                  <a:pt x="546384" y="40400"/>
                  <a:pt x="545432" y="40400"/>
                </a:cubicBezTo>
                <a:cubicBezTo>
                  <a:pt x="540973" y="41137"/>
                  <a:pt x="530980" y="41137"/>
                  <a:pt x="525599" y="40860"/>
                </a:cubicBezTo>
                <a:lnTo>
                  <a:pt x="525292" y="41322"/>
                </a:lnTo>
                <a:cubicBezTo>
                  <a:pt x="526493" y="47902"/>
                  <a:pt x="526983" y="59652"/>
                  <a:pt x="526983" y="71164"/>
                </a:cubicBezTo>
                <a:lnTo>
                  <a:pt x="526983" y="79628"/>
                </a:lnTo>
                <a:cubicBezTo>
                  <a:pt x="526983" y="91171"/>
                  <a:pt x="526676" y="99020"/>
                  <a:pt x="525446" y="107331"/>
                </a:cubicBezTo>
                <a:lnTo>
                  <a:pt x="525599" y="107790"/>
                </a:lnTo>
                <a:cubicBezTo>
                  <a:pt x="525599" y="107790"/>
                  <a:pt x="530520" y="107331"/>
                  <a:pt x="535899" y="107331"/>
                </a:cubicBezTo>
                <a:cubicBezTo>
                  <a:pt x="541128" y="107331"/>
                  <a:pt x="548505" y="107790"/>
                  <a:pt x="548505" y="107790"/>
                </a:cubicBezTo>
                <a:lnTo>
                  <a:pt x="548812" y="107331"/>
                </a:lnTo>
                <a:cubicBezTo>
                  <a:pt x="547583" y="98558"/>
                  <a:pt x="547276" y="91323"/>
                  <a:pt x="547276" y="79628"/>
                </a:cubicBezTo>
                <a:lnTo>
                  <a:pt x="547276" y="68394"/>
                </a:lnTo>
                <a:cubicBezTo>
                  <a:pt x="547276" y="56483"/>
                  <a:pt x="557883" y="54697"/>
                  <a:pt x="560189" y="54697"/>
                </a:cubicBezTo>
                <a:cubicBezTo>
                  <a:pt x="563109" y="54697"/>
                  <a:pt x="566337" y="55467"/>
                  <a:pt x="569105" y="57620"/>
                </a:cubicBezTo>
                <a:lnTo>
                  <a:pt x="571873" y="57313"/>
                </a:lnTo>
                <a:lnTo>
                  <a:pt x="574946" y="41475"/>
                </a:lnTo>
                <a:lnTo>
                  <a:pt x="574331" y="40860"/>
                </a:lnTo>
                <a:cubicBezTo>
                  <a:pt x="571718" y="40093"/>
                  <a:pt x="569260" y="39783"/>
                  <a:pt x="566492" y="39783"/>
                </a:cubicBezTo>
                <a:cubicBezTo>
                  <a:pt x="559267" y="39783"/>
                  <a:pt x="551887" y="47625"/>
                  <a:pt x="547890" y="53621"/>
                </a:cubicBezTo>
                <a:close/>
                <a:moveTo>
                  <a:pt x="611226" y="53623"/>
                </a:moveTo>
                <a:lnTo>
                  <a:pt x="610581" y="53161"/>
                </a:lnTo>
                <a:cubicBezTo>
                  <a:pt x="610581" y="49654"/>
                  <a:pt x="610396" y="43229"/>
                  <a:pt x="610152" y="41937"/>
                </a:cubicBezTo>
                <a:cubicBezTo>
                  <a:pt x="609967" y="40860"/>
                  <a:pt x="609720" y="40400"/>
                  <a:pt x="608768" y="40400"/>
                </a:cubicBezTo>
                <a:cubicBezTo>
                  <a:pt x="604309" y="41137"/>
                  <a:pt x="594316" y="41137"/>
                  <a:pt x="588937" y="40860"/>
                </a:cubicBezTo>
                <a:lnTo>
                  <a:pt x="588628" y="41322"/>
                </a:lnTo>
                <a:cubicBezTo>
                  <a:pt x="589829" y="47902"/>
                  <a:pt x="590319" y="59654"/>
                  <a:pt x="590319" y="71167"/>
                </a:cubicBezTo>
                <a:lnTo>
                  <a:pt x="590319" y="79630"/>
                </a:lnTo>
                <a:cubicBezTo>
                  <a:pt x="590319" y="91171"/>
                  <a:pt x="589704" y="99020"/>
                  <a:pt x="588475" y="107331"/>
                </a:cubicBezTo>
                <a:lnTo>
                  <a:pt x="588628" y="107790"/>
                </a:lnTo>
                <a:cubicBezTo>
                  <a:pt x="588628" y="107790"/>
                  <a:pt x="595086" y="107331"/>
                  <a:pt x="600467" y="107331"/>
                </a:cubicBezTo>
                <a:cubicBezTo>
                  <a:pt x="605693" y="107331"/>
                  <a:pt x="611841" y="107790"/>
                  <a:pt x="611841" y="107790"/>
                </a:cubicBezTo>
                <a:lnTo>
                  <a:pt x="612151" y="107331"/>
                </a:lnTo>
                <a:cubicBezTo>
                  <a:pt x="610919" y="98558"/>
                  <a:pt x="610612" y="91326"/>
                  <a:pt x="610612" y="79630"/>
                </a:cubicBezTo>
                <a:lnTo>
                  <a:pt x="610612" y="64087"/>
                </a:lnTo>
                <a:cubicBezTo>
                  <a:pt x="617070" y="56239"/>
                  <a:pt x="622603" y="51622"/>
                  <a:pt x="626908" y="51622"/>
                </a:cubicBezTo>
                <a:cubicBezTo>
                  <a:pt x="632748" y="51622"/>
                  <a:pt x="635978" y="53776"/>
                  <a:pt x="635978" y="64087"/>
                </a:cubicBezTo>
                <a:lnTo>
                  <a:pt x="635978" y="79630"/>
                </a:lnTo>
                <a:cubicBezTo>
                  <a:pt x="635978" y="91171"/>
                  <a:pt x="635362" y="99020"/>
                  <a:pt x="634132" y="107331"/>
                </a:cubicBezTo>
                <a:lnTo>
                  <a:pt x="634287" y="107790"/>
                </a:lnTo>
                <a:cubicBezTo>
                  <a:pt x="634287" y="107790"/>
                  <a:pt x="641205" y="107331"/>
                  <a:pt x="646586" y="107331"/>
                </a:cubicBezTo>
                <a:cubicBezTo>
                  <a:pt x="651812" y="107331"/>
                  <a:pt x="657808" y="107790"/>
                  <a:pt x="657808" y="107790"/>
                </a:cubicBezTo>
                <a:lnTo>
                  <a:pt x="658115" y="107331"/>
                </a:lnTo>
                <a:cubicBezTo>
                  <a:pt x="656886" y="98558"/>
                  <a:pt x="656269" y="91326"/>
                  <a:pt x="656269" y="79630"/>
                </a:cubicBezTo>
                <a:lnTo>
                  <a:pt x="656269" y="66088"/>
                </a:lnTo>
                <a:cubicBezTo>
                  <a:pt x="656269" y="63933"/>
                  <a:pt x="656269" y="63318"/>
                  <a:pt x="656116" y="61472"/>
                </a:cubicBezTo>
                <a:cubicBezTo>
                  <a:pt x="663496" y="53316"/>
                  <a:pt x="666876" y="51622"/>
                  <a:pt x="672872" y="51622"/>
                </a:cubicBezTo>
                <a:cubicBezTo>
                  <a:pt x="677791" y="51622"/>
                  <a:pt x="681328" y="55007"/>
                  <a:pt x="681328" y="65319"/>
                </a:cubicBezTo>
                <a:lnTo>
                  <a:pt x="681328" y="79630"/>
                </a:lnTo>
                <a:cubicBezTo>
                  <a:pt x="681328" y="91171"/>
                  <a:pt x="680714" y="99020"/>
                  <a:pt x="679482" y="107331"/>
                </a:cubicBezTo>
                <a:lnTo>
                  <a:pt x="679637" y="107790"/>
                </a:lnTo>
                <a:cubicBezTo>
                  <a:pt x="679637" y="107790"/>
                  <a:pt x="686554" y="107331"/>
                  <a:pt x="691936" y="107331"/>
                </a:cubicBezTo>
                <a:cubicBezTo>
                  <a:pt x="697162" y="107331"/>
                  <a:pt x="703157" y="107790"/>
                  <a:pt x="703157" y="107790"/>
                </a:cubicBezTo>
                <a:lnTo>
                  <a:pt x="703465" y="107331"/>
                </a:lnTo>
                <a:cubicBezTo>
                  <a:pt x="702236" y="98558"/>
                  <a:pt x="701621" y="91326"/>
                  <a:pt x="701621" y="79630"/>
                </a:cubicBezTo>
                <a:lnTo>
                  <a:pt x="701621" y="64240"/>
                </a:lnTo>
                <a:cubicBezTo>
                  <a:pt x="701621" y="48854"/>
                  <a:pt x="696240" y="39783"/>
                  <a:pt x="679637" y="39783"/>
                </a:cubicBezTo>
                <a:cubicBezTo>
                  <a:pt x="671950" y="39783"/>
                  <a:pt x="663956" y="42859"/>
                  <a:pt x="655195" y="52084"/>
                </a:cubicBezTo>
                <a:cubicBezTo>
                  <a:pt x="652119" y="44397"/>
                  <a:pt x="647906" y="39783"/>
                  <a:pt x="634132" y="39783"/>
                </a:cubicBezTo>
                <a:cubicBezTo>
                  <a:pt x="626600" y="39783"/>
                  <a:pt x="617070" y="46086"/>
                  <a:pt x="611226" y="53623"/>
                </a:cubicBezTo>
                <a:close/>
                <a:moveTo>
                  <a:pt x="741742" y="68145"/>
                </a:moveTo>
                <a:cubicBezTo>
                  <a:pt x="742295" y="60585"/>
                  <a:pt x="744172" y="55216"/>
                  <a:pt x="746447" y="52101"/>
                </a:cubicBezTo>
                <a:cubicBezTo>
                  <a:pt x="748383" y="49445"/>
                  <a:pt x="751397" y="47470"/>
                  <a:pt x="755732" y="47470"/>
                </a:cubicBezTo>
                <a:cubicBezTo>
                  <a:pt x="762035" y="47470"/>
                  <a:pt x="765724" y="54629"/>
                  <a:pt x="765724" y="68145"/>
                </a:cubicBezTo>
                <a:lnTo>
                  <a:pt x="741742" y="68145"/>
                </a:lnTo>
                <a:moveTo>
                  <a:pt x="784019" y="90868"/>
                </a:moveTo>
                <a:cubicBezTo>
                  <a:pt x="776885" y="96606"/>
                  <a:pt x="769414" y="97160"/>
                  <a:pt x="762957" y="97160"/>
                </a:cubicBezTo>
                <a:cubicBezTo>
                  <a:pt x="755485" y="97160"/>
                  <a:pt x="749891" y="95163"/>
                  <a:pt x="746232" y="91176"/>
                </a:cubicBezTo>
                <a:cubicBezTo>
                  <a:pt x="742849" y="87493"/>
                  <a:pt x="741127" y="82121"/>
                  <a:pt x="741127" y="75063"/>
                </a:cubicBezTo>
                <a:lnTo>
                  <a:pt x="756440" y="75063"/>
                </a:lnTo>
                <a:cubicBezTo>
                  <a:pt x="771812" y="75063"/>
                  <a:pt x="784941" y="75370"/>
                  <a:pt x="784941" y="75370"/>
                </a:cubicBezTo>
                <a:lnTo>
                  <a:pt x="785862" y="74448"/>
                </a:lnTo>
                <a:cubicBezTo>
                  <a:pt x="785862" y="55185"/>
                  <a:pt x="780481" y="39783"/>
                  <a:pt x="756808" y="39783"/>
                </a:cubicBezTo>
                <a:cubicBezTo>
                  <a:pt x="748352" y="39783"/>
                  <a:pt x="739159" y="42429"/>
                  <a:pt x="733072" y="47470"/>
                </a:cubicBezTo>
                <a:cubicBezTo>
                  <a:pt x="725601" y="53642"/>
                  <a:pt x="720527" y="62900"/>
                  <a:pt x="720527" y="75678"/>
                </a:cubicBezTo>
                <a:cubicBezTo>
                  <a:pt x="720527" y="84730"/>
                  <a:pt x="723879" y="94244"/>
                  <a:pt x="730213" y="100849"/>
                </a:cubicBezTo>
                <a:cubicBezTo>
                  <a:pt x="735469" y="106292"/>
                  <a:pt x="744510" y="108841"/>
                  <a:pt x="756039" y="108841"/>
                </a:cubicBezTo>
                <a:cubicBezTo>
                  <a:pt x="767108" y="108841"/>
                  <a:pt x="778115" y="105306"/>
                  <a:pt x="786477" y="95626"/>
                </a:cubicBezTo>
                <a:cubicBezTo>
                  <a:pt x="786477" y="93629"/>
                  <a:pt x="785555" y="90868"/>
                  <a:pt x="784019" y="90868"/>
                </a:cubicBezTo>
                <a:close/>
                <a:moveTo>
                  <a:pt x="851658" y="86850"/>
                </a:moveTo>
                <a:cubicBezTo>
                  <a:pt x="847907" y="96695"/>
                  <a:pt x="842988" y="99925"/>
                  <a:pt x="836746" y="99925"/>
                </a:cubicBezTo>
                <a:cubicBezTo>
                  <a:pt x="828447" y="99925"/>
                  <a:pt x="822911" y="92543"/>
                  <a:pt x="822911" y="73313"/>
                </a:cubicBezTo>
                <a:cubicBezTo>
                  <a:pt x="822911" y="52546"/>
                  <a:pt x="829615" y="47470"/>
                  <a:pt x="837056" y="47470"/>
                </a:cubicBezTo>
                <a:cubicBezTo>
                  <a:pt x="844281" y="47470"/>
                  <a:pt x="850061" y="52762"/>
                  <a:pt x="851658" y="60700"/>
                </a:cubicBezTo>
                <a:lnTo>
                  <a:pt x="851658" y="86850"/>
                </a:lnTo>
                <a:moveTo>
                  <a:pt x="851658" y="99003"/>
                </a:moveTo>
                <a:lnTo>
                  <a:pt x="851968" y="99003"/>
                </a:lnTo>
                <a:lnTo>
                  <a:pt x="852735" y="107305"/>
                </a:lnTo>
                <a:cubicBezTo>
                  <a:pt x="852735" y="107638"/>
                  <a:pt x="853197" y="107790"/>
                  <a:pt x="854119" y="107790"/>
                </a:cubicBezTo>
                <a:cubicBezTo>
                  <a:pt x="856148" y="107514"/>
                  <a:pt x="861651" y="107331"/>
                  <a:pt x="863896" y="107331"/>
                </a:cubicBezTo>
                <a:cubicBezTo>
                  <a:pt x="865803" y="107331"/>
                  <a:pt x="872565" y="107483"/>
                  <a:pt x="874564" y="107790"/>
                </a:cubicBezTo>
                <a:lnTo>
                  <a:pt x="874871" y="107331"/>
                </a:lnTo>
                <a:cubicBezTo>
                  <a:pt x="873642" y="100713"/>
                  <a:pt x="871951" y="89327"/>
                  <a:pt x="871951" y="77786"/>
                </a:cubicBezTo>
                <a:lnTo>
                  <a:pt x="871951" y="30415"/>
                </a:lnTo>
                <a:cubicBezTo>
                  <a:pt x="871951" y="19047"/>
                  <a:pt x="872596" y="10938"/>
                  <a:pt x="873797" y="1536"/>
                </a:cubicBezTo>
                <a:cubicBezTo>
                  <a:pt x="873797" y="462"/>
                  <a:pt x="873058" y="0"/>
                  <a:pt x="872106" y="0"/>
                </a:cubicBezTo>
                <a:cubicBezTo>
                  <a:pt x="868261" y="1536"/>
                  <a:pt x="856363" y="4609"/>
                  <a:pt x="850121" y="5069"/>
                </a:cubicBezTo>
                <a:lnTo>
                  <a:pt x="849814" y="5531"/>
                </a:lnTo>
                <a:cubicBezTo>
                  <a:pt x="851013" y="12106"/>
                  <a:pt x="851658" y="22735"/>
                  <a:pt x="851658" y="34409"/>
                </a:cubicBezTo>
                <a:lnTo>
                  <a:pt x="851658" y="46703"/>
                </a:lnTo>
                <a:cubicBezTo>
                  <a:pt x="848738" y="42551"/>
                  <a:pt x="841604" y="39783"/>
                  <a:pt x="837208" y="39783"/>
                </a:cubicBezTo>
                <a:cubicBezTo>
                  <a:pt x="826908" y="39783"/>
                  <a:pt x="821375" y="41815"/>
                  <a:pt x="814302" y="46917"/>
                </a:cubicBezTo>
                <a:cubicBezTo>
                  <a:pt x="804772" y="53841"/>
                  <a:pt x="801082" y="65014"/>
                  <a:pt x="801082" y="76093"/>
                </a:cubicBezTo>
                <a:cubicBezTo>
                  <a:pt x="801082" y="95004"/>
                  <a:pt x="812611" y="108841"/>
                  <a:pt x="829676" y="108841"/>
                </a:cubicBezTo>
                <a:cubicBezTo>
                  <a:pt x="839362" y="108841"/>
                  <a:pt x="847508" y="106137"/>
                  <a:pt x="851658" y="99003"/>
                </a:cubicBezTo>
                <a:close/>
                <a:moveTo>
                  <a:pt x="963881" y="79630"/>
                </a:moveTo>
                <a:lnTo>
                  <a:pt x="963881" y="62549"/>
                </a:lnTo>
                <a:cubicBezTo>
                  <a:pt x="963881" y="46396"/>
                  <a:pt x="956349" y="39783"/>
                  <a:pt x="942511" y="39783"/>
                </a:cubicBezTo>
                <a:cubicBezTo>
                  <a:pt x="934672" y="39783"/>
                  <a:pt x="925449" y="44550"/>
                  <a:pt x="918376" y="53623"/>
                </a:cubicBezTo>
                <a:lnTo>
                  <a:pt x="917731" y="53161"/>
                </a:lnTo>
                <a:cubicBezTo>
                  <a:pt x="917731" y="49654"/>
                  <a:pt x="917546" y="43229"/>
                  <a:pt x="917302" y="41937"/>
                </a:cubicBezTo>
                <a:cubicBezTo>
                  <a:pt x="917117" y="40860"/>
                  <a:pt x="916870" y="40400"/>
                  <a:pt x="915918" y="40400"/>
                </a:cubicBezTo>
                <a:cubicBezTo>
                  <a:pt x="911459" y="41137"/>
                  <a:pt x="901466" y="41137"/>
                  <a:pt x="896087" y="40860"/>
                </a:cubicBezTo>
                <a:lnTo>
                  <a:pt x="895778" y="41322"/>
                </a:lnTo>
                <a:cubicBezTo>
                  <a:pt x="896979" y="47902"/>
                  <a:pt x="897469" y="59654"/>
                  <a:pt x="897469" y="71167"/>
                </a:cubicBezTo>
                <a:lnTo>
                  <a:pt x="897469" y="79630"/>
                </a:lnTo>
                <a:cubicBezTo>
                  <a:pt x="897469" y="91171"/>
                  <a:pt x="897101" y="99081"/>
                  <a:pt x="895778" y="107331"/>
                </a:cubicBezTo>
                <a:lnTo>
                  <a:pt x="896087" y="107790"/>
                </a:lnTo>
                <a:cubicBezTo>
                  <a:pt x="896087" y="107790"/>
                  <a:pt x="903312" y="107331"/>
                  <a:pt x="908693" y="107331"/>
                </a:cubicBezTo>
                <a:cubicBezTo>
                  <a:pt x="913950" y="107331"/>
                  <a:pt x="918224" y="107790"/>
                  <a:pt x="918224" y="107790"/>
                </a:cubicBezTo>
                <a:lnTo>
                  <a:pt x="918684" y="107331"/>
                </a:lnTo>
                <a:cubicBezTo>
                  <a:pt x="917916" y="98558"/>
                  <a:pt x="917762" y="91326"/>
                  <a:pt x="917762" y="79630"/>
                </a:cubicBezTo>
                <a:lnTo>
                  <a:pt x="917762" y="63933"/>
                </a:lnTo>
                <a:cubicBezTo>
                  <a:pt x="923605" y="56239"/>
                  <a:pt x="930060" y="51622"/>
                  <a:pt x="935594" y="51622"/>
                </a:cubicBezTo>
                <a:cubicBezTo>
                  <a:pt x="939746" y="51622"/>
                  <a:pt x="943588" y="54700"/>
                  <a:pt x="943588" y="65933"/>
                </a:cubicBezTo>
                <a:lnTo>
                  <a:pt x="943588" y="79630"/>
                </a:lnTo>
                <a:cubicBezTo>
                  <a:pt x="943588" y="91171"/>
                  <a:pt x="943588" y="99175"/>
                  <a:pt x="942666" y="107331"/>
                </a:cubicBezTo>
                <a:lnTo>
                  <a:pt x="942973" y="107790"/>
                </a:lnTo>
                <a:cubicBezTo>
                  <a:pt x="942973" y="107790"/>
                  <a:pt x="947892" y="107331"/>
                  <a:pt x="953274" y="107331"/>
                </a:cubicBezTo>
                <a:cubicBezTo>
                  <a:pt x="958500" y="107331"/>
                  <a:pt x="965265" y="107790"/>
                  <a:pt x="965265" y="107790"/>
                </a:cubicBezTo>
                <a:lnTo>
                  <a:pt x="965572" y="107331"/>
                </a:lnTo>
                <a:cubicBezTo>
                  <a:pt x="964188" y="98558"/>
                  <a:pt x="963881" y="91326"/>
                  <a:pt x="963881" y="79630"/>
                </a:cubicBezTo>
                <a:close/>
                <a:moveTo>
                  <a:pt x="1004003" y="68145"/>
                </a:moveTo>
                <a:cubicBezTo>
                  <a:pt x="1004557" y="60585"/>
                  <a:pt x="1006433" y="55216"/>
                  <a:pt x="1008709" y="52101"/>
                </a:cubicBezTo>
                <a:cubicBezTo>
                  <a:pt x="1010644" y="49445"/>
                  <a:pt x="1013658" y="47470"/>
                  <a:pt x="1017993" y="47470"/>
                </a:cubicBezTo>
                <a:cubicBezTo>
                  <a:pt x="1024296" y="47470"/>
                  <a:pt x="1027986" y="54629"/>
                  <a:pt x="1027986" y="68145"/>
                </a:cubicBezTo>
                <a:lnTo>
                  <a:pt x="1004003" y="68145"/>
                </a:lnTo>
                <a:moveTo>
                  <a:pt x="1046280" y="90868"/>
                </a:moveTo>
                <a:cubicBezTo>
                  <a:pt x="1039147" y="96606"/>
                  <a:pt x="1031676" y="97160"/>
                  <a:pt x="1025218" y="97160"/>
                </a:cubicBezTo>
                <a:cubicBezTo>
                  <a:pt x="1017747" y="97160"/>
                  <a:pt x="1012152" y="95163"/>
                  <a:pt x="1008493" y="91176"/>
                </a:cubicBezTo>
                <a:cubicBezTo>
                  <a:pt x="1005110" y="87493"/>
                  <a:pt x="1003389" y="82121"/>
                  <a:pt x="1003389" y="75063"/>
                </a:cubicBezTo>
                <a:lnTo>
                  <a:pt x="1018702" y="75063"/>
                </a:lnTo>
                <a:cubicBezTo>
                  <a:pt x="1034073" y="75063"/>
                  <a:pt x="1047202" y="75370"/>
                  <a:pt x="1047202" y="75370"/>
                </a:cubicBezTo>
                <a:lnTo>
                  <a:pt x="1048124" y="74448"/>
                </a:lnTo>
                <a:cubicBezTo>
                  <a:pt x="1048124" y="55185"/>
                  <a:pt x="1042743" y="39783"/>
                  <a:pt x="1019070" y="39783"/>
                </a:cubicBezTo>
                <a:cubicBezTo>
                  <a:pt x="1010614" y="39783"/>
                  <a:pt x="1001421" y="42429"/>
                  <a:pt x="995333" y="47470"/>
                </a:cubicBezTo>
                <a:cubicBezTo>
                  <a:pt x="987862" y="53642"/>
                  <a:pt x="982789" y="62900"/>
                  <a:pt x="982789" y="75678"/>
                </a:cubicBezTo>
                <a:cubicBezTo>
                  <a:pt x="982789" y="84730"/>
                  <a:pt x="986141" y="94244"/>
                  <a:pt x="992474" y="100849"/>
                </a:cubicBezTo>
                <a:cubicBezTo>
                  <a:pt x="997731" y="106292"/>
                  <a:pt x="1006771" y="108841"/>
                  <a:pt x="1018300" y="108841"/>
                </a:cubicBezTo>
                <a:cubicBezTo>
                  <a:pt x="1029370" y="108841"/>
                  <a:pt x="1040376" y="105306"/>
                  <a:pt x="1048738" y="95626"/>
                </a:cubicBezTo>
                <a:cubicBezTo>
                  <a:pt x="1048738" y="93629"/>
                  <a:pt x="1047817" y="90868"/>
                  <a:pt x="1046280" y="90868"/>
                </a:cubicBezTo>
                <a:close/>
                <a:moveTo>
                  <a:pt x="1063803" y="89925"/>
                </a:moveTo>
                <a:lnTo>
                  <a:pt x="1061345" y="104685"/>
                </a:lnTo>
                <a:cubicBezTo>
                  <a:pt x="1069646" y="107767"/>
                  <a:pt x="1079791" y="108841"/>
                  <a:pt x="1085327" y="108841"/>
                </a:cubicBezTo>
                <a:cubicBezTo>
                  <a:pt x="1105310" y="108841"/>
                  <a:pt x="1113767" y="99156"/>
                  <a:pt x="1113767" y="88541"/>
                </a:cubicBezTo>
                <a:cubicBezTo>
                  <a:pt x="1113767" y="74697"/>
                  <a:pt x="1102852" y="70390"/>
                  <a:pt x="1091938" y="64545"/>
                </a:cubicBezTo>
                <a:cubicBezTo>
                  <a:pt x="1086925" y="61838"/>
                  <a:pt x="1082712" y="59161"/>
                  <a:pt x="1082712" y="54240"/>
                </a:cubicBezTo>
                <a:cubicBezTo>
                  <a:pt x="1082712" y="49933"/>
                  <a:pt x="1084251" y="46703"/>
                  <a:pt x="1090246" y="46703"/>
                </a:cubicBezTo>
                <a:cubicBezTo>
                  <a:pt x="1097778" y="46703"/>
                  <a:pt x="1102235" y="53933"/>
                  <a:pt x="1104234" y="58239"/>
                </a:cubicBezTo>
                <a:lnTo>
                  <a:pt x="1108386" y="58085"/>
                </a:lnTo>
                <a:lnTo>
                  <a:pt x="1111306" y="44243"/>
                </a:lnTo>
                <a:lnTo>
                  <a:pt x="1110999" y="43780"/>
                </a:lnTo>
                <a:cubicBezTo>
                  <a:pt x="1106849" y="41475"/>
                  <a:pt x="1097931" y="39783"/>
                  <a:pt x="1090554" y="39783"/>
                </a:cubicBezTo>
                <a:cubicBezTo>
                  <a:pt x="1076716" y="39783"/>
                  <a:pt x="1064572" y="46548"/>
                  <a:pt x="1064572" y="58392"/>
                </a:cubicBezTo>
                <a:cubicBezTo>
                  <a:pt x="1064572" y="69161"/>
                  <a:pt x="1072105" y="74667"/>
                  <a:pt x="1080868" y="79466"/>
                </a:cubicBezTo>
                <a:cubicBezTo>
                  <a:pt x="1092090" y="85619"/>
                  <a:pt x="1095473" y="88389"/>
                  <a:pt x="1095473" y="94542"/>
                </a:cubicBezTo>
                <a:cubicBezTo>
                  <a:pt x="1095473" y="101771"/>
                  <a:pt x="1090706" y="102079"/>
                  <a:pt x="1084865" y="102079"/>
                </a:cubicBezTo>
                <a:cubicBezTo>
                  <a:pt x="1079484" y="102079"/>
                  <a:pt x="1073029" y="98694"/>
                  <a:pt x="1068417" y="89773"/>
                </a:cubicBezTo>
                <a:lnTo>
                  <a:pt x="1063803" y="89925"/>
                </a:lnTo>
                <a:close/>
                <a:moveTo>
                  <a:pt x="1128215" y="89925"/>
                </a:moveTo>
                <a:lnTo>
                  <a:pt x="1125757" y="104685"/>
                </a:lnTo>
                <a:cubicBezTo>
                  <a:pt x="1134059" y="107767"/>
                  <a:pt x="1144204" y="108841"/>
                  <a:pt x="1149740" y="108841"/>
                </a:cubicBezTo>
                <a:cubicBezTo>
                  <a:pt x="1169723" y="108841"/>
                  <a:pt x="1178179" y="99156"/>
                  <a:pt x="1178179" y="88541"/>
                </a:cubicBezTo>
                <a:cubicBezTo>
                  <a:pt x="1178179" y="74697"/>
                  <a:pt x="1167265" y="70390"/>
                  <a:pt x="1156350" y="64545"/>
                </a:cubicBezTo>
                <a:cubicBezTo>
                  <a:pt x="1151337" y="61838"/>
                  <a:pt x="1147124" y="59161"/>
                  <a:pt x="1147124" y="54240"/>
                </a:cubicBezTo>
                <a:cubicBezTo>
                  <a:pt x="1147124" y="49933"/>
                  <a:pt x="1148663" y="46703"/>
                  <a:pt x="1154659" y="46703"/>
                </a:cubicBezTo>
                <a:cubicBezTo>
                  <a:pt x="1162191" y="46703"/>
                  <a:pt x="1166648" y="53933"/>
                  <a:pt x="1168646" y="58239"/>
                </a:cubicBezTo>
                <a:lnTo>
                  <a:pt x="1172798" y="58085"/>
                </a:lnTo>
                <a:lnTo>
                  <a:pt x="1175718" y="44243"/>
                </a:lnTo>
                <a:lnTo>
                  <a:pt x="1175411" y="43780"/>
                </a:lnTo>
                <a:cubicBezTo>
                  <a:pt x="1171262" y="41475"/>
                  <a:pt x="1162343" y="39783"/>
                  <a:pt x="1154966" y="39783"/>
                </a:cubicBezTo>
                <a:cubicBezTo>
                  <a:pt x="1141129" y="39783"/>
                  <a:pt x="1128985" y="46548"/>
                  <a:pt x="1128985" y="58392"/>
                </a:cubicBezTo>
                <a:cubicBezTo>
                  <a:pt x="1128985" y="69161"/>
                  <a:pt x="1136517" y="74667"/>
                  <a:pt x="1145280" y="79466"/>
                </a:cubicBezTo>
                <a:cubicBezTo>
                  <a:pt x="1156502" y="85619"/>
                  <a:pt x="1159885" y="88389"/>
                  <a:pt x="1159885" y="94542"/>
                </a:cubicBezTo>
                <a:cubicBezTo>
                  <a:pt x="1159885" y="101771"/>
                  <a:pt x="1155118" y="102079"/>
                  <a:pt x="1149278" y="102079"/>
                </a:cubicBezTo>
                <a:cubicBezTo>
                  <a:pt x="1143896" y="102079"/>
                  <a:pt x="1137441" y="98694"/>
                  <a:pt x="1132829" y="89773"/>
                </a:cubicBezTo>
                <a:lnTo>
                  <a:pt x="1128215" y="89925"/>
                </a:lnTo>
                <a:close/>
                <a:moveTo>
                  <a:pt x="1255349" y="63930"/>
                </a:moveTo>
                <a:cubicBezTo>
                  <a:pt x="1258732" y="55776"/>
                  <a:pt x="1267341" y="50546"/>
                  <a:pt x="1272567" y="50546"/>
                </a:cubicBezTo>
                <a:cubicBezTo>
                  <a:pt x="1281945" y="50546"/>
                  <a:pt x="1284403" y="60451"/>
                  <a:pt x="1284403" y="75312"/>
                </a:cubicBezTo>
                <a:cubicBezTo>
                  <a:pt x="1284403" y="91680"/>
                  <a:pt x="1277641" y="101157"/>
                  <a:pt x="1269032" y="101157"/>
                </a:cubicBezTo>
                <a:cubicBezTo>
                  <a:pt x="1265187" y="101157"/>
                  <a:pt x="1261038" y="100387"/>
                  <a:pt x="1255349" y="95618"/>
                </a:cubicBezTo>
                <a:lnTo>
                  <a:pt x="1255349" y="63930"/>
                </a:lnTo>
                <a:moveTo>
                  <a:pt x="1255964" y="52239"/>
                </a:moveTo>
                <a:lnTo>
                  <a:pt x="1255319" y="51777"/>
                </a:lnTo>
                <a:cubicBezTo>
                  <a:pt x="1255319" y="48270"/>
                  <a:pt x="1255133" y="43229"/>
                  <a:pt x="1254890" y="41937"/>
                </a:cubicBezTo>
                <a:cubicBezTo>
                  <a:pt x="1254704" y="40860"/>
                  <a:pt x="1254458" y="40400"/>
                  <a:pt x="1253506" y="40400"/>
                </a:cubicBezTo>
                <a:cubicBezTo>
                  <a:pt x="1249046" y="41137"/>
                  <a:pt x="1239054" y="41137"/>
                  <a:pt x="1233675" y="40860"/>
                </a:cubicBezTo>
                <a:lnTo>
                  <a:pt x="1233365" y="41322"/>
                </a:lnTo>
                <a:cubicBezTo>
                  <a:pt x="1234566" y="47902"/>
                  <a:pt x="1235056" y="59652"/>
                  <a:pt x="1235056" y="71160"/>
                </a:cubicBezTo>
                <a:lnTo>
                  <a:pt x="1235056" y="112233"/>
                </a:lnTo>
                <a:cubicBezTo>
                  <a:pt x="1235056" y="123701"/>
                  <a:pt x="1234843" y="134797"/>
                  <a:pt x="1233520" y="143058"/>
                </a:cubicBezTo>
                <a:lnTo>
                  <a:pt x="1233675" y="143520"/>
                </a:lnTo>
                <a:cubicBezTo>
                  <a:pt x="1233675" y="143520"/>
                  <a:pt x="1239668" y="143058"/>
                  <a:pt x="1245049" y="143058"/>
                </a:cubicBezTo>
                <a:cubicBezTo>
                  <a:pt x="1250308" y="143058"/>
                  <a:pt x="1256578" y="143520"/>
                  <a:pt x="1256578" y="143520"/>
                </a:cubicBezTo>
                <a:lnTo>
                  <a:pt x="1256888" y="143058"/>
                </a:lnTo>
                <a:cubicBezTo>
                  <a:pt x="1255596" y="134274"/>
                  <a:pt x="1255349" y="123793"/>
                  <a:pt x="1255349" y="112233"/>
                </a:cubicBezTo>
                <a:lnTo>
                  <a:pt x="1255349" y="104537"/>
                </a:lnTo>
                <a:cubicBezTo>
                  <a:pt x="1260423" y="107767"/>
                  <a:pt x="1266111" y="108841"/>
                  <a:pt x="1271800" y="108841"/>
                </a:cubicBezTo>
                <a:cubicBezTo>
                  <a:pt x="1291168" y="108841"/>
                  <a:pt x="1306235" y="92848"/>
                  <a:pt x="1306235" y="71160"/>
                </a:cubicBezTo>
                <a:cubicBezTo>
                  <a:pt x="1306235" y="59684"/>
                  <a:pt x="1302698" y="51069"/>
                  <a:pt x="1295412" y="44766"/>
                </a:cubicBezTo>
                <a:cubicBezTo>
                  <a:pt x="1291783" y="41660"/>
                  <a:pt x="1286496" y="39783"/>
                  <a:pt x="1279792" y="39783"/>
                </a:cubicBezTo>
                <a:cubicBezTo>
                  <a:pt x="1273181" y="39783"/>
                  <a:pt x="1263498" y="41937"/>
                  <a:pt x="1255964" y="52239"/>
                </a:cubicBezTo>
                <a:close/>
                <a:moveTo>
                  <a:pt x="1347279" y="53621"/>
                </a:moveTo>
                <a:lnTo>
                  <a:pt x="1346634" y="53159"/>
                </a:lnTo>
                <a:cubicBezTo>
                  <a:pt x="1346634" y="49654"/>
                  <a:pt x="1346449" y="43229"/>
                  <a:pt x="1346203" y="41937"/>
                </a:cubicBezTo>
                <a:cubicBezTo>
                  <a:pt x="1346020" y="40860"/>
                  <a:pt x="1345773" y="40400"/>
                  <a:pt x="1344821" y="40400"/>
                </a:cubicBezTo>
                <a:cubicBezTo>
                  <a:pt x="1340362" y="41137"/>
                  <a:pt x="1330369" y="41137"/>
                  <a:pt x="1324988" y="40860"/>
                </a:cubicBezTo>
                <a:lnTo>
                  <a:pt x="1324681" y="41322"/>
                </a:lnTo>
                <a:cubicBezTo>
                  <a:pt x="1325882" y="47902"/>
                  <a:pt x="1326372" y="59652"/>
                  <a:pt x="1326372" y="71164"/>
                </a:cubicBezTo>
                <a:lnTo>
                  <a:pt x="1326372" y="79628"/>
                </a:lnTo>
                <a:cubicBezTo>
                  <a:pt x="1326372" y="91171"/>
                  <a:pt x="1326065" y="99020"/>
                  <a:pt x="1324836" y="107331"/>
                </a:cubicBezTo>
                <a:lnTo>
                  <a:pt x="1324988" y="107790"/>
                </a:lnTo>
                <a:cubicBezTo>
                  <a:pt x="1324988" y="107790"/>
                  <a:pt x="1329909" y="107331"/>
                  <a:pt x="1335288" y="107331"/>
                </a:cubicBezTo>
                <a:cubicBezTo>
                  <a:pt x="1340517" y="107331"/>
                  <a:pt x="1347894" y="107790"/>
                  <a:pt x="1347894" y="107790"/>
                </a:cubicBezTo>
                <a:lnTo>
                  <a:pt x="1348201" y="107331"/>
                </a:lnTo>
                <a:cubicBezTo>
                  <a:pt x="1346972" y="98558"/>
                  <a:pt x="1346665" y="91323"/>
                  <a:pt x="1346665" y="79628"/>
                </a:cubicBezTo>
                <a:lnTo>
                  <a:pt x="1346665" y="68394"/>
                </a:lnTo>
                <a:cubicBezTo>
                  <a:pt x="1346665" y="56483"/>
                  <a:pt x="1357272" y="54697"/>
                  <a:pt x="1359578" y="54697"/>
                </a:cubicBezTo>
                <a:cubicBezTo>
                  <a:pt x="1362498" y="54697"/>
                  <a:pt x="1365726" y="55467"/>
                  <a:pt x="1368494" y="57620"/>
                </a:cubicBezTo>
                <a:lnTo>
                  <a:pt x="1371262" y="57313"/>
                </a:lnTo>
                <a:lnTo>
                  <a:pt x="1374335" y="41475"/>
                </a:lnTo>
                <a:lnTo>
                  <a:pt x="1373720" y="40860"/>
                </a:lnTo>
                <a:cubicBezTo>
                  <a:pt x="1371107" y="40093"/>
                  <a:pt x="1368649" y="39783"/>
                  <a:pt x="1365881" y="39783"/>
                </a:cubicBezTo>
                <a:cubicBezTo>
                  <a:pt x="1358656" y="39783"/>
                  <a:pt x="1351276" y="47625"/>
                  <a:pt x="1347279" y="53621"/>
                </a:cubicBezTo>
                <a:close/>
                <a:moveTo>
                  <a:pt x="1382482" y="75774"/>
                </a:moveTo>
                <a:cubicBezTo>
                  <a:pt x="1382482" y="96233"/>
                  <a:pt x="1396779" y="108841"/>
                  <a:pt x="1419685" y="108841"/>
                </a:cubicBezTo>
                <a:cubicBezTo>
                  <a:pt x="1443206" y="108841"/>
                  <a:pt x="1456888" y="95649"/>
                  <a:pt x="1456888" y="74390"/>
                </a:cubicBezTo>
                <a:cubicBezTo>
                  <a:pt x="1456888" y="55009"/>
                  <a:pt x="1445974" y="39783"/>
                  <a:pt x="1419993" y="39783"/>
                </a:cubicBezTo>
                <a:cubicBezTo>
                  <a:pt x="1398011" y="39783"/>
                  <a:pt x="1382482" y="51932"/>
                  <a:pt x="1382482" y="75774"/>
                </a:cubicBezTo>
                <a:moveTo>
                  <a:pt x="1418918" y="47470"/>
                </a:moveTo>
                <a:cubicBezTo>
                  <a:pt x="1431984" y="47470"/>
                  <a:pt x="1435059" y="57163"/>
                  <a:pt x="1435059" y="78544"/>
                </a:cubicBezTo>
                <a:cubicBezTo>
                  <a:pt x="1435059" y="96233"/>
                  <a:pt x="1428756" y="101157"/>
                  <a:pt x="1421839" y="101157"/>
                </a:cubicBezTo>
                <a:cubicBezTo>
                  <a:pt x="1405850" y="101157"/>
                  <a:pt x="1404314" y="84082"/>
                  <a:pt x="1404314" y="72236"/>
                </a:cubicBezTo>
                <a:cubicBezTo>
                  <a:pt x="1404314" y="58854"/>
                  <a:pt x="1405696" y="47470"/>
                  <a:pt x="1418918" y="47470"/>
                </a:cubicBezTo>
                <a:close/>
                <a:moveTo>
                  <a:pt x="1495782" y="63930"/>
                </a:moveTo>
                <a:cubicBezTo>
                  <a:pt x="1499164" y="55776"/>
                  <a:pt x="1507773" y="50546"/>
                  <a:pt x="1512999" y="50546"/>
                </a:cubicBezTo>
                <a:cubicBezTo>
                  <a:pt x="1522378" y="50546"/>
                  <a:pt x="1524836" y="60451"/>
                  <a:pt x="1524836" y="75312"/>
                </a:cubicBezTo>
                <a:cubicBezTo>
                  <a:pt x="1524836" y="91680"/>
                  <a:pt x="1518073" y="101157"/>
                  <a:pt x="1509464" y="101157"/>
                </a:cubicBezTo>
                <a:cubicBezTo>
                  <a:pt x="1505620" y="101157"/>
                  <a:pt x="1501470" y="100387"/>
                  <a:pt x="1495782" y="95618"/>
                </a:cubicBezTo>
                <a:lnTo>
                  <a:pt x="1495782" y="63930"/>
                </a:lnTo>
                <a:moveTo>
                  <a:pt x="1496397" y="52239"/>
                </a:moveTo>
                <a:lnTo>
                  <a:pt x="1495751" y="51777"/>
                </a:lnTo>
                <a:cubicBezTo>
                  <a:pt x="1495751" y="48270"/>
                  <a:pt x="1495566" y="43229"/>
                  <a:pt x="1495322" y="41937"/>
                </a:cubicBezTo>
                <a:cubicBezTo>
                  <a:pt x="1495137" y="40860"/>
                  <a:pt x="1494891" y="40400"/>
                  <a:pt x="1493938" y="40400"/>
                </a:cubicBezTo>
                <a:cubicBezTo>
                  <a:pt x="1489479" y="41137"/>
                  <a:pt x="1479486" y="41137"/>
                  <a:pt x="1474107" y="40860"/>
                </a:cubicBezTo>
                <a:lnTo>
                  <a:pt x="1473798" y="41322"/>
                </a:lnTo>
                <a:cubicBezTo>
                  <a:pt x="1474999" y="47902"/>
                  <a:pt x="1475489" y="59652"/>
                  <a:pt x="1475489" y="71160"/>
                </a:cubicBezTo>
                <a:lnTo>
                  <a:pt x="1475489" y="112233"/>
                </a:lnTo>
                <a:cubicBezTo>
                  <a:pt x="1475489" y="123701"/>
                  <a:pt x="1475276" y="134797"/>
                  <a:pt x="1473953" y="143058"/>
                </a:cubicBezTo>
                <a:lnTo>
                  <a:pt x="1474107" y="143520"/>
                </a:lnTo>
                <a:cubicBezTo>
                  <a:pt x="1474107" y="143520"/>
                  <a:pt x="1480101" y="143058"/>
                  <a:pt x="1485482" y="143058"/>
                </a:cubicBezTo>
                <a:cubicBezTo>
                  <a:pt x="1490741" y="143058"/>
                  <a:pt x="1497011" y="143520"/>
                  <a:pt x="1497011" y="143520"/>
                </a:cubicBezTo>
                <a:lnTo>
                  <a:pt x="1497321" y="143058"/>
                </a:lnTo>
                <a:cubicBezTo>
                  <a:pt x="1496028" y="134274"/>
                  <a:pt x="1495782" y="123793"/>
                  <a:pt x="1495782" y="112233"/>
                </a:cubicBezTo>
                <a:lnTo>
                  <a:pt x="1495782" y="104537"/>
                </a:lnTo>
                <a:cubicBezTo>
                  <a:pt x="1500856" y="107767"/>
                  <a:pt x="1506544" y="108841"/>
                  <a:pt x="1512232" y="108841"/>
                </a:cubicBezTo>
                <a:cubicBezTo>
                  <a:pt x="1531601" y="108841"/>
                  <a:pt x="1546668" y="92848"/>
                  <a:pt x="1546668" y="71160"/>
                </a:cubicBezTo>
                <a:cubicBezTo>
                  <a:pt x="1546668" y="59684"/>
                  <a:pt x="1543130" y="51069"/>
                  <a:pt x="1535844" y="44766"/>
                </a:cubicBezTo>
                <a:cubicBezTo>
                  <a:pt x="1532216" y="41660"/>
                  <a:pt x="1526928" y="39783"/>
                  <a:pt x="1520224" y="39783"/>
                </a:cubicBezTo>
                <a:cubicBezTo>
                  <a:pt x="1513614" y="39783"/>
                  <a:pt x="1503931" y="41937"/>
                  <a:pt x="1496397" y="52239"/>
                </a:cubicBezTo>
                <a:close/>
                <a:moveTo>
                  <a:pt x="1580793" y="68145"/>
                </a:moveTo>
                <a:cubicBezTo>
                  <a:pt x="1581347" y="60585"/>
                  <a:pt x="1583224" y="55216"/>
                  <a:pt x="1585499" y="52101"/>
                </a:cubicBezTo>
                <a:cubicBezTo>
                  <a:pt x="1587434" y="49445"/>
                  <a:pt x="1590448" y="47470"/>
                  <a:pt x="1594783" y="47470"/>
                </a:cubicBezTo>
                <a:cubicBezTo>
                  <a:pt x="1601086" y="47470"/>
                  <a:pt x="1604776" y="54629"/>
                  <a:pt x="1604776" y="68145"/>
                </a:cubicBezTo>
                <a:lnTo>
                  <a:pt x="1580793" y="68145"/>
                </a:lnTo>
                <a:moveTo>
                  <a:pt x="1623070" y="90868"/>
                </a:moveTo>
                <a:cubicBezTo>
                  <a:pt x="1615937" y="96606"/>
                  <a:pt x="1608466" y="97160"/>
                  <a:pt x="1602008" y="97160"/>
                </a:cubicBezTo>
                <a:cubicBezTo>
                  <a:pt x="1594537" y="97160"/>
                  <a:pt x="1588942" y="95163"/>
                  <a:pt x="1585283" y="91176"/>
                </a:cubicBezTo>
                <a:cubicBezTo>
                  <a:pt x="1581901" y="87493"/>
                  <a:pt x="1580179" y="82121"/>
                  <a:pt x="1580179" y="75063"/>
                </a:cubicBezTo>
                <a:lnTo>
                  <a:pt x="1595492" y="75063"/>
                </a:lnTo>
                <a:cubicBezTo>
                  <a:pt x="1610863" y="75063"/>
                  <a:pt x="1623992" y="75370"/>
                  <a:pt x="1623992" y="75370"/>
                </a:cubicBezTo>
                <a:lnTo>
                  <a:pt x="1624914" y="74448"/>
                </a:lnTo>
                <a:cubicBezTo>
                  <a:pt x="1624914" y="55185"/>
                  <a:pt x="1619533" y="39783"/>
                  <a:pt x="1595860" y="39783"/>
                </a:cubicBezTo>
                <a:cubicBezTo>
                  <a:pt x="1587404" y="39783"/>
                  <a:pt x="1578211" y="42429"/>
                  <a:pt x="1572124" y="47470"/>
                </a:cubicBezTo>
                <a:cubicBezTo>
                  <a:pt x="1564652" y="53642"/>
                  <a:pt x="1559579" y="62900"/>
                  <a:pt x="1559579" y="75678"/>
                </a:cubicBezTo>
                <a:cubicBezTo>
                  <a:pt x="1559579" y="84730"/>
                  <a:pt x="1562931" y="94244"/>
                  <a:pt x="1569264" y="100849"/>
                </a:cubicBezTo>
                <a:cubicBezTo>
                  <a:pt x="1574521" y="106292"/>
                  <a:pt x="1583561" y="108841"/>
                  <a:pt x="1595091" y="108841"/>
                </a:cubicBezTo>
                <a:cubicBezTo>
                  <a:pt x="1606160" y="108841"/>
                  <a:pt x="1617166" y="105306"/>
                  <a:pt x="1625529" y="95626"/>
                </a:cubicBezTo>
                <a:cubicBezTo>
                  <a:pt x="1625529" y="93629"/>
                  <a:pt x="1624607" y="90868"/>
                  <a:pt x="1623070" y="90868"/>
                </a:cubicBezTo>
                <a:close/>
                <a:moveTo>
                  <a:pt x="1666882" y="53621"/>
                </a:moveTo>
                <a:lnTo>
                  <a:pt x="1666237" y="53159"/>
                </a:lnTo>
                <a:cubicBezTo>
                  <a:pt x="1666237" y="49654"/>
                  <a:pt x="1666052" y="43229"/>
                  <a:pt x="1665805" y="41937"/>
                </a:cubicBezTo>
                <a:cubicBezTo>
                  <a:pt x="1665622" y="40860"/>
                  <a:pt x="1665376" y="40400"/>
                  <a:pt x="1664424" y="40400"/>
                </a:cubicBezTo>
                <a:cubicBezTo>
                  <a:pt x="1659964" y="41137"/>
                  <a:pt x="1649972" y="41137"/>
                  <a:pt x="1644591" y="40860"/>
                </a:cubicBezTo>
                <a:lnTo>
                  <a:pt x="1644283" y="41322"/>
                </a:lnTo>
                <a:cubicBezTo>
                  <a:pt x="1645484" y="47902"/>
                  <a:pt x="1645975" y="59652"/>
                  <a:pt x="1645975" y="71164"/>
                </a:cubicBezTo>
                <a:lnTo>
                  <a:pt x="1645975" y="79628"/>
                </a:lnTo>
                <a:cubicBezTo>
                  <a:pt x="1645975" y="91171"/>
                  <a:pt x="1645667" y="99020"/>
                  <a:pt x="1644438" y="107331"/>
                </a:cubicBezTo>
                <a:lnTo>
                  <a:pt x="1644591" y="107790"/>
                </a:lnTo>
                <a:cubicBezTo>
                  <a:pt x="1644591" y="107790"/>
                  <a:pt x="1649512" y="107331"/>
                  <a:pt x="1654891" y="107331"/>
                </a:cubicBezTo>
                <a:cubicBezTo>
                  <a:pt x="1660119" y="107331"/>
                  <a:pt x="1667496" y="107790"/>
                  <a:pt x="1667496" y="107790"/>
                </a:cubicBezTo>
                <a:lnTo>
                  <a:pt x="1667804" y="107331"/>
                </a:lnTo>
                <a:cubicBezTo>
                  <a:pt x="1666575" y="98558"/>
                  <a:pt x="1666267" y="91323"/>
                  <a:pt x="1666267" y="79628"/>
                </a:cubicBezTo>
                <a:lnTo>
                  <a:pt x="1666267" y="68394"/>
                </a:lnTo>
                <a:cubicBezTo>
                  <a:pt x="1666267" y="56483"/>
                  <a:pt x="1676875" y="54697"/>
                  <a:pt x="1679180" y="54697"/>
                </a:cubicBezTo>
                <a:cubicBezTo>
                  <a:pt x="1682101" y="54697"/>
                  <a:pt x="1685329" y="55467"/>
                  <a:pt x="1688097" y="57620"/>
                </a:cubicBezTo>
                <a:lnTo>
                  <a:pt x="1690865" y="57313"/>
                </a:lnTo>
                <a:lnTo>
                  <a:pt x="1693937" y="41475"/>
                </a:lnTo>
                <a:lnTo>
                  <a:pt x="1693323" y="40860"/>
                </a:lnTo>
                <a:cubicBezTo>
                  <a:pt x="1690710" y="40093"/>
                  <a:pt x="1688251" y="39783"/>
                  <a:pt x="1685483" y="39783"/>
                </a:cubicBezTo>
                <a:cubicBezTo>
                  <a:pt x="1678259" y="39783"/>
                  <a:pt x="1670879" y="47625"/>
                  <a:pt x="1666882" y="53621"/>
                </a:cubicBezTo>
                <a:close/>
                <a:moveTo>
                  <a:pt x="1710849" y="41435"/>
                </a:moveTo>
                <a:cubicBezTo>
                  <a:pt x="1707713" y="41435"/>
                  <a:pt x="1704452" y="41221"/>
                  <a:pt x="1702547" y="40975"/>
                </a:cubicBezTo>
                <a:cubicBezTo>
                  <a:pt x="1701717" y="43588"/>
                  <a:pt x="1700671" y="46049"/>
                  <a:pt x="1699165" y="48355"/>
                </a:cubicBezTo>
                <a:lnTo>
                  <a:pt x="1699934" y="49429"/>
                </a:lnTo>
                <a:cubicBezTo>
                  <a:pt x="1702578" y="49246"/>
                  <a:pt x="1707344" y="49152"/>
                  <a:pt x="1710849" y="49122"/>
                </a:cubicBezTo>
                <a:lnTo>
                  <a:pt x="1710387" y="67245"/>
                </a:lnTo>
                <a:cubicBezTo>
                  <a:pt x="1710171" y="76459"/>
                  <a:pt x="1709927" y="89205"/>
                  <a:pt x="1709927" y="93812"/>
                </a:cubicBezTo>
                <a:cubicBezTo>
                  <a:pt x="1709927" y="101032"/>
                  <a:pt x="1714998" y="108874"/>
                  <a:pt x="1724839" y="108874"/>
                </a:cubicBezTo>
                <a:cubicBezTo>
                  <a:pt x="1732831" y="108874"/>
                  <a:pt x="1740825" y="107490"/>
                  <a:pt x="1747435" y="103493"/>
                </a:cubicBezTo>
                <a:cubicBezTo>
                  <a:pt x="1747435" y="101032"/>
                  <a:pt x="1746513" y="98729"/>
                  <a:pt x="1744822" y="97652"/>
                </a:cubicBezTo>
                <a:cubicBezTo>
                  <a:pt x="1741439" y="99341"/>
                  <a:pt x="1739903" y="99496"/>
                  <a:pt x="1735906" y="99496"/>
                </a:cubicBezTo>
                <a:cubicBezTo>
                  <a:pt x="1731756" y="99496"/>
                  <a:pt x="1730217" y="93505"/>
                  <a:pt x="1730217" y="87209"/>
                </a:cubicBezTo>
                <a:cubicBezTo>
                  <a:pt x="1730217" y="82602"/>
                  <a:pt x="1730217" y="74770"/>
                  <a:pt x="1730372" y="65556"/>
                </a:cubicBezTo>
                <a:lnTo>
                  <a:pt x="1730680" y="49122"/>
                </a:lnTo>
                <a:lnTo>
                  <a:pt x="1736520" y="49122"/>
                </a:lnTo>
                <a:cubicBezTo>
                  <a:pt x="1740210" y="49122"/>
                  <a:pt x="1745561" y="49246"/>
                  <a:pt x="1747590" y="49429"/>
                </a:cubicBezTo>
                <a:cubicBezTo>
                  <a:pt x="1747836" y="47123"/>
                  <a:pt x="1748512" y="44479"/>
                  <a:pt x="1749434" y="42204"/>
                </a:cubicBezTo>
                <a:lnTo>
                  <a:pt x="1748667" y="40975"/>
                </a:lnTo>
                <a:cubicBezTo>
                  <a:pt x="1745807" y="41221"/>
                  <a:pt x="1741439" y="41435"/>
                  <a:pt x="1737904" y="41435"/>
                </a:cubicBezTo>
                <a:lnTo>
                  <a:pt x="1730680" y="41435"/>
                </a:lnTo>
                <a:cubicBezTo>
                  <a:pt x="1730680" y="32826"/>
                  <a:pt x="1730771" y="28214"/>
                  <a:pt x="1731449" y="20068"/>
                </a:cubicBezTo>
                <a:cubicBezTo>
                  <a:pt x="1731449" y="18991"/>
                  <a:pt x="1730987" y="18531"/>
                  <a:pt x="1730065" y="18531"/>
                </a:cubicBezTo>
                <a:cubicBezTo>
                  <a:pt x="1726220" y="20068"/>
                  <a:pt x="1717919" y="24065"/>
                  <a:pt x="1711771" y="25449"/>
                </a:cubicBezTo>
                <a:lnTo>
                  <a:pt x="1711463" y="25908"/>
                </a:lnTo>
                <a:cubicBezTo>
                  <a:pt x="1710971" y="30030"/>
                  <a:pt x="1710849" y="35317"/>
                  <a:pt x="1710849" y="41435"/>
                </a:cubicBezTo>
                <a:close/>
                <a:moveTo>
                  <a:pt x="1764500" y="14060"/>
                </a:moveTo>
                <a:cubicBezTo>
                  <a:pt x="1764500" y="19903"/>
                  <a:pt x="1769266" y="24668"/>
                  <a:pt x="1775415" y="24668"/>
                </a:cubicBezTo>
                <a:cubicBezTo>
                  <a:pt x="1781565" y="24668"/>
                  <a:pt x="1786329" y="19903"/>
                  <a:pt x="1786329" y="14060"/>
                </a:cubicBezTo>
                <a:cubicBezTo>
                  <a:pt x="1786329" y="8219"/>
                  <a:pt x="1781565" y="3453"/>
                  <a:pt x="1775415" y="3453"/>
                </a:cubicBezTo>
                <a:cubicBezTo>
                  <a:pt x="1769266" y="3453"/>
                  <a:pt x="1764500" y="8219"/>
                  <a:pt x="1764500" y="14060"/>
                </a:cubicBezTo>
                <a:moveTo>
                  <a:pt x="1765269" y="71239"/>
                </a:moveTo>
                <a:lnTo>
                  <a:pt x="1765269" y="79686"/>
                </a:lnTo>
                <a:cubicBezTo>
                  <a:pt x="1765269" y="91206"/>
                  <a:pt x="1764962" y="99039"/>
                  <a:pt x="1763731" y="107331"/>
                </a:cubicBezTo>
                <a:lnTo>
                  <a:pt x="1764038" y="107790"/>
                </a:lnTo>
                <a:cubicBezTo>
                  <a:pt x="1767237" y="107453"/>
                  <a:pt x="1770034" y="107331"/>
                  <a:pt x="1775415" y="107331"/>
                </a:cubicBezTo>
                <a:cubicBezTo>
                  <a:pt x="1780641" y="107331"/>
                  <a:pt x="1783901" y="107485"/>
                  <a:pt x="1786791" y="107790"/>
                </a:cubicBezTo>
                <a:lnTo>
                  <a:pt x="1787099" y="107331"/>
                </a:lnTo>
                <a:cubicBezTo>
                  <a:pt x="1785869" y="98576"/>
                  <a:pt x="1785562" y="91359"/>
                  <a:pt x="1785562" y="79686"/>
                </a:cubicBezTo>
                <a:lnTo>
                  <a:pt x="1785562" y="69551"/>
                </a:lnTo>
                <a:cubicBezTo>
                  <a:pt x="1785562" y="58033"/>
                  <a:pt x="1786146" y="51428"/>
                  <a:pt x="1787099" y="42214"/>
                </a:cubicBezTo>
                <a:cubicBezTo>
                  <a:pt x="1787099" y="41139"/>
                  <a:pt x="1786637" y="40677"/>
                  <a:pt x="1785715" y="40677"/>
                </a:cubicBezTo>
                <a:cubicBezTo>
                  <a:pt x="1783594" y="40984"/>
                  <a:pt x="1779412" y="41446"/>
                  <a:pt x="1775107" y="41446"/>
                </a:cubicBezTo>
                <a:cubicBezTo>
                  <a:pt x="1771110" y="41446"/>
                  <a:pt x="1766930" y="41170"/>
                  <a:pt x="1764193" y="40984"/>
                </a:cubicBezTo>
                <a:lnTo>
                  <a:pt x="1763731" y="41599"/>
                </a:lnTo>
                <a:cubicBezTo>
                  <a:pt x="1764962" y="48202"/>
                  <a:pt x="1765269" y="59722"/>
                  <a:pt x="1765269" y="71239"/>
                </a:cubicBezTo>
                <a:close/>
                <a:moveTo>
                  <a:pt x="1825991" y="68145"/>
                </a:moveTo>
                <a:cubicBezTo>
                  <a:pt x="1826545" y="60585"/>
                  <a:pt x="1828422" y="55216"/>
                  <a:pt x="1830697" y="52101"/>
                </a:cubicBezTo>
                <a:cubicBezTo>
                  <a:pt x="1832632" y="49445"/>
                  <a:pt x="1835646" y="47470"/>
                  <a:pt x="1839981" y="47470"/>
                </a:cubicBezTo>
                <a:cubicBezTo>
                  <a:pt x="1846284" y="47470"/>
                  <a:pt x="1849974" y="54629"/>
                  <a:pt x="1849974" y="68145"/>
                </a:cubicBezTo>
                <a:lnTo>
                  <a:pt x="1825991" y="68145"/>
                </a:lnTo>
                <a:moveTo>
                  <a:pt x="1868268" y="90868"/>
                </a:moveTo>
                <a:cubicBezTo>
                  <a:pt x="1861135" y="96606"/>
                  <a:pt x="1853664" y="97160"/>
                  <a:pt x="1847206" y="97160"/>
                </a:cubicBezTo>
                <a:cubicBezTo>
                  <a:pt x="1839735" y="97160"/>
                  <a:pt x="1834140" y="95163"/>
                  <a:pt x="1830481" y="91176"/>
                </a:cubicBezTo>
                <a:cubicBezTo>
                  <a:pt x="1827099" y="87493"/>
                  <a:pt x="1825377" y="82121"/>
                  <a:pt x="1825377" y="75063"/>
                </a:cubicBezTo>
                <a:lnTo>
                  <a:pt x="1840690" y="75063"/>
                </a:lnTo>
                <a:cubicBezTo>
                  <a:pt x="1856061" y="75063"/>
                  <a:pt x="1869190" y="75370"/>
                  <a:pt x="1869190" y="75370"/>
                </a:cubicBezTo>
                <a:lnTo>
                  <a:pt x="1870112" y="74448"/>
                </a:lnTo>
                <a:cubicBezTo>
                  <a:pt x="1870112" y="55185"/>
                  <a:pt x="1864731" y="39783"/>
                  <a:pt x="1841058" y="39783"/>
                </a:cubicBezTo>
                <a:cubicBezTo>
                  <a:pt x="1832602" y="39783"/>
                  <a:pt x="1823409" y="42429"/>
                  <a:pt x="1817322" y="47470"/>
                </a:cubicBezTo>
                <a:cubicBezTo>
                  <a:pt x="1809851" y="53642"/>
                  <a:pt x="1804777" y="62900"/>
                  <a:pt x="1804777" y="75678"/>
                </a:cubicBezTo>
                <a:cubicBezTo>
                  <a:pt x="1804777" y="84730"/>
                  <a:pt x="1808129" y="94244"/>
                  <a:pt x="1814462" y="100849"/>
                </a:cubicBezTo>
                <a:cubicBezTo>
                  <a:pt x="1819719" y="106292"/>
                  <a:pt x="1828759" y="108841"/>
                  <a:pt x="1840289" y="108841"/>
                </a:cubicBezTo>
                <a:cubicBezTo>
                  <a:pt x="1851358" y="108841"/>
                  <a:pt x="1862364" y="105306"/>
                  <a:pt x="1870727" y="95626"/>
                </a:cubicBezTo>
                <a:cubicBezTo>
                  <a:pt x="1870727" y="93629"/>
                  <a:pt x="1869805" y="90868"/>
                  <a:pt x="1868268" y="90868"/>
                </a:cubicBezTo>
                <a:close/>
                <a:moveTo>
                  <a:pt x="1885792" y="89925"/>
                </a:moveTo>
                <a:lnTo>
                  <a:pt x="1883334" y="104685"/>
                </a:lnTo>
                <a:cubicBezTo>
                  <a:pt x="1891635" y="107767"/>
                  <a:pt x="1901780" y="108841"/>
                  <a:pt x="1907316" y="108841"/>
                </a:cubicBezTo>
                <a:cubicBezTo>
                  <a:pt x="1927300" y="108841"/>
                  <a:pt x="1935756" y="99156"/>
                  <a:pt x="1935756" y="88541"/>
                </a:cubicBezTo>
                <a:cubicBezTo>
                  <a:pt x="1935756" y="74697"/>
                  <a:pt x="1924841" y="70390"/>
                  <a:pt x="1913927" y="64545"/>
                </a:cubicBezTo>
                <a:cubicBezTo>
                  <a:pt x="1908914" y="61838"/>
                  <a:pt x="1904701" y="59161"/>
                  <a:pt x="1904701" y="54240"/>
                </a:cubicBezTo>
                <a:cubicBezTo>
                  <a:pt x="1904701" y="49933"/>
                  <a:pt x="1906240" y="46703"/>
                  <a:pt x="1912235" y="46703"/>
                </a:cubicBezTo>
                <a:cubicBezTo>
                  <a:pt x="1919767" y="46703"/>
                  <a:pt x="1924224" y="53933"/>
                  <a:pt x="1926223" y="58239"/>
                </a:cubicBezTo>
                <a:lnTo>
                  <a:pt x="1930375" y="58085"/>
                </a:lnTo>
                <a:lnTo>
                  <a:pt x="1933295" y="44243"/>
                </a:lnTo>
                <a:lnTo>
                  <a:pt x="1932988" y="43780"/>
                </a:lnTo>
                <a:cubicBezTo>
                  <a:pt x="1928838" y="41475"/>
                  <a:pt x="1919920" y="39783"/>
                  <a:pt x="1912543" y="39783"/>
                </a:cubicBezTo>
                <a:cubicBezTo>
                  <a:pt x="1898705" y="39783"/>
                  <a:pt x="1886561" y="46548"/>
                  <a:pt x="1886561" y="58392"/>
                </a:cubicBezTo>
                <a:cubicBezTo>
                  <a:pt x="1886561" y="69161"/>
                  <a:pt x="1894094" y="74667"/>
                  <a:pt x="1902857" y="79466"/>
                </a:cubicBezTo>
                <a:cubicBezTo>
                  <a:pt x="1914079" y="85619"/>
                  <a:pt x="1917462" y="88389"/>
                  <a:pt x="1917462" y="94542"/>
                </a:cubicBezTo>
                <a:cubicBezTo>
                  <a:pt x="1917462" y="101771"/>
                  <a:pt x="1912695" y="102079"/>
                  <a:pt x="1906854" y="102079"/>
                </a:cubicBezTo>
                <a:cubicBezTo>
                  <a:pt x="1901473" y="102079"/>
                  <a:pt x="1895018" y="98694"/>
                  <a:pt x="1890406" y="89773"/>
                </a:cubicBezTo>
                <a:lnTo>
                  <a:pt x="1885792" y="89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□vacuous">
            <a:extLst xmlns:a="http://schemas.openxmlformats.org/drawingml/2006/main">
              <a:ext uri="{FF2B5EF4-FFF2-40B4-BE49-F238E27FC236}">
                <a16:creationId xmlns:a16="http://schemas.microsoft.com/office/drawing/2014/main" id="{5005F837-F9E2-41E7-89DE-29A4E3FB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243" y="244862"/>
            <a:ext cx="634146" cy="80519"/>
          </a:xfrm>
          <a:custGeom xmlns:a="http://schemas.openxmlformats.org/drawingml/2006/main">
            <a:pathLst>
              <a:path w="634146" h="80519">
                <a:moveTo>
                  <a:pt x="79018" y="79018"/>
                </a:moveTo>
                <a:lnTo>
                  <a:pt x="79018" y="0"/>
                </a:lnTo>
                <a:lnTo>
                  <a:pt x="0" y="0"/>
                </a:lnTo>
                <a:lnTo>
                  <a:pt x="0" y="79018"/>
                </a:lnTo>
                <a:lnTo>
                  <a:pt x="79018" y="79018"/>
                </a:lnTo>
                <a:moveTo>
                  <a:pt x="70409" y="70409"/>
                </a:moveTo>
                <a:lnTo>
                  <a:pt x="8609" y="70409"/>
                </a:lnTo>
                <a:lnTo>
                  <a:pt x="8609" y="8609"/>
                </a:lnTo>
                <a:lnTo>
                  <a:pt x="70409" y="8609"/>
                </a:lnTo>
                <a:lnTo>
                  <a:pt x="70409" y="70409"/>
                </a:lnTo>
                <a:close/>
                <a:moveTo>
                  <a:pt x="157894" y="79468"/>
                </a:moveTo>
                <a:cubicBezTo>
                  <a:pt x="159430" y="79008"/>
                  <a:pt x="161122" y="79008"/>
                  <a:pt x="162658" y="79008"/>
                </a:cubicBezTo>
                <a:cubicBezTo>
                  <a:pt x="164197" y="79008"/>
                  <a:pt x="165888" y="79008"/>
                  <a:pt x="167272" y="79468"/>
                </a:cubicBezTo>
                <a:cubicBezTo>
                  <a:pt x="175264" y="57048"/>
                  <a:pt x="184797" y="35240"/>
                  <a:pt x="194787" y="12662"/>
                </a:cubicBezTo>
                <a:cubicBezTo>
                  <a:pt x="193406" y="13124"/>
                  <a:pt x="190483" y="13124"/>
                  <a:pt x="188946" y="13124"/>
                </a:cubicBezTo>
                <a:cubicBezTo>
                  <a:pt x="187410" y="13124"/>
                  <a:pt x="185104" y="13124"/>
                  <a:pt x="183720" y="12662"/>
                </a:cubicBezTo>
                <a:cubicBezTo>
                  <a:pt x="177509" y="30018"/>
                  <a:pt x="172160" y="50105"/>
                  <a:pt x="165088" y="65157"/>
                </a:cubicBezTo>
                <a:lnTo>
                  <a:pt x="164781" y="65157"/>
                </a:lnTo>
                <a:cubicBezTo>
                  <a:pt x="157094" y="47588"/>
                  <a:pt x="152083" y="30262"/>
                  <a:pt x="146517" y="12662"/>
                </a:cubicBezTo>
                <a:cubicBezTo>
                  <a:pt x="144519" y="13124"/>
                  <a:pt x="140984" y="13124"/>
                  <a:pt x="138830" y="13124"/>
                </a:cubicBezTo>
                <a:cubicBezTo>
                  <a:pt x="136372" y="13124"/>
                  <a:pt x="132375" y="13124"/>
                  <a:pt x="129914" y="12662"/>
                </a:cubicBezTo>
                <a:cubicBezTo>
                  <a:pt x="140214" y="35240"/>
                  <a:pt x="149285" y="57048"/>
                  <a:pt x="157894" y="79468"/>
                </a:cubicBezTo>
                <a:close/>
                <a:moveTo>
                  <a:pt x="245519" y="44376"/>
                </a:moveTo>
                <a:lnTo>
                  <a:pt x="244905" y="62682"/>
                </a:lnTo>
                <a:cubicBezTo>
                  <a:pt x="244905" y="64681"/>
                  <a:pt x="243981" y="65758"/>
                  <a:pt x="242751" y="66682"/>
                </a:cubicBezTo>
                <a:cubicBezTo>
                  <a:pt x="238447" y="69912"/>
                  <a:pt x="233221" y="72680"/>
                  <a:pt x="228609" y="72680"/>
                </a:cubicBezTo>
                <a:cubicBezTo>
                  <a:pt x="221692" y="72680"/>
                  <a:pt x="217232" y="68066"/>
                  <a:pt x="217232" y="63297"/>
                </a:cubicBezTo>
                <a:cubicBezTo>
                  <a:pt x="217232" y="56375"/>
                  <a:pt x="220460" y="51144"/>
                  <a:pt x="232451" y="47914"/>
                </a:cubicBezTo>
                <a:lnTo>
                  <a:pt x="245519" y="44376"/>
                </a:lnTo>
                <a:moveTo>
                  <a:pt x="245519" y="71603"/>
                </a:moveTo>
                <a:cubicBezTo>
                  <a:pt x="247302" y="77599"/>
                  <a:pt x="251883" y="80519"/>
                  <a:pt x="257511" y="80519"/>
                </a:cubicBezTo>
                <a:cubicBezTo>
                  <a:pt x="261383" y="80519"/>
                  <a:pt x="266119" y="79597"/>
                  <a:pt x="269746" y="75755"/>
                </a:cubicBezTo>
                <a:lnTo>
                  <a:pt x="268608" y="71941"/>
                </a:lnTo>
                <a:cubicBezTo>
                  <a:pt x="266917" y="72527"/>
                  <a:pt x="265627" y="72741"/>
                  <a:pt x="264459" y="72741"/>
                </a:cubicBezTo>
                <a:cubicBezTo>
                  <a:pt x="262920" y="72741"/>
                  <a:pt x="260891" y="72464"/>
                  <a:pt x="259938" y="71603"/>
                </a:cubicBezTo>
                <a:cubicBezTo>
                  <a:pt x="258372" y="70189"/>
                  <a:pt x="257386" y="66435"/>
                  <a:pt x="257386" y="59605"/>
                </a:cubicBezTo>
                <a:cubicBezTo>
                  <a:pt x="257386" y="55143"/>
                  <a:pt x="257818" y="38071"/>
                  <a:pt x="257818" y="36377"/>
                </a:cubicBezTo>
                <a:cubicBezTo>
                  <a:pt x="257818" y="15613"/>
                  <a:pt x="244135" y="11461"/>
                  <a:pt x="232451" y="11461"/>
                </a:cubicBezTo>
                <a:cubicBezTo>
                  <a:pt x="220767" y="11461"/>
                  <a:pt x="213697" y="17150"/>
                  <a:pt x="209853" y="20380"/>
                </a:cubicBezTo>
                <a:lnTo>
                  <a:pt x="209393" y="20997"/>
                </a:lnTo>
                <a:lnTo>
                  <a:pt x="212006" y="31301"/>
                </a:lnTo>
                <a:lnTo>
                  <a:pt x="214005" y="31456"/>
                </a:lnTo>
                <a:cubicBezTo>
                  <a:pt x="218309" y="24534"/>
                  <a:pt x="223535" y="18381"/>
                  <a:pt x="230915" y="18381"/>
                </a:cubicBezTo>
                <a:cubicBezTo>
                  <a:pt x="236448" y="18381"/>
                  <a:pt x="245672" y="19150"/>
                  <a:pt x="245672" y="36532"/>
                </a:cubicBezTo>
                <a:cubicBezTo>
                  <a:pt x="245672" y="37609"/>
                  <a:pt x="245057" y="38223"/>
                  <a:pt x="244595" y="38378"/>
                </a:cubicBezTo>
                <a:lnTo>
                  <a:pt x="230300" y="41608"/>
                </a:lnTo>
                <a:cubicBezTo>
                  <a:pt x="214619" y="45146"/>
                  <a:pt x="204781" y="53452"/>
                  <a:pt x="204781" y="63911"/>
                </a:cubicBezTo>
                <a:cubicBezTo>
                  <a:pt x="204781" y="75293"/>
                  <a:pt x="212621" y="80519"/>
                  <a:pt x="223997" y="80519"/>
                </a:cubicBezTo>
                <a:cubicBezTo>
                  <a:pt x="232451" y="80519"/>
                  <a:pt x="236756" y="78523"/>
                  <a:pt x="244905" y="71603"/>
                </a:cubicBezTo>
                <a:lnTo>
                  <a:pt x="245519" y="71603"/>
                </a:lnTo>
                <a:close/>
                <a:moveTo>
                  <a:pt x="310240" y="17612"/>
                </a:moveTo>
                <a:cubicBezTo>
                  <a:pt x="316172" y="17612"/>
                  <a:pt x="321553" y="21979"/>
                  <a:pt x="325611" y="28993"/>
                </a:cubicBezTo>
                <a:lnTo>
                  <a:pt x="327610" y="28841"/>
                </a:lnTo>
                <a:lnTo>
                  <a:pt x="331145" y="16228"/>
                </a:lnTo>
                <a:lnTo>
                  <a:pt x="330837" y="15768"/>
                </a:lnTo>
                <a:cubicBezTo>
                  <a:pt x="326073" y="13307"/>
                  <a:pt x="318079" y="11461"/>
                  <a:pt x="310392" y="11461"/>
                </a:cubicBezTo>
                <a:cubicBezTo>
                  <a:pt x="294404" y="11461"/>
                  <a:pt x="277648" y="24534"/>
                  <a:pt x="277648" y="45453"/>
                </a:cubicBezTo>
                <a:cubicBezTo>
                  <a:pt x="277648" y="66834"/>
                  <a:pt x="289792" y="80519"/>
                  <a:pt x="308548" y="80519"/>
                </a:cubicBezTo>
                <a:cubicBezTo>
                  <a:pt x="317772" y="80519"/>
                  <a:pt x="324996" y="77446"/>
                  <a:pt x="331145" y="69604"/>
                </a:cubicBezTo>
                <a:lnTo>
                  <a:pt x="328224" y="66372"/>
                </a:lnTo>
                <a:lnTo>
                  <a:pt x="327610" y="66372"/>
                </a:lnTo>
                <a:cubicBezTo>
                  <a:pt x="321769" y="71603"/>
                  <a:pt x="316880" y="72835"/>
                  <a:pt x="311161" y="72835"/>
                </a:cubicBezTo>
                <a:cubicBezTo>
                  <a:pt x="299940" y="72835"/>
                  <a:pt x="291176" y="62682"/>
                  <a:pt x="291176" y="44684"/>
                </a:cubicBezTo>
                <a:cubicBezTo>
                  <a:pt x="291176" y="27764"/>
                  <a:pt x="300092" y="17612"/>
                  <a:pt x="310240" y="17612"/>
                </a:cubicBezTo>
                <a:close/>
                <a:moveTo>
                  <a:pt x="393867" y="64880"/>
                </a:moveTo>
                <a:lnTo>
                  <a:pt x="394481" y="65340"/>
                </a:lnTo>
                <a:lnTo>
                  <a:pt x="395251" y="79008"/>
                </a:lnTo>
                <a:cubicBezTo>
                  <a:pt x="395251" y="79316"/>
                  <a:pt x="395436" y="79468"/>
                  <a:pt x="395865" y="79468"/>
                </a:cubicBezTo>
                <a:cubicBezTo>
                  <a:pt x="397894" y="79194"/>
                  <a:pt x="399710" y="79008"/>
                  <a:pt x="401952" y="79008"/>
                </a:cubicBezTo>
                <a:cubicBezTo>
                  <a:pt x="403860" y="79008"/>
                  <a:pt x="406780" y="79163"/>
                  <a:pt x="408779" y="79468"/>
                </a:cubicBezTo>
                <a:lnTo>
                  <a:pt x="409086" y="79008"/>
                </a:lnTo>
                <a:cubicBezTo>
                  <a:pt x="407857" y="72405"/>
                  <a:pt x="406473" y="61040"/>
                  <a:pt x="406473" y="49523"/>
                </a:cubicBezTo>
                <a:lnTo>
                  <a:pt x="406473" y="40769"/>
                </a:lnTo>
                <a:cubicBezTo>
                  <a:pt x="406473" y="29249"/>
                  <a:pt x="406628" y="21264"/>
                  <a:pt x="407857" y="13124"/>
                </a:cubicBezTo>
                <a:lnTo>
                  <a:pt x="407549" y="12662"/>
                </a:lnTo>
                <a:cubicBezTo>
                  <a:pt x="405703" y="12969"/>
                  <a:pt x="402168" y="13124"/>
                  <a:pt x="400325" y="13124"/>
                </a:cubicBezTo>
                <a:cubicBezTo>
                  <a:pt x="398478" y="13124"/>
                  <a:pt x="394943" y="12969"/>
                  <a:pt x="393100" y="12662"/>
                </a:cubicBezTo>
                <a:lnTo>
                  <a:pt x="392790" y="13124"/>
                </a:lnTo>
                <a:cubicBezTo>
                  <a:pt x="393991" y="21909"/>
                  <a:pt x="394174" y="29096"/>
                  <a:pt x="394174" y="40769"/>
                </a:cubicBezTo>
                <a:lnTo>
                  <a:pt x="394174" y="55819"/>
                </a:lnTo>
                <a:cubicBezTo>
                  <a:pt x="389501" y="63684"/>
                  <a:pt x="380646" y="71910"/>
                  <a:pt x="373114" y="71910"/>
                </a:cubicBezTo>
                <a:cubicBezTo>
                  <a:pt x="367825" y="71910"/>
                  <a:pt x="362814" y="70224"/>
                  <a:pt x="362814" y="55948"/>
                </a:cubicBezTo>
                <a:lnTo>
                  <a:pt x="362814" y="40752"/>
                </a:lnTo>
                <a:cubicBezTo>
                  <a:pt x="362814" y="29239"/>
                  <a:pt x="362967" y="21259"/>
                  <a:pt x="364198" y="13124"/>
                </a:cubicBezTo>
                <a:lnTo>
                  <a:pt x="363891" y="12662"/>
                </a:lnTo>
                <a:cubicBezTo>
                  <a:pt x="362045" y="12969"/>
                  <a:pt x="358510" y="13124"/>
                  <a:pt x="356664" y="13124"/>
                </a:cubicBezTo>
                <a:cubicBezTo>
                  <a:pt x="354820" y="13124"/>
                  <a:pt x="351285" y="12969"/>
                  <a:pt x="349439" y="12662"/>
                </a:cubicBezTo>
                <a:lnTo>
                  <a:pt x="349132" y="13124"/>
                </a:lnTo>
                <a:cubicBezTo>
                  <a:pt x="350361" y="21871"/>
                  <a:pt x="350516" y="29087"/>
                  <a:pt x="350516" y="40752"/>
                </a:cubicBezTo>
                <a:lnTo>
                  <a:pt x="350516" y="59171"/>
                </a:lnTo>
                <a:cubicBezTo>
                  <a:pt x="350516" y="69762"/>
                  <a:pt x="355435" y="80519"/>
                  <a:pt x="370654" y="80519"/>
                </a:cubicBezTo>
                <a:cubicBezTo>
                  <a:pt x="380184" y="80519"/>
                  <a:pt x="388793" y="72680"/>
                  <a:pt x="393867" y="64850"/>
                </a:cubicBezTo>
                <a:lnTo>
                  <a:pt x="393867" y="64880"/>
                </a:lnTo>
                <a:close/>
                <a:moveTo>
                  <a:pt x="426150" y="47452"/>
                </a:moveTo>
                <a:cubicBezTo>
                  <a:pt x="426150" y="65910"/>
                  <a:pt x="438294" y="80519"/>
                  <a:pt x="458742" y="80519"/>
                </a:cubicBezTo>
                <a:cubicBezTo>
                  <a:pt x="479032" y="80519"/>
                  <a:pt x="491331" y="66220"/>
                  <a:pt x="491331" y="46068"/>
                </a:cubicBezTo>
                <a:cubicBezTo>
                  <a:pt x="491331" y="25148"/>
                  <a:pt x="480109" y="11461"/>
                  <a:pt x="459356" y="11461"/>
                </a:cubicBezTo>
                <a:cubicBezTo>
                  <a:pt x="439216" y="11461"/>
                  <a:pt x="426150" y="25611"/>
                  <a:pt x="426150" y="47452"/>
                </a:cubicBezTo>
                <a:moveTo>
                  <a:pt x="458280" y="17612"/>
                </a:moveTo>
                <a:cubicBezTo>
                  <a:pt x="474575" y="17612"/>
                  <a:pt x="477803" y="30225"/>
                  <a:pt x="477803" y="48838"/>
                </a:cubicBezTo>
                <a:cubicBezTo>
                  <a:pt x="477803" y="63449"/>
                  <a:pt x="470423" y="74371"/>
                  <a:pt x="460123" y="74371"/>
                </a:cubicBezTo>
                <a:cubicBezTo>
                  <a:pt x="443830" y="74371"/>
                  <a:pt x="439678" y="56682"/>
                  <a:pt x="439678" y="44838"/>
                </a:cubicBezTo>
                <a:cubicBezTo>
                  <a:pt x="439678" y="31456"/>
                  <a:pt x="443830" y="17612"/>
                  <a:pt x="458280" y="17612"/>
                </a:cubicBezTo>
                <a:close/>
                <a:moveTo>
                  <a:pt x="553284" y="64880"/>
                </a:moveTo>
                <a:lnTo>
                  <a:pt x="553899" y="65340"/>
                </a:lnTo>
                <a:lnTo>
                  <a:pt x="554668" y="79008"/>
                </a:lnTo>
                <a:cubicBezTo>
                  <a:pt x="554668" y="79316"/>
                  <a:pt x="554854" y="79468"/>
                  <a:pt x="555283" y="79468"/>
                </a:cubicBezTo>
                <a:cubicBezTo>
                  <a:pt x="557312" y="79194"/>
                  <a:pt x="559128" y="79008"/>
                  <a:pt x="561370" y="79008"/>
                </a:cubicBezTo>
                <a:cubicBezTo>
                  <a:pt x="563277" y="79008"/>
                  <a:pt x="566198" y="79163"/>
                  <a:pt x="568196" y="79468"/>
                </a:cubicBezTo>
                <a:lnTo>
                  <a:pt x="568503" y="79008"/>
                </a:lnTo>
                <a:cubicBezTo>
                  <a:pt x="567274" y="72405"/>
                  <a:pt x="565890" y="61040"/>
                  <a:pt x="565890" y="49523"/>
                </a:cubicBezTo>
                <a:lnTo>
                  <a:pt x="565890" y="40769"/>
                </a:lnTo>
                <a:cubicBezTo>
                  <a:pt x="565890" y="29249"/>
                  <a:pt x="566045" y="21264"/>
                  <a:pt x="567274" y="13124"/>
                </a:cubicBezTo>
                <a:lnTo>
                  <a:pt x="566967" y="12662"/>
                </a:lnTo>
                <a:cubicBezTo>
                  <a:pt x="565121" y="12969"/>
                  <a:pt x="561586" y="13124"/>
                  <a:pt x="559742" y="13124"/>
                </a:cubicBezTo>
                <a:cubicBezTo>
                  <a:pt x="557896" y="13124"/>
                  <a:pt x="554361" y="12969"/>
                  <a:pt x="552517" y="12662"/>
                </a:cubicBezTo>
                <a:lnTo>
                  <a:pt x="552208" y="13124"/>
                </a:lnTo>
                <a:cubicBezTo>
                  <a:pt x="553409" y="21909"/>
                  <a:pt x="553592" y="29096"/>
                  <a:pt x="553592" y="40769"/>
                </a:cubicBezTo>
                <a:lnTo>
                  <a:pt x="553592" y="55819"/>
                </a:lnTo>
                <a:cubicBezTo>
                  <a:pt x="548919" y="63684"/>
                  <a:pt x="540064" y="71910"/>
                  <a:pt x="532532" y="71910"/>
                </a:cubicBezTo>
                <a:cubicBezTo>
                  <a:pt x="527242" y="71910"/>
                  <a:pt x="522232" y="70224"/>
                  <a:pt x="522232" y="55948"/>
                </a:cubicBezTo>
                <a:lnTo>
                  <a:pt x="522232" y="40752"/>
                </a:lnTo>
                <a:cubicBezTo>
                  <a:pt x="522232" y="29239"/>
                  <a:pt x="522384" y="21259"/>
                  <a:pt x="523616" y="13124"/>
                </a:cubicBezTo>
                <a:lnTo>
                  <a:pt x="523308" y="12662"/>
                </a:lnTo>
                <a:cubicBezTo>
                  <a:pt x="521462" y="12969"/>
                  <a:pt x="517927" y="13124"/>
                  <a:pt x="516081" y="13124"/>
                </a:cubicBezTo>
                <a:cubicBezTo>
                  <a:pt x="514238" y="13124"/>
                  <a:pt x="510703" y="12969"/>
                  <a:pt x="508856" y="12662"/>
                </a:cubicBezTo>
                <a:lnTo>
                  <a:pt x="508549" y="13124"/>
                </a:lnTo>
                <a:cubicBezTo>
                  <a:pt x="509778" y="21871"/>
                  <a:pt x="509933" y="29087"/>
                  <a:pt x="509933" y="40752"/>
                </a:cubicBezTo>
                <a:lnTo>
                  <a:pt x="509933" y="59171"/>
                </a:lnTo>
                <a:cubicBezTo>
                  <a:pt x="509933" y="69762"/>
                  <a:pt x="514852" y="80519"/>
                  <a:pt x="530071" y="80519"/>
                </a:cubicBezTo>
                <a:cubicBezTo>
                  <a:pt x="539602" y="80519"/>
                  <a:pt x="548211" y="72680"/>
                  <a:pt x="553284" y="64850"/>
                </a:cubicBezTo>
                <a:lnTo>
                  <a:pt x="553284" y="64880"/>
                </a:lnTo>
                <a:close/>
                <a:moveTo>
                  <a:pt x="587412" y="63449"/>
                </a:moveTo>
                <a:lnTo>
                  <a:pt x="584799" y="76370"/>
                </a:lnTo>
                <a:cubicBezTo>
                  <a:pt x="593562" y="79445"/>
                  <a:pt x="602171" y="80519"/>
                  <a:pt x="608012" y="80519"/>
                </a:cubicBezTo>
                <a:cubicBezTo>
                  <a:pt x="629227" y="80519"/>
                  <a:pt x="634146" y="67911"/>
                  <a:pt x="634146" y="59450"/>
                </a:cubicBezTo>
                <a:cubicBezTo>
                  <a:pt x="634146" y="46837"/>
                  <a:pt x="624153" y="41916"/>
                  <a:pt x="613238" y="39300"/>
                </a:cubicBezTo>
                <a:cubicBezTo>
                  <a:pt x="607428" y="37916"/>
                  <a:pt x="598943" y="34993"/>
                  <a:pt x="598943" y="27302"/>
                </a:cubicBezTo>
                <a:cubicBezTo>
                  <a:pt x="598943" y="20994"/>
                  <a:pt x="604015" y="17612"/>
                  <a:pt x="610625" y="17612"/>
                </a:cubicBezTo>
                <a:cubicBezTo>
                  <a:pt x="618619" y="17612"/>
                  <a:pt x="623538" y="23917"/>
                  <a:pt x="627076" y="28071"/>
                </a:cubicBezTo>
                <a:lnTo>
                  <a:pt x="629227" y="27916"/>
                </a:lnTo>
                <a:lnTo>
                  <a:pt x="632302" y="16535"/>
                </a:lnTo>
                <a:lnTo>
                  <a:pt x="631995" y="16075"/>
                </a:lnTo>
                <a:cubicBezTo>
                  <a:pt x="627535" y="13769"/>
                  <a:pt x="619081" y="11461"/>
                  <a:pt x="611240" y="11461"/>
                </a:cubicBezTo>
                <a:cubicBezTo>
                  <a:pt x="599865" y="11461"/>
                  <a:pt x="588026" y="17457"/>
                  <a:pt x="588026" y="30225"/>
                </a:cubicBezTo>
                <a:cubicBezTo>
                  <a:pt x="588026" y="42530"/>
                  <a:pt x="597222" y="46591"/>
                  <a:pt x="606475" y="49145"/>
                </a:cubicBezTo>
                <a:cubicBezTo>
                  <a:pt x="615392" y="51606"/>
                  <a:pt x="622002" y="54066"/>
                  <a:pt x="622002" y="61603"/>
                </a:cubicBezTo>
                <a:cubicBezTo>
                  <a:pt x="622002" y="69757"/>
                  <a:pt x="616006" y="74371"/>
                  <a:pt x="607859" y="74371"/>
                </a:cubicBezTo>
                <a:cubicBezTo>
                  <a:pt x="600480" y="74371"/>
                  <a:pt x="594022" y="69295"/>
                  <a:pt x="589718" y="63297"/>
                </a:cubicBezTo>
                <a:lnTo>
                  <a:pt x="587412" y="63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conflict">
            <a:extLst xmlns:a="http://schemas.openxmlformats.org/drawingml/2006/main">
              <a:ext uri="{FF2B5EF4-FFF2-40B4-BE49-F238E27FC236}">
                <a16:creationId xmlns:a16="http://schemas.microsoft.com/office/drawing/2014/main" id="{31727624-2637-4B8F-91AD-B6187FBE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701" y="375526"/>
            <a:ext cx="464570" cy="108841"/>
          </a:xfrm>
          <a:custGeom xmlns:a="http://schemas.openxmlformats.org/drawingml/2006/main">
            <a:pathLst>
              <a:path w="464570" h="108841">
                <a:moveTo>
                  <a:pt x="32591" y="45934"/>
                </a:moveTo>
                <a:cubicBezTo>
                  <a:pt x="38524" y="45934"/>
                  <a:pt x="43905" y="50302"/>
                  <a:pt x="47963" y="57315"/>
                </a:cubicBezTo>
                <a:lnTo>
                  <a:pt x="49961" y="57163"/>
                </a:lnTo>
                <a:lnTo>
                  <a:pt x="53496" y="44550"/>
                </a:lnTo>
                <a:lnTo>
                  <a:pt x="53189" y="44090"/>
                </a:lnTo>
                <a:cubicBezTo>
                  <a:pt x="48425" y="41629"/>
                  <a:pt x="40431" y="39783"/>
                  <a:pt x="32744" y="39783"/>
                </a:cubicBezTo>
                <a:cubicBezTo>
                  <a:pt x="16755" y="39783"/>
                  <a:pt x="0" y="52856"/>
                  <a:pt x="0" y="73775"/>
                </a:cubicBezTo>
                <a:cubicBezTo>
                  <a:pt x="0" y="95156"/>
                  <a:pt x="12144" y="108841"/>
                  <a:pt x="30900" y="108841"/>
                </a:cubicBezTo>
                <a:cubicBezTo>
                  <a:pt x="40123" y="108841"/>
                  <a:pt x="47348" y="105768"/>
                  <a:pt x="53496" y="97927"/>
                </a:cubicBezTo>
                <a:lnTo>
                  <a:pt x="50576" y="94694"/>
                </a:lnTo>
                <a:lnTo>
                  <a:pt x="49961" y="94694"/>
                </a:lnTo>
                <a:cubicBezTo>
                  <a:pt x="44121" y="99925"/>
                  <a:pt x="39232" y="101157"/>
                  <a:pt x="33513" y="101157"/>
                </a:cubicBezTo>
                <a:cubicBezTo>
                  <a:pt x="22291" y="101157"/>
                  <a:pt x="13528" y="91004"/>
                  <a:pt x="13528" y="73006"/>
                </a:cubicBezTo>
                <a:cubicBezTo>
                  <a:pt x="13528" y="56086"/>
                  <a:pt x="22444" y="45934"/>
                  <a:pt x="32591" y="45934"/>
                </a:cubicBezTo>
                <a:close/>
                <a:moveTo>
                  <a:pt x="65950" y="75774"/>
                </a:moveTo>
                <a:cubicBezTo>
                  <a:pt x="65950" y="94232"/>
                  <a:pt x="78094" y="108841"/>
                  <a:pt x="98541" y="108841"/>
                </a:cubicBezTo>
                <a:cubicBezTo>
                  <a:pt x="118832" y="108841"/>
                  <a:pt x="131130" y="94542"/>
                  <a:pt x="131130" y="74390"/>
                </a:cubicBezTo>
                <a:cubicBezTo>
                  <a:pt x="131130" y="53471"/>
                  <a:pt x="119908" y="39783"/>
                  <a:pt x="99156" y="39783"/>
                </a:cubicBezTo>
                <a:cubicBezTo>
                  <a:pt x="79016" y="39783"/>
                  <a:pt x="65950" y="53933"/>
                  <a:pt x="65950" y="75774"/>
                </a:cubicBezTo>
                <a:moveTo>
                  <a:pt x="98079" y="45934"/>
                </a:moveTo>
                <a:cubicBezTo>
                  <a:pt x="114375" y="45934"/>
                  <a:pt x="117603" y="58547"/>
                  <a:pt x="117603" y="77160"/>
                </a:cubicBezTo>
                <a:cubicBezTo>
                  <a:pt x="117603" y="91772"/>
                  <a:pt x="110223" y="102693"/>
                  <a:pt x="99923" y="102693"/>
                </a:cubicBezTo>
                <a:cubicBezTo>
                  <a:pt x="83630" y="102693"/>
                  <a:pt x="79478" y="85004"/>
                  <a:pt x="79478" y="73161"/>
                </a:cubicBezTo>
                <a:cubicBezTo>
                  <a:pt x="79478" y="59778"/>
                  <a:pt x="83630" y="45934"/>
                  <a:pt x="98079" y="45934"/>
                </a:cubicBezTo>
                <a:close/>
                <a:moveTo>
                  <a:pt x="207687" y="79630"/>
                </a:moveTo>
                <a:cubicBezTo>
                  <a:pt x="207687" y="74706"/>
                  <a:pt x="207995" y="69013"/>
                  <a:pt x="207995" y="64090"/>
                </a:cubicBezTo>
                <a:cubicBezTo>
                  <a:pt x="207995" y="48085"/>
                  <a:pt x="202768" y="39783"/>
                  <a:pt x="188933" y="39783"/>
                </a:cubicBezTo>
                <a:cubicBezTo>
                  <a:pt x="183090" y="39783"/>
                  <a:pt x="172175" y="42092"/>
                  <a:pt x="162338" y="53625"/>
                </a:cubicBezTo>
                <a:lnTo>
                  <a:pt x="162030" y="53163"/>
                </a:lnTo>
                <a:lnTo>
                  <a:pt x="162030" y="41937"/>
                </a:lnTo>
                <a:cubicBezTo>
                  <a:pt x="162000" y="40738"/>
                  <a:pt x="161845" y="40400"/>
                  <a:pt x="161108" y="40400"/>
                </a:cubicBezTo>
                <a:cubicBezTo>
                  <a:pt x="157665" y="41076"/>
                  <a:pt x="152159" y="41198"/>
                  <a:pt x="148655" y="40860"/>
                </a:cubicBezTo>
                <a:lnTo>
                  <a:pt x="148348" y="41322"/>
                </a:lnTo>
                <a:cubicBezTo>
                  <a:pt x="149424" y="47963"/>
                  <a:pt x="149732" y="59626"/>
                  <a:pt x="149732" y="71167"/>
                </a:cubicBezTo>
                <a:lnTo>
                  <a:pt x="149732" y="79630"/>
                </a:lnTo>
                <a:cubicBezTo>
                  <a:pt x="149732" y="91173"/>
                  <a:pt x="149577" y="99020"/>
                  <a:pt x="148348" y="107331"/>
                </a:cubicBezTo>
                <a:lnTo>
                  <a:pt x="148655" y="107790"/>
                </a:lnTo>
                <a:cubicBezTo>
                  <a:pt x="150501" y="107483"/>
                  <a:pt x="154036" y="107331"/>
                  <a:pt x="155880" y="107331"/>
                </a:cubicBezTo>
                <a:cubicBezTo>
                  <a:pt x="157726" y="107331"/>
                  <a:pt x="161261" y="107483"/>
                  <a:pt x="163107" y="107790"/>
                </a:cubicBezTo>
                <a:lnTo>
                  <a:pt x="163414" y="107331"/>
                </a:lnTo>
                <a:cubicBezTo>
                  <a:pt x="162183" y="98558"/>
                  <a:pt x="162030" y="91326"/>
                  <a:pt x="162030" y="79630"/>
                </a:cubicBezTo>
                <a:lnTo>
                  <a:pt x="162030" y="61627"/>
                </a:lnTo>
                <a:cubicBezTo>
                  <a:pt x="169870" y="52394"/>
                  <a:pt x="178786" y="49009"/>
                  <a:pt x="184322" y="49009"/>
                </a:cubicBezTo>
                <a:cubicBezTo>
                  <a:pt x="192161" y="49009"/>
                  <a:pt x="195389" y="52087"/>
                  <a:pt x="195389" y="64549"/>
                </a:cubicBezTo>
                <a:lnTo>
                  <a:pt x="195389" y="79630"/>
                </a:lnTo>
                <a:cubicBezTo>
                  <a:pt x="195389" y="91173"/>
                  <a:pt x="195112" y="99050"/>
                  <a:pt x="194005" y="107331"/>
                </a:cubicBezTo>
                <a:lnTo>
                  <a:pt x="194312" y="107790"/>
                </a:lnTo>
                <a:cubicBezTo>
                  <a:pt x="196158" y="107483"/>
                  <a:pt x="199693" y="107331"/>
                  <a:pt x="201539" y="107331"/>
                </a:cubicBezTo>
                <a:cubicBezTo>
                  <a:pt x="203383" y="107331"/>
                  <a:pt x="206918" y="107483"/>
                  <a:pt x="208764" y="107790"/>
                </a:cubicBezTo>
                <a:lnTo>
                  <a:pt x="209071" y="107331"/>
                </a:lnTo>
                <a:cubicBezTo>
                  <a:pt x="207873" y="98558"/>
                  <a:pt x="207687" y="91326"/>
                  <a:pt x="207687" y="79630"/>
                </a:cubicBezTo>
                <a:close/>
                <a:moveTo>
                  <a:pt x="235053" y="41435"/>
                </a:moveTo>
                <a:cubicBezTo>
                  <a:pt x="231701" y="41435"/>
                  <a:pt x="228166" y="41404"/>
                  <a:pt x="226134" y="41127"/>
                </a:cubicBezTo>
                <a:cubicBezTo>
                  <a:pt x="225090" y="43619"/>
                  <a:pt x="224260" y="45125"/>
                  <a:pt x="222754" y="47430"/>
                </a:cubicBezTo>
                <a:lnTo>
                  <a:pt x="223521" y="48507"/>
                </a:lnTo>
                <a:cubicBezTo>
                  <a:pt x="226289" y="48322"/>
                  <a:pt x="231363" y="48200"/>
                  <a:pt x="234898" y="48200"/>
                </a:cubicBezTo>
                <a:lnTo>
                  <a:pt x="235053" y="48200"/>
                </a:lnTo>
                <a:lnTo>
                  <a:pt x="235053" y="76766"/>
                </a:lnTo>
                <a:cubicBezTo>
                  <a:pt x="235053" y="88286"/>
                  <a:pt x="234837" y="99100"/>
                  <a:pt x="233514" y="107331"/>
                </a:cubicBezTo>
                <a:lnTo>
                  <a:pt x="233821" y="107790"/>
                </a:lnTo>
                <a:cubicBezTo>
                  <a:pt x="235667" y="107485"/>
                  <a:pt x="239357" y="107331"/>
                  <a:pt x="241201" y="107331"/>
                </a:cubicBezTo>
                <a:cubicBezTo>
                  <a:pt x="243045" y="107331"/>
                  <a:pt x="246734" y="107485"/>
                  <a:pt x="248580" y="107790"/>
                </a:cubicBezTo>
                <a:lnTo>
                  <a:pt x="248888" y="107331"/>
                </a:lnTo>
                <a:cubicBezTo>
                  <a:pt x="247595" y="98576"/>
                  <a:pt x="247349" y="88286"/>
                  <a:pt x="247349" y="76766"/>
                </a:cubicBezTo>
                <a:lnTo>
                  <a:pt x="247349" y="48200"/>
                </a:lnTo>
                <a:lnTo>
                  <a:pt x="252578" y="48200"/>
                </a:lnTo>
                <a:cubicBezTo>
                  <a:pt x="256267" y="48200"/>
                  <a:pt x="261616" y="48322"/>
                  <a:pt x="263645" y="48507"/>
                </a:cubicBezTo>
                <a:cubicBezTo>
                  <a:pt x="264107" y="46049"/>
                  <a:pt x="264569" y="44479"/>
                  <a:pt x="265491" y="42204"/>
                </a:cubicBezTo>
                <a:lnTo>
                  <a:pt x="264721" y="41127"/>
                </a:lnTo>
                <a:cubicBezTo>
                  <a:pt x="262139" y="41249"/>
                  <a:pt x="257496" y="41435"/>
                  <a:pt x="253961" y="41435"/>
                </a:cubicBezTo>
                <a:lnTo>
                  <a:pt x="247349" y="41435"/>
                </a:lnTo>
                <a:lnTo>
                  <a:pt x="247349" y="40046"/>
                </a:lnTo>
                <a:cubicBezTo>
                  <a:pt x="247349" y="34484"/>
                  <a:pt x="246582" y="26453"/>
                  <a:pt x="246582" y="23673"/>
                </a:cubicBezTo>
                <a:cubicBezTo>
                  <a:pt x="246582" y="15146"/>
                  <a:pt x="252085" y="9378"/>
                  <a:pt x="260879" y="9378"/>
                </a:cubicBezTo>
                <a:cubicBezTo>
                  <a:pt x="264843" y="9378"/>
                  <a:pt x="268104" y="11665"/>
                  <a:pt x="269795" y="14712"/>
                </a:cubicBezTo>
                <a:lnTo>
                  <a:pt x="271486" y="14562"/>
                </a:lnTo>
                <a:cubicBezTo>
                  <a:pt x="272561" y="10445"/>
                  <a:pt x="274221" y="5259"/>
                  <a:pt x="275791" y="1999"/>
                </a:cubicBezTo>
                <a:lnTo>
                  <a:pt x="275636" y="1539"/>
                </a:lnTo>
                <a:cubicBezTo>
                  <a:pt x="274407" y="769"/>
                  <a:pt x="271639" y="0"/>
                  <a:pt x="268718" y="0"/>
                </a:cubicBezTo>
                <a:cubicBezTo>
                  <a:pt x="259033" y="0"/>
                  <a:pt x="249317" y="4490"/>
                  <a:pt x="243507" y="11818"/>
                </a:cubicBezTo>
                <a:cubicBezTo>
                  <a:pt x="237666" y="19193"/>
                  <a:pt x="235053" y="26453"/>
                  <a:pt x="235053" y="35411"/>
                </a:cubicBezTo>
                <a:lnTo>
                  <a:pt x="235053" y="41435"/>
                </a:lnTo>
                <a:close/>
                <a:moveTo>
                  <a:pt x="288088" y="76576"/>
                </a:moveTo>
                <a:cubicBezTo>
                  <a:pt x="288088" y="88018"/>
                  <a:pt x="287873" y="99088"/>
                  <a:pt x="286704" y="107331"/>
                </a:cubicBezTo>
                <a:lnTo>
                  <a:pt x="287012" y="107790"/>
                </a:lnTo>
                <a:cubicBezTo>
                  <a:pt x="288855" y="107483"/>
                  <a:pt x="292393" y="107331"/>
                  <a:pt x="294236" y="107331"/>
                </a:cubicBezTo>
                <a:cubicBezTo>
                  <a:pt x="296083" y="107331"/>
                  <a:pt x="299618" y="107483"/>
                  <a:pt x="301461" y="107790"/>
                </a:cubicBezTo>
                <a:lnTo>
                  <a:pt x="301769" y="107331"/>
                </a:lnTo>
                <a:cubicBezTo>
                  <a:pt x="300570" y="98565"/>
                  <a:pt x="300387" y="88140"/>
                  <a:pt x="300387" y="76576"/>
                </a:cubicBezTo>
                <a:lnTo>
                  <a:pt x="300387" y="30447"/>
                </a:lnTo>
                <a:cubicBezTo>
                  <a:pt x="300387" y="18916"/>
                  <a:pt x="301032" y="11257"/>
                  <a:pt x="301769" y="1539"/>
                </a:cubicBezTo>
                <a:cubicBezTo>
                  <a:pt x="301769" y="462"/>
                  <a:pt x="301339" y="0"/>
                  <a:pt x="300387" y="0"/>
                </a:cubicBezTo>
                <a:cubicBezTo>
                  <a:pt x="296542" y="1539"/>
                  <a:pt x="293254" y="2615"/>
                  <a:pt x="287012" y="3078"/>
                </a:cubicBezTo>
                <a:lnTo>
                  <a:pt x="286704" y="3537"/>
                </a:lnTo>
                <a:cubicBezTo>
                  <a:pt x="287903" y="10119"/>
                  <a:pt x="288088" y="21529"/>
                  <a:pt x="288088" y="33215"/>
                </a:cubicBezTo>
                <a:lnTo>
                  <a:pt x="288088" y="76576"/>
                </a:lnTo>
                <a:close/>
                <a:moveTo>
                  <a:pt x="325289" y="15498"/>
                </a:moveTo>
                <a:cubicBezTo>
                  <a:pt x="325289" y="19648"/>
                  <a:pt x="328979" y="23338"/>
                  <a:pt x="333131" y="23338"/>
                </a:cubicBezTo>
                <a:cubicBezTo>
                  <a:pt x="337280" y="23338"/>
                  <a:pt x="340970" y="19648"/>
                  <a:pt x="340970" y="15498"/>
                </a:cubicBezTo>
                <a:cubicBezTo>
                  <a:pt x="340970" y="11346"/>
                  <a:pt x="337280" y="7656"/>
                  <a:pt x="333131" y="7656"/>
                </a:cubicBezTo>
                <a:cubicBezTo>
                  <a:pt x="328979" y="7656"/>
                  <a:pt x="325289" y="11346"/>
                  <a:pt x="325289" y="15498"/>
                </a:cubicBezTo>
                <a:moveTo>
                  <a:pt x="326828" y="71242"/>
                </a:moveTo>
                <a:lnTo>
                  <a:pt x="326828" y="79689"/>
                </a:lnTo>
                <a:cubicBezTo>
                  <a:pt x="326828" y="91206"/>
                  <a:pt x="326551" y="99039"/>
                  <a:pt x="325444" y="107331"/>
                </a:cubicBezTo>
                <a:lnTo>
                  <a:pt x="325751" y="107790"/>
                </a:lnTo>
                <a:cubicBezTo>
                  <a:pt x="327595" y="107485"/>
                  <a:pt x="331132" y="107331"/>
                  <a:pt x="332976" y="107331"/>
                </a:cubicBezTo>
                <a:cubicBezTo>
                  <a:pt x="334822" y="107331"/>
                  <a:pt x="338357" y="107485"/>
                  <a:pt x="340201" y="107790"/>
                </a:cubicBezTo>
                <a:lnTo>
                  <a:pt x="340508" y="107331"/>
                </a:lnTo>
                <a:cubicBezTo>
                  <a:pt x="339403" y="98609"/>
                  <a:pt x="339126" y="91359"/>
                  <a:pt x="339126" y="79689"/>
                </a:cubicBezTo>
                <a:lnTo>
                  <a:pt x="339126" y="68786"/>
                </a:lnTo>
                <a:cubicBezTo>
                  <a:pt x="339126" y="57268"/>
                  <a:pt x="339525" y="51739"/>
                  <a:pt x="340508" y="42371"/>
                </a:cubicBezTo>
                <a:cubicBezTo>
                  <a:pt x="340508" y="40989"/>
                  <a:pt x="340325" y="40834"/>
                  <a:pt x="339126" y="40834"/>
                </a:cubicBezTo>
                <a:cubicBezTo>
                  <a:pt x="335620" y="41174"/>
                  <a:pt x="329009" y="41266"/>
                  <a:pt x="325751" y="40989"/>
                </a:cubicBezTo>
                <a:lnTo>
                  <a:pt x="325444" y="41449"/>
                </a:lnTo>
                <a:cubicBezTo>
                  <a:pt x="326396" y="48022"/>
                  <a:pt x="326828" y="59724"/>
                  <a:pt x="326828" y="71242"/>
                </a:cubicBezTo>
                <a:close/>
                <a:moveTo>
                  <a:pt x="391395" y="45934"/>
                </a:moveTo>
                <a:cubicBezTo>
                  <a:pt x="397327" y="45934"/>
                  <a:pt x="402708" y="50302"/>
                  <a:pt x="406766" y="57315"/>
                </a:cubicBezTo>
                <a:lnTo>
                  <a:pt x="408765" y="57163"/>
                </a:lnTo>
                <a:lnTo>
                  <a:pt x="412300" y="44550"/>
                </a:lnTo>
                <a:lnTo>
                  <a:pt x="411993" y="44090"/>
                </a:lnTo>
                <a:cubicBezTo>
                  <a:pt x="407228" y="41629"/>
                  <a:pt x="399234" y="39783"/>
                  <a:pt x="391547" y="39783"/>
                </a:cubicBezTo>
                <a:cubicBezTo>
                  <a:pt x="375559" y="39783"/>
                  <a:pt x="358803" y="52856"/>
                  <a:pt x="358803" y="73775"/>
                </a:cubicBezTo>
                <a:cubicBezTo>
                  <a:pt x="358803" y="95156"/>
                  <a:pt x="370947" y="108841"/>
                  <a:pt x="389704" y="108841"/>
                </a:cubicBezTo>
                <a:cubicBezTo>
                  <a:pt x="398927" y="108841"/>
                  <a:pt x="406152" y="105768"/>
                  <a:pt x="412300" y="97927"/>
                </a:cubicBezTo>
                <a:lnTo>
                  <a:pt x="409379" y="94694"/>
                </a:lnTo>
                <a:lnTo>
                  <a:pt x="408765" y="94694"/>
                </a:lnTo>
                <a:cubicBezTo>
                  <a:pt x="402924" y="99925"/>
                  <a:pt x="398036" y="101157"/>
                  <a:pt x="392317" y="101157"/>
                </a:cubicBezTo>
                <a:cubicBezTo>
                  <a:pt x="381095" y="101157"/>
                  <a:pt x="372331" y="91004"/>
                  <a:pt x="372331" y="73006"/>
                </a:cubicBezTo>
                <a:cubicBezTo>
                  <a:pt x="372331" y="56086"/>
                  <a:pt x="381247" y="45934"/>
                  <a:pt x="391395" y="45934"/>
                </a:cubicBezTo>
                <a:close/>
                <a:moveTo>
                  <a:pt x="433515" y="41435"/>
                </a:moveTo>
                <a:cubicBezTo>
                  <a:pt x="430378" y="41435"/>
                  <a:pt x="427120" y="41374"/>
                  <a:pt x="425213" y="41127"/>
                </a:cubicBezTo>
                <a:cubicBezTo>
                  <a:pt x="424169" y="43649"/>
                  <a:pt x="423339" y="45125"/>
                  <a:pt x="421833" y="47430"/>
                </a:cubicBezTo>
                <a:lnTo>
                  <a:pt x="422600" y="48507"/>
                </a:lnTo>
                <a:cubicBezTo>
                  <a:pt x="425246" y="48322"/>
                  <a:pt x="430010" y="48230"/>
                  <a:pt x="433515" y="48200"/>
                </a:cubicBezTo>
                <a:lnTo>
                  <a:pt x="433515" y="69232"/>
                </a:lnTo>
                <a:cubicBezTo>
                  <a:pt x="433515" y="78443"/>
                  <a:pt x="433055" y="89499"/>
                  <a:pt x="433055" y="94103"/>
                </a:cubicBezTo>
                <a:cubicBezTo>
                  <a:pt x="433055" y="104087"/>
                  <a:pt x="439510" y="108841"/>
                  <a:pt x="446583" y="108841"/>
                </a:cubicBezTo>
                <a:cubicBezTo>
                  <a:pt x="453040" y="108841"/>
                  <a:pt x="457959" y="107307"/>
                  <a:pt x="464415" y="103167"/>
                </a:cubicBezTo>
                <a:lnTo>
                  <a:pt x="462540" y="99383"/>
                </a:lnTo>
                <a:cubicBezTo>
                  <a:pt x="457804" y="101014"/>
                  <a:pt x="454269" y="101168"/>
                  <a:pt x="450425" y="100554"/>
                </a:cubicBezTo>
                <a:cubicBezTo>
                  <a:pt x="446768" y="99970"/>
                  <a:pt x="445353" y="96282"/>
                  <a:pt x="445353" y="87962"/>
                </a:cubicBezTo>
                <a:cubicBezTo>
                  <a:pt x="445353" y="83357"/>
                  <a:pt x="445813" y="76754"/>
                  <a:pt x="445813" y="67545"/>
                </a:cubicBezTo>
                <a:lnTo>
                  <a:pt x="445813" y="48200"/>
                </a:lnTo>
                <a:lnTo>
                  <a:pt x="451656" y="48200"/>
                </a:lnTo>
                <a:cubicBezTo>
                  <a:pt x="455346" y="48200"/>
                  <a:pt x="460694" y="48322"/>
                  <a:pt x="462723" y="48507"/>
                </a:cubicBezTo>
                <a:cubicBezTo>
                  <a:pt x="463186" y="46049"/>
                  <a:pt x="463648" y="44479"/>
                  <a:pt x="464570" y="42204"/>
                </a:cubicBezTo>
                <a:lnTo>
                  <a:pt x="463800" y="41127"/>
                </a:lnTo>
                <a:cubicBezTo>
                  <a:pt x="461032" y="41252"/>
                  <a:pt x="456575" y="41435"/>
                  <a:pt x="453040" y="41435"/>
                </a:cubicBezTo>
                <a:lnTo>
                  <a:pt x="445813" y="41435"/>
                </a:lnTo>
                <a:cubicBezTo>
                  <a:pt x="445813" y="29936"/>
                  <a:pt x="445907" y="27907"/>
                  <a:pt x="446583" y="18991"/>
                </a:cubicBezTo>
                <a:cubicBezTo>
                  <a:pt x="446583" y="17884"/>
                  <a:pt x="446153" y="17454"/>
                  <a:pt x="445199" y="17454"/>
                </a:cubicBezTo>
                <a:cubicBezTo>
                  <a:pt x="441356" y="18991"/>
                  <a:pt x="439449" y="20621"/>
                  <a:pt x="434439" y="21297"/>
                </a:cubicBezTo>
                <a:lnTo>
                  <a:pt x="434131" y="21759"/>
                </a:lnTo>
                <a:cubicBezTo>
                  <a:pt x="433824" y="27109"/>
                  <a:pt x="433515" y="32519"/>
                  <a:pt x="433515" y="414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□situational">
            <a:extLst xmlns:a="http://schemas.openxmlformats.org/drawingml/2006/main">
              <a:ext uri="{FF2B5EF4-FFF2-40B4-BE49-F238E27FC236}">
                <a16:creationId xmlns:a16="http://schemas.microsoft.com/office/drawing/2014/main" id="{BCCA9F71-A269-41D6-B8C0-F909F12D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005" y="229724"/>
            <a:ext cx="789854" cy="108841"/>
          </a:xfrm>
          <a:custGeom xmlns:a="http://schemas.openxmlformats.org/drawingml/2006/main">
            <a:pathLst>
              <a:path w="789854" h="108841">
                <a:moveTo>
                  <a:pt x="79018" y="107340"/>
                </a:moveTo>
                <a:lnTo>
                  <a:pt x="79018" y="28322"/>
                </a:lnTo>
                <a:lnTo>
                  <a:pt x="0" y="28322"/>
                </a:lnTo>
                <a:lnTo>
                  <a:pt x="0" y="107340"/>
                </a:lnTo>
                <a:lnTo>
                  <a:pt x="79018" y="107340"/>
                </a:lnTo>
                <a:moveTo>
                  <a:pt x="70409" y="98731"/>
                </a:moveTo>
                <a:lnTo>
                  <a:pt x="8609" y="98731"/>
                </a:lnTo>
                <a:lnTo>
                  <a:pt x="8609" y="36931"/>
                </a:lnTo>
                <a:lnTo>
                  <a:pt x="70409" y="36931"/>
                </a:lnTo>
                <a:lnTo>
                  <a:pt x="70409" y="98731"/>
                </a:lnTo>
                <a:close/>
                <a:moveTo>
                  <a:pt x="134508" y="91772"/>
                </a:moveTo>
                <a:lnTo>
                  <a:pt x="131895" y="104692"/>
                </a:lnTo>
                <a:cubicBezTo>
                  <a:pt x="140659" y="107767"/>
                  <a:pt x="149268" y="108841"/>
                  <a:pt x="155108" y="108841"/>
                </a:cubicBezTo>
                <a:cubicBezTo>
                  <a:pt x="176323" y="108841"/>
                  <a:pt x="181242" y="96233"/>
                  <a:pt x="181242" y="87772"/>
                </a:cubicBezTo>
                <a:cubicBezTo>
                  <a:pt x="181242" y="75159"/>
                  <a:pt x="171249" y="70238"/>
                  <a:pt x="160335" y="67622"/>
                </a:cubicBezTo>
                <a:cubicBezTo>
                  <a:pt x="154524" y="66238"/>
                  <a:pt x="146040" y="63316"/>
                  <a:pt x="146040" y="55624"/>
                </a:cubicBezTo>
                <a:cubicBezTo>
                  <a:pt x="146040" y="49316"/>
                  <a:pt x="151111" y="45934"/>
                  <a:pt x="157722" y="45934"/>
                </a:cubicBezTo>
                <a:cubicBezTo>
                  <a:pt x="165716" y="45934"/>
                  <a:pt x="170635" y="52239"/>
                  <a:pt x="174172" y="56393"/>
                </a:cubicBezTo>
                <a:lnTo>
                  <a:pt x="176323" y="56239"/>
                </a:lnTo>
                <a:lnTo>
                  <a:pt x="179398" y="44857"/>
                </a:lnTo>
                <a:lnTo>
                  <a:pt x="179091" y="44397"/>
                </a:lnTo>
                <a:cubicBezTo>
                  <a:pt x="174632" y="42092"/>
                  <a:pt x="166178" y="39783"/>
                  <a:pt x="158336" y="39783"/>
                </a:cubicBezTo>
                <a:cubicBezTo>
                  <a:pt x="146962" y="39783"/>
                  <a:pt x="135123" y="45779"/>
                  <a:pt x="135123" y="58547"/>
                </a:cubicBezTo>
                <a:cubicBezTo>
                  <a:pt x="135123" y="70852"/>
                  <a:pt x="144318" y="74913"/>
                  <a:pt x="153572" y="77467"/>
                </a:cubicBezTo>
                <a:cubicBezTo>
                  <a:pt x="162488" y="79928"/>
                  <a:pt x="169098" y="82389"/>
                  <a:pt x="169098" y="89925"/>
                </a:cubicBezTo>
                <a:cubicBezTo>
                  <a:pt x="169098" y="98079"/>
                  <a:pt x="163103" y="102693"/>
                  <a:pt x="154956" y="102693"/>
                </a:cubicBezTo>
                <a:cubicBezTo>
                  <a:pt x="147576" y="102693"/>
                  <a:pt x="141119" y="97617"/>
                  <a:pt x="136814" y="91619"/>
                </a:cubicBezTo>
                <a:lnTo>
                  <a:pt x="134508" y="91772"/>
                </a:lnTo>
                <a:close/>
                <a:moveTo>
                  <a:pt x="199997" y="15498"/>
                </a:moveTo>
                <a:cubicBezTo>
                  <a:pt x="199997" y="19648"/>
                  <a:pt x="203687" y="23338"/>
                  <a:pt x="207839" y="23338"/>
                </a:cubicBezTo>
                <a:cubicBezTo>
                  <a:pt x="211988" y="23338"/>
                  <a:pt x="215678" y="19648"/>
                  <a:pt x="215678" y="15498"/>
                </a:cubicBezTo>
                <a:cubicBezTo>
                  <a:pt x="215678" y="11346"/>
                  <a:pt x="211988" y="7656"/>
                  <a:pt x="207839" y="7656"/>
                </a:cubicBezTo>
                <a:cubicBezTo>
                  <a:pt x="203687" y="7656"/>
                  <a:pt x="199997" y="11346"/>
                  <a:pt x="199997" y="15498"/>
                </a:cubicBezTo>
                <a:moveTo>
                  <a:pt x="201536" y="71242"/>
                </a:moveTo>
                <a:lnTo>
                  <a:pt x="201536" y="79689"/>
                </a:lnTo>
                <a:cubicBezTo>
                  <a:pt x="201536" y="91206"/>
                  <a:pt x="201259" y="99039"/>
                  <a:pt x="200152" y="107331"/>
                </a:cubicBezTo>
                <a:lnTo>
                  <a:pt x="200459" y="107790"/>
                </a:lnTo>
                <a:cubicBezTo>
                  <a:pt x="202303" y="107485"/>
                  <a:pt x="205840" y="107331"/>
                  <a:pt x="207684" y="107331"/>
                </a:cubicBezTo>
                <a:cubicBezTo>
                  <a:pt x="209530" y="107331"/>
                  <a:pt x="213065" y="107485"/>
                  <a:pt x="214909" y="107790"/>
                </a:cubicBezTo>
                <a:lnTo>
                  <a:pt x="215216" y="107331"/>
                </a:lnTo>
                <a:cubicBezTo>
                  <a:pt x="214111" y="98609"/>
                  <a:pt x="213834" y="91359"/>
                  <a:pt x="213834" y="79689"/>
                </a:cubicBezTo>
                <a:lnTo>
                  <a:pt x="213834" y="68786"/>
                </a:lnTo>
                <a:cubicBezTo>
                  <a:pt x="213834" y="57268"/>
                  <a:pt x="214233" y="51739"/>
                  <a:pt x="215216" y="42371"/>
                </a:cubicBezTo>
                <a:cubicBezTo>
                  <a:pt x="215216" y="40989"/>
                  <a:pt x="215033" y="40834"/>
                  <a:pt x="213834" y="40834"/>
                </a:cubicBezTo>
                <a:cubicBezTo>
                  <a:pt x="210328" y="41174"/>
                  <a:pt x="203717" y="41266"/>
                  <a:pt x="200459" y="40989"/>
                </a:cubicBezTo>
                <a:lnTo>
                  <a:pt x="200152" y="41449"/>
                </a:lnTo>
                <a:cubicBezTo>
                  <a:pt x="201104" y="48022"/>
                  <a:pt x="201536" y="59724"/>
                  <a:pt x="201536" y="71242"/>
                </a:cubicBezTo>
                <a:close/>
                <a:moveTo>
                  <a:pt x="242272" y="41435"/>
                </a:moveTo>
                <a:cubicBezTo>
                  <a:pt x="239136" y="41435"/>
                  <a:pt x="235877" y="41374"/>
                  <a:pt x="233970" y="41127"/>
                </a:cubicBezTo>
                <a:cubicBezTo>
                  <a:pt x="232927" y="43649"/>
                  <a:pt x="232096" y="45125"/>
                  <a:pt x="230590" y="47430"/>
                </a:cubicBezTo>
                <a:lnTo>
                  <a:pt x="231357" y="48507"/>
                </a:lnTo>
                <a:cubicBezTo>
                  <a:pt x="234003" y="48322"/>
                  <a:pt x="238767" y="48230"/>
                  <a:pt x="242272" y="48200"/>
                </a:cubicBezTo>
                <a:lnTo>
                  <a:pt x="242272" y="69232"/>
                </a:lnTo>
                <a:cubicBezTo>
                  <a:pt x="242272" y="78443"/>
                  <a:pt x="241812" y="89499"/>
                  <a:pt x="241812" y="94103"/>
                </a:cubicBezTo>
                <a:cubicBezTo>
                  <a:pt x="241812" y="104087"/>
                  <a:pt x="248268" y="108841"/>
                  <a:pt x="255340" y="108841"/>
                </a:cubicBezTo>
                <a:cubicBezTo>
                  <a:pt x="261798" y="108841"/>
                  <a:pt x="266717" y="107307"/>
                  <a:pt x="273172" y="103167"/>
                </a:cubicBezTo>
                <a:lnTo>
                  <a:pt x="271298" y="99383"/>
                </a:lnTo>
                <a:cubicBezTo>
                  <a:pt x="266562" y="101014"/>
                  <a:pt x="263027" y="101168"/>
                  <a:pt x="259182" y="100554"/>
                </a:cubicBezTo>
                <a:cubicBezTo>
                  <a:pt x="255525" y="99970"/>
                  <a:pt x="254111" y="96282"/>
                  <a:pt x="254111" y="87962"/>
                </a:cubicBezTo>
                <a:cubicBezTo>
                  <a:pt x="254111" y="83357"/>
                  <a:pt x="254570" y="76754"/>
                  <a:pt x="254570" y="67545"/>
                </a:cubicBezTo>
                <a:lnTo>
                  <a:pt x="254570" y="48200"/>
                </a:lnTo>
                <a:lnTo>
                  <a:pt x="260414" y="48200"/>
                </a:lnTo>
                <a:cubicBezTo>
                  <a:pt x="264103" y="48200"/>
                  <a:pt x="269452" y="48322"/>
                  <a:pt x="271481" y="48507"/>
                </a:cubicBezTo>
                <a:cubicBezTo>
                  <a:pt x="271943" y="46049"/>
                  <a:pt x="272405" y="44479"/>
                  <a:pt x="273327" y="42204"/>
                </a:cubicBezTo>
                <a:lnTo>
                  <a:pt x="272557" y="41127"/>
                </a:lnTo>
                <a:cubicBezTo>
                  <a:pt x="269790" y="41252"/>
                  <a:pt x="265333" y="41435"/>
                  <a:pt x="261798" y="41435"/>
                </a:cubicBezTo>
                <a:lnTo>
                  <a:pt x="254570" y="41435"/>
                </a:lnTo>
                <a:cubicBezTo>
                  <a:pt x="254570" y="29936"/>
                  <a:pt x="254664" y="27907"/>
                  <a:pt x="255340" y="18991"/>
                </a:cubicBezTo>
                <a:cubicBezTo>
                  <a:pt x="255340" y="17884"/>
                  <a:pt x="254911" y="17454"/>
                  <a:pt x="253956" y="17454"/>
                </a:cubicBezTo>
                <a:cubicBezTo>
                  <a:pt x="250114" y="18991"/>
                  <a:pt x="248207" y="20621"/>
                  <a:pt x="243196" y="21297"/>
                </a:cubicBezTo>
                <a:lnTo>
                  <a:pt x="242889" y="21759"/>
                </a:lnTo>
                <a:cubicBezTo>
                  <a:pt x="242582" y="27109"/>
                  <a:pt x="242272" y="32519"/>
                  <a:pt x="242272" y="41435"/>
                </a:cubicBezTo>
                <a:close/>
                <a:moveTo>
                  <a:pt x="336047" y="93202"/>
                </a:moveTo>
                <a:lnTo>
                  <a:pt x="336661" y="93662"/>
                </a:lnTo>
                <a:lnTo>
                  <a:pt x="337431" y="107331"/>
                </a:lnTo>
                <a:cubicBezTo>
                  <a:pt x="337431" y="107638"/>
                  <a:pt x="337616" y="107790"/>
                  <a:pt x="338045" y="107790"/>
                </a:cubicBezTo>
                <a:cubicBezTo>
                  <a:pt x="340074" y="107516"/>
                  <a:pt x="341890" y="107331"/>
                  <a:pt x="344132" y="107331"/>
                </a:cubicBezTo>
                <a:cubicBezTo>
                  <a:pt x="346040" y="107331"/>
                  <a:pt x="348960" y="107485"/>
                  <a:pt x="350958" y="107790"/>
                </a:cubicBezTo>
                <a:lnTo>
                  <a:pt x="351266" y="107331"/>
                </a:lnTo>
                <a:cubicBezTo>
                  <a:pt x="350037" y="100727"/>
                  <a:pt x="348653" y="89362"/>
                  <a:pt x="348653" y="77845"/>
                </a:cubicBezTo>
                <a:lnTo>
                  <a:pt x="348653" y="69091"/>
                </a:lnTo>
                <a:cubicBezTo>
                  <a:pt x="348653" y="57571"/>
                  <a:pt x="348807" y="49586"/>
                  <a:pt x="350037" y="41446"/>
                </a:cubicBezTo>
                <a:lnTo>
                  <a:pt x="349729" y="40984"/>
                </a:lnTo>
                <a:cubicBezTo>
                  <a:pt x="347883" y="41292"/>
                  <a:pt x="344348" y="41446"/>
                  <a:pt x="342505" y="41446"/>
                </a:cubicBezTo>
                <a:cubicBezTo>
                  <a:pt x="340658" y="41446"/>
                  <a:pt x="337123" y="41292"/>
                  <a:pt x="335280" y="40984"/>
                </a:cubicBezTo>
                <a:lnTo>
                  <a:pt x="334970" y="41446"/>
                </a:lnTo>
                <a:cubicBezTo>
                  <a:pt x="336171" y="50231"/>
                  <a:pt x="336354" y="57418"/>
                  <a:pt x="336354" y="69091"/>
                </a:cubicBezTo>
                <a:lnTo>
                  <a:pt x="336354" y="84141"/>
                </a:lnTo>
                <a:cubicBezTo>
                  <a:pt x="331681" y="92006"/>
                  <a:pt x="322826" y="100233"/>
                  <a:pt x="315294" y="100233"/>
                </a:cubicBezTo>
                <a:cubicBezTo>
                  <a:pt x="310005" y="100233"/>
                  <a:pt x="304994" y="98546"/>
                  <a:pt x="304994" y="84270"/>
                </a:cubicBezTo>
                <a:lnTo>
                  <a:pt x="304994" y="69074"/>
                </a:lnTo>
                <a:cubicBezTo>
                  <a:pt x="304994" y="57562"/>
                  <a:pt x="305147" y="49581"/>
                  <a:pt x="306378" y="41446"/>
                </a:cubicBezTo>
                <a:lnTo>
                  <a:pt x="306071" y="40984"/>
                </a:lnTo>
                <a:cubicBezTo>
                  <a:pt x="304225" y="41292"/>
                  <a:pt x="300690" y="41446"/>
                  <a:pt x="298844" y="41446"/>
                </a:cubicBezTo>
                <a:cubicBezTo>
                  <a:pt x="297000" y="41446"/>
                  <a:pt x="293465" y="41292"/>
                  <a:pt x="291619" y="40984"/>
                </a:cubicBezTo>
                <a:lnTo>
                  <a:pt x="291312" y="41446"/>
                </a:lnTo>
                <a:cubicBezTo>
                  <a:pt x="292541" y="50194"/>
                  <a:pt x="292696" y="57409"/>
                  <a:pt x="292696" y="69074"/>
                </a:cubicBezTo>
                <a:lnTo>
                  <a:pt x="292696" y="87493"/>
                </a:lnTo>
                <a:cubicBezTo>
                  <a:pt x="292696" y="98084"/>
                  <a:pt x="297615" y="108841"/>
                  <a:pt x="312834" y="108841"/>
                </a:cubicBezTo>
                <a:cubicBezTo>
                  <a:pt x="322364" y="108841"/>
                  <a:pt x="330973" y="101002"/>
                  <a:pt x="336047" y="93172"/>
                </a:cubicBezTo>
                <a:lnTo>
                  <a:pt x="336047" y="93202"/>
                </a:lnTo>
                <a:close/>
                <a:moveTo>
                  <a:pt x="410145" y="72698"/>
                </a:moveTo>
                <a:lnTo>
                  <a:pt x="409531" y="91004"/>
                </a:lnTo>
                <a:cubicBezTo>
                  <a:pt x="409531" y="93003"/>
                  <a:pt x="408607" y="94080"/>
                  <a:pt x="407377" y="95004"/>
                </a:cubicBezTo>
                <a:cubicBezTo>
                  <a:pt x="403073" y="98234"/>
                  <a:pt x="397847" y="101002"/>
                  <a:pt x="393235" y="101002"/>
                </a:cubicBezTo>
                <a:cubicBezTo>
                  <a:pt x="386318" y="101002"/>
                  <a:pt x="381858" y="96388"/>
                  <a:pt x="381858" y="91619"/>
                </a:cubicBezTo>
                <a:cubicBezTo>
                  <a:pt x="381858" y="84697"/>
                  <a:pt x="385086" y="79466"/>
                  <a:pt x="397077" y="76236"/>
                </a:cubicBezTo>
                <a:lnTo>
                  <a:pt x="410145" y="72698"/>
                </a:lnTo>
                <a:moveTo>
                  <a:pt x="410145" y="99925"/>
                </a:moveTo>
                <a:cubicBezTo>
                  <a:pt x="411928" y="105921"/>
                  <a:pt x="416509" y="108841"/>
                  <a:pt x="422137" y="108841"/>
                </a:cubicBezTo>
                <a:cubicBezTo>
                  <a:pt x="426009" y="108841"/>
                  <a:pt x="430745" y="107919"/>
                  <a:pt x="434372" y="104077"/>
                </a:cubicBezTo>
                <a:lnTo>
                  <a:pt x="433234" y="100263"/>
                </a:lnTo>
                <a:cubicBezTo>
                  <a:pt x="431543" y="100849"/>
                  <a:pt x="430253" y="101063"/>
                  <a:pt x="429085" y="101063"/>
                </a:cubicBezTo>
                <a:cubicBezTo>
                  <a:pt x="427546" y="101063"/>
                  <a:pt x="425517" y="100786"/>
                  <a:pt x="424565" y="99925"/>
                </a:cubicBezTo>
                <a:cubicBezTo>
                  <a:pt x="422998" y="98511"/>
                  <a:pt x="422012" y="94758"/>
                  <a:pt x="422012" y="87927"/>
                </a:cubicBezTo>
                <a:cubicBezTo>
                  <a:pt x="422012" y="83465"/>
                  <a:pt x="422444" y="66393"/>
                  <a:pt x="422444" y="64700"/>
                </a:cubicBezTo>
                <a:cubicBezTo>
                  <a:pt x="422444" y="43935"/>
                  <a:pt x="408761" y="39783"/>
                  <a:pt x="397077" y="39783"/>
                </a:cubicBezTo>
                <a:cubicBezTo>
                  <a:pt x="385393" y="39783"/>
                  <a:pt x="378323" y="45472"/>
                  <a:pt x="374479" y="48702"/>
                </a:cubicBezTo>
                <a:lnTo>
                  <a:pt x="374019" y="49319"/>
                </a:lnTo>
                <a:lnTo>
                  <a:pt x="376632" y="59623"/>
                </a:lnTo>
                <a:lnTo>
                  <a:pt x="378631" y="59778"/>
                </a:lnTo>
                <a:cubicBezTo>
                  <a:pt x="382935" y="52856"/>
                  <a:pt x="388161" y="46703"/>
                  <a:pt x="395541" y="46703"/>
                </a:cubicBezTo>
                <a:cubicBezTo>
                  <a:pt x="401074" y="46703"/>
                  <a:pt x="410298" y="47473"/>
                  <a:pt x="410298" y="64854"/>
                </a:cubicBezTo>
                <a:cubicBezTo>
                  <a:pt x="410298" y="65931"/>
                  <a:pt x="409683" y="66546"/>
                  <a:pt x="409221" y="66700"/>
                </a:cubicBezTo>
                <a:lnTo>
                  <a:pt x="394926" y="69931"/>
                </a:lnTo>
                <a:cubicBezTo>
                  <a:pt x="379245" y="73468"/>
                  <a:pt x="369407" y="81774"/>
                  <a:pt x="369407" y="92234"/>
                </a:cubicBezTo>
                <a:cubicBezTo>
                  <a:pt x="369407" y="103615"/>
                  <a:pt x="377247" y="108841"/>
                  <a:pt x="388623" y="108841"/>
                </a:cubicBezTo>
                <a:cubicBezTo>
                  <a:pt x="397077" y="108841"/>
                  <a:pt x="401382" y="106845"/>
                  <a:pt x="409531" y="99925"/>
                </a:cubicBezTo>
                <a:lnTo>
                  <a:pt x="410145" y="99925"/>
                </a:lnTo>
                <a:close/>
                <a:moveTo>
                  <a:pt x="451036" y="41435"/>
                </a:moveTo>
                <a:cubicBezTo>
                  <a:pt x="447899" y="41435"/>
                  <a:pt x="444641" y="41374"/>
                  <a:pt x="442734" y="41127"/>
                </a:cubicBezTo>
                <a:cubicBezTo>
                  <a:pt x="441690" y="43649"/>
                  <a:pt x="440860" y="45125"/>
                  <a:pt x="439354" y="47430"/>
                </a:cubicBezTo>
                <a:lnTo>
                  <a:pt x="440121" y="48507"/>
                </a:lnTo>
                <a:cubicBezTo>
                  <a:pt x="442767" y="48322"/>
                  <a:pt x="447531" y="48230"/>
                  <a:pt x="451036" y="48200"/>
                </a:cubicBezTo>
                <a:lnTo>
                  <a:pt x="451036" y="69232"/>
                </a:lnTo>
                <a:cubicBezTo>
                  <a:pt x="451036" y="78443"/>
                  <a:pt x="450576" y="89499"/>
                  <a:pt x="450576" y="94103"/>
                </a:cubicBezTo>
                <a:cubicBezTo>
                  <a:pt x="450576" y="104087"/>
                  <a:pt x="457031" y="108841"/>
                  <a:pt x="464104" y="108841"/>
                </a:cubicBezTo>
                <a:cubicBezTo>
                  <a:pt x="470561" y="108841"/>
                  <a:pt x="475480" y="107307"/>
                  <a:pt x="481936" y="103167"/>
                </a:cubicBezTo>
                <a:lnTo>
                  <a:pt x="480062" y="99383"/>
                </a:lnTo>
                <a:cubicBezTo>
                  <a:pt x="475326" y="101014"/>
                  <a:pt x="471791" y="101168"/>
                  <a:pt x="467946" y="100554"/>
                </a:cubicBezTo>
                <a:cubicBezTo>
                  <a:pt x="464289" y="99970"/>
                  <a:pt x="462875" y="96282"/>
                  <a:pt x="462875" y="87962"/>
                </a:cubicBezTo>
                <a:cubicBezTo>
                  <a:pt x="462875" y="83357"/>
                  <a:pt x="463334" y="76754"/>
                  <a:pt x="463334" y="67545"/>
                </a:cubicBezTo>
                <a:lnTo>
                  <a:pt x="463334" y="48200"/>
                </a:lnTo>
                <a:lnTo>
                  <a:pt x="469177" y="48200"/>
                </a:lnTo>
                <a:cubicBezTo>
                  <a:pt x="472867" y="48200"/>
                  <a:pt x="478216" y="48322"/>
                  <a:pt x="480245" y="48507"/>
                </a:cubicBezTo>
                <a:cubicBezTo>
                  <a:pt x="480707" y="46049"/>
                  <a:pt x="481169" y="44479"/>
                  <a:pt x="482091" y="42204"/>
                </a:cubicBezTo>
                <a:lnTo>
                  <a:pt x="481321" y="41127"/>
                </a:lnTo>
                <a:cubicBezTo>
                  <a:pt x="478553" y="41252"/>
                  <a:pt x="474096" y="41435"/>
                  <a:pt x="470561" y="41435"/>
                </a:cubicBezTo>
                <a:lnTo>
                  <a:pt x="463334" y="41435"/>
                </a:lnTo>
                <a:cubicBezTo>
                  <a:pt x="463334" y="29936"/>
                  <a:pt x="463428" y="27907"/>
                  <a:pt x="464104" y="18991"/>
                </a:cubicBezTo>
                <a:cubicBezTo>
                  <a:pt x="464104" y="17884"/>
                  <a:pt x="463674" y="17454"/>
                  <a:pt x="462720" y="17454"/>
                </a:cubicBezTo>
                <a:cubicBezTo>
                  <a:pt x="458877" y="18991"/>
                  <a:pt x="456970" y="20621"/>
                  <a:pt x="451960" y="21297"/>
                </a:cubicBezTo>
                <a:lnTo>
                  <a:pt x="451653" y="21759"/>
                </a:lnTo>
                <a:cubicBezTo>
                  <a:pt x="451345" y="27109"/>
                  <a:pt x="451036" y="32519"/>
                  <a:pt x="451036" y="41435"/>
                </a:cubicBezTo>
                <a:close/>
                <a:moveTo>
                  <a:pt x="500998" y="15498"/>
                </a:moveTo>
                <a:cubicBezTo>
                  <a:pt x="500998" y="19648"/>
                  <a:pt x="504688" y="23338"/>
                  <a:pt x="508840" y="23338"/>
                </a:cubicBezTo>
                <a:cubicBezTo>
                  <a:pt x="512989" y="23338"/>
                  <a:pt x="516679" y="19648"/>
                  <a:pt x="516679" y="15498"/>
                </a:cubicBezTo>
                <a:cubicBezTo>
                  <a:pt x="516679" y="11346"/>
                  <a:pt x="512989" y="7656"/>
                  <a:pt x="508840" y="7656"/>
                </a:cubicBezTo>
                <a:cubicBezTo>
                  <a:pt x="504688" y="7656"/>
                  <a:pt x="500998" y="11346"/>
                  <a:pt x="500998" y="15498"/>
                </a:cubicBezTo>
                <a:moveTo>
                  <a:pt x="502537" y="71242"/>
                </a:moveTo>
                <a:lnTo>
                  <a:pt x="502537" y="79689"/>
                </a:lnTo>
                <a:cubicBezTo>
                  <a:pt x="502537" y="91206"/>
                  <a:pt x="502260" y="99039"/>
                  <a:pt x="501153" y="107331"/>
                </a:cubicBezTo>
                <a:lnTo>
                  <a:pt x="501460" y="107790"/>
                </a:lnTo>
                <a:cubicBezTo>
                  <a:pt x="503304" y="107485"/>
                  <a:pt x="506841" y="107331"/>
                  <a:pt x="508685" y="107331"/>
                </a:cubicBezTo>
                <a:cubicBezTo>
                  <a:pt x="510531" y="107331"/>
                  <a:pt x="514066" y="107485"/>
                  <a:pt x="515910" y="107790"/>
                </a:cubicBezTo>
                <a:lnTo>
                  <a:pt x="516217" y="107331"/>
                </a:lnTo>
                <a:cubicBezTo>
                  <a:pt x="515112" y="98609"/>
                  <a:pt x="514835" y="91359"/>
                  <a:pt x="514835" y="79689"/>
                </a:cubicBezTo>
                <a:lnTo>
                  <a:pt x="514835" y="68786"/>
                </a:lnTo>
                <a:cubicBezTo>
                  <a:pt x="514835" y="57268"/>
                  <a:pt x="515234" y="51739"/>
                  <a:pt x="516217" y="42371"/>
                </a:cubicBezTo>
                <a:cubicBezTo>
                  <a:pt x="516217" y="40989"/>
                  <a:pt x="516034" y="40834"/>
                  <a:pt x="514835" y="40834"/>
                </a:cubicBezTo>
                <a:cubicBezTo>
                  <a:pt x="511329" y="41174"/>
                  <a:pt x="504718" y="41266"/>
                  <a:pt x="501460" y="40989"/>
                </a:cubicBezTo>
                <a:lnTo>
                  <a:pt x="501153" y="41449"/>
                </a:lnTo>
                <a:cubicBezTo>
                  <a:pt x="502105" y="48022"/>
                  <a:pt x="502537" y="59724"/>
                  <a:pt x="502537" y="71242"/>
                </a:cubicBezTo>
                <a:close/>
                <a:moveTo>
                  <a:pt x="534512" y="75774"/>
                </a:moveTo>
                <a:cubicBezTo>
                  <a:pt x="534512" y="94232"/>
                  <a:pt x="546655" y="108841"/>
                  <a:pt x="567103" y="108841"/>
                </a:cubicBezTo>
                <a:cubicBezTo>
                  <a:pt x="587394" y="108841"/>
                  <a:pt x="599692" y="94542"/>
                  <a:pt x="599692" y="74390"/>
                </a:cubicBezTo>
                <a:cubicBezTo>
                  <a:pt x="599692" y="53471"/>
                  <a:pt x="588470" y="39783"/>
                  <a:pt x="567718" y="39783"/>
                </a:cubicBezTo>
                <a:cubicBezTo>
                  <a:pt x="547577" y="39783"/>
                  <a:pt x="534512" y="53933"/>
                  <a:pt x="534512" y="75774"/>
                </a:cubicBezTo>
                <a:moveTo>
                  <a:pt x="566641" y="45934"/>
                </a:moveTo>
                <a:cubicBezTo>
                  <a:pt x="582937" y="45934"/>
                  <a:pt x="586164" y="58547"/>
                  <a:pt x="586164" y="77160"/>
                </a:cubicBezTo>
                <a:cubicBezTo>
                  <a:pt x="586164" y="91772"/>
                  <a:pt x="578785" y="102693"/>
                  <a:pt x="568485" y="102693"/>
                </a:cubicBezTo>
                <a:cubicBezTo>
                  <a:pt x="552191" y="102693"/>
                  <a:pt x="548039" y="85004"/>
                  <a:pt x="548039" y="73161"/>
                </a:cubicBezTo>
                <a:cubicBezTo>
                  <a:pt x="548039" y="59778"/>
                  <a:pt x="552191" y="45934"/>
                  <a:pt x="566641" y="45934"/>
                </a:cubicBezTo>
                <a:close/>
                <a:moveTo>
                  <a:pt x="676249" y="79630"/>
                </a:moveTo>
                <a:cubicBezTo>
                  <a:pt x="676249" y="74706"/>
                  <a:pt x="676557" y="69013"/>
                  <a:pt x="676557" y="64090"/>
                </a:cubicBezTo>
                <a:cubicBezTo>
                  <a:pt x="676557" y="48085"/>
                  <a:pt x="671330" y="39783"/>
                  <a:pt x="657495" y="39783"/>
                </a:cubicBezTo>
                <a:cubicBezTo>
                  <a:pt x="651652" y="39783"/>
                  <a:pt x="640737" y="42092"/>
                  <a:pt x="630900" y="53625"/>
                </a:cubicBezTo>
                <a:lnTo>
                  <a:pt x="630592" y="53163"/>
                </a:lnTo>
                <a:lnTo>
                  <a:pt x="630592" y="41937"/>
                </a:lnTo>
                <a:cubicBezTo>
                  <a:pt x="630562" y="40738"/>
                  <a:pt x="630407" y="40400"/>
                  <a:pt x="629670" y="40400"/>
                </a:cubicBezTo>
                <a:cubicBezTo>
                  <a:pt x="626227" y="41076"/>
                  <a:pt x="620721" y="41198"/>
                  <a:pt x="617217" y="40860"/>
                </a:cubicBezTo>
                <a:lnTo>
                  <a:pt x="616910" y="41322"/>
                </a:lnTo>
                <a:cubicBezTo>
                  <a:pt x="617986" y="47963"/>
                  <a:pt x="618294" y="59626"/>
                  <a:pt x="618294" y="71167"/>
                </a:cubicBezTo>
                <a:lnTo>
                  <a:pt x="618294" y="79630"/>
                </a:lnTo>
                <a:cubicBezTo>
                  <a:pt x="618294" y="91173"/>
                  <a:pt x="618139" y="99020"/>
                  <a:pt x="616910" y="107331"/>
                </a:cubicBezTo>
                <a:lnTo>
                  <a:pt x="617217" y="107790"/>
                </a:lnTo>
                <a:cubicBezTo>
                  <a:pt x="619063" y="107483"/>
                  <a:pt x="622598" y="107331"/>
                  <a:pt x="624442" y="107331"/>
                </a:cubicBezTo>
                <a:cubicBezTo>
                  <a:pt x="626288" y="107331"/>
                  <a:pt x="629823" y="107483"/>
                  <a:pt x="631669" y="107790"/>
                </a:cubicBezTo>
                <a:lnTo>
                  <a:pt x="631976" y="107331"/>
                </a:lnTo>
                <a:cubicBezTo>
                  <a:pt x="630745" y="98558"/>
                  <a:pt x="630592" y="91326"/>
                  <a:pt x="630592" y="79630"/>
                </a:cubicBezTo>
                <a:lnTo>
                  <a:pt x="630592" y="61627"/>
                </a:lnTo>
                <a:cubicBezTo>
                  <a:pt x="638432" y="52394"/>
                  <a:pt x="647348" y="49009"/>
                  <a:pt x="652884" y="49009"/>
                </a:cubicBezTo>
                <a:cubicBezTo>
                  <a:pt x="660723" y="49009"/>
                  <a:pt x="663951" y="52087"/>
                  <a:pt x="663951" y="64549"/>
                </a:cubicBezTo>
                <a:lnTo>
                  <a:pt x="663951" y="79630"/>
                </a:lnTo>
                <a:cubicBezTo>
                  <a:pt x="663951" y="91173"/>
                  <a:pt x="663674" y="99050"/>
                  <a:pt x="662567" y="107331"/>
                </a:cubicBezTo>
                <a:lnTo>
                  <a:pt x="662874" y="107790"/>
                </a:lnTo>
                <a:cubicBezTo>
                  <a:pt x="664720" y="107483"/>
                  <a:pt x="668255" y="107331"/>
                  <a:pt x="670101" y="107331"/>
                </a:cubicBezTo>
                <a:cubicBezTo>
                  <a:pt x="671945" y="107331"/>
                  <a:pt x="675480" y="107483"/>
                  <a:pt x="677326" y="107790"/>
                </a:cubicBezTo>
                <a:lnTo>
                  <a:pt x="677633" y="107331"/>
                </a:lnTo>
                <a:cubicBezTo>
                  <a:pt x="676435" y="98558"/>
                  <a:pt x="676249" y="91326"/>
                  <a:pt x="676249" y="79630"/>
                </a:cubicBezTo>
                <a:close/>
                <a:moveTo>
                  <a:pt x="736051" y="72698"/>
                </a:moveTo>
                <a:lnTo>
                  <a:pt x="735437" y="91004"/>
                </a:lnTo>
                <a:cubicBezTo>
                  <a:pt x="735437" y="93003"/>
                  <a:pt x="734512" y="94080"/>
                  <a:pt x="733283" y="95004"/>
                </a:cubicBezTo>
                <a:cubicBezTo>
                  <a:pt x="728979" y="98234"/>
                  <a:pt x="723753" y="101002"/>
                  <a:pt x="719141" y="101002"/>
                </a:cubicBezTo>
                <a:cubicBezTo>
                  <a:pt x="712223" y="101002"/>
                  <a:pt x="707764" y="96388"/>
                  <a:pt x="707764" y="91619"/>
                </a:cubicBezTo>
                <a:cubicBezTo>
                  <a:pt x="707764" y="84697"/>
                  <a:pt x="710992" y="79466"/>
                  <a:pt x="722983" y="76236"/>
                </a:cubicBezTo>
                <a:lnTo>
                  <a:pt x="736051" y="72698"/>
                </a:lnTo>
                <a:moveTo>
                  <a:pt x="736051" y="99925"/>
                </a:moveTo>
                <a:cubicBezTo>
                  <a:pt x="737834" y="105921"/>
                  <a:pt x="742415" y="108841"/>
                  <a:pt x="748043" y="108841"/>
                </a:cubicBezTo>
                <a:cubicBezTo>
                  <a:pt x="751915" y="108841"/>
                  <a:pt x="756651" y="107919"/>
                  <a:pt x="760278" y="104077"/>
                </a:cubicBezTo>
                <a:lnTo>
                  <a:pt x="759140" y="100263"/>
                </a:lnTo>
                <a:cubicBezTo>
                  <a:pt x="757449" y="100849"/>
                  <a:pt x="756159" y="101063"/>
                  <a:pt x="754991" y="101063"/>
                </a:cubicBezTo>
                <a:cubicBezTo>
                  <a:pt x="753452" y="101063"/>
                  <a:pt x="751423" y="100786"/>
                  <a:pt x="750470" y="99925"/>
                </a:cubicBezTo>
                <a:cubicBezTo>
                  <a:pt x="748903" y="98511"/>
                  <a:pt x="747918" y="94758"/>
                  <a:pt x="747918" y="87927"/>
                </a:cubicBezTo>
                <a:cubicBezTo>
                  <a:pt x="747918" y="83465"/>
                  <a:pt x="748350" y="66393"/>
                  <a:pt x="748350" y="64700"/>
                </a:cubicBezTo>
                <a:cubicBezTo>
                  <a:pt x="748350" y="43935"/>
                  <a:pt x="734667" y="39783"/>
                  <a:pt x="722983" y="39783"/>
                </a:cubicBezTo>
                <a:cubicBezTo>
                  <a:pt x="711299" y="39783"/>
                  <a:pt x="704229" y="45472"/>
                  <a:pt x="700385" y="48702"/>
                </a:cubicBezTo>
                <a:lnTo>
                  <a:pt x="699925" y="49319"/>
                </a:lnTo>
                <a:lnTo>
                  <a:pt x="702538" y="59623"/>
                </a:lnTo>
                <a:lnTo>
                  <a:pt x="704537" y="59778"/>
                </a:lnTo>
                <a:cubicBezTo>
                  <a:pt x="708841" y="52856"/>
                  <a:pt x="714067" y="46703"/>
                  <a:pt x="721447" y="46703"/>
                </a:cubicBezTo>
                <a:cubicBezTo>
                  <a:pt x="726980" y="46703"/>
                  <a:pt x="736204" y="47473"/>
                  <a:pt x="736204" y="64854"/>
                </a:cubicBezTo>
                <a:cubicBezTo>
                  <a:pt x="736204" y="65931"/>
                  <a:pt x="735589" y="66546"/>
                  <a:pt x="735127" y="66700"/>
                </a:cubicBezTo>
                <a:lnTo>
                  <a:pt x="720832" y="69931"/>
                </a:lnTo>
                <a:cubicBezTo>
                  <a:pt x="705151" y="73468"/>
                  <a:pt x="695313" y="81774"/>
                  <a:pt x="695313" y="92234"/>
                </a:cubicBezTo>
                <a:cubicBezTo>
                  <a:pt x="695313" y="103615"/>
                  <a:pt x="703153" y="108841"/>
                  <a:pt x="714529" y="108841"/>
                </a:cubicBezTo>
                <a:cubicBezTo>
                  <a:pt x="722983" y="108841"/>
                  <a:pt x="727288" y="106845"/>
                  <a:pt x="735437" y="99925"/>
                </a:cubicBezTo>
                <a:lnTo>
                  <a:pt x="736051" y="99925"/>
                </a:lnTo>
                <a:close/>
                <a:moveTo>
                  <a:pt x="776174" y="76576"/>
                </a:moveTo>
                <a:cubicBezTo>
                  <a:pt x="776174" y="88018"/>
                  <a:pt x="775958" y="99088"/>
                  <a:pt x="774790" y="107331"/>
                </a:cubicBezTo>
                <a:lnTo>
                  <a:pt x="775098" y="107790"/>
                </a:lnTo>
                <a:cubicBezTo>
                  <a:pt x="776941" y="107483"/>
                  <a:pt x="780479" y="107331"/>
                  <a:pt x="782322" y="107331"/>
                </a:cubicBezTo>
                <a:cubicBezTo>
                  <a:pt x="784168" y="107331"/>
                  <a:pt x="787703" y="107483"/>
                  <a:pt x="789547" y="107790"/>
                </a:cubicBezTo>
                <a:lnTo>
                  <a:pt x="789854" y="107331"/>
                </a:lnTo>
                <a:cubicBezTo>
                  <a:pt x="788656" y="98565"/>
                  <a:pt x="788473" y="88140"/>
                  <a:pt x="788473" y="76576"/>
                </a:cubicBezTo>
                <a:lnTo>
                  <a:pt x="788473" y="30447"/>
                </a:lnTo>
                <a:cubicBezTo>
                  <a:pt x="788473" y="18916"/>
                  <a:pt x="789118" y="11257"/>
                  <a:pt x="789854" y="1539"/>
                </a:cubicBezTo>
                <a:cubicBezTo>
                  <a:pt x="789854" y="462"/>
                  <a:pt x="789425" y="0"/>
                  <a:pt x="788473" y="0"/>
                </a:cubicBezTo>
                <a:cubicBezTo>
                  <a:pt x="784628" y="1539"/>
                  <a:pt x="781340" y="2615"/>
                  <a:pt x="775098" y="3078"/>
                </a:cubicBezTo>
                <a:lnTo>
                  <a:pt x="774790" y="3537"/>
                </a:lnTo>
                <a:cubicBezTo>
                  <a:pt x="775989" y="10119"/>
                  <a:pt x="776174" y="21529"/>
                  <a:pt x="776174" y="33215"/>
                </a:cubicBezTo>
                <a:lnTo>
                  <a:pt x="776174" y="765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conflict">
            <a:extLst xmlns:a="http://schemas.openxmlformats.org/drawingml/2006/main">
              <a:ext uri="{FF2B5EF4-FFF2-40B4-BE49-F238E27FC236}">
                <a16:creationId xmlns:a16="http://schemas.microsoft.com/office/drawing/2014/main" id="{94A0B7B3-7EBA-4396-8217-C55EF8C0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081" y="375526"/>
            <a:ext cx="464568" cy="108841"/>
          </a:xfrm>
          <a:custGeom xmlns:a="http://schemas.openxmlformats.org/drawingml/2006/main">
            <a:pathLst>
              <a:path w="464568" h="108841">
                <a:moveTo>
                  <a:pt x="32591" y="45934"/>
                </a:moveTo>
                <a:cubicBezTo>
                  <a:pt x="38524" y="45934"/>
                  <a:pt x="43905" y="50302"/>
                  <a:pt x="47963" y="57315"/>
                </a:cubicBezTo>
                <a:lnTo>
                  <a:pt x="49961" y="57163"/>
                </a:lnTo>
                <a:lnTo>
                  <a:pt x="53496" y="44550"/>
                </a:lnTo>
                <a:lnTo>
                  <a:pt x="53189" y="44090"/>
                </a:lnTo>
                <a:cubicBezTo>
                  <a:pt x="48425" y="41629"/>
                  <a:pt x="40431" y="39783"/>
                  <a:pt x="32744" y="39783"/>
                </a:cubicBezTo>
                <a:cubicBezTo>
                  <a:pt x="16755" y="39783"/>
                  <a:pt x="0" y="52856"/>
                  <a:pt x="0" y="73775"/>
                </a:cubicBezTo>
                <a:cubicBezTo>
                  <a:pt x="0" y="95156"/>
                  <a:pt x="12144" y="108841"/>
                  <a:pt x="30900" y="108841"/>
                </a:cubicBezTo>
                <a:cubicBezTo>
                  <a:pt x="40123" y="108841"/>
                  <a:pt x="47348" y="105768"/>
                  <a:pt x="53496" y="97927"/>
                </a:cubicBezTo>
                <a:lnTo>
                  <a:pt x="50576" y="94694"/>
                </a:lnTo>
                <a:lnTo>
                  <a:pt x="49961" y="94694"/>
                </a:lnTo>
                <a:cubicBezTo>
                  <a:pt x="44121" y="99925"/>
                  <a:pt x="39232" y="101157"/>
                  <a:pt x="33513" y="101157"/>
                </a:cubicBezTo>
                <a:cubicBezTo>
                  <a:pt x="22291" y="101157"/>
                  <a:pt x="13528" y="91004"/>
                  <a:pt x="13528" y="73006"/>
                </a:cubicBezTo>
                <a:cubicBezTo>
                  <a:pt x="13528" y="56086"/>
                  <a:pt x="22444" y="45934"/>
                  <a:pt x="32591" y="45934"/>
                </a:cubicBezTo>
                <a:close/>
                <a:moveTo>
                  <a:pt x="65949" y="75774"/>
                </a:moveTo>
                <a:cubicBezTo>
                  <a:pt x="65949" y="94232"/>
                  <a:pt x="78093" y="108841"/>
                  <a:pt x="98540" y="108841"/>
                </a:cubicBezTo>
                <a:cubicBezTo>
                  <a:pt x="118831" y="108841"/>
                  <a:pt x="131129" y="94542"/>
                  <a:pt x="131129" y="74390"/>
                </a:cubicBezTo>
                <a:cubicBezTo>
                  <a:pt x="131129" y="53471"/>
                  <a:pt x="119907" y="39783"/>
                  <a:pt x="99155" y="39783"/>
                </a:cubicBezTo>
                <a:cubicBezTo>
                  <a:pt x="79014" y="39783"/>
                  <a:pt x="65949" y="53933"/>
                  <a:pt x="65949" y="75774"/>
                </a:cubicBezTo>
                <a:moveTo>
                  <a:pt x="98078" y="45934"/>
                </a:moveTo>
                <a:cubicBezTo>
                  <a:pt x="114374" y="45934"/>
                  <a:pt x="117602" y="58547"/>
                  <a:pt x="117602" y="77160"/>
                </a:cubicBezTo>
                <a:cubicBezTo>
                  <a:pt x="117602" y="91772"/>
                  <a:pt x="110222" y="102693"/>
                  <a:pt x="99922" y="102693"/>
                </a:cubicBezTo>
                <a:cubicBezTo>
                  <a:pt x="83628" y="102693"/>
                  <a:pt x="79477" y="85004"/>
                  <a:pt x="79477" y="73161"/>
                </a:cubicBezTo>
                <a:cubicBezTo>
                  <a:pt x="79477" y="59778"/>
                  <a:pt x="83628" y="45934"/>
                  <a:pt x="98078" y="45934"/>
                </a:cubicBezTo>
                <a:close/>
                <a:moveTo>
                  <a:pt x="207687" y="79630"/>
                </a:moveTo>
                <a:cubicBezTo>
                  <a:pt x="207687" y="74706"/>
                  <a:pt x="207994" y="69013"/>
                  <a:pt x="207994" y="64090"/>
                </a:cubicBezTo>
                <a:cubicBezTo>
                  <a:pt x="207994" y="48085"/>
                  <a:pt x="202768" y="39783"/>
                  <a:pt x="188933" y="39783"/>
                </a:cubicBezTo>
                <a:cubicBezTo>
                  <a:pt x="183090" y="39783"/>
                  <a:pt x="172175" y="42092"/>
                  <a:pt x="162337" y="53625"/>
                </a:cubicBezTo>
                <a:lnTo>
                  <a:pt x="162030" y="53163"/>
                </a:lnTo>
                <a:lnTo>
                  <a:pt x="162030" y="41937"/>
                </a:lnTo>
                <a:cubicBezTo>
                  <a:pt x="161999" y="40738"/>
                  <a:pt x="161845" y="40400"/>
                  <a:pt x="161108" y="40400"/>
                </a:cubicBezTo>
                <a:cubicBezTo>
                  <a:pt x="157665" y="41076"/>
                  <a:pt x="152159" y="41198"/>
                  <a:pt x="148655" y="40860"/>
                </a:cubicBezTo>
                <a:lnTo>
                  <a:pt x="148347" y="41322"/>
                </a:lnTo>
                <a:cubicBezTo>
                  <a:pt x="149424" y="47963"/>
                  <a:pt x="149731" y="59626"/>
                  <a:pt x="149731" y="71167"/>
                </a:cubicBezTo>
                <a:lnTo>
                  <a:pt x="149731" y="79630"/>
                </a:lnTo>
                <a:cubicBezTo>
                  <a:pt x="149731" y="91173"/>
                  <a:pt x="149577" y="99020"/>
                  <a:pt x="148347" y="107331"/>
                </a:cubicBezTo>
                <a:lnTo>
                  <a:pt x="148655" y="107790"/>
                </a:lnTo>
                <a:cubicBezTo>
                  <a:pt x="150501" y="107483"/>
                  <a:pt x="154036" y="107331"/>
                  <a:pt x="155879" y="107331"/>
                </a:cubicBezTo>
                <a:cubicBezTo>
                  <a:pt x="157726" y="107331"/>
                  <a:pt x="161261" y="107483"/>
                  <a:pt x="163107" y="107790"/>
                </a:cubicBezTo>
                <a:lnTo>
                  <a:pt x="163414" y="107331"/>
                </a:lnTo>
                <a:cubicBezTo>
                  <a:pt x="162182" y="98558"/>
                  <a:pt x="162030" y="91326"/>
                  <a:pt x="162030" y="79630"/>
                </a:cubicBezTo>
                <a:lnTo>
                  <a:pt x="162030" y="61627"/>
                </a:lnTo>
                <a:cubicBezTo>
                  <a:pt x="169869" y="52394"/>
                  <a:pt x="178785" y="49009"/>
                  <a:pt x="184321" y="49009"/>
                </a:cubicBezTo>
                <a:cubicBezTo>
                  <a:pt x="192161" y="49009"/>
                  <a:pt x="195388" y="52087"/>
                  <a:pt x="195388" y="64549"/>
                </a:cubicBezTo>
                <a:lnTo>
                  <a:pt x="195388" y="79630"/>
                </a:lnTo>
                <a:cubicBezTo>
                  <a:pt x="195388" y="91173"/>
                  <a:pt x="195112" y="99050"/>
                  <a:pt x="194004" y="107331"/>
                </a:cubicBezTo>
                <a:lnTo>
                  <a:pt x="194312" y="107790"/>
                </a:lnTo>
                <a:cubicBezTo>
                  <a:pt x="196158" y="107483"/>
                  <a:pt x="199693" y="107331"/>
                  <a:pt x="201539" y="107331"/>
                </a:cubicBezTo>
                <a:cubicBezTo>
                  <a:pt x="203383" y="107331"/>
                  <a:pt x="206918" y="107483"/>
                  <a:pt x="208764" y="107790"/>
                </a:cubicBezTo>
                <a:lnTo>
                  <a:pt x="209071" y="107331"/>
                </a:lnTo>
                <a:cubicBezTo>
                  <a:pt x="207872" y="98558"/>
                  <a:pt x="207687" y="91326"/>
                  <a:pt x="207687" y="79630"/>
                </a:cubicBezTo>
                <a:close/>
                <a:moveTo>
                  <a:pt x="235052" y="41435"/>
                </a:moveTo>
                <a:cubicBezTo>
                  <a:pt x="231699" y="41435"/>
                  <a:pt x="228165" y="41404"/>
                  <a:pt x="226133" y="41127"/>
                </a:cubicBezTo>
                <a:cubicBezTo>
                  <a:pt x="225089" y="43619"/>
                  <a:pt x="224259" y="45125"/>
                  <a:pt x="222753" y="47430"/>
                </a:cubicBezTo>
                <a:lnTo>
                  <a:pt x="223520" y="48507"/>
                </a:lnTo>
                <a:cubicBezTo>
                  <a:pt x="226288" y="48322"/>
                  <a:pt x="231362" y="48200"/>
                  <a:pt x="234897" y="48200"/>
                </a:cubicBezTo>
                <a:lnTo>
                  <a:pt x="235052" y="48200"/>
                </a:lnTo>
                <a:lnTo>
                  <a:pt x="235052" y="76766"/>
                </a:lnTo>
                <a:cubicBezTo>
                  <a:pt x="235052" y="88286"/>
                  <a:pt x="234836" y="99100"/>
                  <a:pt x="233513" y="107331"/>
                </a:cubicBezTo>
                <a:lnTo>
                  <a:pt x="233820" y="107790"/>
                </a:lnTo>
                <a:cubicBezTo>
                  <a:pt x="235666" y="107485"/>
                  <a:pt x="239356" y="107331"/>
                  <a:pt x="241200" y="107331"/>
                </a:cubicBezTo>
                <a:cubicBezTo>
                  <a:pt x="243043" y="107331"/>
                  <a:pt x="246733" y="107485"/>
                  <a:pt x="248579" y="107790"/>
                </a:cubicBezTo>
                <a:lnTo>
                  <a:pt x="248887" y="107331"/>
                </a:lnTo>
                <a:cubicBezTo>
                  <a:pt x="247594" y="98576"/>
                  <a:pt x="247348" y="88286"/>
                  <a:pt x="247348" y="76766"/>
                </a:cubicBezTo>
                <a:lnTo>
                  <a:pt x="247348" y="48200"/>
                </a:lnTo>
                <a:lnTo>
                  <a:pt x="252576" y="48200"/>
                </a:lnTo>
                <a:cubicBezTo>
                  <a:pt x="256266" y="48200"/>
                  <a:pt x="261614" y="48322"/>
                  <a:pt x="263643" y="48507"/>
                </a:cubicBezTo>
                <a:cubicBezTo>
                  <a:pt x="264106" y="46049"/>
                  <a:pt x="264568" y="44479"/>
                  <a:pt x="265490" y="42204"/>
                </a:cubicBezTo>
                <a:lnTo>
                  <a:pt x="264720" y="41127"/>
                </a:lnTo>
                <a:cubicBezTo>
                  <a:pt x="262138" y="41249"/>
                  <a:pt x="257495" y="41435"/>
                  <a:pt x="253960" y="41435"/>
                </a:cubicBezTo>
                <a:lnTo>
                  <a:pt x="247348" y="41435"/>
                </a:lnTo>
                <a:lnTo>
                  <a:pt x="247348" y="40046"/>
                </a:lnTo>
                <a:cubicBezTo>
                  <a:pt x="247348" y="34484"/>
                  <a:pt x="246581" y="26453"/>
                  <a:pt x="246581" y="23673"/>
                </a:cubicBezTo>
                <a:cubicBezTo>
                  <a:pt x="246581" y="15146"/>
                  <a:pt x="252084" y="9378"/>
                  <a:pt x="260878" y="9378"/>
                </a:cubicBezTo>
                <a:cubicBezTo>
                  <a:pt x="264842" y="9378"/>
                  <a:pt x="268103" y="11665"/>
                  <a:pt x="269794" y="14712"/>
                </a:cubicBezTo>
                <a:lnTo>
                  <a:pt x="271485" y="14562"/>
                </a:lnTo>
                <a:cubicBezTo>
                  <a:pt x="272560" y="10445"/>
                  <a:pt x="274220" y="5259"/>
                  <a:pt x="275790" y="1999"/>
                </a:cubicBezTo>
                <a:lnTo>
                  <a:pt x="275635" y="1539"/>
                </a:lnTo>
                <a:cubicBezTo>
                  <a:pt x="274406" y="769"/>
                  <a:pt x="271638" y="0"/>
                  <a:pt x="268717" y="0"/>
                </a:cubicBezTo>
                <a:cubicBezTo>
                  <a:pt x="259032" y="0"/>
                  <a:pt x="249316" y="4490"/>
                  <a:pt x="243505" y="11818"/>
                </a:cubicBezTo>
                <a:cubicBezTo>
                  <a:pt x="237665" y="19193"/>
                  <a:pt x="235052" y="26453"/>
                  <a:pt x="235052" y="35411"/>
                </a:cubicBezTo>
                <a:lnTo>
                  <a:pt x="235052" y="41435"/>
                </a:lnTo>
                <a:close/>
                <a:moveTo>
                  <a:pt x="288087" y="76576"/>
                </a:moveTo>
                <a:cubicBezTo>
                  <a:pt x="288087" y="88018"/>
                  <a:pt x="287871" y="99088"/>
                  <a:pt x="286703" y="107331"/>
                </a:cubicBezTo>
                <a:lnTo>
                  <a:pt x="287011" y="107790"/>
                </a:lnTo>
                <a:cubicBezTo>
                  <a:pt x="288854" y="107483"/>
                  <a:pt x="292392" y="107331"/>
                  <a:pt x="294235" y="107331"/>
                </a:cubicBezTo>
                <a:cubicBezTo>
                  <a:pt x="296081" y="107331"/>
                  <a:pt x="299616" y="107483"/>
                  <a:pt x="301460" y="107790"/>
                </a:cubicBezTo>
                <a:lnTo>
                  <a:pt x="301767" y="107331"/>
                </a:lnTo>
                <a:cubicBezTo>
                  <a:pt x="300569" y="98565"/>
                  <a:pt x="300386" y="88140"/>
                  <a:pt x="300386" y="76576"/>
                </a:cubicBezTo>
                <a:lnTo>
                  <a:pt x="300386" y="30447"/>
                </a:lnTo>
                <a:cubicBezTo>
                  <a:pt x="300386" y="18916"/>
                  <a:pt x="301031" y="11257"/>
                  <a:pt x="301767" y="1539"/>
                </a:cubicBezTo>
                <a:cubicBezTo>
                  <a:pt x="301767" y="462"/>
                  <a:pt x="301338" y="0"/>
                  <a:pt x="300386" y="0"/>
                </a:cubicBezTo>
                <a:cubicBezTo>
                  <a:pt x="296541" y="1539"/>
                  <a:pt x="293252" y="2615"/>
                  <a:pt x="287011" y="3078"/>
                </a:cubicBezTo>
                <a:lnTo>
                  <a:pt x="286703" y="3537"/>
                </a:lnTo>
                <a:cubicBezTo>
                  <a:pt x="287902" y="10119"/>
                  <a:pt x="288087" y="21529"/>
                  <a:pt x="288087" y="33215"/>
                </a:cubicBezTo>
                <a:lnTo>
                  <a:pt x="288087" y="76576"/>
                </a:lnTo>
                <a:close/>
                <a:moveTo>
                  <a:pt x="325288" y="15498"/>
                </a:moveTo>
                <a:cubicBezTo>
                  <a:pt x="325288" y="19648"/>
                  <a:pt x="328978" y="23338"/>
                  <a:pt x="333130" y="23338"/>
                </a:cubicBezTo>
                <a:cubicBezTo>
                  <a:pt x="337279" y="23338"/>
                  <a:pt x="340969" y="19648"/>
                  <a:pt x="340969" y="15498"/>
                </a:cubicBezTo>
                <a:cubicBezTo>
                  <a:pt x="340969" y="11346"/>
                  <a:pt x="337279" y="7656"/>
                  <a:pt x="333130" y="7656"/>
                </a:cubicBezTo>
                <a:cubicBezTo>
                  <a:pt x="328978" y="7656"/>
                  <a:pt x="325288" y="11346"/>
                  <a:pt x="325288" y="15498"/>
                </a:cubicBezTo>
                <a:moveTo>
                  <a:pt x="326827" y="71242"/>
                </a:moveTo>
                <a:lnTo>
                  <a:pt x="326827" y="79689"/>
                </a:lnTo>
                <a:cubicBezTo>
                  <a:pt x="326827" y="91206"/>
                  <a:pt x="326550" y="99039"/>
                  <a:pt x="325443" y="107331"/>
                </a:cubicBezTo>
                <a:lnTo>
                  <a:pt x="325750" y="107790"/>
                </a:lnTo>
                <a:cubicBezTo>
                  <a:pt x="327594" y="107485"/>
                  <a:pt x="331131" y="107331"/>
                  <a:pt x="332975" y="107331"/>
                </a:cubicBezTo>
                <a:cubicBezTo>
                  <a:pt x="334821" y="107331"/>
                  <a:pt x="338356" y="107485"/>
                  <a:pt x="340200" y="107790"/>
                </a:cubicBezTo>
                <a:lnTo>
                  <a:pt x="340507" y="107331"/>
                </a:lnTo>
                <a:cubicBezTo>
                  <a:pt x="339402" y="98609"/>
                  <a:pt x="339126" y="91359"/>
                  <a:pt x="339126" y="79689"/>
                </a:cubicBezTo>
                <a:lnTo>
                  <a:pt x="339126" y="68786"/>
                </a:lnTo>
                <a:cubicBezTo>
                  <a:pt x="339126" y="57268"/>
                  <a:pt x="339524" y="51739"/>
                  <a:pt x="340507" y="42371"/>
                </a:cubicBezTo>
                <a:cubicBezTo>
                  <a:pt x="340507" y="40989"/>
                  <a:pt x="340324" y="40834"/>
                  <a:pt x="339126" y="40834"/>
                </a:cubicBezTo>
                <a:cubicBezTo>
                  <a:pt x="335619" y="41174"/>
                  <a:pt x="329008" y="41266"/>
                  <a:pt x="325750" y="40989"/>
                </a:cubicBezTo>
                <a:lnTo>
                  <a:pt x="325443" y="41449"/>
                </a:lnTo>
                <a:cubicBezTo>
                  <a:pt x="326395" y="48022"/>
                  <a:pt x="326827" y="59724"/>
                  <a:pt x="326827" y="71242"/>
                </a:cubicBezTo>
                <a:close/>
                <a:moveTo>
                  <a:pt x="391393" y="45934"/>
                </a:moveTo>
                <a:cubicBezTo>
                  <a:pt x="397325" y="45934"/>
                  <a:pt x="402706" y="50302"/>
                  <a:pt x="406764" y="57315"/>
                </a:cubicBezTo>
                <a:lnTo>
                  <a:pt x="408763" y="57163"/>
                </a:lnTo>
                <a:lnTo>
                  <a:pt x="412298" y="44550"/>
                </a:lnTo>
                <a:lnTo>
                  <a:pt x="411991" y="44090"/>
                </a:lnTo>
                <a:cubicBezTo>
                  <a:pt x="407226" y="41629"/>
                  <a:pt x="399232" y="39783"/>
                  <a:pt x="391545" y="39783"/>
                </a:cubicBezTo>
                <a:cubicBezTo>
                  <a:pt x="375557" y="39783"/>
                  <a:pt x="358801" y="52856"/>
                  <a:pt x="358801" y="73775"/>
                </a:cubicBezTo>
                <a:cubicBezTo>
                  <a:pt x="358801" y="95156"/>
                  <a:pt x="370945" y="108841"/>
                  <a:pt x="389702" y="108841"/>
                </a:cubicBezTo>
                <a:cubicBezTo>
                  <a:pt x="398925" y="108841"/>
                  <a:pt x="406150" y="105768"/>
                  <a:pt x="412298" y="97927"/>
                </a:cubicBezTo>
                <a:lnTo>
                  <a:pt x="409377" y="94694"/>
                </a:lnTo>
                <a:lnTo>
                  <a:pt x="408763" y="94694"/>
                </a:lnTo>
                <a:cubicBezTo>
                  <a:pt x="402922" y="99925"/>
                  <a:pt x="398034" y="101157"/>
                  <a:pt x="392315" y="101157"/>
                </a:cubicBezTo>
                <a:cubicBezTo>
                  <a:pt x="381093" y="101157"/>
                  <a:pt x="372329" y="91004"/>
                  <a:pt x="372329" y="73006"/>
                </a:cubicBezTo>
                <a:cubicBezTo>
                  <a:pt x="372329" y="56086"/>
                  <a:pt x="381245" y="45934"/>
                  <a:pt x="391393" y="45934"/>
                </a:cubicBezTo>
                <a:close/>
                <a:moveTo>
                  <a:pt x="433513" y="41435"/>
                </a:moveTo>
                <a:cubicBezTo>
                  <a:pt x="430376" y="41435"/>
                  <a:pt x="427118" y="41374"/>
                  <a:pt x="425211" y="41127"/>
                </a:cubicBezTo>
                <a:cubicBezTo>
                  <a:pt x="424167" y="43649"/>
                  <a:pt x="423337" y="45125"/>
                  <a:pt x="421831" y="47430"/>
                </a:cubicBezTo>
                <a:lnTo>
                  <a:pt x="422598" y="48507"/>
                </a:lnTo>
                <a:cubicBezTo>
                  <a:pt x="425244" y="48322"/>
                  <a:pt x="430008" y="48230"/>
                  <a:pt x="433513" y="48200"/>
                </a:cubicBezTo>
                <a:lnTo>
                  <a:pt x="433513" y="69232"/>
                </a:lnTo>
                <a:cubicBezTo>
                  <a:pt x="433513" y="78443"/>
                  <a:pt x="433053" y="89499"/>
                  <a:pt x="433053" y="94103"/>
                </a:cubicBezTo>
                <a:cubicBezTo>
                  <a:pt x="433053" y="104087"/>
                  <a:pt x="439508" y="108841"/>
                  <a:pt x="446581" y="108841"/>
                </a:cubicBezTo>
                <a:cubicBezTo>
                  <a:pt x="453038" y="108841"/>
                  <a:pt x="457957" y="107307"/>
                  <a:pt x="464413" y="103167"/>
                </a:cubicBezTo>
                <a:lnTo>
                  <a:pt x="462539" y="99383"/>
                </a:lnTo>
                <a:cubicBezTo>
                  <a:pt x="457803" y="101014"/>
                  <a:pt x="454268" y="101168"/>
                  <a:pt x="450423" y="100554"/>
                </a:cubicBezTo>
                <a:cubicBezTo>
                  <a:pt x="446766" y="99970"/>
                  <a:pt x="445351" y="96282"/>
                  <a:pt x="445351" y="87962"/>
                </a:cubicBezTo>
                <a:cubicBezTo>
                  <a:pt x="445351" y="83357"/>
                  <a:pt x="445811" y="76754"/>
                  <a:pt x="445811" y="67545"/>
                </a:cubicBezTo>
                <a:lnTo>
                  <a:pt x="445811" y="48200"/>
                </a:lnTo>
                <a:lnTo>
                  <a:pt x="451654" y="48200"/>
                </a:lnTo>
                <a:cubicBezTo>
                  <a:pt x="455344" y="48200"/>
                  <a:pt x="460692" y="48322"/>
                  <a:pt x="462722" y="48507"/>
                </a:cubicBezTo>
                <a:cubicBezTo>
                  <a:pt x="463184" y="46049"/>
                  <a:pt x="463646" y="44479"/>
                  <a:pt x="464568" y="42204"/>
                </a:cubicBezTo>
                <a:lnTo>
                  <a:pt x="463798" y="41127"/>
                </a:lnTo>
                <a:cubicBezTo>
                  <a:pt x="461030" y="41252"/>
                  <a:pt x="456573" y="41435"/>
                  <a:pt x="453038" y="41435"/>
                </a:cubicBezTo>
                <a:lnTo>
                  <a:pt x="445811" y="41435"/>
                </a:lnTo>
                <a:cubicBezTo>
                  <a:pt x="445811" y="29936"/>
                  <a:pt x="445905" y="27907"/>
                  <a:pt x="446581" y="18991"/>
                </a:cubicBezTo>
                <a:cubicBezTo>
                  <a:pt x="446581" y="17884"/>
                  <a:pt x="446151" y="17454"/>
                  <a:pt x="445197" y="17454"/>
                </a:cubicBezTo>
                <a:cubicBezTo>
                  <a:pt x="441354" y="18991"/>
                  <a:pt x="439447" y="20621"/>
                  <a:pt x="434437" y="21297"/>
                </a:cubicBezTo>
                <a:lnTo>
                  <a:pt x="434130" y="21759"/>
                </a:lnTo>
                <a:cubicBezTo>
                  <a:pt x="433822" y="27109"/>
                  <a:pt x="433513" y="32519"/>
                  <a:pt x="433513" y="414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□redundancy□insuficiency">
            <a:extLst xmlns:a="http://schemas.openxmlformats.org/drawingml/2006/main">
              <a:ext uri="{FF2B5EF4-FFF2-40B4-BE49-F238E27FC236}">
                <a16:creationId xmlns:a16="http://schemas.microsoft.com/office/drawing/2014/main" id="{D9C10153-097F-420B-971D-7EB1E7F1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540" y="600845"/>
            <a:ext cx="1856120" cy="145672"/>
          </a:xfrm>
          <a:custGeom xmlns:a="http://schemas.openxmlformats.org/drawingml/2006/main">
            <a:pathLst>
              <a:path w="1856120" h="145672">
                <a:moveTo>
                  <a:pt x="79018" y="107340"/>
                </a:moveTo>
                <a:lnTo>
                  <a:pt x="79018" y="28322"/>
                </a:lnTo>
                <a:lnTo>
                  <a:pt x="0" y="28322"/>
                </a:lnTo>
                <a:lnTo>
                  <a:pt x="0" y="107340"/>
                </a:lnTo>
                <a:lnTo>
                  <a:pt x="79018" y="107340"/>
                </a:lnTo>
                <a:moveTo>
                  <a:pt x="70409" y="98731"/>
                </a:moveTo>
                <a:lnTo>
                  <a:pt x="8609" y="98731"/>
                </a:lnTo>
                <a:lnTo>
                  <a:pt x="8609" y="36931"/>
                </a:lnTo>
                <a:lnTo>
                  <a:pt x="70409" y="36931"/>
                </a:lnTo>
                <a:lnTo>
                  <a:pt x="70409" y="98731"/>
                </a:lnTo>
                <a:close/>
                <a:moveTo>
                  <a:pt x="152513" y="55931"/>
                </a:moveTo>
                <a:lnTo>
                  <a:pt x="152513" y="41937"/>
                </a:lnTo>
                <a:cubicBezTo>
                  <a:pt x="152513" y="40738"/>
                  <a:pt x="152327" y="40400"/>
                  <a:pt x="151591" y="40400"/>
                </a:cubicBezTo>
                <a:cubicBezTo>
                  <a:pt x="148147" y="41076"/>
                  <a:pt x="142644" y="41198"/>
                  <a:pt x="139137" y="40860"/>
                </a:cubicBezTo>
                <a:lnTo>
                  <a:pt x="138830" y="41322"/>
                </a:lnTo>
                <a:cubicBezTo>
                  <a:pt x="139907" y="47963"/>
                  <a:pt x="140214" y="59626"/>
                  <a:pt x="140214" y="71167"/>
                </a:cubicBezTo>
                <a:lnTo>
                  <a:pt x="140214" y="79630"/>
                </a:lnTo>
                <a:cubicBezTo>
                  <a:pt x="140214" y="91171"/>
                  <a:pt x="140031" y="99050"/>
                  <a:pt x="138830" y="107331"/>
                </a:cubicBezTo>
                <a:lnTo>
                  <a:pt x="139137" y="107790"/>
                </a:lnTo>
                <a:cubicBezTo>
                  <a:pt x="140983" y="107483"/>
                  <a:pt x="144518" y="107331"/>
                  <a:pt x="146364" y="107331"/>
                </a:cubicBezTo>
                <a:cubicBezTo>
                  <a:pt x="148208" y="107331"/>
                  <a:pt x="151743" y="107483"/>
                  <a:pt x="153589" y="107790"/>
                </a:cubicBezTo>
                <a:lnTo>
                  <a:pt x="153896" y="107331"/>
                </a:lnTo>
                <a:cubicBezTo>
                  <a:pt x="152759" y="98558"/>
                  <a:pt x="152513" y="91326"/>
                  <a:pt x="152513" y="79630"/>
                </a:cubicBezTo>
                <a:lnTo>
                  <a:pt x="152513" y="71629"/>
                </a:lnTo>
                <a:cubicBezTo>
                  <a:pt x="152513" y="65164"/>
                  <a:pt x="154450" y="61472"/>
                  <a:pt x="157739" y="56393"/>
                </a:cubicBezTo>
                <a:cubicBezTo>
                  <a:pt x="159984" y="52978"/>
                  <a:pt x="163427" y="51008"/>
                  <a:pt x="166348" y="51008"/>
                </a:cubicBezTo>
                <a:cubicBezTo>
                  <a:pt x="169423" y="51008"/>
                  <a:pt x="172343" y="51315"/>
                  <a:pt x="174342" y="53161"/>
                </a:cubicBezTo>
                <a:lnTo>
                  <a:pt x="175571" y="52854"/>
                </a:lnTo>
                <a:lnTo>
                  <a:pt x="178646" y="41475"/>
                </a:lnTo>
                <a:lnTo>
                  <a:pt x="178032" y="40860"/>
                </a:lnTo>
                <a:cubicBezTo>
                  <a:pt x="175418" y="40093"/>
                  <a:pt x="175264" y="39783"/>
                  <a:pt x="172498" y="39783"/>
                </a:cubicBezTo>
                <a:cubicBezTo>
                  <a:pt x="164197" y="39783"/>
                  <a:pt x="159737" y="44550"/>
                  <a:pt x="152975" y="56239"/>
                </a:cubicBezTo>
                <a:lnTo>
                  <a:pt x="152513" y="55931"/>
                </a:lnTo>
                <a:close/>
                <a:moveTo>
                  <a:pt x="199401" y="65312"/>
                </a:moveTo>
                <a:cubicBezTo>
                  <a:pt x="202015" y="49316"/>
                  <a:pt x="212099" y="45934"/>
                  <a:pt x="216926" y="45934"/>
                </a:cubicBezTo>
                <a:cubicBezTo>
                  <a:pt x="223013" y="45934"/>
                  <a:pt x="229840" y="51625"/>
                  <a:pt x="229840" y="63158"/>
                </a:cubicBezTo>
                <a:cubicBezTo>
                  <a:pt x="229840" y="64542"/>
                  <a:pt x="229225" y="65312"/>
                  <a:pt x="227686" y="65312"/>
                </a:cubicBezTo>
                <a:lnTo>
                  <a:pt x="199401" y="65312"/>
                </a:lnTo>
                <a:moveTo>
                  <a:pt x="240447" y="91309"/>
                </a:moveTo>
                <a:cubicBezTo>
                  <a:pt x="235066" y="97157"/>
                  <a:pt x="227841" y="99773"/>
                  <a:pt x="219385" y="99773"/>
                </a:cubicBezTo>
                <a:cubicBezTo>
                  <a:pt x="214128" y="99773"/>
                  <a:pt x="206873" y="97772"/>
                  <a:pt x="202629" y="91002"/>
                </a:cubicBezTo>
                <a:cubicBezTo>
                  <a:pt x="199922" y="86693"/>
                  <a:pt x="198939" y="80416"/>
                  <a:pt x="198939" y="71460"/>
                </a:cubicBezTo>
                <a:lnTo>
                  <a:pt x="240754" y="71460"/>
                </a:lnTo>
                <a:cubicBezTo>
                  <a:pt x="242445" y="71460"/>
                  <a:pt x="243520" y="70538"/>
                  <a:pt x="243520" y="68847"/>
                </a:cubicBezTo>
                <a:cubicBezTo>
                  <a:pt x="243520" y="55931"/>
                  <a:pt x="237217" y="39783"/>
                  <a:pt x="216926" y="39783"/>
                </a:cubicBezTo>
                <a:cubicBezTo>
                  <a:pt x="201090" y="39783"/>
                  <a:pt x="185412" y="52546"/>
                  <a:pt x="185412" y="75154"/>
                </a:cubicBezTo>
                <a:cubicBezTo>
                  <a:pt x="185412" y="83892"/>
                  <a:pt x="187194" y="92510"/>
                  <a:pt x="192329" y="98696"/>
                </a:cubicBezTo>
                <a:cubicBezTo>
                  <a:pt x="197616" y="105060"/>
                  <a:pt x="206410" y="108841"/>
                  <a:pt x="216772" y="108841"/>
                </a:cubicBezTo>
                <a:cubicBezTo>
                  <a:pt x="227841" y="108841"/>
                  <a:pt x="237679" y="103155"/>
                  <a:pt x="243520" y="95156"/>
                </a:cubicBezTo>
                <a:lnTo>
                  <a:pt x="240447" y="91309"/>
                </a:lnTo>
                <a:close/>
                <a:moveTo>
                  <a:pt x="306396" y="89928"/>
                </a:moveTo>
                <a:cubicBezTo>
                  <a:pt x="300801" y="97063"/>
                  <a:pt x="293729" y="100849"/>
                  <a:pt x="287487" y="100849"/>
                </a:cubicBezTo>
                <a:cubicBezTo>
                  <a:pt x="279186" y="100849"/>
                  <a:pt x="272113" y="92543"/>
                  <a:pt x="272113" y="73313"/>
                </a:cubicBezTo>
                <a:cubicBezTo>
                  <a:pt x="272113" y="50241"/>
                  <a:pt x="284351" y="45934"/>
                  <a:pt x="291792" y="45934"/>
                </a:cubicBezTo>
                <a:cubicBezTo>
                  <a:pt x="299016" y="45934"/>
                  <a:pt x="302706" y="49009"/>
                  <a:pt x="306396" y="54855"/>
                </a:cubicBezTo>
                <a:lnTo>
                  <a:pt x="306396" y="89928"/>
                </a:lnTo>
                <a:moveTo>
                  <a:pt x="306396" y="98386"/>
                </a:moveTo>
                <a:lnTo>
                  <a:pt x="306703" y="98386"/>
                </a:lnTo>
                <a:lnTo>
                  <a:pt x="307473" y="107305"/>
                </a:lnTo>
                <a:cubicBezTo>
                  <a:pt x="307473" y="107638"/>
                  <a:pt x="307932" y="107790"/>
                  <a:pt x="308857" y="107790"/>
                </a:cubicBezTo>
                <a:cubicBezTo>
                  <a:pt x="310886" y="107514"/>
                  <a:pt x="311930" y="107331"/>
                  <a:pt x="314174" y="107331"/>
                </a:cubicBezTo>
                <a:cubicBezTo>
                  <a:pt x="316081" y="107331"/>
                  <a:pt x="319002" y="107483"/>
                  <a:pt x="321000" y="107790"/>
                </a:cubicBezTo>
                <a:lnTo>
                  <a:pt x="321308" y="107331"/>
                </a:lnTo>
                <a:cubicBezTo>
                  <a:pt x="320079" y="100713"/>
                  <a:pt x="318695" y="89327"/>
                  <a:pt x="318695" y="77786"/>
                </a:cubicBezTo>
                <a:lnTo>
                  <a:pt x="318695" y="30415"/>
                </a:lnTo>
                <a:cubicBezTo>
                  <a:pt x="318695" y="19047"/>
                  <a:pt x="319309" y="11030"/>
                  <a:pt x="320079" y="1536"/>
                </a:cubicBezTo>
                <a:cubicBezTo>
                  <a:pt x="320079" y="462"/>
                  <a:pt x="319647" y="0"/>
                  <a:pt x="318695" y="0"/>
                </a:cubicBezTo>
                <a:cubicBezTo>
                  <a:pt x="314852" y="1536"/>
                  <a:pt x="311561" y="2613"/>
                  <a:pt x="305319" y="3073"/>
                </a:cubicBezTo>
                <a:lnTo>
                  <a:pt x="305012" y="3535"/>
                </a:lnTo>
                <a:cubicBezTo>
                  <a:pt x="306211" y="10108"/>
                  <a:pt x="306396" y="21506"/>
                  <a:pt x="306396" y="33180"/>
                </a:cubicBezTo>
                <a:lnTo>
                  <a:pt x="306396" y="43166"/>
                </a:lnTo>
                <a:cubicBezTo>
                  <a:pt x="302861" y="41167"/>
                  <a:pt x="296558" y="39783"/>
                  <a:pt x="293483" y="39783"/>
                </a:cubicBezTo>
                <a:cubicBezTo>
                  <a:pt x="273467" y="39783"/>
                  <a:pt x="258740" y="53628"/>
                  <a:pt x="258740" y="74554"/>
                </a:cubicBezTo>
                <a:cubicBezTo>
                  <a:pt x="258740" y="93465"/>
                  <a:pt x="269962" y="108841"/>
                  <a:pt x="286565" y="108841"/>
                </a:cubicBezTo>
                <a:cubicBezTo>
                  <a:pt x="293945" y="108841"/>
                  <a:pt x="300862" y="105522"/>
                  <a:pt x="306396" y="98386"/>
                </a:cubicBezTo>
                <a:close/>
                <a:moveTo>
                  <a:pt x="388487" y="93202"/>
                </a:moveTo>
                <a:lnTo>
                  <a:pt x="389101" y="93662"/>
                </a:lnTo>
                <a:lnTo>
                  <a:pt x="389871" y="107331"/>
                </a:lnTo>
                <a:cubicBezTo>
                  <a:pt x="389871" y="107638"/>
                  <a:pt x="390056" y="107790"/>
                  <a:pt x="390485" y="107790"/>
                </a:cubicBezTo>
                <a:cubicBezTo>
                  <a:pt x="392514" y="107516"/>
                  <a:pt x="394330" y="107331"/>
                  <a:pt x="396573" y="107331"/>
                </a:cubicBezTo>
                <a:cubicBezTo>
                  <a:pt x="398480" y="107331"/>
                  <a:pt x="401400" y="107485"/>
                  <a:pt x="403399" y="107790"/>
                </a:cubicBezTo>
                <a:lnTo>
                  <a:pt x="403706" y="107331"/>
                </a:lnTo>
                <a:cubicBezTo>
                  <a:pt x="402477" y="100727"/>
                  <a:pt x="401093" y="89362"/>
                  <a:pt x="401093" y="77845"/>
                </a:cubicBezTo>
                <a:lnTo>
                  <a:pt x="401093" y="69091"/>
                </a:lnTo>
                <a:cubicBezTo>
                  <a:pt x="401093" y="57571"/>
                  <a:pt x="401248" y="49586"/>
                  <a:pt x="402477" y="41446"/>
                </a:cubicBezTo>
                <a:lnTo>
                  <a:pt x="402169" y="40984"/>
                </a:lnTo>
                <a:cubicBezTo>
                  <a:pt x="400323" y="41292"/>
                  <a:pt x="396788" y="41446"/>
                  <a:pt x="394945" y="41446"/>
                </a:cubicBezTo>
                <a:cubicBezTo>
                  <a:pt x="393098" y="41446"/>
                  <a:pt x="389564" y="41292"/>
                  <a:pt x="387720" y="40984"/>
                </a:cubicBezTo>
                <a:lnTo>
                  <a:pt x="387410" y="41446"/>
                </a:lnTo>
                <a:cubicBezTo>
                  <a:pt x="388611" y="50231"/>
                  <a:pt x="388794" y="57418"/>
                  <a:pt x="388794" y="69091"/>
                </a:cubicBezTo>
                <a:lnTo>
                  <a:pt x="388794" y="84141"/>
                </a:lnTo>
                <a:cubicBezTo>
                  <a:pt x="384121" y="92006"/>
                  <a:pt x="375266" y="100233"/>
                  <a:pt x="367734" y="100233"/>
                </a:cubicBezTo>
                <a:cubicBezTo>
                  <a:pt x="362445" y="100233"/>
                  <a:pt x="357434" y="98546"/>
                  <a:pt x="357434" y="84270"/>
                </a:cubicBezTo>
                <a:lnTo>
                  <a:pt x="357434" y="69074"/>
                </a:lnTo>
                <a:cubicBezTo>
                  <a:pt x="357434" y="57562"/>
                  <a:pt x="357587" y="49581"/>
                  <a:pt x="358818" y="41446"/>
                </a:cubicBezTo>
                <a:lnTo>
                  <a:pt x="358511" y="40984"/>
                </a:lnTo>
                <a:cubicBezTo>
                  <a:pt x="356665" y="41292"/>
                  <a:pt x="353130" y="41446"/>
                  <a:pt x="351284" y="41446"/>
                </a:cubicBezTo>
                <a:cubicBezTo>
                  <a:pt x="349440" y="41446"/>
                  <a:pt x="345905" y="41292"/>
                  <a:pt x="344059" y="40984"/>
                </a:cubicBezTo>
                <a:lnTo>
                  <a:pt x="343752" y="41446"/>
                </a:lnTo>
                <a:cubicBezTo>
                  <a:pt x="344981" y="50194"/>
                  <a:pt x="345136" y="57409"/>
                  <a:pt x="345136" y="69074"/>
                </a:cubicBezTo>
                <a:lnTo>
                  <a:pt x="345136" y="87493"/>
                </a:lnTo>
                <a:cubicBezTo>
                  <a:pt x="345136" y="98084"/>
                  <a:pt x="350055" y="108841"/>
                  <a:pt x="365274" y="108841"/>
                </a:cubicBezTo>
                <a:cubicBezTo>
                  <a:pt x="374804" y="108841"/>
                  <a:pt x="383413" y="101002"/>
                  <a:pt x="388487" y="93172"/>
                </a:cubicBezTo>
                <a:lnTo>
                  <a:pt x="388487" y="93202"/>
                </a:lnTo>
                <a:close/>
                <a:moveTo>
                  <a:pt x="485644" y="79630"/>
                </a:moveTo>
                <a:cubicBezTo>
                  <a:pt x="485644" y="74706"/>
                  <a:pt x="485951" y="69013"/>
                  <a:pt x="485951" y="64090"/>
                </a:cubicBezTo>
                <a:cubicBezTo>
                  <a:pt x="485951" y="48085"/>
                  <a:pt x="480725" y="39783"/>
                  <a:pt x="466890" y="39783"/>
                </a:cubicBezTo>
                <a:cubicBezTo>
                  <a:pt x="461047" y="39783"/>
                  <a:pt x="450132" y="42092"/>
                  <a:pt x="440294" y="53625"/>
                </a:cubicBezTo>
                <a:lnTo>
                  <a:pt x="439987" y="53163"/>
                </a:lnTo>
                <a:lnTo>
                  <a:pt x="439987" y="41937"/>
                </a:lnTo>
                <a:cubicBezTo>
                  <a:pt x="439956" y="40738"/>
                  <a:pt x="439801" y="40400"/>
                  <a:pt x="439065" y="40400"/>
                </a:cubicBezTo>
                <a:cubicBezTo>
                  <a:pt x="435621" y="41076"/>
                  <a:pt x="430116" y="41198"/>
                  <a:pt x="426612" y="40860"/>
                </a:cubicBezTo>
                <a:lnTo>
                  <a:pt x="426304" y="41322"/>
                </a:lnTo>
                <a:cubicBezTo>
                  <a:pt x="427381" y="47963"/>
                  <a:pt x="427688" y="59626"/>
                  <a:pt x="427688" y="71167"/>
                </a:cubicBezTo>
                <a:lnTo>
                  <a:pt x="427688" y="79630"/>
                </a:lnTo>
                <a:cubicBezTo>
                  <a:pt x="427688" y="91173"/>
                  <a:pt x="427533" y="99020"/>
                  <a:pt x="426304" y="107331"/>
                </a:cubicBezTo>
                <a:lnTo>
                  <a:pt x="426612" y="107790"/>
                </a:lnTo>
                <a:cubicBezTo>
                  <a:pt x="428458" y="107483"/>
                  <a:pt x="431993" y="107331"/>
                  <a:pt x="433836" y="107331"/>
                </a:cubicBezTo>
                <a:cubicBezTo>
                  <a:pt x="435682" y="107331"/>
                  <a:pt x="439217" y="107483"/>
                  <a:pt x="441063" y="107790"/>
                </a:cubicBezTo>
                <a:lnTo>
                  <a:pt x="441371" y="107331"/>
                </a:lnTo>
                <a:cubicBezTo>
                  <a:pt x="440139" y="98558"/>
                  <a:pt x="439987" y="91326"/>
                  <a:pt x="439987" y="79630"/>
                </a:cubicBezTo>
                <a:lnTo>
                  <a:pt x="439987" y="61627"/>
                </a:lnTo>
                <a:cubicBezTo>
                  <a:pt x="447826" y="52394"/>
                  <a:pt x="456742" y="49009"/>
                  <a:pt x="462278" y="49009"/>
                </a:cubicBezTo>
                <a:cubicBezTo>
                  <a:pt x="470118" y="49009"/>
                  <a:pt x="473345" y="52087"/>
                  <a:pt x="473345" y="64549"/>
                </a:cubicBezTo>
                <a:lnTo>
                  <a:pt x="473345" y="79630"/>
                </a:lnTo>
                <a:cubicBezTo>
                  <a:pt x="473345" y="91173"/>
                  <a:pt x="473068" y="99050"/>
                  <a:pt x="471961" y="107331"/>
                </a:cubicBezTo>
                <a:lnTo>
                  <a:pt x="472269" y="107790"/>
                </a:lnTo>
                <a:cubicBezTo>
                  <a:pt x="474115" y="107483"/>
                  <a:pt x="477650" y="107331"/>
                  <a:pt x="479496" y="107331"/>
                </a:cubicBezTo>
                <a:cubicBezTo>
                  <a:pt x="481339" y="107331"/>
                  <a:pt x="484874" y="107483"/>
                  <a:pt x="486721" y="107790"/>
                </a:cubicBezTo>
                <a:lnTo>
                  <a:pt x="487028" y="107331"/>
                </a:lnTo>
                <a:cubicBezTo>
                  <a:pt x="485829" y="98558"/>
                  <a:pt x="485644" y="91326"/>
                  <a:pt x="485644" y="79630"/>
                </a:cubicBezTo>
                <a:close/>
                <a:moveTo>
                  <a:pt x="553284" y="89928"/>
                </a:moveTo>
                <a:cubicBezTo>
                  <a:pt x="547690" y="97063"/>
                  <a:pt x="540617" y="100849"/>
                  <a:pt x="534376" y="100849"/>
                </a:cubicBezTo>
                <a:cubicBezTo>
                  <a:pt x="526074" y="100849"/>
                  <a:pt x="519002" y="92543"/>
                  <a:pt x="519002" y="73313"/>
                </a:cubicBezTo>
                <a:cubicBezTo>
                  <a:pt x="519002" y="50241"/>
                  <a:pt x="531239" y="45934"/>
                  <a:pt x="538680" y="45934"/>
                </a:cubicBezTo>
                <a:cubicBezTo>
                  <a:pt x="545905" y="45934"/>
                  <a:pt x="549595" y="49009"/>
                  <a:pt x="553284" y="54855"/>
                </a:cubicBezTo>
                <a:lnTo>
                  <a:pt x="553284" y="89928"/>
                </a:lnTo>
                <a:moveTo>
                  <a:pt x="553284" y="98386"/>
                </a:moveTo>
                <a:lnTo>
                  <a:pt x="553592" y="98386"/>
                </a:lnTo>
                <a:lnTo>
                  <a:pt x="554361" y="107305"/>
                </a:lnTo>
                <a:cubicBezTo>
                  <a:pt x="554361" y="107638"/>
                  <a:pt x="554821" y="107790"/>
                  <a:pt x="555745" y="107790"/>
                </a:cubicBezTo>
                <a:cubicBezTo>
                  <a:pt x="557774" y="107514"/>
                  <a:pt x="558818" y="107331"/>
                  <a:pt x="561063" y="107331"/>
                </a:cubicBezTo>
                <a:cubicBezTo>
                  <a:pt x="562970" y="107331"/>
                  <a:pt x="565890" y="107483"/>
                  <a:pt x="567889" y="107790"/>
                </a:cubicBezTo>
                <a:lnTo>
                  <a:pt x="568196" y="107331"/>
                </a:lnTo>
                <a:cubicBezTo>
                  <a:pt x="566967" y="100713"/>
                  <a:pt x="565583" y="89327"/>
                  <a:pt x="565583" y="77786"/>
                </a:cubicBezTo>
                <a:lnTo>
                  <a:pt x="565583" y="30415"/>
                </a:lnTo>
                <a:cubicBezTo>
                  <a:pt x="565583" y="19047"/>
                  <a:pt x="566198" y="11030"/>
                  <a:pt x="566967" y="1536"/>
                </a:cubicBezTo>
                <a:cubicBezTo>
                  <a:pt x="566967" y="462"/>
                  <a:pt x="566535" y="0"/>
                  <a:pt x="565583" y="0"/>
                </a:cubicBezTo>
                <a:cubicBezTo>
                  <a:pt x="561741" y="1536"/>
                  <a:pt x="558450" y="2613"/>
                  <a:pt x="552208" y="3073"/>
                </a:cubicBezTo>
                <a:lnTo>
                  <a:pt x="551900" y="3535"/>
                </a:lnTo>
                <a:cubicBezTo>
                  <a:pt x="553099" y="10108"/>
                  <a:pt x="553284" y="21506"/>
                  <a:pt x="553284" y="33180"/>
                </a:cubicBezTo>
                <a:lnTo>
                  <a:pt x="553284" y="43166"/>
                </a:lnTo>
                <a:cubicBezTo>
                  <a:pt x="549749" y="41167"/>
                  <a:pt x="543446" y="39783"/>
                  <a:pt x="540371" y="39783"/>
                </a:cubicBezTo>
                <a:cubicBezTo>
                  <a:pt x="520355" y="39783"/>
                  <a:pt x="505629" y="53628"/>
                  <a:pt x="505629" y="74554"/>
                </a:cubicBezTo>
                <a:cubicBezTo>
                  <a:pt x="505629" y="93465"/>
                  <a:pt x="516851" y="108841"/>
                  <a:pt x="533454" y="108841"/>
                </a:cubicBezTo>
                <a:cubicBezTo>
                  <a:pt x="540833" y="108841"/>
                  <a:pt x="547751" y="105522"/>
                  <a:pt x="553284" y="98386"/>
                </a:cubicBezTo>
                <a:close/>
                <a:moveTo>
                  <a:pt x="626921" y="72698"/>
                </a:moveTo>
                <a:lnTo>
                  <a:pt x="626307" y="91004"/>
                </a:lnTo>
                <a:cubicBezTo>
                  <a:pt x="626307" y="93003"/>
                  <a:pt x="625383" y="94080"/>
                  <a:pt x="624153" y="95004"/>
                </a:cubicBezTo>
                <a:cubicBezTo>
                  <a:pt x="619849" y="98234"/>
                  <a:pt x="614623" y="101002"/>
                  <a:pt x="610011" y="101002"/>
                </a:cubicBezTo>
                <a:cubicBezTo>
                  <a:pt x="603094" y="101002"/>
                  <a:pt x="598634" y="96388"/>
                  <a:pt x="598634" y="91619"/>
                </a:cubicBezTo>
                <a:cubicBezTo>
                  <a:pt x="598634" y="84697"/>
                  <a:pt x="601862" y="79466"/>
                  <a:pt x="613853" y="76236"/>
                </a:cubicBezTo>
                <a:lnTo>
                  <a:pt x="626921" y="72698"/>
                </a:lnTo>
                <a:moveTo>
                  <a:pt x="626921" y="99925"/>
                </a:moveTo>
                <a:cubicBezTo>
                  <a:pt x="628704" y="105921"/>
                  <a:pt x="633285" y="108841"/>
                  <a:pt x="638913" y="108841"/>
                </a:cubicBezTo>
                <a:cubicBezTo>
                  <a:pt x="642786" y="108841"/>
                  <a:pt x="647522" y="107919"/>
                  <a:pt x="651148" y="104077"/>
                </a:cubicBezTo>
                <a:lnTo>
                  <a:pt x="650010" y="100263"/>
                </a:lnTo>
                <a:cubicBezTo>
                  <a:pt x="648319" y="100849"/>
                  <a:pt x="647029" y="101063"/>
                  <a:pt x="645861" y="101063"/>
                </a:cubicBezTo>
                <a:cubicBezTo>
                  <a:pt x="644322" y="101063"/>
                  <a:pt x="642293" y="100786"/>
                  <a:pt x="641341" y="99925"/>
                </a:cubicBezTo>
                <a:cubicBezTo>
                  <a:pt x="639774" y="98511"/>
                  <a:pt x="638788" y="94758"/>
                  <a:pt x="638788" y="87927"/>
                </a:cubicBezTo>
                <a:cubicBezTo>
                  <a:pt x="638788" y="83465"/>
                  <a:pt x="639220" y="66393"/>
                  <a:pt x="639220" y="64700"/>
                </a:cubicBezTo>
                <a:cubicBezTo>
                  <a:pt x="639220" y="43935"/>
                  <a:pt x="625537" y="39783"/>
                  <a:pt x="613853" y="39783"/>
                </a:cubicBezTo>
                <a:cubicBezTo>
                  <a:pt x="602169" y="39783"/>
                  <a:pt x="595099" y="45472"/>
                  <a:pt x="591255" y="48702"/>
                </a:cubicBezTo>
                <a:lnTo>
                  <a:pt x="590795" y="49319"/>
                </a:lnTo>
                <a:lnTo>
                  <a:pt x="593408" y="59623"/>
                </a:lnTo>
                <a:lnTo>
                  <a:pt x="595407" y="59778"/>
                </a:lnTo>
                <a:cubicBezTo>
                  <a:pt x="599711" y="52856"/>
                  <a:pt x="604937" y="46703"/>
                  <a:pt x="612317" y="46703"/>
                </a:cubicBezTo>
                <a:cubicBezTo>
                  <a:pt x="617851" y="46703"/>
                  <a:pt x="627074" y="47473"/>
                  <a:pt x="627074" y="64854"/>
                </a:cubicBezTo>
                <a:cubicBezTo>
                  <a:pt x="627074" y="65931"/>
                  <a:pt x="626459" y="66546"/>
                  <a:pt x="625997" y="66700"/>
                </a:cubicBezTo>
                <a:lnTo>
                  <a:pt x="611702" y="69931"/>
                </a:lnTo>
                <a:cubicBezTo>
                  <a:pt x="596021" y="73468"/>
                  <a:pt x="586183" y="81774"/>
                  <a:pt x="586183" y="92234"/>
                </a:cubicBezTo>
                <a:cubicBezTo>
                  <a:pt x="586183" y="103615"/>
                  <a:pt x="594023" y="108841"/>
                  <a:pt x="605399" y="108841"/>
                </a:cubicBezTo>
                <a:cubicBezTo>
                  <a:pt x="613853" y="108841"/>
                  <a:pt x="618158" y="106845"/>
                  <a:pt x="626307" y="99925"/>
                </a:cubicBezTo>
                <a:lnTo>
                  <a:pt x="626921" y="99925"/>
                </a:lnTo>
                <a:close/>
                <a:moveTo>
                  <a:pt x="723924" y="79630"/>
                </a:moveTo>
                <a:cubicBezTo>
                  <a:pt x="723924" y="74706"/>
                  <a:pt x="724231" y="69013"/>
                  <a:pt x="724231" y="64090"/>
                </a:cubicBezTo>
                <a:cubicBezTo>
                  <a:pt x="724231" y="48085"/>
                  <a:pt x="719005" y="39783"/>
                  <a:pt x="705170" y="39783"/>
                </a:cubicBezTo>
                <a:cubicBezTo>
                  <a:pt x="699326" y="39783"/>
                  <a:pt x="688412" y="42092"/>
                  <a:pt x="678574" y="53625"/>
                </a:cubicBezTo>
                <a:lnTo>
                  <a:pt x="678267" y="53163"/>
                </a:lnTo>
                <a:lnTo>
                  <a:pt x="678267" y="41937"/>
                </a:lnTo>
                <a:cubicBezTo>
                  <a:pt x="678236" y="40738"/>
                  <a:pt x="678081" y="40400"/>
                  <a:pt x="677345" y="40400"/>
                </a:cubicBezTo>
                <a:cubicBezTo>
                  <a:pt x="673901" y="41076"/>
                  <a:pt x="668396" y="41198"/>
                  <a:pt x="664891" y="40860"/>
                </a:cubicBezTo>
                <a:lnTo>
                  <a:pt x="664584" y="41322"/>
                </a:lnTo>
                <a:cubicBezTo>
                  <a:pt x="665661" y="47963"/>
                  <a:pt x="665968" y="59626"/>
                  <a:pt x="665968" y="71167"/>
                </a:cubicBezTo>
                <a:lnTo>
                  <a:pt x="665968" y="79630"/>
                </a:lnTo>
                <a:cubicBezTo>
                  <a:pt x="665968" y="91173"/>
                  <a:pt x="665813" y="99020"/>
                  <a:pt x="664584" y="107331"/>
                </a:cubicBezTo>
                <a:lnTo>
                  <a:pt x="664891" y="107790"/>
                </a:lnTo>
                <a:cubicBezTo>
                  <a:pt x="666737" y="107483"/>
                  <a:pt x="670272" y="107331"/>
                  <a:pt x="672116" y="107331"/>
                </a:cubicBezTo>
                <a:cubicBezTo>
                  <a:pt x="673962" y="107331"/>
                  <a:pt x="677497" y="107483"/>
                  <a:pt x="679343" y="107790"/>
                </a:cubicBezTo>
                <a:lnTo>
                  <a:pt x="679651" y="107331"/>
                </a:lnTo>
                <a:cubicBezTo>
                  <a:pt x="678419" y="98558"/>
                  <a:pt x="678267" y="91326"/>
                  <a:pt x="678267" y="79630"/>
                </a:cubicBezTo>
                <a:lnTo>
                  <a:pt x="678267" y="61627"/>
                </a:lnTo>
                <a:cubicBezTo>
                  <a:pt x="686106" y="52394"/>
                  <a:pt x="695022" y="49009"/>
                  <a:pt x="700558" y="49009"/>
                </a:cubicBezTo>
                <a:cubicBezTo>
                  <a:pt x="708397" y="49009"/>
                  <a:pt x="711625" y="52087"/>
                  <a:pt x="711625" y="64549"/>
                </a:cubicBezTo>
                <a:lnTo>
                  <a:pt x="711625" y="79630"/>
                </a:lnTo>
                <a:cubicBezTo>
                  <a:pt x="711625" y="91173"/>
                  <a:pt x="711348" y="99050"/>
                  <a:pt x="710241" y="107331"/>
                </a:cubicBezTo>
                <a:lnTo>
                  <a:pt x="710548" y="107790"/>
                </a:lnTo>
                <a:cubicBezTo>
                  <a:pt x="712394" y="107483"/>
                  <a:pt x="715929" y="107331"/>
                  <a:pt x="717775" y="107331"/>
                </a:cubicBezTo>
                <a:cubicBezTo>
                  <a:pt x="719619" y="107331"/>
                  <a:pt x="723154" y="107483"/>
                  <a:pt x="725000" y="107790"/>
                </a:cubicBezTo>
                <a:lnTo>
                  <a:pt x="725308" y="107331"/>
                </a:lnTo>
                <a:cubicBezTo>
                  <a:pt x="724109" y="98558"/>
                  <a:pt x="723924" y="91326"/>
                  <a:pt x="723924" y="79630"/>
                </a:cubicBezTo>
                <a:close/>
                <a:moveTo>
                  <a:pt x="774502" y="45934"/>
                </a:moveTo>
                <a:cubicBezTo>
                  <a:pt x="780434" y="45934"/>
                  <a:pt x="785816" y="50302"/>
                  <a:pt x="789874" y="57315"/>
                </a:cubicBezTo>
                <a:lnTo>
                  <a:pt x="791872" y="57163"/>
                </a:lnTo>
                <a:lnTo>
                  <a:pt x="795407" y="44550"/>
                </a:lnTo>
                <a:lnTo>
                  <a:pt x="795100" y="44090"/>
                </a:lnTo>
                <a:cubicBezTo>
                  <a:pt x="790336" y="41629"/>
                  <a:pt x="782342" y="39783"/>
                  <a:pt x="774655" y="39783"/>
                </a:cubicBezTo>
                <a:cubicBezTo>
                  <a:pt x="758666" y="39783"/>
                  <a:pt x="741911" y="52856"/>
                  <a:pt x="741911" y="73775"/>
                </a:cubicBezTo>
                <a:cubicBezTo>
                  <a:pt x="741911" y="95156"/>
                  <a:pt x="754055" y="108841"/>
                  <a:pt x="772811" y="108841"/>
                </a:cubicBezTo>
                <a:cubicBezTo>
                  <a:pt x="782034" y="108841"/>
                  <a:pt x="789259" y="105768"/>
                  <a:pt x="795407" y="97927"/>
                </a:cubicBezTo>
                <a:lnTo>
                  <a:pt x="792487" y="94694"/>
                </a:lnTo>
                <a:lnTo>
                  <a:pt x="791872" y="94694"/>
                </a:lnTo>
                <a:cubicBezTo>
                  <a:pt x="786031" y="99925"/>
                  <a:pt x="781143" y="101157"/>
                  <a:pt x="775424" y="101157"/>
                </a:cubicBezTo>
                <a:cubicBezTo>
                  <a:pt x="764202" y="101157"/>
                  <a:pt x="755439" y="91004"/>
                  <a:pt x="755439" y="73006"/>
                </a:cubicBezTo>
                <a:cubicBezTo>
                  <a:pt x="755439" y="56086"/>
                  <a:pt x="764355" y="45934"/>
                  <a:pt x="774502" y="45934"/>
                </a:cubicBezTo>
                <a:close/>
                <a:moveTo>
                  <a:pt x="806324" y="40984"/>
                </a:moveTo>
                <a:cubicBezTo>
                  <a:pt x="812442" y="54636"/>
                  <a:pt x="830705" y="94296"/>
                  <a:pt x="836148" y="108928"/>
                </a:cubicBezTo>
                <a:cubicBezTo>
                  <a:pt x="831226" y="120396"/>
                  <a:pt x="824954" y="132233"/>
                  <a:pt x="818006" y="143821"/>
                </a:cubicBezTo>
                <a:cubicBezTo>
                  <a:pt x="819545" y="143361"/>
                  <a:pt x="821850" y="143054"/>
                  <a:pt x="823387" y="143054"/>
                </a:cubicBezTo>
                <a:cubicBezTo>
                  <a:pt x="824923" y="143054"/>
                  <a:pt x="829382" y="143361"/>
                  <a:pt x="830919" y="143821"/>
                </a:cubicBezTo>
                <a:cubicBezTo>
                  <a:pt x="836762" y="124607"/>
                  <a:pt x="870428" y="51284"/>
                  <a:pt x="875502" y="40984"/>
                </a:cubicBezTo>
                <a:cubicBezTo>
                  <a:pt x="873963" y="41446"/>
                  <a:pt x="870428" y="41446"/>
                  <a:pt x="868891" y="41446"/>
                </a:cubicBezTo>
                <a:cubicBezTo>
                  <a:pt x="867353" y="41446"/>
                  <a:pt x="864432" y="41446"/>
                  <a:pt x="862896" y="40984"/>
                </a:cubicBezTo>
                <a:cubicBezTo>
                  <a:pt x="857362" y="58357"/>
                  <a:pt x="850166" y="78000"/>
                  <a:pt x="842725" y="93925"/>
                </a:cubicBezTo>
                <a:lnTo>
                  <a:pt x="842418" y="93925"/>
                </a:lnTo>
                <a:cubicBezTo>
                  <a:pt x="834855" y="75633"/>
                  <a:pt x="827600" y="58540"/>
                  <a:pt x="821850" y="40987"/>
                </a:cubicBezTo>
                <a:cubicBezTo>
                  <a:pt x="819852" y="41446"/>
                  <a:pt x="816469" y="41446"/>
                  <a:pt x="814316" y="41446"/>
                </a:cubicBezTo>
                <a:cubicBezTo>
                  <a:pt x="812317" y="41446"/>
                  <a:pt x="808475" y="41446"/>
                  <a:pt x="806324" y="40987"/>
                </a:cubicBezTo>
                <a:lnTo>
                  <a:pt x="806324" y="40984"/>
                </a:lnTo>
                <a:close/>
                <a:moveTo>
                  <a:pt x="1013232" y="109191"/>
                </a:moveTo>
                <a:lnTo>
                  <a:pt x="1013232" y="30174"/>
                </a:lnTo>
                <a:lnTo>
                  <a:pt x="934214" y="30174"/>
                </a:lnTo>
                <a:lnTo>
                  <a:pt x="934214" y="109191"/>
                </a:lnTo>
                <a:lnTo>
                  <a:pt x="1013232" y="109191"/>
                </a:lnTo>
                <a:moveTo>
                  <a:pt x="1004623" y="100583"/>
                </a:moveTo>
                <a:lnTo>
                  <a:pt x="942823" y="100583"/>
                </a:lnTo>
                <a:lnTo>
                  <a:pt x="942823" y="38782"/>
                </a:lnTo>
                <a:lnTo>
                  <a:pt x="1004623" y="38782"/>
                </a:lnTo>
                <a:lnTo>
                  <a:pt x="1004623" y="100583"/>
                </a:lnTo>
                <a:close/>
                <a:moveTo>
                  <a:pt x="1073334" y="17350"/>
                </a:moveTo>
                <a:cubicBezTo>
                  <a:pt x="1073334" y="21499"/>
                  <a:pt x="1077024" y="25189"/>
                  <a:pt x="1081176" y="25189"/>
                </a:cubicBezTo>
                <a:cubicBezTo>
                  <a:pt x="1085325" y="25189"/>
                  <a:pt x="1089015" y="21499"/>
                  <a:pt x="1089015" y="17350"/>
                </a:cubicBezTo>
                <a:cubicBezTo>
                  <a:pt x="1089015" y="13198"/>
                  <a:pt x="1085325" y="9508"/>
                  <a:pt x="1081176" y="9508"/>
                </a:cubicBezTo>
                <a:cubicBezTo>
                  <a:pt x="1077024" y="9508"/>
                  <a:pt x="1073334" y="13198"/>
                  <a:pt x="1073334" y="17350"/>
                </a:cubicBezTo>
                <a:moveTo>
                  <a:pt x="1074873" y="73093"/>
                </a:moveTo>
                <a:lnTo>
                  <a:pt x="1074873" y="81540"/>
                </a:lnTo>
                <a:cubicBezTo>
                  <a:pt x="1074873" y="93058"/>
                  <a:pt x="1074596" y="100890"/>
                  <a:pt x="1073489" y="109182"/>
                </a:cubicBezTo>
                <a:lnTo>
                  <a:pt x="1073796" y="109642"/>
                </a:lnTo>
                <a:cubicBezTo>
                  <a:pt x="1075640" y="109337"/>
                  <a:pt x="1079177" y="109182"/>
                  <a:pt x="1081021" y="109182"/>
                </a:cubicBezTo>
                <a:cubicBezTo>
                  <a:pt x="1082867" y="109182"/>
                  <a:pt x="1086402" y="109337"/>
                  <a:pt x="1088246" y="109642"/>
                </a:cubicBezTo>
                <a:lnTo>
                  <a:pt x="1088553" y="109182"/>
                </a:lnTo>
                <a:cubicBezTo>
                  <a:pt x="1087448" y="100461"/>
                  <a:pt x="1087171" y="93210"/>
                  <a:pt x="1087171" y="81540"/>
                </a:cubicBezTo>
                <a:lnTo>
                  <a:pt x="1087171" y="70637"/>
                </a:lnTo>
                <a:cubicBezTo>
                  <a:pt x="1087171" y="59120"/>
                  <a:pt x="1087570" y="53591"/>
                  <a:pt x="1088553" y="44222"/>
                </a:cubicBezTo>
                <a:cubicBezTo>
                  <a:pt x="1088553" y="42840"/>
                  <a:pt x="1088370" y="42686"/>
                  <a:pt x="1087171" y="42686"/>
                </a:cubicBezTo>
                <a:cubicBezTo>
                  <a:pt x="1083665" y="43026"/>
                  <a:pt x="1077054" y="43117"/>
                  <a:pt x="1073796" y="42840"/>
                </a:cubicBezTo>
                <a:lnTo>
                  <a:pt x="1073489" y="43300"/>
                </a:lnTo>
                <a:cubicBezTo>
                  <a:pt x="1074441" y="49873"/>
                  <a:pt x="1074873" y="61576"/>
                  <a:pt x="1074873" y="73093"/>
                </a:cubicBezTo>
                <a:close/>
                <a:moveTo>
                  <a:pt x="1171721" y="81481"/>
                </a:moveTo>
                <a:cubicBezTo>
                  <a:pt x="1171721" y="76558"/>
                  <a:pt x="1172028" y="70865"/>
                  <a:pt x="1172028" y="65941"/>
                </a:cubicBezTo>
                <a:cubicBezTo>
                  <a:pt x="1172028" y="49936"/>
                  <a:pt x="1166802" y="41635"/>
                  <a:pt x="1152967" y="41635"/>
                </a:cubicBezTo>
                <a:cubicBezTo>
                  <a:pt x="1147124" y="41635"/>
                  <a:pt x="1136209" y="43943"/>
                  <a:pt x="1126371" y="55477"/>
                </a:cubicBezTo>
                <a:lnTo>
                  <a:pt x="1126064" y="55015"/>
                </a:lnTo>
                <a:lnTo>
                  <a:pt x="1126064" y="43788"/>
                </a:lnTo>
                <a:cubicBezTo>
                  <a:pt x="1126033" y="42589"/>
                  <a:pt x="1125878" y="42252"/>
                  <a:pt x="1125142" y="42252"/>
                </a:cubicBezTo>
                <a:cubicBezTo>
                  <a:pt x="1121698" y="42927"/>
                  <a:pt x="1116193" y="43049"/>
                  <a:pt x="1112688" y="42711"/>
                </a:cubicBezTo>
                <a:lnTo>
                  <a:pt x="1112381" y="43174"/>
                </a:lnTo>
                <a:cubicBezTo>
                  <a:pt x="1113458" y="49814"/>
                  <a:pt x="1113765" y="61477"/>
                  <a:pt x="1113765" y="73018"/>
                </a:cubicBezTo>
                <a:lnTo>
                  <a:pt x="1113765" y="81481"/>
                </a:lnTo>
                <a:cubicBezTo>
                  <a:pt x="1113765" y="93025"/>
                  <a:pt x="1113610" y="100871"/>
                  <a:pt x="1112381" y="109182"/>
                </a:cubicBezTo>
                <a:lnTo>
                  <a:pt x="1112688" y="109642"/>
                </a:lnTo>
                <a:cubicBezTo>
                  <a:pt x="1114535" y="109334"/>
                  <a:pt x="1118069" y="109182"/>
                  <a:pt x="1119913" y="109182"/>
                </a:cubicBezTo>
                <a:cubicBezTo>
                  <a:pt x="1121759" y="109182"/>
                  <a:pt x="1125294" y="109334"/>
                  <a:pt x="1127140" y="109642"/>
                </a:cubicBezTo>
                <a:lnTo>
                  <a:pt x="1127448" y="109182"/>
                </a:lnTo>
                <a:cubicBezTo>
                  <a:pt x="1126216" y="100409"/>
                  <a:pt x="1126064" y="93177"/>
                  <a:pt x="1126064" y="81481"/>
                </a:cubicBezTo>
                <a:lnTo>
                  <a:pt x="1126064" y="63478"/>
                </a:lnTo>
                <a:cubicBezTo>
                  <a:pt x="1133903" y="54245"/>
                  <a:pt x="1142819" y="50860"/>
                  <a:pt x="1148355" y="50860"/>
                </a:cubicBezTo>
                <a:cubicBezTo>
                  <a:pt x="1156194" y="50860"/>
                  <a:pt x="1159422" y="53938"/>
                  <a:pt x="1159422" y="66401"/>
                </a:cubicBezTo>
                <a:lnTo>
                  <a:pt x="1159422" y="81481"/>
                </a:lnTo>
                <a:cubicBezTo>
                  <a:pt x="1159422" y="93025"/>
                  <a:pt x="1159145" y="100902"/>
                  <a:pt x="1158038" y="109182"/>
                </a:cubicBezTo>
                <a:lnTo>
                  <a:pt x="1158345" y="109642"/>
                </a:lnTo>
                <a:cubicBezTo>
                  <a:pt x="1160192" y="109334"/>
                  <a:pt x="1163727" y="109182"/>
                  <a:pt x="1165573" y="109182"/>
                </a:cubicBezTo>
                <a:cubicBezTo>
                  <a:pt x="1167416" y="109182"/>
                  <a:pt x="1170951" y="109334"/>
                  <a:pt x="1172797" y="109642"/>
                </a:cubicBezTo>
                <a:lnTo>
                  <a:pt x="1173105" y="109182"/>
                </a:lnTo>
                <a:cubicBezTo>
                  <a:pt x="1171906" y="100409"/>
                  <a:pt x="1171721" y="93177"/>
                  <a:pt x="1171721" y="81481"/>
                </a:cubicBezTo>
                <a:close/>
                <a:moveTo>
                  <a:pt x="1191551" y="93623"/>
                </a:moveTo>
                <a:lnTo>
                  <a:pt x="1188938" y="106543"/>
                </a:lnTo>
                <a:cubicBezTo>
                  <a:pt x="1197701" y="109618"/>
                  <a:pt x="1206310" y="110693"/>
                  <a:pt x="1212151" y="110693"/>
                </a:cubicBezTo>
                <a:cubicBezTo>
                  <a:pt x="1233366" y="110693"/>
                  <a:pt x="1238285" y="98084"/>
                  <a:pt x="1238285" y="89623"/>
                </a:cubicBezTo>
                <a:cubicBezTo>
                  <a:pt x="1238285" y="77010"/>
                  <a:pt x="1228292" y="72089"/>
                  <a:pt x="1217377" y="69474"/>
                </a:cubicBezTo>
                <a:cubicBezTo>
                  <a:pt x="1211567" y="68090"/>
                  <a:pt x="1203082" y="65167"/>
                  <a:pt x="1203082" y="57475"/>
                </a:cubicBezTo>
                <a:cubicBezTo>
                  <a:pt x="1203082" y="51168"/>
                  <a:pt x="1208154" y="47785"/>
                  <a:pt x="1214764" y="47785"/>
                </a:cubicBezTo>
                <a:cubicBezTo>
                  <a:pt x="1222758" y="47785"/>
                  <a:pt x="1227677" y="54090"/>
                  <a:pt x="1231215" y="58245"/>
                </a:cubicBezTo>
                <a:lnTo>
                  <a:pt x="1233366" y="58090"/>
                </a:lnTo>
                <a:lnTo>
                  <a:pt x="1236441" y="46709"/>
                </a:lnTo>
                <a:lnTo>
                  <a:pt x="1236134" y="46249"/>
                </a:lnTo>
                <a:cubicBezTo>
                  <a:pt x="1231674" y="43943"/>
                  <a:pt x="1223220" y="41635"/>
                  <a:pt x="1215379" y="41635"/>
                </a:cubicBezTo>
                <a:cubicBezTo>
                  <a:pt x="1204004" y="41635"/>
                  <a:pt x="1192165" y="47630"/>
                  <a:pt x="1192165" y="60398"/>
                </a:cubicBezTo>
                <a:cubicBezTo>
                  <a:pt x="1192165" y="72704"/>
                  <a:pt x="1201361" y="76764"/>
                  <a:pt x="1210614" y="79319"/>
                </a:cubicBezTo>
                <a:cubicBezTo>
                  <a:pt x="1219531" y="81779"/>
                  <a:pt x="1226141" y="84240"/>
                  <a:pt x="1226141" y="91777"/>
                </a:cubicBezTo>
                <a:cubicBezTo>
                  <a:pt x="1226141" y="99930"/>
                  <a:pt x="1220145" y="104545"/>
                  <a:pt x="1211998" y="104545"/>
                </a:cubicBezTo>
                <a:cubicBezTo>
                  <a:pt x="1204619" y="104545"/>
                  <a:pt x="1198161" y="99468"/>
                  <a:pt x="1193857" y="93470"/>
                </a:cubicBezTo>
                <a:lnTo>
                  <a:pt x="1191551" y="93623"/>
                </a:lnTo>
                <a:close/>
                <a:moveTo>
                  <a:pt x="1300853" y="95054"/>
                </a:moveTo>
                <a:lnTo>
                  <a:pt x="1301467" y="95514"/>
                </a:lnTo>
                <a:lnTo>
                  <a:pt x="1302237" y="109182"/>
                </a:lnTo>
                <a:cubicBezTo>
                  <a:pt x="1302237" y="109489"/>
                  <a:pt x="1302422" y="109642"/>
                  <a:pt x="1302851" y="109642"/>
                </a:cubicBezTo>
                <a:cubicBezTo>
                  <a:pt x="1304880" y="109367"/>
                  <a:pt x="1306696" y="109182"/>
                  <a:pt x="1308939" y="109182"/>
                </a:cubicBezTo>
                <a:cubicBezTo>
                  <a:pt x="1310846" y="109182"/>
                  <a:pt x="1313766" y="109337"/>
                  <a:pt x="1315765" y="109642"/>
                </a:cubicBezTo>
                <a:lnTo>
                  <a:pt x="1316072" y="109182"/>
                </a:lnTo>
                <a:cubicBezTo>
                  <a:pt x="1314843" y="102579"/>
                  <a:pt x="1313459" y="91214"/>
                  <a:pt x="1313459" y="79696"/>
                </a:cubicBezTo>
                <a:lnTo>
                  <a:pt x="1313459" y="70942"/>
                </a:lnTo>
                <a:cubicBezTo>
                  <a:pt x="1313459" y="59422"/>
                  <a:pt x="1313614" y="51437"/>
                  <a:pt x="1314843" y="43298"/>
                </a:cubicBezTo>
                <a:lnTo>
                  <a:pt x="1314535" y="42836"/>
                </a:lnTo>
                <a:cubicBezTo>
                  <a:pt x="1312689" y="43143"/>
                  <a:pt x="1309154" y="43298"/>
                  <a:pt x="1307311" y="43298"/>
                </a:cubicBezTo>
                <a:cubicBezTo>
                  <a:pt x="1305465" y="43298"/>
                  <a:pt x="1301930" y="43143"/>
                  <a:pt x="1300086" y="42836"/>
                </a:cubicBezTo>
                <a:lnTo>
                  <a:pt x="1299776" y="43298"/>
                </a:lnTo>
                <a:cubicBezTo>
                  <a:pt x="1300977" y="52083"/>
                  <a:pt x="1301160" y="59270"/>
                  <a:pt x="1301160" y="70942"/>
                </a:cubicBezTo>
                <a:lnTo>
                  <a:pt x="1301160" y="85992"/>
                </a:lnTo>
                <a:cubicBezTo>
                  <a:pt x="1296487" y="93857"/>
                  <a:pt x="1287632" y="102084"/>
                  <a:pt x="1280100" y="102084"/>
                </a:cubicBezTo>
                <a:cubicBezTo>
                  <a:pt x="1274811" y="102084"/>
                  <a:pt x="1269800" y="100397"/>
                  <a:pt x="1269800" y="86121"/>
                </a:cubicBezTo>
                <a:lnTo>
                  <a:pt x="1269800" y="70926"/>
                </a:lnTo>
                <a:cubicBezTo>
                  <a:pt x="1269800" y="59413"/>
                  <a:pt x="1269953" y="51433"/>
                  <a:pt x="1271184" y="43298"/>
                </a:cubicBezTo>
                <a:lnTo>
                  <a:pt x="1270877" y="42836"/>
                </a:lnTo>
                <a:cubicBezTo>
                  <a:pt x="1269031" y="43143"/>
                  <a:pt x="1265496" y="43298"/>
                  <a:pt x="1263650" y="43298"/>
                </a:cubicBezTo>
                <a:cubicBezTo>
                  <a:pt x="1261806" y="43298"/>
                  <a:pt x="1258271" y="43143"/>
                  <a:pt x="1256425" y="42836"/>
                </a:cubicBezTo>
                <a:lnTo>
                  <a:pt x="1256118" y="43298"/>
                </a:lnTo>
                <a:cubicBezTo>
                  <a:pt x="1257347" y="52045"/>
                  <a:pt x="1257502" y="59260"/>
                  <a:pt x="1257502" y="70926"/>
                </a:cubicBezTo>
                <a:lnTo>
                  <a:pt x="1257502" y="89344"/>
                </a:lnTo>
                <a:cubicBezTo>
                  <a:pt x="1257502" y="99935"/>
                  <a:pt x="1262421" y="110693"/>
                  <a:pt x="1277640" y="110693"/>
                </a:cubicBezTo>
                <a:cubicBezTo>
                  <a:pt x="1287170" y="110693"/>
                  <a:pt x="1295779" y="102853"/>
                  <a:pt x="1300853" y="95023"/>
                </a:cubicBezTo>
                <a:lnTo>
                  <a:pt x="1300853" y="95054"/>
                </a:lnTo>
                <a:close/>
                <a:moveTo>
                  <a:pt x="1342515" y="50051"/>
                </a:moveTo>
                <a:lnTo>
                  <a:pt x="1342515" y="78465"/>
                </a:lnTo>
                <a:cubicBezTo>
                  <a:pt x="1342515" y="89891"/>
                  <a:pt x="1342299" y="100951"/>
                  <a:pt x="1340976" y="109182"/>
                </a:cubicBezTo>
                <a:lnTo>
                  <a:pt x="1341131" y="109642"/>
                </a:lnTo>
                <a:cubicBezTo>
                  <a:pt x="1341131" y="109642"/>
                  <a:pt x="1343282" y="109182"/>
                  <a:pt x="1348663" y="109182"/>
                </a:cubicBezTo>
                <a:cubicBezTo>
                  <a:pt x="1353920" y="109182"/>
                  <a:pt x="1356043" y="109642"/>
                  <a:pt x="1356043" y="109642"/>
                </a:cubicBezTo>
                <a:lnTo>
                  <a:pt x="1356350" y="109182"/>
                </a:lnTo>
                <a:cubicBezTo>
                  <a:pt x="1355057" y="100428"/>
                  <a:pt x="1354811" y="90015"/>
                  <a:pt x="1354811" y="78465"/>
                </a:cubicBezTo>
                <a:lnTo>
                  <a:pt x="1354811" y="50051"/>
                </a:lnTo>
                <a:lnTo>
                  <a:pt x="1385252" y="50051"/>
                </a:lnTo>
                <a:lnTo>
                  <a:pt x="1385252" y="78465"/>
                </a:lnTo>
                <a:cubicBezTo>
                  <a:pt x="1385252" y="89891"/>
                  <a:pt x="1385036" y="100951"/>
                  <a:pt x="1383713" y="109182"/>
                </a:cubicBezTo>
                <a:lnTo>
                  <a:pt x="1383868" y="109642"/>
                </a:lnTo>
                <a:cubicBezTo>
                  <a:pt x="1383868" y="109642"/>
                  <a:pt x="1386019" y="109182"/>
                  <a:pt x="1391400" y="109182"/>
                </a:cubicBezTo>
                <a:cubicBezTo>
                  <a:pt x="1396656" y="109182"/>
                  <a:pt x="1398779" y="109642"/>
                  <a:pt x="1398779" y="109642"/>
                </a:cubicBezTo>
                <a:lnTo>
                  <a:pt x="1399087" y="109182"/>
                </a:lnTo>
                <a:cubicBezTo>
                  <a:pt x="1397794" y="100428"/>
                  <a:pt x="1397550" y="90015"/>
                  <a:pt x="1397550" y="78465"/>
                </a:cubicBezTo>
                <a:lnTo>
                  <a:pt x="1397550" y="50051"/>
                </a:lnTo>
                <a:lnTo>
                  <a:pt x="1402776" y="50051"/>
                </a:lnTo>
                <a:cubicBezTo>
                  <a:pt x="1406466" y="50051"/>
                  <a:pt x="1411814" y="50173"/>
                  <a:pt x="1413843" y="50358"/>
                </a:cubicBezTo>
                <a:cubicBezTo>
                  <a:pt x="1414306" y="47900"/>
                  <a:pt x="1414768" y="46331"/>
                  <a:pt x="1415690" y="44055"/>
                </a:cubicBezTo>
                <a:lnTo>
                  <a:pt x="1414920" y="42979"/>
                </a:lnTo>
                <a:cubicBezTo>
                  <a:pt x="1412338" y="43103"/>
                  <a:pt x="1407695" y="43286"/>
                  <a:pt x="1404160" y="43286"/>
                </a:cubicBezTo>
                <a:lnTo>
                  <a:pt x="1397550" y="43286"/>
                </a:lnTo>
                <a:lnTo>
                  <a:pt x="1397550" y="41745"/>
                </a:lnTo>
                <a:cubicBezTo>
                  <a:pt x="1397550" y="37797"/>
                  <a:pt x="1396781" y="28173"/>
                  <a:pt x="1396781" y="25395"/>
                </a:cubicBezTo>
                <a:cubicBezTo>
                  <a:pt x="1396781" y="16880"/>
                  <a:pt x="1400747" y="9508"/>
                  <a:pt x="1409539" y="9508"/>
                </a:cubicBezTo>
                <a:cubicBezTo>
                  <a:pt x="1413998" y="9508"/>
                  <a:pt x="1416766" y="11823"/>
                  <a:pt x="1418455" y="14908"/>
                </a:cubicBezTo>
                <a:lnTo>
                  <a:pt x="1420146" y="14753"/>
                </a:lnTo>
                <a:cubicBezTo>
                  <a:pt x="1421223" y="10589"/>
                  <a:pt x="1422760" y="5051"/>
                  <a:pt x="1424451" y="2130"/>
                </a:cubicBezTo>
                <a:lnTo>
                  <a:pt x="1424298" y="1668"/>
                </a:lnTo>
                <a:cubicBezTo>
                  <a:pt x="1423069" y="899"/>
                  <a:pt x="1420301" y="284"/>
                  <a:pt x="1417381" y="284"/>
                </a:cubicBezTo>
                <a:cubicBezTo>
                  <a:pt x="1407695" y="284"/>
                  <a:pt x="1399239" y="4436"/>
                  <a:pt x="1393705" y="11975"/>
                </a:cubicBezTo>
                <a:cubicBezTo>
                  <a:pt x="1388172" y="19533"/>
                  <a:pt x="1385252" y="23545"/>
                  <a:pt x="1385252" y="35576"/>
                </a:cubicBezTo>
                <a:lnTo>
                  <a:pt x="1385252" y="43286"/>
                </a:lnTo>
                <a:lnTo>
                  <a:pt x="1354811" y="43286"/>
                </a:lnTo>
                <a:lnTo>
                  <a:pt x="1354811" y="41745"/>
                </a:lnTo>
                <a:cubicBezTo>
                  <a:pt x="1354811" y="37797"/>
                  <a:pt x="1354044" y="31257"/>
                  <a:pt x="1354044" y="28480"/>
                </a:cubicBezTo>
                <a:cubicBezTo>
                  <a:pt x="1354044" y="19953"/>
                  <a:pt x="1358011" y="12578"/>
                  <a:pt x="1366802" y="12578"/>
                </a:cubicBezTo>
                <a:cubicBezTo>
                  <a:pt x="1371262" y="12578"/>
                  <a:pt x="1374027" y="14891"/>
                  <a:pt x="1375719" y="17978"/>
                </a:cubicBezTo>
                <a:lnTo>
                  <a:pt x="1377410" y="17823"/>
                </a:lnTo>
                <a:cubicBezTo>
                  <a:pt x="1378486" y="13657"/>
                  <a:pt x="1380023" y="8119"/>
                  <a:pt x="1381714" y="5199"/>
                </a:cubicBezTo>
                <a:lnTo>
                  <a:pt x="1381562" y="4737"/>
                </a:lnTo>
                <a:cubicBezTo>
                  <a:pt x="1380330" y="3970"/>
                  <a:pt x="1377565" y="3353"/>
                  <a:pt x="1374644" y="3353"/>
                </a:cubicBezTo>
                <a:cubicBezTo>
                  <a:pt x="1364959" y="3353"/>
                  <a:pt x="1356502" y="7505"/>
                  <a:pt x="1350969" y="15046"/>
                </a:cubicBezTo>
                <a:cubicBezTo>
                  <a:pt x="1345435" y="22609"/>
                  <a:pt x="1342515" y="26620"/>
                  <a:pt x="1342515" y="38658"/>
                </a:cubicBezTo>
                <a:lnTo>
                  <a:pt x="1342515" y="43286"/>
                </a:lnTo>
                <a:cubicBezTo>
                  <a:pt x="1339163" y="43286"/>
                  <a:pt x="1335628" y="43256"/>
                  <a:pt x="1333596" y="42979"/>
                </a:cubicBezTo>
                <a:cubicBezTo>
                  <a:pt x="1332553" y="45470"/>
                  <a:pt x="1331722" y="46976"/>
                  <a:pt x="1330216" y="49282"/>
                </a:cubicBezTo>
                <a:lnTo>
                  <a:pt x="1330983" y="50358"/>
                </a:lnTo>
                <a:cubicBezTo>
                  <a:pt x="1333751" y="50173"/>
                  <a:pt x="1338825" y="50051"/>
                  <a:pt x="1342360" y="50051"/>
                </a:cubicBezTo>
                <a:lnTo>
                  <a:pt x="1342515" y="50051"/>
                </a:lnTo>
                <a:close/>
                <a:moveTo>
                  <a:pt x="1430600" y="17350"/>
                </a:moveTo>
                <a:cubicBezTo>
                  <a:pt x="1430600" y="21499"/>
                  <a:pt x="1434290" y="25189"/>
                  <a:pt x="1438442" y="25189"/>
                </a:cubicBezTo>
                <a:cubicBezTo>
                  <a:pt x="1442591" y="25189"/>
                  <a:pt x="1446281" y="21499"/>
                  <a:pt x="1446281" y="17350"/>
                </a:cubicBezTo>
                <a:cubicBezTo>
                  <a:pt x="1446281" y="13198"/>
                  <a:pt x="1442591" y="9508"/>
                  <a:pt x="1438442" y="9508"/>
                </a:cubicBezTo>
                <a:cubicBezTo>
                  <a:pt x="1434290" y="9508"/>
                  <a:pt x="1430600" y="13198"/>
                  <a:pt x="1430600" y="17350"/>
                </a:cubicBezTo>
                <a:moveTo>
                  <a:pt x="1432139" y="73093"/>
                </a:moveTo>
                <a:lnTo>
                  <a:pt x="1432139" y="81540"/>
                </a:lnTo>
                <a:cubicBezTo>
                  <a:pt x="1432139" y="93058"/>
                  <a:pt x="1431862" y="100890"/>
                  <a:pt x="1430755" y="109182"/>
                </a:cubicBezTo>
                <a:lnTo>
                  <a:pt x="1431062" y="109642"/>
                </a:lnTo>
                <a:cubicBezTo>
                  <a:pt x="1432906" y="109337"/>
                  <a:pt x="1436443" y="109182"/>
                  <a:pt x="1438287" y="109182"/>
                </a:cubicBezTo>
                <a:cubicBezTo>
                  <a:pt x="1440133" y="109182"/>
                  <a:pt x="1443668" y="109337"/>
                  <a:pt x="1445512" y="109642"/>
                </a:cubicBezTo>
                <a:lnTo>
                  <a:pt x="1445819" y="109182"/>
                </a:lnTo>
                <a:cubicBezTo>
                  <a:pt x="1444714" y="100461"/>
                  <a:pt x="1444437" y="93210"/>
                  <a:pt x="1444437" y="81540"/>
                </a:cubicBezTo>
                <a:lnTo>
                  <a:pt x="1444437" y="70637"/>
                </a:lnTo>
                <a:cubicBezTo>
                  <a:pt x="1444437" y="59120"/>
                  <a:pt x="1444836" y="53591"/>
                  <a:pt x="1445819" y="44222"/>
                </a:cubicBezTo>
                <a:cubicBezTo>
                  <a:pt x="1445819" y="42840"/>
                  <a:pt x="1445636" y="42686"/>
                  <a:pt x="1444437" y="42686"/>
                </a:cubicBezTo>
                <a:cubicBezTo>
                  <a:pt x="1440931" y="43026"/>
                  <a:pt x="1434320" y="43117"/>
                  <a:pt x="1431062" y="42840"/>
                </a:cubicBezTo>
                <a:lnTo>
                  <a:pt x="1430755" y="43300"/>
                </a:lnTo>
                <a:cubicBezTo>
                  <a:pt x="1431707" y="49873"/>
                  <a:pt x="1432139" y="61576"/>
                  <a:pt x="1432139" y="73093"/>
                </a:cubicBezTo>
                <a:close/>
                <a:moveTo>
                  <a:pt x="1496705" y="47785"/>
                </a:moveTo>
                <a:cubicBezTo>
                  <a:pt x="1502637" y="47785"/>
                  <a:pt x="1508018" y="52153"/>
                  <a:pt x="1512077" y="59167"/>
                </a:cubicBezTo>
                <a:lnTo>
                  <a:pt x="1514075" y="59014"/>
                </a:lnTo>
                <a:lnTo>
                  <a:pt x="1517610" y="46401"/>
                </a:lnTo>
                <a:lnTo>
                  <a:pt x="1517303" y="45941"/>
                </a:lnTo>
                <a:cubicBezTo>
                  <a:pt x="1512539" y="43481"/>
                  <a:pt x="1504544" y="41635"/>
                  <a:pt x="1496858" y="41635"/>
                </a:cubicBezTo>
                <a:cubicBezTo>
                  <a:pt x="1480869" y="41635"/>
                  <a:pt x="1464114" y="54707"/>
                  <a:pt x="1464114" y="75627"/>
                </a:cubicBezTo>
                <a:cubicBezTo>
                  <a:pt x="1464114" y="97008"/>
                  <a:pt x="1476257" y="110693"/>
                  <a:pt x="1495014" y="110693"/>
                </a:cubicBezTo>
                <a:cubicBezTo>
                  <a:pt x="1504237" y="110693"/>
                  <a:pt x="1511462" y="107620"/>
                  <a:pt x="1517610" y="99778"/>
                </a:cubicBezTo>
                <a:lnTo>
                  <a:pt x="1514690" y="96546"/>
                </a:lnTo>
                <a:lnTo>
                  <a:pt x="1514075" y="96546"/>
                </a:lnTo>
                <a:cubicBezTo>
                  <a:pt x="1508234" y="101777"/>
                  <a:pt x="1503346" y="103008"/>
                  <a:pt x="1497627" y="103008"/>
                </a:cubicBezTo>
                <a:cubicBezTo>
                  <a:pt x="1486405" y="103008"/>
                  <a:pt x="1477641" y="92856"/>
                  <a:pt x="1477641" y="74857"/>
                </a:cubicBezTo>
                <a:cubicBezTo>
                  <a:pt x="1477641" y="57937"/>
                  <a:pt x="1486557" y="47785"/>
                  <a:pt x="1496705" y="47785"/>
                </a:cubicBezTo>
                <a:close/>
                <a:moveTo>
                  <a:pt x="1536518" y="17350"/>
                </a:moveTo>
                <a:cubicBezTo>
                  <a:pt x="1536518" y="21499"/>
                  <a:pt x="1540208" y="25189"/>
                  <a:pt x="1544360" y="25189"/>
                </a:cubicBezTo>
                <a:cubicBezTo>
                  <a:pt x="1548509" y="25189"/>
                  <a:pt x="1552199" y="21499"/>
                  <a:pt x="1552199" y="17350"/>
                </a:cubicBezTo>
                <a:cubicBezTo>
                  <a:pt x="1552199" y="13198"/>
                  <a:pt x="1548509" y="9508"/>
                  <a:pt x="1544360" y="9508"/>
                </a:cubicBezTo>
                <a:cubicBezTo>
                  <a:pt x="1540208" y="9508"/>
                  <a:pt x="1536518" y="13198"/>
                  <a:pt x="1536518" y="17350"/>
                </a:cubicBezTo>
                <a:moveTo>
                  <a:pt x="1538057" y="73093"/>
                </a:moveTo>
                <a:lnTo>
                  <a:pt x="1538057" y="81540"/>
                </a:lnTo>
                <a:cubicBezTo>
                  <a:pt x="1538057" y="93058"/>
                  <a:pt x="1537780" y="100890"/>
                  <a:pt x="1536673" y="109182"/>
                </a:cubicBezTo>
                <a:lnTo>
                  <a:pt x="1536980" y="109642"/>
                </a:lnTo>
                <a:cubicBezTo>
                  <a:pt x="1538824" y="109337"/>
                  <a:pt x="1542361" y="109182"/>
                  <a:pt x="1544205" y="109182"/>
                </a:cubicBezTo>
                <a:cubicBezTo>
                  <a:pt x="1546051" y="109182"/>
                  <a:pt x="1549586" y="109337"/>
                  <a:pt x="1551430" y="109642"/>
                </a:cubicBezTo>
                <a:lnTo>
                  <a:pt x="1551737" y="109182"/>
                </a:lnTo>
                <a:cubicBezTo>
                  <a:pt x="1550632" y="100461"/>
                  <a:pt x="1550355" y="93210"/>
                  <a:pt x="1550355" y="81540"/>
                </a:cubicBezTo>
                <a:lnTo>
                  <a:pt x="1550355" y="70637"/>
                </a:lnTo>
                <a:cubicBezTo>
                  <a:pt x="1550355" y="59120"/>
                  <a:pt x="1550754" y="53591"/>
                  <a:pt x="1551737" y="44222"/>
                </a:cubicBezTo>
                <a:cubicBezTo>
                  <a:pt x="1551737" y="42840"/>
                  <a:pt x="1551554" y="42686"/>
                  <a:pt x="1550355" y="42686"/>
                </a:cubicBezTo>
                <a:cubicBezTo>
                  <a:pt x="1546848" y="43026"/>
                  <a:pt x="1540238" y="43117"/>
                  <a:pt x="1536980" y="42840"/>
                </a:cubicBezTo>
                <a:lnTo>
                  <a:pt x="1536673" y="43300"/>
                </a:lnTo>
                <a:cubicBezTo>
                  <a:pt x="1537625" y="49873"/>
                  <a:pt x="1538057" y="61576"/>
                  <a:pt x="1538057" y="73093"/>
                </a:cubicBezTo>
                <a:close/>
                <a:moveTo>
                  <a:pt x="1583407" y="67163"/>
                </a:moveTo>
                <a:cubicBezTo>
                  <a:pt x="1586020" y="51168"/>
                  <a:pt x="1596104" y="47785"/>
                  <a:pt x="1600932" y="47785"/>
                </a:cubicBezTo>
                <a:cubicBezTo>
                  <a:pt x="1607019" y="47785"/>
                  <a:pt x="1613845" y="53476"/>
                  <a:pt x="1613845" y="65010"/>
                </a:cubicBezTo>
                <a:cubicBezTo>
                  <a:pt x="1613845" y="66394"/>
                  <a:pt x="1613230" y="67163"/>
                  <a:pt x="1611691" y="67163"/>
                </a:cubicBezTo>
                <a:lnTo>
                  <a:pt x="1583407" y="67163"/>
                </a:lnTo>
                <a:moveTo>
                  <a:pt x="1624452" y="93161"/>
                </a:moveTo>
                <a:cubicBezTo>
                  <a:pt x="1619071" y="99009"/>
                  <a:pt x="1611846" y="101624"/>
                  <a:pt x="1603390" y="101624"/>
                </a:cubicBezTo>
                <a:cubicBezTo>
                  <a:pt x="1598133" y="101624"/>
                  <a:pt x="1590878" y="99623"/>
                  <a:pt x="1586634" y="92853"/>
                </a:cubicBezTo>
                <a:cubicBezTo>
                  <a:pt x="1583928" y="88544"/>
                  <a:pt x="1582945" y="82267"/>
                  <a:pt x="1582945" y="73311"/>
                </a:cubicBezTo>
                <a:lnTo>
                  <a:pt x="1624759" y="73311"/>
                </a:lnTo>
                <a:cubicBezTo>
                  <a:pt x="1626451" y="73311"/>
                  <a:pt x="1627525" y="72389"/>
                  <a:pt x="1627525" y="70698"/>
                </a:cubicBezTo>
                <a:cubicBezTo>
                  <a:pt x="1627525" y="57783"/>
                  <a:pt x="1621222" y="41635"/>
                  <a:pt x="1600932" y="41635"/>
                </a:cubicBezTo>
                <a:cubicBezTo>
                  <a:pt x="1585096" y="41635"/>
                  <a:pt x="1569417" y="54398"/>
                  <a:pt x="1569417" y="77006"/>
                </a:cubicBezTo>
                <a:cubicBezTo>
                  <a:pt x="1569417" y="85744"/>
                  <a:pt x="1571200" y="94362"/>
                  <a:pt x="1576334" y="100547"/>
                </a:cubicBezTo>
                <a:cubicBezTo>
                  <a:pt x="1581622" y="106911"/>
                  <a:pt x="1590416" y="110693"/>
                  <a:pt x="1600777" y="110693"/>
                </a:cubicBezTo>
                <a:cubicBezTo>
                  <a:pt x="1611846" y="110693"/>
                  <a:pt x="1621684" y="105007"/>
                  <a:pt x="1627525" y="97008"/>
                </a:cubicBezTo>
                <a:lnTo>
                  <a:pt x="1624452" y="93161"/>
                </a:lnTo>
                <a:close/>
                <a:moveTo>
                  <a:pt x="1704544" y="81481"/>
                </a:moveTo>
                <a:cubicBezTo>
                  <a:pt x="1704544" y="76558"/>
                  <a:pt x="1704851" y="70865"/>
                  <a:pt x="1704851" y="65941"/>
                </a:cubicBezTo>
                <a:cubicBezTo>
                  <a:pt x="1704851" y="49936"/>
                  <a:pt x="1699625" y="41635"/>
                  <a:pt x="1685790" y="41635"/>
                </a:cubicBezTo>
                <a:cubicBezTo>
                  <a:pt x="1679947" y="41635"/>
                  <a:pt x="1669032" y="43943"/>
                  <a:pt x="1659194" y="55477"/>
                </a:cubicBezTo>
                <a:lnTo>
                  <a:pt x="1658887" y="55015"/>
                </a:lnTo>
                <a:lnTo>
                  <a:pt x="1658887" y="43788"/>
                </a:lnTo>
                <a:cubicBezTo>
                  <a:pt x="1658857" y="42589"/>
                  <a:pt x="1658702" y="42252"/>
                  <a:pt x="1657965" y="42252"/>
                </a:cubicBezTo>
                <a:cubicBezTo>
                  <a:pt x="1654522" y="42927"/>
                  <a:pt x="1649016" y="43049"/>
                  <a:pt x="1645512" y="42711"/>
                </a:cubicBezTo>
                <a:lnTo>
                  <a:pt x="1645205" y="43174"/>
                </a:lnTo>
                <a:cubicBezTo>
                  <a:pt x="1646281" y="49814"/>
                  <a:pt x="1646589" y="61477"/>
                  <a:pt x="1646589" y="73018"/>
                </a:cubicBezTo>
                <a:lnTo>
                  <a:pt x="1646589" y="81481"/>
                </a:lnTo>
                <a:cubicBezTo>
                  <a:pt x="1646589" y="93025"/>
                  <a:pt x="1646434" y="100871"/>
                  <a:pt x="1645205" y="109182"/>
                </a:cubicBezTo>
                <a:lnTo>
                  <a:pt x="1645512" y="109642"/>
                </a:lnTo>
                <a:cubicBezTo>
                  <a:pt x="1647358" y="109334"/>
                  <a:pt x="1650893" y="109182"/>
                  <a:pt x="1652737" y="109182"/>
                </a:cubicBezTo>
                <a:cubicBezTo>
                  <a:pt x="1654583" y="109182"/>
                  <a:pt x="1658118" y="109334"/>
                  <a:pt x="1659964" y="109642"/>
                </a:cubicBezTo>
                <a:lnTo>
                  <a:pt x="1660271" y="109182"/>
                </a:lnTo>
                <a:cubicBezTo>
                  <a:pt x="1659040" y="100409"/>
                  <a:pt x="1658887" y="93177"/>
                  <a:pt x="1658887" y="81481"/>
                </a:cubicBezTo>
                <a:lnTo>
                  <a:pt x="1658887" y="63478"/>
                </a:lnTo>
                <a:cubicBezTo>
                  <a:pt x="1666727" y="54245"/>
                  <a:pt x="1675643" y="50860"/>
                  <a:pt x="1681179" y="50860"/>
                </a:cubicBezTo>
                <a:cubicBezTo>
                  <a:pt x="1689018" y="50860"/>
                  <a:pt x="1692246" y="53938"/>
                  <a:pt x="1692246" y="66401"/>
                </a:cubicBezTo>
                <a:lnTo>
                  <a:pt x="1692246" y="81481"/>
                </a:lnTo>
                <a:cubicBezTo>
                  <a:pt x="1692246" y="93025"/>
                  <a:pt x="1691969" y="100902"/>
                  <a:pt x="1690862" y="109182"/>
                </a:cubicBezTo>
                <a:lnTo>
                  <a:pt x="1691169" y="109642"/>
                </a:lnTo>
                <a:cubicBezTo>
                  <a:pt x="1693015" y="109334"/>
                  <a:pt x="1696550" y="109182"/>
                  <a:pt x="1698396" y="109182"/>
                </a:cubicBezTo>
                <a:cubicBezTo>
                  <a:pt x="1700240" y="109182"/>
                  <a:pt x="1703775" y="109334"/>
                  <a:pt x="1705621" y="109642"/>
                </a:cubicBezTo>
                <a:lnTo>
                  <a:pt x="1705928" y="109182"/>
                </a:lnTo>
                <a:cubicBezTo>
                  <a:pt x="1704730" y="100409"/>
                  <a:pt x="1704544" y="93177"/>
                  <a:pt x="1704544" y="81481"/>
                </a:cubicBezTo>
                <a:close/>
                <a:moveTo>
                  <a:pt x="1755122" y="47785"/>
                </a:moveTo>
                <a:cubicBezTo>
                  <a:pt x="1761054" y="47785"/>
                  <a:pt x="1766435" y="52153"/>
                  <a:pt x="1770493" y="59167"/>
                </a:cubicBezTo>
                <a:lnTo>
                  <a:pt x="1772492" y="59014"/>
                </a:lnTo>
                <a:lnTo>
                  <a:pt x="1776027" y="46401"/>
                </a:lnTo>
                <a:lnTo>
                  <a:pt x="1775720" y="45941"/>
                </a:lnTo>
                <a:cubicBezTo>
                  <a:pt x="1770956" y="43481"/>
                  <a:pt x="1762961" y="41635"/>
                  <a:pt x="1755274" y="41635"/>
                </a:cubicBezTo>
                <a:cubicBezTo>
                  <a:pt x="1739286" y="41635"/>
                  <a:pt x="1722531" y="54707"/>
                  <a:pt x="1722531" y="75627"/>
                </a:cubicBezTo>
                <a:cubicBezTo>
                  <a:pt x="1722531" y="97008"/>
                  <a:pt x="1734674" y="110693"/>
                  <a:pt x="1753431" y="110693"/>
                </a:cubicBezTo>
                <a:cubicBezTo>
                  <a:pt x="1762654" y="110693"/>
                  <a:pt x="1769879" y="107620"/>
                  <a:pt x="1776027" y="99778"/>
                </a:cubicBezTo>
                <a:lnTo>
                  <a:pt x="1773107" y="96546"/>
                </a:lnTo>
                <a:lnTo>
                  <a:pt x="1772492" y="96546"/>
                </a:lnTo>
                <a:cubicBezTo>
                  <a:pt x="1766651" y="101777"/>
                  <a:pt x="1761763" y="103008"/>
                  <a:pt x="1756044" y="103008"/>
                </a:cubicBezTo>
                <a:cubicBezTo>
                  <a:pt x="1744822" y="103008"/>
                  <a:pt x="1736058" y="92856"/>
                  <a:pt x="1736058" y="74857"/>
                </a:cubicBezTo>
                <a:cubicBezTo>
                  <a:pt x="1736058" y="57937"/>
                  <a:pt x="1744974" y="47785"/>
                  <a:pt x="1755122" y="47785"/>
                </a:cubicBezTo>
                <a:close/>
                <a:moveTo>
                  <a:pt x="1786943" y="42836"/>
                </a:moveTo>
                <a:cubicBezTo>
                  <a:pt x="1793061" y="56488"/>
                  <a:pt x="1811324" y="96147"/>
                  <a:pt x="1816766" y="110779"/>
                </a:cubicBezTo>
                <a:cubicBezTo>
                  <a:pt x="1811845" y="122248"/>
                  <a:pt x="1805573" y="134084"/>
                  <a:pt x="1798625" y="145672"/>
                </a:cubicBezTo>
                <a:cubicBezTo>
                  <a:pt x="1800163" y="145212"/>
                  <a:pt x="1802469" y="144905"/>
                  <a:pt x="1804006" y="144905"/>
                </a:cubicBezTo>
                <a:cubicBezTo>
                  <a:pt x="1805542" y="144905"/>
                  <a:pt x="1810001" y="145212"/>
                  <a:pt x="1811538" y="145672"/>
                </a:cubicBezTo>
                <a:cubicBezTo>
                  <a:pt x="1817381" y="126458"/>
                  <a:pt x="1851047" y="53136"/>
                  <a:pt x="1856120" y="42836"/>
                </a:cubicBezTo>
                <a:cubicBezTo>
                  <a:pt x="1854582" y="43298"/>
                  <a:pt x="1851047" y="43298"/>
                  <a:pt x="1849510" y="43298"/>
                </a:cubicBezTo>
                <a:cubicBezTo>
                  <a:pt x="1847971" y="43298"/>
                  <a:pt x="1845051" y="43298"/>
                  <a:pt x="1843515" y="42836"/>
                </a:cubicBezTo>
                <a:cubicBezTo>
                  <a:pt x="1837981" y="60208"/>
                  <a:pt x="1830784" y="79851"/>
                  <a:pt x="1823344" y="95776"/>
                </a:cubicBezTo>
                <a:lnTo>
                  <a:pt x="1823036" y="95776"/>
                </a:lnTo>
                <a:cubicBezTo>
                  <a:pt x="1815474" y="77484"/>
                  <a:pt x="1808219" y="60391"/>
                  <a:pt x="1802469" y="42838"/>
                </a:cubicBezTo>
                <a:cubicBezTo>
                  <a:pt x="1800471" y="43298"/>
                  <a:pt x="1797088" y="43298"/>
                  <a:pt x="1794935" y="43298"/>
                </a:cubicBezTo>
                <a:cubicBezTo>
                  <a:pt x="1792936" y="43298"/>
                  <a:pt x="1789094" y="43298"/>
                  <a:pt x="1786943" y="42838"/>
                </a:cubicBezTo>
                <a:lnTo>
                  <a:pt x="1786943" y="42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□restrictiveness">
            <a:extLst xmlns:a="http://schemas.openxmlformats.org/drawingml/2006/main">
              <a:ext uri="{FF2B5EF4-FFF2-40B4-BE49-F238E27FC236}">
                <a16:creationId xmlns:a16="http://schemas.microsoft.com/office/drawing/2014/main" id="{2A1BF0A2-8D92-4E79-9C6A-F38DF08E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260" y="866997"/>
            <a:ext cx="1022909" cy="101185"/>
          </a:xfrm>
          <a:custGeom xmlns:a="http://schemas.openxmlformats.org/drawingml/2006/main">
            <a:pathLst>
              <a:path w="1022909" h="101185">
                <a:moveTo>
                  <a:pt x="79018" y="99684"/>
                </a:moveTo>
                <a:lnTo>
                  <a:pt x="79018" y="20666"/>
                </a:lnTo>
                <a:lnTo>
                  <a:pt x="0" y="20666"/>
                </a:lnTo>
                <a:lnTo>
                  <a:pt x="0" y="99684"/>
                </a:lnTo>
                <a:lnTo>
                  <a:pt x="79018" y="99684"/>
                </a:lnTo>
                <a:moveTo>
                  <a:pt x="70409" y="91075"/>
                </a:moveTo>
                <a:lnTo>
                  <a:pt x="8609" y="91075"/>
                </a:lnTo>
                <a:lnTo>
                  <a:pt x="8609" y="29275"/>
                </a:lnTo>
                <a:lnTo>
                  <a:pt x="70409" y="29275"/>
                </a:lnTo>
                <a:lnTo>
                  <a:pt x="70409" y="91075"/>
                </a:lnTo>
                <a:close/>
                <a:moveTo>
                  <a:pt x="152495" y="48275"/>
                </a:moveTo>
                <a:lnTo>
                  <a:pt x="152495" y="34280"/>
                </a:lnTo>
                <a:cubicBezTo>
                  <a:pt x="152495" y="33082"/>
                  <a:pt x="152310" y="32744"/>
                  <a:pt x="151573" y="32744"/>
                </a:cubicBezTo>
                <a:cubicBezTo>
                  <a:pt x="148130" y="33419"/>
                  <a:pt x="142627" y="33541"/>
                  <a:pt x="139120" y="33204"/>
                </a:cubicBezTo>
                <a:lnTo>
                  <a:pt x="138813" y="33666"/>
                </a:lnTo>
                <a:cubicBezTo>
                  <a:pt x="139889" y="40306"/>
                  <a:pt x="140197" y="51969"/>
                  <a:pt x="140197" y="63510"/>
                </a:cubicBezTo>
                <a:lnTo>
                  <a:pt x="140197" y="71974"/>
                </a:lnTo>
                <a:cubicBezTo>
                  <a:pt x="140197" y="83515"/>
                  <a:pt x="140014" y="91394"/>
                  <a:pt x="138813" y="99674"/>
                </a:cubicBezTo>
                <a:lnTo>
                  <a:pt x="139120" y="100134"/>
                </a:lnTo>
                <a:cubicBezTo>
                  <a:pt x="140966" y="99827"/>
                  <a:pt x="144501" y="99674"/>
                  <a:pt x="146347" y="99674"/>
                </a:cubicBezTo>
                <a:cubicBezTo>
                  <a:pt x="148191" y="99674"/>
                  <a:pt x="151726" y="99827"/>
                  <a:pt x="153572" y="100134"/>
                </a:cubicBezTo>
                <a:lnTo>
                  <a:pt x="153879" y="99674"/>
                </a:lnTo>
                <a:cubicBezTo>
                  <a:pt x="152742" y="90901"/>
                  <a:pt x="152495" y="83669"/>
                  <a:pt x="152495" y="71974"/>
                </a:cubicBezTo>
                <a:lnTo>
                  <a:pt x="152495" y="63972"/>
                </a:lnTo>
                <a:cubicBezTo>
                  <a:pt x="152495" y="57508"/>
                  <a:pt x="154433" y="53815"/>
                  <a:pt x="157722" y="48737"/>
                </a:cubicBezTo>
                <a:cubicBezTo>
                  <a:pt x="159966" y="45322"/>
                  <a:pt x="163410" y="43351"/>
                  <a:pt x="166330" y="43351"/>
                </a:cubicBezTo>
                <a:cubicBezTo>
                  <a:pt x="169406" y="43351"/>
                  <a:pt x="172326" y="43658"/>
                  <a:pt x="174325" y="45505"/>
                </a:cubicBezTo>
                <a:lnTo>
                  <a:pt x="175554" y="45197"/>
                </a:lnTo>
                <a:lnTo>
                  <a:pt x="178629" y="33818"/>
                </a:lnTo>
                <a:lnTo>
                  <a:pt x="178014" y="33204"/>
                </a:lnTo>
                <a:cubicBezTo>
                  <a:pt x="175401" y="32437"/>
                  <a:pt x="175246" y="32127"/>
                  <a:pt x="172481" y="32127"/>
                </a:cubicBezTo>
                <a:cubicBezTo>
                  <a:pt x="164179" y="32127"/>
                  <a:pt x="159720" y="36893"/>
                  <a:pt x="152957" y="48582"/>
                </a:cubicBezTo>
                <a:lnTo>
                  <a:pt x="152495" y="48275"/>
                </a:lnTo>
                <a:close/>
                <a:moveTo>
                  <a:pt x="199384" y="57655"/>
                </a:moveTo>
                <a:cubicBezTo>
                  <a:pt x="201997" y="41660"/>
                  <a:pt x="212082" y="38277"/>
                  <a:pt x="216909" y="38277"/>
                </a:cubicBezTo>
                <a:cubicBezTo>
                  <a:pt x="222996" y="38277"/>
                  <a:pt x="229822" y="43968"/>
                  <a:pt x="229822" y="55502"/>
                </a:cubicBezTo>
                <a:cubicBezTo>
                  <a:pt x="229822" y="56886"/>
                  <a:pt x="229208" y="57655"/>
                  <a:pt x="227669" y="57655"/>
                </a:cubicBezTo>
                <a:lnTo>
                  <a:pt x="199384" y="57655"/>
                </a:lnTo>
                <a:moveTo>
                  <a:pt x="240430" y="83653"/>
                </a:moveTo>
                <a:cubicBezTo>
                  <a:pt x="235049" y="89501"/>
                  <a:pt x="227824" y="92116"/>
                  <a:pt x="219367" y="92116"/>
                </a:cubicBezTo>
                <a:cubicBezTo>
                  <a:pt x="214111" y="92116"/>
                  <a:pt x="206855" y="90115"/>
                  <a:pt x="202612" y="83346"/>
                </a:cubicBezTo>
                <a:cubicBezTo>
                  <a:pt x="199905" y="79037"/>
                  <a:pt x="198922" y="72759"/>
                  <a:pt x="198922" y="63804"/>
                </a:cubicBezTo>
                <a:lnTo>
                  <a:pt x="240737" y="63804"/>
                </a:lnTo>
                <a:cubicBezTo>
                  <a:pt x="242428" y="63804"/>
                  <a:pt x="243503" y="62882"/>
                  <a:pt x="243503" y="61190"/>
                </a:cubicBezTo>
                <a:cubicBezTo>
                  <a:pt x="243503" y="48275"/>
                  <a:pt x="237200" y="32127"/>
                  <a:pt x="216909" y="32127"/>
                </a:cubicBezTo>
                <a:cubicBezTo>
                  <a:pt x="201073" y="32127"/>
                  <a:pt x="185394" y="44890"/>
                  <a:pt x="185394" y="67498"/>
                </a:cubicBezTo>
                <a:cubicBezTo>
                  <a:pt x="185394" y="76236"/>
                  <a:pt x="187177" y="84854"/>
                  <a:pt x="192312" y="91040"/>
                </a:cubicBezTo>
                <a:cubicBezTo>
                  <a:pt x="197599" y="97404"/>
                  <a:pt x="206393" y="101185"/>
                  <a:pt x="216754" y="101185"/>
                </a:cubicBezTo>
                <a:cubicBezTo>
                  <a:pt x="227824" y="101185"/>
                  <a:pt x="237662" y="95499"/>
                  <a:pt x="243503" y="87500"/>
                </a:cubicBezTo>
                <a:lnTo>
                  <a:pt x="240430" y="83653"/>
                </a:lnTo>
                <a:close/>
                <a:moveTo>
                  <a:pt x="257492" y="84115"/>
                </a:moveTo>
                <a:lnTo>
                  <a:pt x="254879" y="97035"/>
                </a:lnTo>
                <a:cubicBezTo>
                  <a:pt x="263642" y="100111"/>
                  <a:pt x="272251" y="101185"/>
                  <a:pt x="278092" y="101185"/>
                </a:cubicBezTo>
                <a:cubicBezTo>
                  <a:pt x="299307" y="101185"/>
                  <a:pt x="304226" y="88577"/>
                  <a:pt x="304226" y="80116"/>
                </a:cubicBezTo>
                <a:cubicBezTo>
                  <a:pt x="304226" y="67503"/>
                  <a:pt x="294233" y="62581"/>
                  <a:pt x="283318" y="59966"/>
                </a:cubicBezTo>
                <a:cubicBezTo>
                  <a:pt x="277508" y="58582"/>
                  <a:pt x="269024" y="55659"/>
                  <a:pt x="269024" y="47968"/>
                </a:cubicBezTo>
                <a:cubicBezTo>
                  <a:pt x="269024" y="41660"/>
                  <a:pt x="274095" y="38277"/>
                  <a:pt x="280705" y="38277"/>
                </a:cubicBezTo>
                <a:cubicBezTo>
                  <a:pt x="288699" y="38277"/>
                  <a:pt x="293618" y="44583"/>
                  <a:pt x="297156" y="48737"/>
                </a:cubicBezTo>
                <a:lnTo>
                  <a:pt x="299307" y="48582"/>
                </a:lnTo>
                <a:lnTo>
                  <a:pt x="302382" y="37201"/>
                </a:lnTo>
                <a:lnTo>
                  <a:pt x="302075" y="36741"/>
                </a:lnTo>
                <a:cubicBezTo>
                  <a:pt x="297615" y="34435"/>
                  <a:pt x="289162" y="32127"/>
                  <a:pt x="281320" y="32127"/>
                </a:cubicBezTo>
                <a:cubicBezTo>
                  <a:pt x="269945" y="32127"/>
                  <a:pt x="258107" y="38123"/>
                  <a:pt x="258107" y="50890"/>
                </a:cubicBezTo>
                <a:cubicBezTo>
                  <a:pt x="258107" y="63196"/>
                  <a:pt x="267302" y="67256"/>
                  <a:pt x="276556" y="69811"/>
                </a:cubicBezTo>
                <a:cubicBezTo>
                  <a:pt x="285472" y="72272"/>
                  <a:pt x="292082" y="74732"/>
                  <a:pt x="292082" y="82269"/>
                </a:cubicBezTo>
                <a:cubicBezTo>
                  <a:pt x="292082" y="90423"/>
                  <a:pt x="286086" y="95037"/>
                  <a:pt x="277940" y="95037"/>
                </a:cubicBezTo>
                <a:cubicBezTo>
                  <a:pt x="270560" y="95037"/>
                  <a:pt x="264102" y="89961"/>
                  <a:pt x="259798" y="83963"/>
                </a:cubicBezTo>
                <a:lnTo>
                  <a:pt x="257492" y="84115"/>
                </a:lnTo>
                <a:close/>
                <a:moveTo>
                  <a:pt x="325286" y="33778"/>
                </a:moveTo>
                <a:cubicBezTo>
                  <a:pt x="322149" y="33778"/>
                  <a:pt x="318891" y="33717"/>
                  <a:pt x="316984" y="33471"/>
                </a:cubicBezTo>
                <a:cubicBezTo>
                  <a:pt x="315940" y="35993"/>
                  <a:pt x="315110" y="37468"/>
                  <a:pt x="313604" y="39774"/>
                </a:cubicBezTo>
                <a:lnTo>
                  <a:pt x="314371" y="40851"/>
                </a:lnTo>
                <a:cubicBezTo>
                  <a:pt x="317017" y="40665"/>
                  <a:pt x="321781" y="40574"/>
                  <a:pt x="325286" y="40543"/>
                </a:cubicBezTo>
                <a:lnTo>
                  <a:pt x="325286" y="61575"/>
                </a:lnTo>
                <a:cubicBezTo>
                  <a:pt x="325286" y="70787"/>
                  <a:pt x="324826" y="81842"/>
                  <a:pt x="324826" y="86447"/>
                </a:cubicBezTo>
                <a:cubicBezTo>
                  <a:pt x="324826" y="96430"/>
                  <a:pt x="331281" y="101185"/>
                  <a:pt x="338354" y="101185"/>
                </a:cubicBezTo>
                <a:cubicBezTo>
                  <a:pt x="344811" y="101185"/>
                  <a:pt x="349730" y="99651"/>
                  <a:pt x="356186" y="95511"/>
                </a:cubicBezTo>
                <a:lnTo>
                  <a:pt x="354312" y="91727"/>
                </a:lnTo>
                <a:cubicBezTo>
                  <a:pt x="349576" y="93357"/>
                  <a:pt x="346041" y="93512"/>
                  <a:pt x="342196" y="92897"/>
                </a:cubicBezTo>
                <a:cubicBezTo>
                  <a:pt x="338539" y="92313"/>
                  <a:pt x="337125" y="88626"/>
                  <a:pt x="337125" y="80306"/>
                </a:cubicBezTo>
                <a:cubicBezTo>
                  <a:pt x="337125" y="75701"/>
                  <a:pt x="337584" y="69098"/>
                  <a:pt x="337584" y="59889"/>
                </a:cubicBezTo>
                <a:lnTo>
                  <a:pt x="337584" y="40543"/>
                </a:lnTo>
                <a:lnTo>
                  <a:pt x="343427" y="40543"/>
                </a:lnTo>
                <a:cubicBezTo>
                  <a:pt x="347117" y="40543"/>
                  <a:pt x="352466" y="40665"/>
                  <a:pt x="354495" y="40851"/>
                </a:cubicBezTo>
                <a:cubicBezTo>
                  <a:pt x="354957" y="38392"/>
                  <a:pt x="355419" y="36823"/>
                  <a:pt x="356341" y="34548"/>
                </a:cubicBezTo>
                <a:lnTo>
                  <a:pt x="355571" y="33471"/>
                </a:lnTo>
                <a:cubicBezTo>
                  <a:pt x="352803" y="33595"/>
                  <a:pt x="348346" y="33778"/>
                  <a:pt x="344811" y="33778"/>
                </a:cubicBezTo>
                <a:lnTo>
                  <a:pt x="337584" y="33778"/>
                </a:lnTo>
                <a:cubicBezTo>
                  <a:pt x="337584" y="22280"/>
                  <a:pt x="337678" y="20251"/>
                  <a:pt x="338354" y="11335"/>
                </a:cubicBezTo>
                <a:cubicBezTo>
                  <a:pt x="338354" y="10227"/>
                  <a:pt x="337924" y="9798"/>
                  <a:pt x="336970" y="9798"/>
                </a:cubicBezTo>
                <a:cubicBezTo>
                  <a:pt x="333127" y="11335"/>
                  <a:pt x="331220" y="12965"/>
                  <a:pt x="326210" y="13640"/>
                </a:cubicBezTo>
                <a:lnTo>
                  <a:pt x="325903" y="14102"/>
                </a:lnTo>
                <a:cubicBezTo>
                  <a:pt x="325595" y="19453"/>
                  <a:pt x="325286" y="24862"/>
                  <a:pt x="325286" y="33778"/>
                </a:cubicBezTo>
                <a:close/>
                <a:moveTo>
                  <a:pt x="388624" y="48275"/>
                </a:moveTo>
                <a:lnTo>
                  <a:pt x="388624" y="34280"/>
                </a:lnTo>
                <a:cubicBezTo>
                  <a:pt x="388624" y="33082"/>
                  <a:pt x="388438" y="32744"/>
                  <a:pt x="387702" y="32744"/>
                </a:cubicBezTo>
                <a:cubicBezTo>
                  <a:pt x="384258" y="33419"/>
                  <a:pt x="378755" y="33541"/>
                  <a:pt x="375248" y="33204"/>
                </a:cubicBezTo>
                <a:lnTo>
                  <a:pt x="374941" y="33666"/>
                </a:lnTo>
                <a:cubicBezTo>
                  <a:pt x="376018" y="40306"/>
                  <a:pt x="376325" y="51969"/>
                  <a:pt x="376325" y="63510"/>
                </a:cubicBezTo>
                <a:lnTo>
                  <a:pt x="376325" y="71974"/>
                </a:lnTo>
                <a:cubicBezTo>
                  <a:pt x="376325" y="83515"/>
                  <a:pt x="376142" y="91394"/>
                  <a:pt x="374941" y="99674"/>
                </a:cubicBezTo>
                <a:lnTo>
                  <a:pt x="375248" y="100134"/>
                </a:lnTo>
                <a:cubicBezTo>
                  <a:pt x="377094" y="99827"/>
                  <a:pt x="380629" y="99674"/>
                  <a:pt x="382475" y="99674"/>
                </a:cubicBezTo>
                <a:cubicBezTo>
                  <a:pt x="384319" y="99674"/>
                  <a:pt x="387854" y="99827"/>
                  <a:pt x="389700" y="100134"/>
                </a:cubicBezTo>
                <a:lnTo>
                  <a:pt x="390008" y="99674"/>
                </a:lnTo>
                <a:cubicBezTo>
                  <a:pt x="388870" y="90901"/>
                  <a:pt x="388624" y="83669"/>
                  <a:pt x="388624" y="71974"/>
                </a:cubicBezTo>
                <a:lnTo>
                  <a:pt x="388624" y="63972"/>
                </a:lnTo>
                <a:cubicBezTo>
                  <a:pt x="388624" y="57508"/>
                  <a:pt x="390561" y="53815"/>
                  <a:pt x="393850" y="48737"/>
                </a:cubicBezTo>
                <a:cubicBezTo>
                  <a:pt x="396095" y="45322"/>
                  <a:pt x="399538" y="43351"/>
                  <a:pt x="402459" y="43351"/>
                </a:cubicBezTo>
                <a:cubicBezTo>
                  <a:pt x="405534" y="43351"/>
                  <a:pt x="408454" y="43658"/>
                  <a:pt x="410453" y="45505"/>
                </a:cubicBezTo>
                <a:lnTo>
                  <a:pt x="411682" y="45197"/>
                </a:lnTo>
                <a:lnTo>
                  <a:pt x="414757" y="33818"/>
                </a:lnTo>
                <a:lnTo>
                  <a:pt x="414143" y="33204"/>
                </a:lnTo>
                <a:cubicBezTo>
                  <a:pt x="411530" y="32437"/>
                  <a:pt x="411375" y="32127"/>
                  <a:pt x="408609" y="32127"/>
                </a:cubicBezTo>
                <a:cubicBezTo>
                  <a:pt x="400308" y="32127"/>
                  <a:pt x="395848" y="36893"/>
                  <a:pt x="389086" y="48582"/>
                </a:cubicBezTo>
                <a:lnTo>
                  <a:pt x="388624" y="48275"/>
                </a:lnTo>
                <a:close/>
                <a:moveTo>
                  <a:pt x="429821" y="7842"/>
                </a:moveTo>
                <a:cubicBezTo>
                  <a:pt x="429821" y="11991"/>
                  <a:pt x="433511" y="15681"/>
                  <a:pt x="437663" y="15681"/>
                </a:cubicBezTo>
                <a:cubicBezTo>
                  <a:pt x="441813" y="15681"/>
                  <a:pt x="445503" y="11991"/>
                  <a:pt x="445503" y="7842"/>
                </a:cubicBezTo>
                <a:cubicBezTo>
                  <a:pt x="445503" y="3690"/>
                  <a:pt x="441813" y="0"/>
                  <a:pt x="437663" y="0"/>
                </a:cubicBezTo>
                <a:cubicBezTo>
                  <a:pt x="433511" y="0"/>
                  <a:pt x="429821" y="3690"/>
                  <a:pt x="429821" y="7842"/>
                </a:cubicBezTo>
                <a:moveTo>
                  <a:pt x="431360" y="63585"/>
                </a:moveTo>
                <a:lnTo>
                  <a:pt x="431360" y="72032"/>
                </a:lnTo>
                <a:cubicBezTo>
                  <a:pt x="431360" y="83550"/>
                  <a:pt x="431083" y="91382"/>
                  <a:pt x="429976" y="99674"/>
                </a:cubicBezTo>
                <a:lnTo>
                  <a:pt x="430284" y="100134"/>
                </a:lnTo>
                <a:cubicBezTo>
                  <a:pt x="432127" y="99829"/>
                  <a:pt x="435665" y="99674"/>
                  <a:pt x="437508" y="99674"/>
                </a:cubicBezTo>
                <a:cubicBezTo>
                  <a:pt x="439354" y="99674"/>
                  <a:pt x="442889" y="99829"/>
                  <a:pt x="444733" y="100134"/>
                </a:cubicBezTo>
                <a:lnTo>
                  <a:pt x="445040" y="99674"/>
                </a:lnTo>
                <a:cubicBezTo>
                  <a:pt x="443936" y="90953"/>
                  <a:pt x="443659" y="83702"/>
                  <a:pt x="443659" y="72032"/>
                </a:cubicBezTo>
                <a:lnTo>
                  <a:pt x="443659" y="61129"/>
                </a:lnTo>
                <a:cubicBezTo>
                  <a:pt x="443659" y="49612"/>
                  <a:pt x="444058" y="44083"/>
                  <a:pt x="445040" y="34714"/>
                </a:cubicBezTo>
                <a:cubicBezTo>
                  <a:pt x="445040" y="33333"/>
                  <a:pt x="444857" y="33178"/>
                  <a:pt x="443659" y="33178"/>
                </a:cubicBezTo>
                <a:cubicBezTo>
                  <a:pt x="440152" y="33518"/>
                  <a:pt x="433542" y="33609"/>
                  <a:pt x="430284" y="33333"/>
                </a:cubicBezTo>
                <a:lnTo>
                  <a:pt x="429976" y="33792"/>
                </a:lnTo>
                <a:cubicBezTo>
                  <a:pt x="430929" y="40365"/>
                  <a:pt x="431360" y="52068"/>
                  <a:pt x="431360" y="63585"/>
                </a:cubicBezTo>
                <a:close/>
                <a:moveTo>
                  <a:pt x="495927" y="38277"/>
                </a:moveTo>
                <a:cubicBezTo>
                  <a:pt x="501860" y="38277"/>
                  <a:pt x="507241" y="42645"/>
                  <a:pt x="511299" y="49659"/>
                </a:cubicBezTo>
                <a:lnTo>
                  <a:pt x="513297" y="49506"/>
                </a:lnTo>
                <a:lnTo>
                  <a:pt x="516832" y="36893"/>
                </a:lnTo>
                <a:lnTo>
                  <a:pt x="516525" y="36434"/>
                </a:lnTo>
                <a:cubicBezTo>
                  <a:pt x="511761" y="33973"/>
                  <a:pt x="503767" y="32127"/>
                  <a:pt x="496080" y="32127"/>
                </a:cubicBezTo>
                <a:cubicBezTo>
                  <a:pt x="480091" y="32127"/>
                  <a:pt x="463336" y="45200"/>
                  <a:pt x="463336" y="66119"/>
                </a:cubicBezTo>
                <a:cubicBezTo>
                  <a:pt x="463336" y="87500"/>
                  <a:pt x="475480" y="101185"/>
                  <a:pt x="494236" y="101185"/>
                </a:cubicBezTo>
                <a:cubicBezTo>
                  <a:pt x="503459" y="101185"/>
                  <a:pt x="510684" y="98112"/>
                  <a:pt x="516832" y="90270"/>
                </a:cubicBezTo>
                <a:lnTo>
                  <a:pt x="513912" y="87038"/>
                </a:lnTo>
                <a:lnTo>
                  <a:pt x="513297" y="87038"/>
                </a:lnTo>
                <a:cubicBezTo>
                  <a:pt x="507457" y="92269"/>
                  <a:pt x="502568" y="93500"/>
                  <a:pt x="496849" y="93500"/>
                </a:cubicBezTo>
                <a:cubicBezTo>
                  <a:pt x="485627" y="93500"/>
                  <a:pt x="476864" y="83348"/>
                  <a:pt x="476864" y="65349"/>
                </a:cubicBezTo>
                <a:cubicBezTo>
                  <a:pt x="476864" y="48430"/>
                  <a:pt x="485780" y="38277"/>
                  <a:pt x="495927" y="38277"/>
                </a:cubicBezTo>
                <a:close/>
                <a:moveTo>
                  <a:pt x="538047" y="33778"/>
                </a:moveTo>
                <a:cubicBezTo>
                  <a:pt x="534911" y="33778"/>
                  <a:pt x="531652" y="33717"/>
                  <a:pt x="529745" y="33471"/>
                </a:cubicBezTo>
                <a:cubicBezTo>
                  <a:pt x="528702" y="35993"/>
                  <a:pt x="527871" y="37468"/>
                  <a:pt x="526365" y="39774"/>
                </a:cubicBezTo>
                <a:lnTo>
                  <a:pt x="527132" y="40851"/>
                </a:lnTo>
                <a:cubicBezTo>
                  <a:pt x="529778" y="40665"/>
                  <a:pt x="534542" y="40574"/>
                  <a:pt x="538047" y="40543"/>
                </a:cubicBezTo>
                <a:lnTo>
                  <a:pt x="538047" y="61575"/>
                </a:lnTo>
                <a:cubicBezTo>
                  <a:pt x="538047" y="70787"/>
                  <a:pt x="537587" y="81842"/>
                  <a:pt x="537587" y="86447"/>
                </a:cubicBezTo>
                <a:cubicBezTo>
                  <a:pt x="537587" y="96430"/>
                  <a:pt x="544043" y="101185"/>
                  <a:pt x="551115" y="101185"/>
                </a:cubicBezTo>
                <a:cubicBezTo>
                  <a:pt x="557573" y="101185"/>
                  <a:pt x="562492" y="99651"/>
                  <a:pt x="568947" y="95511"/>
                </a:cubicBezTo>
                <a:lnTo>
                  <a:pt x="567073" y="91727"/>
                </a:lnTo>
                <a:cubicBezTo>
                  <a:pt x="562337" y="93357"/>
                  <a:pt x="558802" y="93512"/>
                  <a:pt x="554957" y="92897"/>
                </a:cubicBezTo>
                <a:cubicBezTo>
                  <a:pt x="551300" y="92313"/>
                  <a:pt x="549886" y="88626"/>
                  <a:pt x="549886" y="80306"/>
                </a:cubicBezTo>
                <a:cubicBezTo>
                  <a:pt x="549886" y="75701"/>
                  <a:pt x="550345" y="69098"/>
                  <a:pt x="550345" y="59889"/>
                </a:cubicBezTo>
                <a:lnTo>
                  <a:pt x="550345" y="40543"/>
                </a:lnTo>
                <a:lnTo>
                  <a:pt x="556189" y="40543"/>
                </a:lnTo>
                <a:cubicBezTo>
                  <a:pt x="559878" y="40543"/>
                  <a:pt x="565227" y="40665"/>
                  <a:pt x="567256" y="40851"/>
                </a:cubicBezTo>
                <a:cubicBezTo>
                  <a:pt x="567718" y="38392"/>
                  <a:pt x="568180" y="36823"/>
                  <a:pt x="569102" y="34548"/>
                </a:cubicBezTo>
                <a:lnTo>
                  <a:pt x="568332" y="33471"/>
                </a:lnTo>
                <a:cubicBezTo>
                  <a:pt x="565564" y="33595"/>
                  <a:pt x="561108" y="33778"/>
                  <a:pt x="557573" y="33778"/>
                </a:cubicBezTo>
                <a:lnTo>
                  <a:pt x="550345" y="33778"/>
                </a:lnTo>
                <a:cubicBezTo>
                  <a:pt x="550345" y="22280"/>
                  <a:pt x="550439" y="20251"/>
                  <a:pt x="551115" y="11335"/>
                </a:cubicBezTo>
                <a:cubicBezTo>
                  <a:pt x="551115" y="10227"/>
                  <a:pt x="550686" y="9798"/>
                  <a:pt x="549731" y="9798"/>
                </a:cubicBezTo>
                <a:cubicBezTo>
                  <a:pt x="545889" y="11335"/>
                  <a:pt x="543982" y="12965"/>
                  <a:pt x="538971" y="13640"/>
                </a:cubicBezTo>
                <a:lnTo>
                  <a:pt x="538664" y="14102"/>
                </a:lnTo>
                <a:cubicBezTo>
                  <a:pt x="538356" y="19453"/>
                  <a:pt x="538047" y="24862"/>
                  <a:pt x="538047" y="33778"/>
                </a:cubicBezTo>
                <a:close/>
                <a:moveTo>
                  <a:pt x="588009" y="7842"/>
                </a:moveTo>
                <a:cubicBezTo>
                  <a:pt x="588009" y="11991"/>
                  <a:pt x="591699" y="15681"/>
                  <a:pt x="595851" y="15681"/>
                </a:cubicBezTo>
                <a:cubicBezTo>
                  <a:pt x="600001" y="15681"/>
                  <a:pt x="603690" y="11991"/>
                  <a:pt x="603690" y="7842"/>
                </a:cubicBezTo>
                <a:cubicBezTo>
                  <a:pt x="603690" y="3690"/>
                  <a:pt x="600001" y="0"/>
                  <a:pt x="595851" y="0"/>
                </a:cubicBezTo>
                <a:cubicBezTo>
                  <a:pt x="591699" y="0"/>
                  <a:pt x="588009" y="3690"/>
                  <a:pt x="588009" y="7842"/>
                </a:cubicBezTo>
                <a:moveTo>
                  <a:pt x="589548" y="63585"/>
                </a:moveTo>
                <a:lnTo>
                  <a:pt x="589548" y="72032"/>
                </a:lnTo>
                <a:cubicBezTo>
                  <a:pt x="589548" y="83550"/>
                  <a:pt x="589271" y="91382"/>
                  <a:pt x="588164" y="99674"/>
                </a:cubicBezTo>
                <a:lnTo>
                  <a:pt x="588471" y="100134"/>
                </a:lnTo>
                <a:cubicBezTo>
                  <a:pt x="590315" y="99829"/>
                  <a:pt x="593852" y="99674"/>
                  <a:pt x="595696" y="99674"/>
                </a:cubicBezTo>
                <a:cubicBezTo>
                  <a:pt x="597542" y="99674"/>
                  <a:pt x="601077" y="99829"/>
                  <a:pt x="602921" y="100134"/>
                </a:cubicBezTo>
                <a:lnTo>
                  <a:pt x="603228" y="99674"/>
                </a:lnTo>
                <a:cubicBezTo>
                  <a:pt x="602123" y="90953"/>
                  <a:pt x="601847" y="83702"/>
                  <a:pt x="601847" y="72032"/>
                </a:cubicBezTo>
                <a:lnTo>
                  <a:pt x="601847" y="61129"/>
                </a:lnTo>
                <a:cubicBezTo>
                  <a:pt x="601847" y="49612"/>
                  <a:pt x="602245" y="44083"/>
                  <a:pt x="603228" y="34714"/>
                </a:cubicBezTo>
                <a:cubicBezTo>
                  <a:pt x="603228" y="33333"/>
                  <a:pt x="603045" y="33178"/>
                  <a:pt x="601847" y="33178"/>
                </a:cubicBezTo>
                <a:cubicBezTo>
                  <a:pt x="598340" y="33518"/>
                  <a:pt x="591730" y="33609"/>
                  <a:pt x="588471" y="33333"/>
                </a:cubicBezTo>
                <a:lnTo>
                  <a:pt x="588164" y="33792"/>
                </a:lnTo>
                <a:cubicBezTo>
                  <a:pt x="589116" y="40365"/>
                  <a:pt x="589548" y="52068"/>
                  <a:pt x="589548" y="63585"/>
                </a:cubicBezTo>
                <a:close/>
                <a:moveTo>
                  <a:pt x="646735" y="100134"/>
                </a:moveTo>
                <a:cubicBezTo>
                  <a:pt x="648271" y="99674"/>
                  <a:pt x="649963" y="99674"/>
                  <a:pt x="651499" y="99674"/>
                </a:cubicBezTo>
                <a:cubicBezTo>
                  <a:pt x="653038" y="99674"/>
                  <a:pt x="654729" y="99674"/>
                  <a:pt x="656113" y="100134"/>
                </a:cubicBezTo>
                <a:cubicBezTo>
                  <a:pt x="664105" y="77714"/>
                  <a:pt x="673638" y="55905"/>
                  <a:pt x="683628" y="33328"/>
                </a:cubicBezTo>
                <a:cubicBezTo>
                  <a:pt x="682247" y="33790"/>
                  <a:pt x="679324" y="33790"/>
                  <a:pt x="677788" y="33790"/>
                </a:cubicBezTo>
                <a:cubicBezTo>
                  <a:pt x="676251" y="33790"/>
                  <a:pt x="673945" y="33790"/>
                  <a:pt x="672561" y="33328"/>
                </a:cubicBezTo>
                <a:cubicBezTo>
                  <a:pt x="666350" y="50684"/>
                  <a:pt x="661002" y="70770"/>
                  <a:pt x="653929" y="85823"/>
                </a:cubicBezTo>
                <a:lnTo>
                  <a:pt x="653622" y="85823"/>
                </a:lnTo>
                <a:cubicBezTo>
                  <a:pt x="645935" y="68253"/>
                  <a:pt x="640925" y="50928"/>
                  <a:pt x="635358" y="33328"/>
                </a:cubicBezTo>
                <a:cubicBezTo>
                  <a:pt x="633360" y="33790"/>
                  <a:pt x="629825" y="33790"/>
                  <a:pt x="627671" y="33790"/>
                </a:cubicBezTo>
                <a:cubicBezTo>
                  <a:pt x="625213" y="33790"/>
                  <a:pt x="621216" y="33790"/>
                  <a:pt x="618755" y="33328"/>
                </a:cubicBezTo>
                <a:cubicBezTo>
                  <a:pt x="629055" y="55905"/>
                  <a:pt x="638126" y="77714"/>
                  <a:pt x="646735" y="100134"/>
                </a:cubicBezTo>
                <a:close/>
                <a:moveTo>
                  <a:pt x="704692" y="57655"/>
                </a:moveTo>
                <a:cubicBezTo>
                  <a:pt x="707305" y="41660"/>
                  <a:pt x="717389" y="38277"/>
                  <a:pt x="722217" y="38277"/>
                </a:cubicBezTo>
                <a:cubicBezTo>
                  <a:pt x="728304" y="38277"/>
                  <a:pt x="735130" y="43968"/>
                  <a:pt x="735130" y="55502"/>
                </a:cubicBezTo>
                <a:cubicBezTo>
                  <a:pt x="735130" y="56886"/>
                  <a:pt x="734515" y="57655"/>
                  <a:pt x="732977" y="57655"/>
                </a:cubicBezTo>
                <a:lnTo>
                  <a:pt x="704692" y="57655"/>
                </a:lnTo>
                <a:moveTo>
                  <a:pt x="745737" y="83653"/>
                </a:moveTo>
                <a:cubicBezTo>
                  <a:pt x="740356" y="89501"/>
                  <a:pt x="733131" y="92116"/>
                  <a:pt x="724675" y="92116"/>
                </a:cubicBezTo>
                <a:cubicBezTo>
                  <a:pt x="719418" y="92116"/>
                  <a:pt x="712163" y="90115"/>
                  <a:pt x="707920" y="83346"/>
                </a:cubicBezTo>
                <a:cubicBezTo>
                  <a:pt x="705213" y="79037"/>
                  <a:pt x="704230" y="72759"/>
                  <a:pt x="704230" y="63804"/>
                </a:cubicBezTo>
                <a:lnTo>
                  <a:pt x="746045" y="63804"/>
                </a:lnTo>
                <a:cubicBezTo>
                  <a:pt x="747736" y="63804"/>
                  <a:pt x="748810" y="62882"/>
                  <a:pt x="748810" y="61190"/>
                </a:cubicBezTo>
                <a:cubicBezTo>
                  <a:pt x="748810" y="48275"/>
                  <a:pt x="742507" y="32127"/>
                  <a:pt x="722217" y="32127"/>
                </a:cubicBezTo>
                <a:cubicBezTo>
                  <a:pt x="706381" y="32127"/>
                  <a:pt x="690702" y="44890"/>
                  <a:pt x="690702" y="67498"/>
                </a:cubicBezTo>
                <a:cubicBezTo>
                  <a:pt x="690702" y="76236"/>
                  <a:pt x="692485" y="84854"/>
                  <a:pt x="697620" y="91040"/>
                </a:cubicBezTo>
                <a:cubicBezTo>
                  <a:pt x="702907" y="97404"/>
                  <a:pt x="711701" y="101185"/>
                  <a:pt x="722062" y="101185"/>
                </a:cubicBezTo>
                <a:cubicBezTo>
                  <a:pt x="733131" y="101185"/>
                  <a:pt x="742969" y="95499"/>
                  <a:pt x="748810" y="87500"/>
                </a:cubicBezTo>
                <a:lnTo>
                  <a:pt x="745737" y="83653"/>
                </a:lnTo>
                <a:close/>
                <a:moveTo>
                  <a:pt x="825828" y="71974"/>
                </a:moveTo>
                <a:cubicBezTo>
                  <a:pt x="825828" y="67050"/>
                  <a:pt x="826136" y="61357"/>
                  <a:pt x="826136" y="56433"/>
                </a:cubicBezTo>
                <a:cubicBezTo>
                  <a:pt x="826136" y="40428"/>
                  <a:pt x="820909" y="32127"/>
                  <a:pt x="807074" y="32127"/>
                </a:cubicBezTo>
                <a:cubicBezTo>
                  <a:pt x="801231" y="32127"/>
                  <a:pt x="790316" y="34435"/>
                  <a:pt x="780479" y="45969"/>
                </a:cubicBezTo>
                <a:lnTo>
                  <a:pt x="780171" y="45507"/>
                </a:lnTo>
                <a:lnTo>
                  <a:pt x="780171" y="34280"/>
                </a:lnTo>
                <a:cubicBezTo>
                  <a:pt x="780141" y="33082"/>
                  <a:pt x="779986" y="32744"/>
                  <a:pt x="779249" y="32744"/>
                </a:cubicBezTo>
                <a:cubicBezTo>
                  <a:pt x="775806" y="33419"/>
                  <a:pt x="770300" y="33541"/>
                  <a:pt x="766796" y="33204"/>
                </a:cubicBezTo>
                <a:lnTo>
                  <a:pt x="766489" y="33666"/>
                </a:lnTo>
                <a:cubicBezTo>
                  <a:pt x="767565" y="40306"/>
                  <a:pt x="767873" y="51969"/>
                  <a:pt x="767873" y="63510"/>
                </a:cubicBezTo>
                <a:lnTo>
                  <a:pt x="767873" y="71974"/>
                </a:lnTo>
                <a:cubicBezTo>
                  <a:pt x="767873" y="83517"/>
                  <a:pt x="767718" y="91363"/>
                  <a:pt x="766489" y="99674"/>
                </a:cubicBezTo>
                <a:lnTo>
                  <a:pt x="766796" y="100134"/>
                </a:lnTo>
                <a:cubicBezTo>
                  <a:pt x="768642" y="99827"/>
                  <a:pt x="772177" y="99674"/>
                  <a:pt x="774021" y="99674"/>
                </a:cubicBezTo>
                <a:cubicBezTo>
                  <a:pt x="775867" y="99674"/>
                  <a:pt x="779402" y="99827"/>
                  <a:pt x="781248" y="100134"/>
                </a:cubicBezTo>
                <a:lnTo>
                  <a:pt x="781555" y="99674"/>
                </a:lnTo>
                <a:cubicBezTo>
                  <a:pt x="780324" y="90901"/>
                  <a:pt x="780171" y="83669"/>
                  <a:pt x="780171" y="71974"/>
                </a:cubicBezTo>
                <a:lnTo>
                  <a:pt x="780171" y="53970"/>
                </a:lnTo>
                <a:cubicBezTo>
                  <a:pt x="788011" y="44738"/>
                  <a:pt x="796927" y="41353"/>
                  <a:pt x="802463" y="41353"/>
                </a:cubicBezTo>
                <a:cubicBezTo>
                  <a:pt x="810302" y="41353"/>
                  <a:pt x="813530" y="44430"/>
                  <a:pt x="813530" y="56893"/>
                </a:cubicBezTo>
                <a:lnTo>
                  <a:pt x="813530" y="71974"/>
                </a:lnTo>
                <a:cubicBezTo>
                  <a:pt x="813530" y="83517"/>
                  <a:pt x="813253" y="91394"/>
                  <a:pt x="812146" y="99674"/>
                </a:cubicBezTo>
                <a:lnTo>
                  <a:pt x="812453" y="100134"/>
                </a:lnTo>
                <a:cubicBezTo>
                  <a:pt x="814299" y="99827"/>
                  <a:pt x="817834" y="99674"/>
                  <a:pt x="819680" y="99674"/>
                </a:cubicBezTo>
                <a:cubicBezTo>
                  <a:pt x="821524" y="99674"/>
                  <a:pt x="825059" y="99827"/>
                  <a:pt x="826905" y="100134"/>
                </a:cubicBezTo>
                <a:lnTo>
                  <a:pt x="827212" y="99674"/>
                </a:lnTo>
                <a:cubicBezTo>
                  <a:pt x="826014" y="90901"/>
                  <a:pt x="825828" y="83669"/>
                  <a:pt x="825828" y="71974"/>
                </a:cubicBezTo>
                <a:close/>
                <a:moveTo>
                  <a:pt x="857191" y="57655"/>
                </a:moveTo>
                <a:cubicBezTo>
                  <a:pt x="859804" y="41660"/>
                  <a:pt x="869888" y="38277"/>
                  <a:pt x="874716" y="38277"/>
                </a:cubicBezTo>
                <a:cubicBezTo>
                  <a:pt x="880803" y="38277"/>
                  <a:pt x="887629" y="43968"/>
                  <a:pt x="887629" y="55502"/>
                </a:cubicBezTo>
                <a:cubicBezTo>
                  <a:pt x="887629" y="56886"/>
                  <a:pt x="887014" y="57655"/>
                  <a:pt x="885475" y="57655"/>
                </a:cubicBezTo>
                <a:lnTo>
                  <a:pt x="857191" y="57655"/>
                </a:lnTo>
                <a:moveTo>
                  <a:pt x="898236" y="83653"/>
                </a:moveTo>
                <a:cubicBezTo>
                  <a:pt x="892855" y="89501"/>
                  <a:pt x="885630" y="92116"/>
                  <a:pt x="877174" y="92116"/>
                </a:cubicBezTo>
                <a:cubicBezTo>
                  <a:pt x="871917" y="92116"/>
                  <a:pt x="864662" y="90115"/>
                  <a:pt x="860418" y="83346"/>
                </a:cubicBezTo>
                <a:cubicBezTo>
                  <a:pt x="857712" y="79037"/>
                  <a:pt x="856729" y="72759"/>
                  <a:pt x="856729" y="63804"/>
                </a:cubicBezTo>
                <a:lnTo>
                  <a:pt x="898543" y="63804"/>
                </a:lnTo>
                <a:cubicBezTo>
                  <a:pt x="900235" y="63804"/>
                  <a:pt x="901309" y="62882"/>
                  <a:pt x="901309" y="61190"/>
                </a:cubicBezTo>
                <a:cubicBezTo>
                  <a:pt x="901309" y="48275"/>
                  <a:pt x="895006" y="32127"/>
                  <a:pt x="874716" y="32127"/>
                </a:cubicBezTo>
                <a:cubicBezTo>
                  <a:pt x="858880" y="32127"/>
                  <a:pt x="843201" y="44890"/>
                  <a:pt x="843201" y="67498"/>
                </a:cubicBezTo>
                <a:cubicBezTo>
                  <a:pt x="843201" y="76236"/>
                  <a:pt x="844984" y="84854"/>
                  <a:pt x="850118" y="91040"/>
                </a:cubicBezTo>
                <a:cubicBezTo>
                  <a:pt x="855406" y="97404"/>
                  <a:pt x="864200" y="101185"/>
                  <a:pt x="874561" y="101185"/>
                </a:cubicBezTo>
                <a:cubicBezTo>
                  <a:pt x="885630" y="101185"/>
                  <a:pt x="895468" y="95499"/>
                  <a:pt x="901309" y="87500"/>
                </a:cubicBezTo>
                <a:lnTo>
                  <a:pt x="898236" y="83653"/>
                </a:lnTo>
                <a:close/>
                <a:moveTo>
                  <a:pt x="915298" y="84115"/>
                </a:moveTo>
                <a:lnTo>
                  <a:pt x="912685" y="97035"/>
                </a:lnTo>
                <a:cubicBezTo>
                  <a:pt x="921448" y="100111"/>
                  <a:pt x="930057" y="101185"/>
                  <a:pt x="935898" y="101185"/>
                </a:cubicBezTo>
                <a:cubicBezTo>
                  <a:pt x="957113" y="101185"/>
                  <a:pt x="962032" y="88577"/>
                  <a:pt x="962032" y="80116"/>
                </a:cubicBezTo>
                <a:cubicBezTo>
                  <a:pt x="962032" y="67503"/>
                  <a:pt x="952039" y="62581"/>
                  <a:pt x="941124" y="59966"/>
                </a:cubicBezTo>
                <a:cubicBezTo>
                  <a:pt x="935314" y="58582"/>
                  <a:pt x="926829" y="55659"/>
                  <a:pt x="926829" y="47968"/>
                </a:cubicBezTo>
                <a:cubicBezTo>
                  <a:pt x="926829" y="41660"/>
                  <a:pt x="931901" y="38277"/>
                  <a:pt x="938511" y="38277"/>
                </a:cubicBezTo>
                <a:cubicBezTo>
                  <a:pt x="946505" y="38277"/>
                  <a:pt x="951424" y="44583"/>
                  <a:pt x="954962" y="48737"/>
                </a:cubicBezTo>
                <a:lnTo>
                  <a:pt x="957113" y="48582"/>
                </a:lnTo>
                <a:lnTo>
                  <a:pt x="960188" y="37201"/>
                </a:lnTo>
                <a:lnTo>
                  <a:pt x="959881" y="36741"/>
                </a:lnTo>
                <a:cubicBezTo>
                  <a:pt x="955421" y="34435"/>
                  <a:pt x="946967" y="32127"/>
                  <a:pt x="939126" y="32127"/>
                </a:cubicBezTo>
                <a:cubicBezTo>
                  <a:pt x="927751" y="32127"/>
                  <a:pt x="915912" y="38123"/>
                  <a:pt x="915912" y="50890"/>
                </a:cubicBezTo>
                <a:cubicBezTo>
                  <a:pt x="915912" y="63196"/>
                  <a:pt x="925108" y="67256"/>
                  <a:pt x="934362" y="69811"/>
                </a:cubicBezTo>
                <a:cubicBezTo>
                  <a:pt x="943278" y="72272"/>
                  <a:pt x="949888" y="74732"/>
                  <a:pt x="949888" y="82269"/>
                </a:cubicBezTo>
                <a:cubicBezTo>
                  <a:pt x="949888" y="90423"/>
                  <a:pt x="943892" y="95037"/>
                  <a:pt x="935745" y="95037"/>
                </a:cubicBezTo>
                <a:cubicBezTo>
                  <a:pt x="928366" y="95037"/>
                  <a:pt x="921908" y="89961"/>
                  <a:pt x="917604" y="83963"/>
                </a:cubicBezTo>
                <a:lnTo>
                  <a:pt x="915298" y="84115"/>
                </a:lnTo>
                <a:close/>
                <a:moveTo>
                  <a:pt x="976175" y="84115"/>
                </a:moveTo>
                <a:lnTo>
                  <a:pt x="973562" y="97035"/>
                </a:lnTo>
                <a:cubicBezTo>
                  <a:pt x="982325" y="100111"/>
                  <a:pt x="990934" y="101185"/>
                  <a:pt x="996775" y="101185"/>
                </a:cubicBezTo>
                <a:cubicBezTo>
                  <a:pt x="1017990" y="101185"/>
                  <a:pt x="1022909" y="88577"/>
                  <a:pt x="1022909" y="80116"/>
                </a:cubicBezTo>
                <a:cubicBezTo>
                  <a:pt x="1022909" y="67503"/>
                  <a:pt x="1012916" y="62581"/>
                  <a:pt x="1002001" y="59966"/>
                </a:cubicBezTo>
                <a:cubicBezTo>
                  <a:pt x="996191" y="58582"/>
                  <a:pt x="987707" y="55659"/>
                  <a:pt x="987707" y="47968"/>
                </a:cubicBezTo>
                <a:cubicBezTo>
                  <a:pt x="987707" y="41660"/>
                  <a:pt x="992778" y="38277"/>
                  <a:pt x="999388" y="38277"/>
                </a:cubicBezTo>
                <a:cubicBezTo>
                  <a:pt x="1007382" y="38277"/>
                  <a:pt x="1012301" y="44583"/>
                  <a:pt x="1015839" y="48737"/>
                </a:cubicBezTo>
                <a:lnTo>
                  <a:pt x="1017990" y="48582"/>
                </a:lnTo>
                <a:lnTo>
                  <a:pt x="1021065" y="37201"/>
                </a:lnTo>
                <a:lnTo>
                  <a:pt x="1020758" y="36741"/>
                </a:lnTo>
                <a:cubicBezTo>
                  <a:pt x="1016298" y="34435"/>
                  <a:pt x="1007844" y="32127"/>
                  <a:pt x="1000003" y="32127"/>
                </a:cubicBezTo>
                <a:cubicBezTo>
                  <a:pt x="988628" y="32127"/>
                  <a:pt x="976790" y="38123"/>
                  <a:pt x="976790" y="50890"/>
                </a:cubicBezTo>
                <a:cubicBezTo>
                  <a:pt x="976790" y="63196"/>
                  <a:pt x="985985" y="67256"/>
                  <a:pt x="995239" y="69811"/>
                </a:cubicBezTo>
                <a:cubicBezTo>
                  <a:pt x="1004155" y="72272"/>
                  <a:pt x="1010765" y="74732"/>
                  <a:pt x="1010765" y="82269"/>
                </a:cubicBezTo>
                <a:cubicBezTo>
                  <a:pt x="1010765" y="90423"/>
                  <a:pt x="1004769" y="95037"/>
                  <a:pt x="996623" y="95037"/>
                </a:cubicBezTo>
                <a:cubicBezTo>
                  <a:pt x="989243" y="95037"/>
                  <a:pt x="982785" y="89961"/>
                  <a:pt x="978481" y="83963"/>
                </a:cubicBezTo>
                <a:lnTo>
                  <a:pt x="976175" y="84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55656fd3b46ad"/>
          <a:stretch xmlns:a="http://schemas.openxmlformats.org/drawingml/2006/main"/>
        </p:blipFill>
        <p:spPr>
          <a:xfrm xmlns:a="http://schemas.openxmlformats.org/drawingml/2006/main">
            <a:off x="2768243" y="1594428"/>
            <a:ext cx="507206" cy="685800"/>
          </a:xfrm>
          <a:prstGeom xmlns:a="http://schemas.openxmlformats.org/drawingml/2006/main" prst="rect">
            <a:avLst/>
          </a:prstGeom>
        </p:spPr>
      </p:pic>
      <p:sp>
        <p:nvSpPr>
          <p:cNvPr id="16" name="Text Normativerequirements">
            <a:extLst xmlns:a="http://schemas.openxmlformats.org/drawingml/2006/main">
              <a:ext uri="{FF2B5EF4-FFF2-40B4-BE49-F238E27FC236}">
                <a16:creationId xmlns:a16="http://schemas.microsoft.com/office/drawing/2014/main" id="{F7F96D94-C6BA-4D1E-8DBA-D1B2781A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241" y="2425183"/>
            <a:ext cx="1707778" cy="140067"/>
          </a:xfrm>
          <a:custGeom xmlns:a="http://schemas.openxmlformats.org/drawingml/2006/main">
            <a:pathLst>
              <a:path w="1707778" h="140067">
                <a:moveTo>
                  <a:pt x="3230" y="35430"/>
                </a:moveTo>
                <a:lnTo>
                  <a:pt x="2461" y="73114"/>
                </a:lnTo>
                <a:cubicBezTo>
                  <a:pt x="1968" y="85082"/>
                  <a:pt x="1232" y="95724"/>
                  <a:pt x="0" y="103878"/>
                </a:cubicBezTo>
                <a:lnTo>
                  <a:pt x="155" y="104338"/>
                </a:lnTo>
                <a:cubicBezTo>
                  <a:pt x="155" y="104338"/>
                  <a:pt x="3659" y="103878"/>
                  <a:pt x="7072" y="103878"/>
                </a:cubicBezTo>
                <a:cubicBezTo>
                  <a:pt x="10793" y="103878"/>
                  <a:pt x="13837" y="104338"/>
                  <a:pt x="13837" y="104338"/>
                </a:cubicBezTo>
                <a:lnTo>
                  <a:pt x="14145" y="103878"/>
                </a:lnTo>
                <a:cubicBezTo>
                  <a:pt x="12913" y="95109"/>
                  <a:pt x="13037" y="85112"/>
                  <a:pt x="13220" y="73114"/>
                </a:cubicBezTo>
                <a:lnTo>
                  <a:pt x="13837" y="33891"/>
                </a:lnTo>
                <a:lnTo>
                  <a:pt x="14759" y="33891"/>
                </a:lnTo>
                <a:cubicBezTo>
                  <a:pt x="34897" y="57118"/>
                  <a:pt x="55650" y="81575"/>
                  <a:pt x="73329" y="104338"/>
                </a:cubicBezTo>
                <a:cubicBezTo>
                  <a:pt x="75882" y="104094"/>
                  <a:pt x="79447" y="103878"/>
                  <a:pt x="81938" y="103878"/>
                </a:cubicBezTo>
                <a:cubicBezTo>
                  <a:pt x="84399" y="103878"/>
                  <a:pt x="86827" y="104030"/>
                  <a:pt x="89318" y="104338"/>
                </a:cubicBezTo>
                <a:lnTo>
                  <a:pt x="90240" y="35430"/>
                </a:lnTo>
                <a:cubicBezTo>
                  <a:pt x="90240" y="23893"/>
                  <a:pt x="90547" y="12817"/>
                  <a:pt x="91776" y="4666"/>
                </a:cubicBezTo>
                <a:lnTo>
                  <a:pt x="91469" y="4204"/>
                </a:lnTo>
                <a:cubicBezTo>
                  <a:pt x="91469" y="4204"/>
                  <a:pt x="87350" y="4666"/>
                  <a:pt x="83937" y="4666"/>
                </a:cubicBezTo>
                <a:cubicBezTo>
                  <a:pt x="80217" y="4666"/>
                  <a:pt x="76250" y="4204"/>
                  <a:pt x="76250" y="4204"/>
                </a:cubicBezTo>
                <a:lnTo>
                  <a:pt x="75943" y="4666"/>
                </a:lnTo>
                <a:cubicBezTo>
                  <a:pt x="77174" y="13434"/>
                  <a:pt x="77634" y="23893"/>
                  <a:pt x="77941" y="35430"/>
                </a:cubicBezTo>
                <a:lnTo>
                  <a:pt x="77941" y="73114"/>
                </a:lnTo>
                <a:lnTo>
                  <a:pt x="77481" y="73083"/>
                </a:lnTo>
                <a:cubicBezTo>
                  <a:pt x="58296" y="52842"/>
                  <a:pt x="35974" y="26847"/>
                  <a:pt x="18756" y="4204"/>
                </a:cubicBezTo>
                <a:cubicBezTo>
                  <a:pt x="18756" y="4204"/>
                  <a:pt x="14020" y="4666"/>
                  <a:pt x="11224" y="4666"/>
                </a:cubicBezTo>
                <a:cubicBezTo>
                  <a:pt x="7656" y="4666"/>
                  <a:pt x="1999" y="4204"/>
                  <a:pt x="1999" y="4204"/>
                </a:cubicBezTo>
                <a:lnTo>
                  <a:pt x="1691" y="4666"/>
                </a:lnTo>
                <a:cubicBezTo>
                  <a:pt x="2923" y="13434"/>
                  <a:pt x="3537" y="23893"/>
                  <a:pt x="3230" y="35430"/>
                </a:cubicBezTo>
                <a:close/>
                <a:moveTo>
                  <a:pt x="108994" y="72321"/>
                </a:moveTo>
                <a:cubicBezTo>
                  <a:pt x="108994" y="92780"/>
                  <a:pt x="123291" y="105388"/>
                  <a:pt x="146197" y="105388"/>
                </a:cubicBezTo>
                <a:cubicBezTo>
                  <a:pt x="169718" y="105388"/>
                  <a:pt x="183400" y="92196"/>
                  <a:pt x="183400" y="70937"/>
                </a:cubicBezTo>
                <a:cubicBezTo>
                  <a:pt x="183400" y="51557"/>
                  <a:pt x="172486" y="36330"/>
                  <a:pt x="146505" y="36330"/>
                </a:cubicBezTo>
                <a:cubicBezTo>
                  <a:pt x="124523" y="36330"/>
                  <a:pt x="108994" y="48479"/>
                  <a:pt x="108994" y="72321"/>
                </a:cubicBezTo>
                <a:moveTo>
                  <a:pt x="145430" y="44017"/>
                </a:moveTo>
                <a:cubicBezTo>
                  <a:pt x="158496" y="44017"/>
                  <a:pt x="161571" y="53710"/>
                  <a:pt x="161571" y="75091"/>
                </a:cubicBezTo>
                <a:cubicBezTo>
                  <a:pt x="161571" y="92780"/>
                  <a:pt x="155268" y="97704"/>
                  <a:pt x="148351" y="97704"/>
                </a:cubicBezTo>
                <a:cubicBezTo>
                  <a:pt x="132362" y="97704"/>
                  <a:pt x="130826" y="80629"/>
                  <a:pt x="130826" y="68783"/>
                </a:cubicBezTo>
                <a:cubicBezTo>
                  <a:pt x="130826" y="55401"/>
                  <a:pt x="132207" y="44017"/>
                  <a:pt x="145430" y="44017"/>
                </a:cubicBezTo>
                <a:close/>
                <a:moveTo>
                  <a:pt x="224292" y="50168"/>
                </a:moveTo>
                <a:lnTo>
                  <a:pt x="223647" y="49706"/>
                </a:lnTo>
                <a:cubicBezTo>
                  <a:pt x="223647" y="46201"/>
                  <a:pt x="223461" y="39776"/>
                  <a:pt x="223215" y="38484"/>
                </a:cubicBezTo>
                <a:cubicBezTo>
                  <a:pt x="223032" y="37407"/>
                  <a:pt x="222786" y="36947"/>
                  <a:pt x="221833" y="36947"/>
                </a:cubicBezTo>
                <a:cubicBezTo>
                  <a:pt x="217374" y="37684"/>
                  <a:pt x="207381" y="37684"/>
                  <a:pt x="202000" y="37407"/>
                </a:cubicBezTo>
                <a:lnTo>
                  <a:pt x="201693" y="37869"/>
                </a:lnTo>
                <a:cubicBezTo>
                  <a:pt x="202894" y="44449"/>
                  <a:pt x="203384" y="56199"/>
                  <a:pt x="203384" y="67711"/>
                </a:cubicBezTo>
                <a:lnTo>
                  <a:pt x="203384" y="76175"/>
                </a:lnTo>
                <a:cubicBezTo>
                  <a:pt x="203384" y="87718"/>
                  <a:pt x="203077" y="95567"/>
                  <a:pt x="201848" y="103878"/>
                </a:cubicBezTo>
                <a:lnTo>
                  <a:pt x="202000" y="104338"/>
                </a:lnTo>
                <a:cubicBezTo>
                  <a:pt x="202000" y="104338"/>
                  <a:pt x="206922" y="103878"/>
                  <a:pt x="212300" y="103878"/>
                </a:cubicBezTo>
                <a:cubicBezTo>
                  <a:pt x="217529" y="103878"/>
                  <a:pt x="224906" y="104338"/>
                  <a:pt x="224906" y="104338"/>
                </a:cubicBezTo>
                <a:lnTo>
                  <a:pt x="225214" y="103878"/>
                </a:lnTo>
                <a:cubicBezTo>
                  <a:pt x="223984" y="95105"/>
                  <a:pt x="223677" y="87871"/>
                  <a:pt x="223677" y="76175"/>
                </a:cubicBezTo>
                <a:lnTo>
                  <a:pt x="223677" y="64941"/>
                </a:lnTo>
                <a:cubicBezTo>
                  <a:pt x="223677" y="53030"/>
                  <a:pt x="234284" y="51245"/>
                  <a:pt x="236590" y="51245"/>
                </a:cubicBezTo>
                <a:cubicBezTo>
                  <a:pt x="239511" y="51245"/>
                  <a:pt x="242738" y="52014"/>
                  <a:pt x="245506" y="54167"/>
                </a:cubicBezTo>
                <a:lnTo>
                  <a:pt x="248274" y="53860"/>
                </a:lnTo>
                <a:lnTo>
                  <a:pt x="251347" y="38022"/>
                </a:lnTo>
                <a:lnTo>
                  <a:pt x="250733" y="37407"/>
                </a:lnTo>
                <a:cubicBezTo>
                  <a:pt x="248119" y="36640"/>
                  <a:pt x="245661" y="36330"/>
                  <a:pt x="242893" y="36330"/>
                </a:cubicBezTo>
                <a:cubicBezTo>
                  <a:pt x="235668" y="36330"/>
                  <a:pt x="228289" y="44172"/>
                  <a:pt x="224292" y="50168"/>
                </a:cubicBezTo>
                <a:close/>
                <a:moveTo>
                  <a:pt x="287627" y="50170"/>
                </a:moveTo>
                <a:lnTo>
                  <a:pt x="286982" y="49708"/>
                </a:lnTo>
                <a:cubicBezTo>
                  <a:pt x="286982" y="46201"/>
                  <a:pt x="286797" y="39776"/>
                  <a:pt x="286553" y="38484"/>
                </a:cubicBezTo>
                <a:cubicBezTo>
                  <a:pt x="286367" y="37407"/>
                  <a:pt x="286121" y="36947"/>
                  <a:pt x="285169" y="36947"/>
                </a:cubicBezTo>
                <a:cubicBezTo>
                  <a:pt x="280709" y="37684"/>
                  <a:pt x="270717" y="37684"/>
                  <a:pt x="265338" y="37407"/>
                </a:cubicBezTo>
                <a:lnTo>
                  <a:pt x="265028" y="37869"/>
                </a:lnTo>
                <a:cubicBezTo>
                  <a:pt x="266229" y="44449"/>
                  <a:pt x="266720" y="56201"/>
                  <a:pt x="266720" y="67714"/>
                </a:cubicBezTo>
                <a:lnTo>
                  <a:pt x="266720" y="76177"/>
                </a:lnTo>
                <a:cubicBezTo>
                  <a:pt x="266720" y="87718"/>
                  <a:pt x="266105" y="95567"/>
                  <a:pt x="264876" y="103878"/>
                </a:cubicBezTo>
                <a:lnTo>
                  <a:pt x="265028" y="104338"/>
                </a:lnTo>
                <a:cubicBezTo>
                  <a:pt x="265028" y="104338"/>
                  <a:pt x="271486" y="103878"/>
                  <a:pt x="276867" y="103878"/>
                </a:cubicBezTo>
                <a:cubicBezTo>
                  <a:pt x="282093" y="103878"/>
                  <a:pt x="288242" y="104338"/>
                  <a:pt x="288242" y="104338"/>
                </a:cubicBezTo>
                <a:lnTo>
                  <a:pt x="288551" y="103878"/>
                </a:lnTo>
                <a:cubicBezTo>
                  <a:pt x="287320" y="95105"/>
                  <a:pt x="287012" y="87873"/>
                  <a:pt x="287012" y="76177"/>
                </a:cubicBezTo>
                <a:lnTo>
                  <a:pt x="287012" y="60634"/>
                </a:lnTo>
                <a:cubicBezTo>
                  <a:pt x="293470" y="52786"/>
                  <a:pt x="299004" y="48169"/>
                  <a:pt x="303308" y="48169"/>
                </a:cubicBezTo>
                <a:cubicBezTo>
                  <a:pt x="309149" y="48169"/>
                  <a:pt x="312379" y="50323"/>
                  <a:pt x="312379" y="60634"/>
                </a:cubicBezTo>
                <a:lnTo>
                  <a:pt x="312379" y="76177"/>
                </a:lnTo>
                <a:cubicBezTo>
                  <a:pt x="312379" y="87718"/>
                  <a:pt x="311762" y="95567"/>
                  <a:pt x="310533" y="103878"/>
                </a:cubicBezTo>
                <a:lnTo>
                  <a:pt x="310688" y="104338"/>
                </a:lnTo>
                <a:cubicBezTo>
                  <a:pt x="310688" y="104338"/>
                  <a:pt x="317605" y="103878"/>
                  <a:pt x="322986" y="103878"/>
                </a:cubicBezTo>
                <a:cubicBezTo>
                  <a:pt x="328213" y="103878"/>
                  <a:pt x="334208" y="104338"/>
                  <a:pt x="334208" y="104338"/>
                </a:cubicBezTo>
                <a:lnTo>
                  <a:pt x="334516" y="103878"/>
                </a:lnTo>
                <a:cubicBezTo>
                  <a:pt x="333286" y="95105"/>
                  <a:pt x="332669" y="87873"/>
                  <a:pt x="332669" y="76177"/>
                </a:cubicBezTo>
                <a:lnTo>
                  <a:pt x="332669" y="62635"/>
                </a:lnTo>
                <a:cubicBezTo>
                  <a:pt x="332669" y="60480"/>
                  <a:pt x="332669" y="59865"/>
                  <a:pt x="332517" y="58019"/>
                </a:cubicBezTo>
                <a:cubicBezTo>
                  <a:pt x="339897" y="49863"/>
                  <a:pt x="343277" y="48169"/>
                  <a:pt x="349272" y="48169"/>
                </a:cubicBezTo>
                <a:cubicBezTo>
                  <a:pt x="354191" y="48169"/>
                  <a:pt x="357729" y="51554"/>
                  <a:pt x="357729" y="61866"/>
                </a:cubicBezTo>
                <a:lnTo>
                  <a:pt x="357729" y="76177"/>
                </a:lnTo>
                <a:cubicBezTo>
                  <a:pt x="357729" y="87718"/>
                  <a:pt x="357114" y="95567"/>
                  <a:pt x="355883" y="103878"/>
                </a:cubicBezTo>
                <a:lnTo>
                  <a:pt x="356038" y="104338"/>
                </a:lnTo>
                <a:cubicBezTo>
                  <a:pt x="356038" y="104338"/>
                  <a:pt x="362955" y="103878"/>
                  <a:pt x="368336" y="103878"/>
                </a:cubicBezTo>
                <a:cubicBezTo>
                  <a:pt x="373562" y="103878"/>
                  <a:pt x="379558" y="104338"/>
                  <a:pt x="379558" y="104338"/>
                </a:cubicBezTo>
                <a:lnTo>
                  <a:pt x="379865" y="103878"/>
                </a:lnTo>
                <a:cubicBezTo>
                  <a:pt x="378636" y="95105"/>
                  <a:pt x="378022" y="87873"/>
                  <a:pt x="378022" y="76177"/>
                </a:cubicBezTo>
                <a:lnTo>
                  <a:pt x="378022" y="60787"/>
                </a:lnTo>
                <a:cubicBezTo>
                  <a:pt x="378022" y="45401"/>
                  <a:pt x="372640" y="36330"/>
                  <a:pt x="356038" y="36330"/>
                </a:cubicBezTo>
                <a:cubicBezTo>
                  <a:pt x="348351" y="36330"/>
                  <a:pt x="340356" y="39406"/>
                  <a:pt x="331595" y="48631"/>
                </a:cubicBezTo>
                <a:cubicBezTo>
                  <a:pt x="328520" y="40945"/>
                  <a:pt x="324307" y="36330"/>
                  <a:pt x="310533" y="36330"/>
                </a:cubicBezTo>
                <a:cubicBezTo>
                  <a:pt x="303001" y="36330"/>
                  <a:pt x="293470" y="42633"/>
                  <a:pt x="287627" y="50170"/>
                </a:cubicBezTo>
                <a:close/>
                <a:moveTo>
                  <a:pt x="439358" y="69708"/>
                </a:moveTo>
                <a:lnTo>
                  <a:pt x="439051" y="84014"/>
                </a:lnTo>
                <a:cubicBezTo>
                  <a:pt x="439051" y="86013"/>
                  <a:pt x="437822" y="89860"/>
                  <a:pt x="436745" y="90936"/>
                </a:cubicBezTo>
                <a:cubicBezTo>
                  <a:pt x="433210" y="94474"/>
                  <a:pt x="429672" y="96165"/>
                  <a:pt x="425368" y="96165"/>
                </a:cubicBezTo>
                <a:cubicBezTo>
                  <a:pt x="420756" y="96165"/>
                  <a:pt x="417376" y="91551"/>
                  <a:pt x="417376" y="87397"/>
                </a:cubicBezTo>
                <a:cubicBezTo>
                  <a:pt x="417376" y="81859"/>
                  <a:pt x="419342" y="74969"/>
                  <a:pt x="427059" y="72938"/>
                </a:cubicBezTo>
                <a:lnTo>
                  <a:pt x="439358" y="69708"/>
                </a:lnTo>
                <a:moveTo>
                  <a:pt x="458729" y="91551"/>
                </a:moveTo>
                <a:cubicBezTo>
                  <a:pt x="458729" y="87089"/>
                  <a:pt x="459343" y="62938"/>
                  <a:pt x="459343" y="61247"/>
                </a:cubicBezTo>
                <a:cubicBezTo>
                  <a:pt x="459343" y="52016"/>
                  <a:pt x="457436" y="46295"/>
                  <a:pt x="453193" y="42481"/>
                </a:cubicBezTo>
                <a:cubicBezTo>
                  <a:pt x="448305" y="38085"/>
                  <a:pt x="439051" y="36330"/>
                  <a:pt x="431671" y="36330"/>
                </a:cubicBezTo>
                <a:cubicBezTo>
                  <a:pt x="420604" y="36330"/>
                  <a:pt x="405845" y="41252"/>
                  <a:pt x="402155" y="44479"/>
                </a:cubicBezTo>
                <a:lnTo>
                  <a:pt x="401695" y="45094"/>
                </a:lnTo>
                <a:lnTo>
                  <a:pt x="404770" y="56633"/>
                </a:lnTo>
                <a:lnTo>
                  <a:pt x="409842" y="56785"/>
                </a:lnTo>
                <a:cubicBezTo>
                  <a:pt x="415070" y="49094"/>
                  <a:pt x="421833" y="44632"/>
                  <a:pt x="428751" y="44632"/>
                </a:cubicBezTo>
                <a:cubicBezTo>
                  <a:pt x="435516" y="44632"/>
                  <a:pt x="439358" y="48479"/>
                  <a:pt x="439358" y="60322"/>
                </a:cubicBezTo>
                <a:cubicBezTo>
                  <a:pt x="439358" y="61399"/>
                  <a:pt x="438898" y="62016"/>
                  <a:pt x="438436" y="62169"/>
                </a:cubicBezTo>
                <a:lnTo>
                  <a:pt x="420449" y="66937"/>
                </a:lnTo>
                <a:cubicBezTo>
                  <a:pt x="405692" y="70477"/>
                  <a:pt x="396776" y="78321"/>
                  <a:pt x="396776" y="88783"/>
                </a:cubicBezTo>
                <a:cubicBezTo>
                  <a:pt x="396776" y="99395"/>
                  <a:pt x="407076" y="105388"/>
                  <a:pt x="417836" y="105388"/>
                </a:cubicBezTo>
                <a:cubicBezTo>
                  <a:pt x="423832" y="105388"/>
                  <a:pt x="431981" y="103392"/>
                  <a:pt x="438898" y="96472"/>
                </a:cubicBezTo>
                <a:lnTo>
                  <a:pt x="439205" y="96472"/>
                </a:lnTo>
                <a:cubicBezTo>
                  <a:pt x="441357" y="102775"/>
                  <a:pt x="444739" y="105388"/>
                  <a:pt x="451349" y="105388"/>
                </a:cubicBezTo>
                <a:cubicBezTo>
                  <a:pt x="457345" y="105388"/>
                  <a:pt x="465032" y="103852"/>
                  <a:pt x="469644" y="100317"/>
                </a:cubicBezTo>
                <a:cubicBezTo>
                  <a:pt x="469458" y="98963"/>
                  <a:pt x="469029" y="97856"/>
                  <a:pt x="468105" y="97089"/>
                </a:cubicBezTo>
                <a:cubicBezTo>
                  <a:pt x="461957" y="97089"/>
                  <a:pt x="458729" y="96627"/>
                  <a:pt x="458729" y="91551"/>
                </a:cubicBezTo>
                <a:close/>
                <a:moveTo>
                  <a:pt x="484708" y="37982"/>
                </a:moveTo>
                <a:cubicBezTo>
                  <a:pt x="481572" y="37982"/>
                  <a:pt x="478311" y="37768"/>
                  <a:pt x="476407" y="37522"/>
                </a:cubicBezTo>
                <a:cubicBezTo>
                  <a:pt x="475576" y="40135"/>
                  <a:pt x="474530" y="42596"/>
                  <a:pt x="473024" y="44902"/>
                </a:cubicBezTo>
                <a:lnTo>
                  <a:pt x="473794" y="45976"/>
                </a:lnTo>
                <a:cubicBezTo>
                  <a:pt x="476437" y="45793"/>
                  <a:pt x="481204" y="45699"/>
                  <a:pt x="484708" y="45669"/>
                </a:cubicBezTo>
                <a:lnTo>
                  <a:pt x="484246" y="63792"/>
                </a:lnTo>
                <a:cubicBezTo>
                  <a:pt x="484030" y="73006"/>
                  <a:pt x="483786" y="85752"/>
                  <a:pt x="483786" y="90359"/>
                </a:cubicBezTo>
                <a:cubicBezTo>
                  <a:pt x="483786" y="97580"/>
                  <a:pt x="488858" y="105421"/>
                  <a:pt x="498698" y="105421"/>
                </a:cubicBezTo>
                <a:cubicBezTo>
                  <a:pt x="506690" y="105421"/>
                  <a:pt x="514684" y="104037"/>
                  <a:pt x="521294" y="100040"/>
                </a:cubicBezTo>
                <a:cubicBezTo>
                  <a:pt x="521294" y="97580"/>
                  <a:pt x="520373" y="95276"/>
                  <a:pt x="518681" y="94199"/>
                </a:cubicBezTo>
                <a:cubicBezTo>
                  <a:pt x="515299" y="95888"/>
                  <a:pt x="513762" y="96043"/>
                  <a:pt x="509765" y="96043"/>
                </a:cubicBezTo>
                <a:cubicBezTo>
                  <a:pt x="505616" y="96043"/>
                  <a:pt x="504077" y="90052"/>
                  <a:pt x="504077" y="83756"/>
                </a:cubicBezTo>
                <a:cubicBezTo>
                  <a:pt x="504077" y="79149"/>
                  <a:pt x="504077" y="71317"/>
                  <a:pt x="504232" y="62103"/>
                </a:cubicBezTo>
                <a:lnTo>
                  <a:pt x="504539" y="45669"/>
                </a:lnTo>
                <a:lnTo>
                  <a:pt x="510380" y="45669"/>
                </a:lnTo>
                <a:cubicBezTo>
                  <a:pt x="514070" y="45669"/>
                  <a:pt x="519420" y="45793"/>
                  <a:pt x="521449" y="45976"/>
                </a:cubicBezTo>
                <a:cubicBezTo>
                  <a:pt x="521696" y="43670"/>
                  <a:pt x="522371" y="41027"/>
                  <a:pt x="523293" y="38751"/>
                </a:cubicBezTo>
                <a:lnTo>
                  <a:pt x="522526" y="37522"/>
                </a:lnTo>
                <a:cubicBezTo>
                  <a:pt x="519666" y="37768"/>
                  <a:pt x="515299" y="37982"/>
                  <a:pt x="511764" y="37982"/>
                </a:cubicBezTo>
                <a:lnTo>
                  <a:pt x="504539" y="37982"/>
                </a:lnTo>
                <a:cubicBezTo>
                  <a:pt x="504539" y="29373"/>
                  <a:pt x="504630" y="24761"/>
                  <a:pt x="505308" y="16615"/>
                </a:cubicBezTo>
                <a:cubicBezTo>
                  <a:pt x="505308" y="15538"/>
                  <a:pt x="504846" y="15078"/>
                  <a:pt x="503924" y="15078"/>
                </a:cubicBezTo>
                <a:cubicBezTo>
                  <a:pt x="500080" y="16615"/>
                  <a:pt x="491778" y="20612"/>
                  <a:pt x="485630" y="21996"/>
                </a:cubicBezTo>
                <a:lnTo>
                  <a:pt x="485323" y="22456"/>
                </a:lnTo>
                <a:cubicBezTo>
                  <a:pt x="484830" y="26577"/>
                  <a:pt x="484708" y="31864"/>
                  <a:pt x="484708" y="37982"/>
                </a:cubicBezTo>
                <a:close/>
                <a:moveTo>
                  <a:pt x="538359" y="10607"/>
                </a:moveTo>
                <a:cubicBezTo>
                  <a:pt x="538359" y="16451"/>
                  <a:pt x="543126" y="21215"/>
                  <a:pt x="549274" y="21215"/>
                </a:cubicBezTo>
                <a:cubicBezTo>
                  <a:pt x="555424" y="21215"/>
                  <a:pt x="560189" y="16451"/>
                  <a:pt x="560189" y="10607"/>
                </a:cubicBezTo>
                <a:cubicBezTo>
                  <a:pt x="560189" y="4766"/>
                  <a:pt x="555424" y="0"/>
                  <a:pt x="549274" y="0"/>
                </a:cubicBezTo>
                <a:cubicBezTo>
                  <a:pt x="543126" y="0"/>
                  <a:pt x="538359" y="4766"/>
                  <a:pt x="538359" y="10607"/>
                </a:cubicBezTo>
                <a:moveTo>
                  <a:pt x="539129" y="67787"/>
                </a:moveTo>
                <a:lnTo>
                  <a:pt x="539129" y="76233"/>
                </a:lnTo>
                <a:cubicBezTo>
                  <a:pt x="539129" y="87753"/>
                  <a:pt x="538821" y="95586"/>
                  <a:pt x="537590" y="103878"/>
                </a:cubicBezTo>
                <a:lnTo>
                  <a:pt x="537897" y="104338"/>
                </a:lnTo>
                <a:cubicBezTo>
                  <a:pt x="541097" y="104000"/>
                  <a:pt x="543893" y="103878"/>
                  <a:pt x="549274" y="103878"/>
                </a:cubicBezTo>
                <a:cubicBezTo>
                  <a:pt x="554500" y="103878"/>
                  <a:pt x="557761" y="104033"/>
                  <a:pt x="560651" y="104338"/>
                </a:cubicBezTo>
                <a:lnTo>
                  <a:pt x="560958" y="103878"/>
                </a:lnTo>
                <a:cubicBezTo>
                  <a:pt x="559729" y="95124"/>
                  <a:pt x="559422" y="87906"/>
                  <a:pt x="559422" y="76233"/>
                </a:cubicBezTo>
                <a:lnTo>
                  <a:pt x="559422" y="66098"/>
                </a:lnTo>
                <a:cubicBezTo>
                  <a:pt x="559422" y="54580"/>
                  <a:pt x="560006" y="47975"/>
                  <a:pt x="560958" y="38761"/>
                </a:cubicBezTo>
                <a:cubicBezTo>
                  <a:pt x="560958" y="37686"/>
                  <a:pt x="560496" y="37224"/>
                  <a:pt x="559574" y="37224"/>
                </a:cubicBezTo>
                <a:cubicBezTo>
                  <a:pt x="557454" y="37531"/>
                  <a:pt x="553271" y="37994"/>
                  <a:pt x="548967" y="37994"/>
                </a:cubicBezTo>
                <a:cubicBezTo>
                  <a:pt x="544970" y="37994"/>
                  <a:pt x="540790" y="37717"/>
                  <a:pt x="538052" y="37531"/>
                </a:cubicBezTo>
                <a:lnTo>
                  <a:pt x="537590" y="38146"/>
                </a:lnTo>
                <a:cubicBezTo>
                  <a:pt x="538821" y="44749"/>
                  <a:pt x="539129" y="56269"/>
                  <a:pt x="539129" y="67787"/>
                </a:cubicBezTo>
                <a:close/>
                <a:moveTo>
                  <a:pt x="606153" y="104338"/>
                </a:moveTo>
                <a:cubicBezTo>
                  <a:pt x="607844" y="104033"/>
                  <a:pt x="613071" y="103878"/>
                  <a:pt x="614609" y="103878"/>
                </a:cubicBezTo>
                <a:cubicBezTo>
                  <a:pt x="616146" y="103878"/>
                  <a:pt x="619775" y="104033"/>
                  <a:pt x="621065" y="104338"/>
                </a:cubicBezTo>
                <a:cubicBezTo>
                  <a:pt x="630689" y="83515"/>
                  <a:pt x="643140" y="59555"/>
                  <a:pt x="654733" y="37531"/>
                </a:cubicBezTo>
                <a:cubicBezTo>
                  <a:pt x="653349" y="37994"/>
                  <a:pt x="647506" y="37994"/>
                  <a:pt x="645969" y="37994"/>
                </a:cubicBezTo>
                <a:cubicBezTo>
                  <a:pt x="644433" y="37994"/>
                  <a:pt x="640743" y="37994"/>
                  <a:pt x="639359" y="37531"/>
                </a:cubicBezTo>
                <a:cubicBezTo>
                  <a:pt x="634531" y="51538"/>
                  <a:pt x="626537" y="72394"/>
                  <a:pt x="619404" y="85049"/>
                </a:cubicBezTo>
                <a:lnTo>
                  <a:pt x="618452" y="84988"/>
                </a:lnTo>
                <a:cubicBezTo>
                  <a:pt x="612364" y="70458"/>
                  <a:pt x="605693" y="52030"/>
                  <a:pt x="601082" y="37531"/>
                </a:cubicBezTo>
                <a:cubicBezTo>
                  <a:pt x="599083" y="37994"/>
                  <a:pt x="591856" y="37994"/>
                  <a:pt x="589705" y="37994"/>
                </a:cubicBezTo>
                <a:cubicBezTo>
                  <a:pt x="587244" y="37994"/>
                  <a:pt x="578790" y="37994"/>
                  <a:pt x="576330" y="37531"/>
                </a:cubicBezTo>
                <a:cubicBezTo>
                  <a:pt x="587244" y="60109"/>
                  <a:pt x="597544" y="81917"/>
                  <a:pt x="606153" y="104338"/>
                </a:cubicBezTo>
                <a:close/>
                <a:moveTo>
                  <a:pt x="683172" y="64693"/>
                </a:moveTo>
                <a:cubicBezTo>
                  <a:pt x="683725" y="57132"/>
                  <a:pt x="685602" y="51763"/>
                  <a:pt x="687877" y="48648"/>
                </a:cubicBezTo>
                <a:cubicBezTo>
                  <a:pt x="689813" y="45992"/>
                  <a:pt x="692827" y="44017"/>
                  <a:pt x="697162" y="44017"/>
                </a:cubicBezTo>
                <a:cubicBezTo>
                  <a:pt x="703465" y="44017"/>
                  <a:pt x="707154" y="51177"/>
                  <a:pt x="707154" y="64693"/>
                </a:cubicBezTo>
                <a:lnTo>
                  <a:pt x="683172" y="64693"/>
                </a:lnTo>
                <a:moveTo>
                  <a:pt x="725449" y="87416"/>
                </a:moveTo>
                <a:cubicBezTo>
                  <a:pt x="718315" y="93153"/>
                  <a:pt x="710844" y="93707"/>
                  <a:pt x="704387" y="93707"/>
                </a:cubicBezTo>
                <a:cubicBezTo>
                  <a:pt x="696915" y="93707"/>
                  <a:pt x="691321" y="91711"/>
                  <a:pt x="687662" y="87723"/>
                </a:cubicBezTo>
                <a:cubicBezTo>
                  <a:pt x="684279" y="84040"/>
                  <a:pt x="682557" y="78668"/>
                  <a:pt x="682557" y="71610"/>
                </a:cubicBezTo>
                <a:lnTo>
                  <a:pt x="697870" y="71610"/>
                </a:lnTo>
                <a:cubicBezTo>
                  <a:pt x="713242" y="71610"/>
                  <a:pt x="726371" y="71917"/>
                  <a:pt x="726371" y="71917"/>
                </a:cubicBezTo>
                <a:lnTo>
                  <a:pt x="727292" y="70995"/>
                </a:lnTo>
                <a:cubicBezTo>
                  <a:pt x="727292" y="51732"/>
                  <a:pt x="721911" y="36330"/>
                  <a:pt x="698238" y="36330"/>
                </a:cubicBezTo>
                <a:cubicBezTo>
                  <a:pt x="689782" y="36330"/>
                  <a:pt x="680589" y="38976"/>
                  <a:pt x="674502" y="44017"/>
                </a:cubicBezTo>
                <a:cubicBezTo>
                  <a:pt x="667031" y="50189"/>
                  <a:pt x="661957" y="59448"/>
                  <a:pt x="661957" y="72225"/>
                </a:cubicBezTo>
                <a:cubicBezTo>
                  <a:pt x="661957" y="81277"/>
                  <a:pt x="665309" y="90791"/>
                  <a:pt x="671643" y="97397"/>
                </a:cubicBezTo>
                <a:cubicBezTo>
                  <a:pt x="676899" y="102839"/>
                  <a:pt x="685940" y="105388"/>
                  <a:pt x="697469" y="105388"/>
                </a:cubicBezTo>
                <a:cubicBezTo>
                  <a:pt x="708538" y="105388"/>
                  <a:pt x="719545" y="101853"/>
                  <a:pt x="727907" y="92173"/>
                </a:cubicBezTo>
                <a:cubicBezTo>
                  <a:pt x="727907" y="90176"/>
                  <a:pt x="726985" y="87416"/>
                  <a:pt x="725449" y="87416"/>
                </a:cubicBezTo>
                <a:close/>
                <a:moveTo>
                  <a:pt x="807692" y="50168"/>
                </a:moveTo>
                <a:lnTo>
                  <a:pt x="807047" y="49706"/>
                </a:lnTo>
                <a:cubicBezTo>
                  <a:pt x="807047" y="46201"/>
                  <a:pt x="806862" y="39776"/>
                  <a:pt x="806616" y="38484"/>
                </a:cubicBezTo>
                <a:cubicBezTo>
                  <a:pt x="806433" y="37407"/>
                  <a:pt x="806186" y="36947"/>
                  <a:pt x="805234" y="36947"/>
                </a:cubicBezTo>
                <a:cubicBezTo>
                  <a:pt x="800775" y="37684"/>
                  <a:pt x="790782" y="37684"/>
                  <a:pt x="785401" y="37407"/>
                </a:cubicBezTo>
                <a:lnTo>
                  <a:pt x="785094" y="37869"/>
                </a:lnTo>
                <a:cubicBezTo>
                  <a:pt x="786295" y="44449"/>
                  <a:pt x="786785" y="56199"/>
                  <a:pt x="786785" y="67711"/>
                </a:cubicBezTo>
                <a:lnTo>
                  <a:pt x="786785" y="76175"/>
                </a:lnTo>
                <a:cubicBezTo>
                  <a:pt x="786785" y="87718"/>
                  <a:pt x="786478" y="95567"/>
                  <a:pt x="785249" y="103878"/>
                </a:cubicBezTo>
                <a:lnTo>
                  <a:pt x="785401" y="104338"/>
                </a:lnTo>
                <a:cubicBezTo>
                  <a:pt x="785401" y="104338"/>
                  <a:pt x="790322" y="103878"/>
                  <a:pt x="795701" y="103878"/>
                </a:cubicBezTo>
                <a:cubicBezTo>
                  <a:pt x="800930" y="103878"/>
                  <a:pt x="808307" y="104338"/>
                  <a:pt x="808307" y="104338"/>
                </a:cubicBezTo>
                <a:lnTo>
                  <a:pt x="808614" y="103878"/>
                </a:lnTo>
                <a:cubicBezTo>
                  <a:pt x="807385" y="95105"/>
                  <a:pt x="807078" y="87871"/>
                  <a:pt x="807078" y="76175"/>
                </a:cubicBezTo>
                <a:lnTo>
                  <a:pt x="807078" y="64941"/>
                </a:lnTo>
                <a:cubicBezTo>
                  <a:pt x="807078" y="53030"/>
                  <a:pt x="817685" y="51245"/>
                  <a:pt x="819991" y="51245"/>
                </a:cubicBezTo>
                <a:cubicBezTo>
                  <a:pt x="822911" y="51245"/>
                  <a:pt x="826139" y="52014"/>
                  <a:pt x="828907" y="54167"/>
                </a:cubicBezTo>
                <a:lnTo>
                  <a:pt x="831675" y="53860"/>
                </a:lnTo>
                <a:lnTo>
                  <a:pt x="834748" y="38022"/>
                </a:lnTo>
                <a:lnTo>
                  <a:pt x="834133" y="37407"/>
                </a:lnTo>
                <a:cubicBezTo>
                  <a:pt x="831520" y="36640"/>
                  <a:pt x="829062" y="36330"/>
                  <a:pt x="826294" y="36330"/>
                </a:cubicBezTo>
                <a:cubicBezTo>
                  <a:pt x="819069" y="36330"/>
                  <a:pt x="811689" y="44172"/>
                  <a:pt x="807692" y="50168"/>
                </a:cubicBezTo>
                <a:close/>
                <a:moveTo>
                  <a:pt x="863189" y="64693"/>
                </a:moveTo>
                <a:cubicBezTo>
                  <a:pt x="863742" y="57132"/>
                  <a:pt x="865619" y="51763"/>
                  <a:pt x="867894" y="48648"/>
                </a:cubicBezTo>
                <a:cubicBezTo>
                  <a:pt x="869829" y="45992"/>
                  <a:pt x="872844" y="44017"/>
                  <a:pt x="877179" y="44017"/>
                </a:cubicBezTo>
                <a:cubicBezTo>
                  <a:pt x="883481" y="44017"/>
                  <a:pt x="887171" y="51177"/>
                  <a:pt x="887171" y="64693"/>
                </a:cubicBezTo>
                <a:lnTo>
                  <a:pt x="863189" y="64693"/>
                </a:lnTo>
                <a:moveTo>
                  <a:pt x="905466" y="87416"/>
                </a:moveTo>
                <a:cubicBezTo>
                  <a:pt x="898332" y="93153"/>
                  <a:pt x="890861" y="93707"/>
                  <a:pt x="884403" y="93707"/>
                </a:cubicBezTo>
                <a:cubicBezTo>
                  <a:pt x="876932" y="93707"/>
                  <a:pt x="871338" y="91711"/>
                  <a:pt x="867678" y="87723"/>
                </a:cubicBezTo>
                <a:cubicBezTo>
                  <a:pt x="864296" y="84040"/>
                  <a:pt x="862574" y="78668"/>
                  <a:pt x="862574" y="71610"/>
                </a:cubicBezTo>
                <a:lnTo>
                  <a:pt x="877887" y="71610"/>
                </a:lnTo>
                <a:cubicBezTo>
                  <a:pt x="893258" y="71610"/>
                  <a:pt x="906387" y="71917"/>
                  <a:pt x="906387" y="71917"/>
                </a:cubicBezTo>
                <a:lnTo>
                  <a:pt x="907309" y="70995"/>
                </a:lnTo>
                <a:cubicBezTo>
                  <a:pt x="907309" y="51732"/>
                  <a:pt x="901928" y="36330"/>
                  <a:pt x="878255" y="36330"/>
                </a:cubicBezTo>
                <a:cubicBezTo>
                  <a:pt x="869799" y="36330"/>
                  <a:pt x="860606" y="38976"/>
                  <a:pt x="854519" y="44017"/>
                </a:cubicBezTo>
                <a:cubicBezTo>
                  <a:pt x="847048" y="50189"/>
                  <a:pt x="841974" y="59448"/>
                  <a:pt x="841974" y="72225"/>
                </a:cubicBezTo>
                <a:cubicBezTo>
                  <a:pt x="841974" y="81277"/>
                  <a:pt x="845326" y="90791"/>
                  <a:pt x="851659" y="97397"/>
                </a:cubicBezTo>
                <a:cubicBezTo>
                  <a:pt x="856916" y="102839"/>
                  <a:pt x="865957" y="105388"/>
                  <a:pt x="877486" y="105388"/>
                </a:cubicBezTo>
                <a:cubicBezTo>
                  <a:pt x="888555" y="105388"/>
                  <a:pt x="899561" y="101853"/>
                  <a:pt x="907924" y="92173"/>
                </a:cubicBezTo>
                <a:cubicBezTo>
                  <a:pt x="907924" y="90176"/>
                  <a:pt x="907002" y="87416"/>
                  <a:pt x="905466" y="87416"/>
                </a:cubicBezTo>
                <a:close/>
                <a:moveTo>
                  <a:pt x="974643" y="47402"/>
                </a:moveTo>
                <a:lnTo>
                  <a:pt x="974643" y="90012"/>
                </a:lnTo>
                <a:cubicBezTo>
                  <a:pt x="970646" y="93090"/>
                  <a:pt x="965572" y="96320"/>
                  <a:pt x="962651" y="96320"/>
                </a:cubicBezTo>
                <a:cubicBezTo>
                  <a:pt x="953735" y="96320"/>
                  <a:pt x="945896" y="91858"/>
                  <a:pt x="945896" y="69708"/>
                </a:cubicBezTo>
                <a:cubicBezTo>
                  <a:pt x="945896" y="55249"/>
                  <a:pt x="948969" y="44017"/>
                  <a:pt x="959731" y="44017"/>
                </a:cubicBezTo>
                <a:cubicBezTo>
                  <a:pt x="966186" y="44017"/>
                  <a:pt x="970122" y="44540"/>
                  <a:pt x="974643" y="47402"/>
                </a:cubicBezTo>
                <a:moveTo>
                  <a:pt x="977870" y="37255"/>
                </a:moveTo>
                <a:cubicBezTo>
                  <a:pt x="971445" y="36823"/>
                  <a:pt x="964005" y="36330"/>
                  <a:pt x="959883" y="36330"/>
                </a:cubicBezTo>
                <a:cubicBezTo>
                  <a:pt x="938209" y="36330"/>
                  <a:pt x="924064" y="51709"/>
                  <a:pt x="924064" y="72016"/>
                </a:cubicBezTo>
                <a:cubicBezTo>
                  <a:pt x="924064" y="82905"/>
                  <a:pt x="927878" y="91858"/>
                  <a:pt x="933135" y="97549"/>
                </a:cubicBezTo>
                <a:cubicBezTo>
                  <a:pt x="938824" y="103699"/>
                  <a:pt x="945741" y="105388"/>
                  <a:pt x="956041" y="105388"/>
                </a:cubicBezTo>
                <a:cubicBezTo>
                  <a:pt x="963482" y="105388"/>
                  <a:pt x="969569" y="102316"/>
                  <a:pt x="974643" y="98011"/>
                </a:cubicBezTo>
                <a:lnTo>
                  <a:pt x="974643" y="108780"/>
                </a:lnTo>
                <a:cubicBezTo>
                  <a:pt x="974643" y="120185"/>
                  <a:pt x="974396" y="131344"/>
                  <a:pt x="973104" y="139605"/>
                </a:cubicBezTo>
                <a:lnTo>
                  <a:pt x="973259" y="140067"/>
                </a:lnTo>
                <a:cubicBezTo>
                  <a:pt x="973259" y="140067"/>
                  <a:pt x="979562" y="139605"/>
                  <a:pt x="984943" y="139605"/>
                </a:cubicBezTo>
                <a:cubicBezTo>
                  <a:pt x="990199" y="139605"/>
                  <a:pt x="996165" y="140067"/>
                  <a:pt x="996165" y="140067"/>
                </a:cubicBezTo>
                <a:lnTo>
                  <a:pt x="996472" y="139605"/>
                </a:lnTo>
                <a:cubicBezTo>
                  <a:pt x="995149" y="130821"/>
                  <a:pt x="994935" y="120370"/>
                  <a:pt x="994935" y="108780"/>
                </a:cubicBezTo>
                <a:lnTo>
                  <a:pt x="994935" y="67707"/>
                </a:lnTo>
                <a:cubicBezTo>
                  <a:pt x="994935" y="56201"/>
                  <a:pt x="995426" y="44449"/>
                  <a:pt x="996627" y="37869"/>
                </a:cubicBezTo>
                <a:lnTo>
                  <a:pt x="996317" y="37407"/>
                </a:lnTo>
                <a:cubicBezTo>
                  <a:pt x="990938" y="37684"/>
                  <a:pt x="984727" y="37714"/>
                  <a:pt x="977870" y="37255"/>
                </a:cubicBezTo>
                <a:close/>
                <a:moveTo>
                  <a:pt x="1064421" y="94049"/>
                </a:moveTo>
                <a:lnTo>
                  <a:pt x="1064728" y="94049"/>
                </a:lnTo>
                <a:lnTo>
                  <a:pt x="1065497" y="103878"/>
                </a:lnTo>
                <a:cubicBezTo>
                  <a:pt x="1065497" y="104185"/>
                  <a:pt x="1065957" y="104338"/>
                  <a:pt x="1066881" y="104338"/>
                </a:cubicBezTo>
                <a:cubicBezTo>
                  <a:pt x="1068910" y="104063"/>
                  <a:pt x="1073491" y="103878"/>
                  <a:pt x="1075734" y="103878"/>
                </a:cubicBezTo>
                <a:cubicBezTo>
                  <a:pt x="1077641" y="103878"/>
                  <a:pt x="1085021" y="104033"/>
                  <a:pt x="1087019" y="104338"/>
                </a:cubicBezTo>
                <a:lnTo>
                  <a:pt x="1087326" y="103878"/>
                </a:lnTo>
                <a:cubicBezTo>
                  <a:pt x="1086097" y="97275"/>
                  <a:pt x="1084713" y="85910"/>
                  <a:pt x="1084713" y="74392"/>
                </a:cubicBezTo>
                <a:lnTo>
                  <a:pt x="1084713" y="65638"/>
                </a:lnTo>
                <a:cubicBezTo>
                  <a:pt x="1084713" y="54118"/>
                  <a:pt x="1084713" y="46133"/>
                  <a:pt x="1086097" y="37994"/>
                </a:cubicBezTo>
                <a:lnTo>
                  <a:pt x="1085943" y="37531"/>
                </a:lnTo>
                <a:cubicBezTo>
                  <a:pt x="1085943" y="37531"/>
                  <a:pt x="1079485" y="37994"/>
                  <a:pt x="1074106" y="37994"/>
                </a:cubicBezTo>
                <a:cubicBezTo>
                  <a:pt x="1068877" y="37994"/>
                  <a:pt x="1063651" y="37531"/>
                  <a:pt x="1063651" y="37531"/>
                </a:cubicBezTo>
                <a:lnTo>
                  <a:pt x="1063344" y="37994"/>
                </a:lnTo>
                <a:cubicBezTo>
                  <a:pt x="1064421" y="46593"/>
                  <a:pt x="1064421" y="53966"/>
                  <a:pt x="1064421" y="65638"/>
                </a:cubicBezTo>
                <a:lnTo>
                  <a:pt x="1064421" y="77922"/>
                </a:lnTo>
                <a:cubicBezTo>
                  <a:pt x="1064421" y="86799"/>
                  <a:pt x="1054090" y="93552"/>
                  <a:pt x="1047203" y="93552"/>
                </a:cubicBezTo>
                <a:cubicBezTo>
                  <a:pt x="1042591" y="93552"/>
                  <a:pt x="1038132" y="92018"/>
                  <a:pt x="1038439" y="79433"/>
                </a:cubicBezTo>
                <a:lnTo>
                  <a:pt x="1038747" y="65619"/>
                </a:lnTo>
                <a:cubicBezTo>
                  <a:pt x="1039023" y="54109"/>
                  <a:pt x="1039209" y="45882"/>
                  <a:pt x="1039978" y="37994"/>
                </a:cubicBezTo>
                <a:lnTo>
                  <a:pt x="1039823" y="37531"/>
                </a:lnTo>
                <a:cubicBezTo>
                  <a:pt x="1039823" y="37531"/>
                  <a:pt x="1033675" y="37994"/>
                  <a:pt x="1028294" y="37994"/>
                </a:cubicBezTo>
                <a:cubicBezTo>
                  <a:pt x="1023068" y="37994"/>
                  <a:pt x="1017532" y="37531"/>
                  <a:pt x="1017532" y="37531"/>
                </a:cubicBezTo>
                <a:lnTo>
                  <a:pt x="1017225" y="37994"/>
                </a:lnTo>
                <a:cubicBezTo>
                  <a:pt x="1018149" y="46741"/>
                  <a:pt x="1018639" y="54568"/>
                  <a:pt x="1018456" y="65619"/>
                </a:cubicBezTo>
                <a:lnTo>
                  <a:pt x="1018149" y="84497"/>
                </a:lnTo>
                <a:cubicBezTo>
                  <a:pt x="1017994" y="95091"/>
                  <a:pt x="1023375" y="105388"/>
                  <a:pt x="1038594" y="105388"/>
                </a:cubicBezTo>
                <a:cubicBezTo>
                  <a:pt x="1044897" y="105388"/>
                  <a:pt x="1055812" y="103237"/>
                  <a:pt x="1064421" y="94014"/>
                </a:cubicBezTo>
                <a:lnTo>
                  <a:pt x="1064421" y="94049"/>
                </a:lnTo>
                <a:close/>
                <a:moveTo>
                  <a:pt x="1111154" y="10607"/>
                </a:moveTo>
                <a:cubicBezTo>
                  <a:pt x="1111154" y="16451"/>
                  <a:pt x="1115921" y="21215"/>
                  <a:pt x="1122069" y="21215"/>
                </a:cubicBezTo>
                <a:cubicBezTo>
                  <a:pt x="1128219" y="21215"/>
                  <a:pt x="1132983" y="16451"/>
                  <a:pt x="1132983" y="10607"/>
                </a:cubicBezTo>
                <a:cubicBezTo>
                  <a:pt x="1132983" y="4766"/>
                  <a:pt x="1128219" y="0"/>
                  <a:pt x="1122069" y="0"/>
                </a:cubicBezTo>
                <a:cubicBezTo>
                  <a:pt x="1115921" y="0"/>
                  <a:pt x="1111154" y="4766"/>
                  <a:pt x="1111154" y="10607"/>
                </a:cubicBezTo>
                <a:moveTo>
                  <a:pt x="1111924" y="67787"/>
                </a:moveTo>
                <a:lnTo>
                  <a:pt x="1111924" y="76233"/>
                </a:lnTo>
                <a:cubicBezTo>
                  <a:pt x="1111924" y="87753"/>
                  <a:pt x="1111616" y="95586"/>
                  <a:pt x="1110385" y="103878"/>
                </a:cubicBezTo>
                <a:lnTo>
                  <a:pt x="1110692" y="104338"/>
                </a:lnTo>
                <a:cubicBezTo>
                  <a:pt x="1113892" y="104000"/>
                  <a:pt x="1116688" y="103878"/>
                  <a:pt x="1122069" y="103878"/>
                </a:cubicBezTo>
                <a:cubicBezTo>
                  <a:pt x="1127295" y="103878"/>
                  <a:pt x="1130556" y="104033"/>
                  <a:pt x="1133446" y="104338"/>
                </a:cubicBezTo>
                <a:lnTo>
                  <a:pt x="1133753" y="103878"/>
                </a:lnTo>
                <a:cubicBezTo>
                  <a:pt x="1132524" y="95124"/>
                  <a:pt x="1132216" y="87906"/>
                  <a:pt x="1132216" y="76233"/>
                </a:cubicBezTo>
                <a:lnTo>
                  <a:pt x="1132216" y="66098"/>
                </a:lnTo>
                <a:cubicBezTo>
                  <a:pt x="1132216" y="54580"/>
                  <a:pt x="1132800" y="47975"/>
                  <a:pt x="1133753" y="38761"/>
                </a:cubicBezTo>
                <a:cubicBezTo>
                  <a:pt x="1133753" y="37686"/>
                  <a:pt x="1133291" y="37224"/>
                  <a:pt x="1132369" y="37224"/>
                </a:cubicBezTo>
                <a:cubicBezTo>
                  <a:pt x="1130248" y="37531"/>
                  <a:pt x="1126066" y="37994"/>
                  <a:pt x="1121762" y="37994"/>
                </a:cubicBezTo>
                <a:cubicBezTo>
                  <a:pt x="1117764" y="37994"/>
                  <a:pt x="1113584" y="37717"/>
                  <a:pt x="1110847" y="37531"/>
                </a:cubicBezTo>
                <a:lnTo>
                  <a:pt x="1110385" y="38146"/>
                </a:lnTo>
                <a:cubicBezTo>
                  <a:pt x="1111616" y="44749"/>
                  <a:pt x="1111924" y="56269"/>
                  <a:pt x="1111924" y="67787"/>
                </a:cubicBezTo>
                <a:close/>
                <a:moveTo>
                  <a:pt x="1180640" y="50168"/>
                </a:moveTo>
                <a:lnTo>
                  <a:pt x="1179995" y="49706"/>
                </a:lnTo>
                <a:cubicBezTo>
                  <a:pt x="1179995" y="46201"/>
                  <a:pt x="1179810" y="39776"/>
                  <a:pt x="1179563" y="38484"/>
                </a:cubicBezTo>
                <a:cubicBezTo>
                  <a:pt x="1179380" y="37407"/>
                  <a:pt x="1179134" y="36947"/>
                  <a:pt x="1178182" y="36947"/>
                </a:cubicBezTo>
                <a:cubicBezTo>
                  <a:pt x="1173723" y="37684"/>
                  <a:pt x="1163730" y="37684"/>
                  <a:pt x="1158349" y="37407"/>
                </a:cubicBezTo>
                <a:lnTo>
                  <a:pt x="1158041" y="37869"/>
                </a:lnTo>
                <a:cubicBezTo>
                  <a:pt x="1159242" y="44449"/>
                  <a:pt x="1159733" y="56199"/>
                  <a:pt x="1159733" y="67711"/>
                </a:cubicBezTo>
                <a:lnTo>
                  <a:pt x="1159733" y="76175"/>
                </a:lnTo>
                <a:cubicBezTo>
                  <a:pt x="1159733" y="87718"/>
                  <a:pt x="1159425" y="95567"/>
                  <a:pt x="1158196" y="103878"/>
                </a:cubicBezTo>
                <a:lnTo>
                  <a:pt x="1158349" y="104338"/>
                </a:lnTo>
                <a:cubicBezTo>
                  <a:pt x="1158349" y="104338"/>
                  <a:pt x="1163270" y="103878"/>
                  <a:pt x="1168649" y="103878"/>
                </a:cubicBezTo>
                <a:cubicBezTo>
                  <a:pt x="1173877" y="103878"/>
                  <a:pt x="1181255" y="104338"/>
                  <a:pt x="1181255" y="104338"/>
                </a:cubicBezTo>
                <a:lnTo>
                  <a:pt x="1181562" y="103878"/>
                </a:lnTo>
                <a:cubicBezTo>
                  <a:pt x="1180333" y="95105"/>
                  <a:pt x="1180026" y="87871"/>
                  <a:pt x="1180026" y="76175"/>
                </a:cubicBezTo>
                <a:lnTo>
                  <a:pt x="1180026" y="64941"/>
                </a:lnTo>
                <a:cubicBezTo>
                  <a:pt x="1180026" y="53030"/>
                  <a:pt x="1190633" y="51245"/>
                  <a:pt x="1192939" y="51245"/>
                </a:cubicBezTo>
                <a:cubicBezTo>
                  <a:pt x="1195859" y="51245"/>
                  <a:pt x="1199087" y="52014"/>
                  <a:pt x="1201855" y="54167"/>
                </a:cubicBezTo>
                <a:lnTo>
                  <a:pt x="1204623" y="53860"/>
                </a:lnTo>
                <a:lnTo>
                  <a:pt x="1207696" y="38022"/>
                </a:lnTo>
                <a:lnTo>
                  <a:pt x="1207081" y="37407"/>
                </a:lnTo>
                <a:cubicBezTo>
                  <a:pt x="1204468" y="36640"/>
                  <a:pt x="1202010" y="36330"/>
                  <a:pt x="1199242" y="36330"/>
                </a:cubicBezTo>
                <a:cubicBezTo>
                  <a:pt x="1192017" y="36330"/>
                  <a:pt x="1184637" y="44172"/>
                  <a:pt x="1180640" y="50168"/>
                </a:cubicBezTo>
                <a:close/>
                <a:moveTo>
                  <a:pt x="1236136" y="64693"/>
                </a:moveTo>
                <a:cubicBezTo>
                  <a:pt x="1236689" y="57132"/>
                  <a:pt x="1238566" y="51763"/>
                  <a:pt x="1240841" y="48648"/>
                </a:cubicBezTo>
                <a:cubicBezTo>
                  <a:pt x="1242777" y="45992"/>
                  <a:pt x="1245791" y="44017"/>
                  <a:pt x="1250126" y="44017"/>
                </a:cubicBezTo>
                <a:cubicBezTo>
                  <a:pt x="1256429" y="44017"/>
                  <a:pt x="1260118" y="51177"/>
                  <a:pt x="1260118" y="64693"/>
                </a:cubicBezTo>
                <a:lnTo>
                  <a:pt x="1236136" y="64693"/>
                </a:lnTo>
                <a:moveTo>
                  <a:pt x="1278413" y="87416"/>
                </a:moveTo>
                <a:cubicBezTo>
                  <a:pt x="1271279" y="93153"/>
                  <a:pt x="1263808" y="93707"/>
                  <a:pt x="1257350" y="93707"/>
                </a:cubicBezTo>
                <a:cubicBezTo>
                  <a:pt x="1249879" y="93707"/>
                  <a:pt x="1244285" y="91711"/>
                  <a:pt x="1240626" y="87723"/>
                </a:cubicBezTo>
                <a:cubicBezTo>
                  <a:pt x="1237243" y="84040"/>
                  <a:pt x="1235521" y="78668"/>
                  <a:pt x="1235521" y="71610"/>
                </a:cubicBezTo>
                <a:lnTo>
                  <a:pt x="1250834" y="71610"/>
                </a:lnTo>
                <a:cubicBezTo>
                  <a:pt x="1266206" y="71610"/>
                  <a:pt x="1279335" y="71917"/>
                  <a:pt x="1279335" y="71917"/>
                </a:cubicBezTo>
                <a:lnTo>
                  <a:pt x="1280256" y="70995"/>
                </a:lnTo>
                <a:cubicBezTo>
                  <a:pt x="1280256" y="51732"/>
                  <a:pt x="1274875" y="36330"/>
                  <a:pt x="1251202" y="36330"/>
                </a:cubicBezTo>
                <a:cubicBezTo>
                  <a:pt x="1242746" y="36330"/>
                  <a:pt x="1233553" y="38976"/>
                  <a:pt x="1227466" y="44017"/>
                </a:cubicBezTo>
                <a:cubicBezTo>
                  <a:pt x="1219995" y="50189"/>
                  <a:pt x="1214921" y="59448"/>
                  <a:pt x="1214921" y="72225"/>
                </a:cubicBezTo>
                <a:cubicBezTo>
                  <a:pt x="1214921" y="81277"/>
                  <a:pt x="1218273" y="90791"/>
                  <a:pt x="1224607" y="97397"/>
                </a:cubicBezTo>
                <a:cubicBezTo>
                  <a:pt x="1229863" y="102839"/>
                  <a:pt x="1238904" y="105388"/>
                  <a:pt x="1250433" y="105388"/>
                </a:cubicBezTo>
                <a:cubicBezTo>
                  <a:pt x="1261502" y="105388"/>
                  <a:pt x="1272508" y="101853"/>
                  <a:pt x="1280871" y="92173"/>
                </a:cubicBezTo>
                <a:cubicBezTo>
                  <a:pt x="1280871" y="90176"/>
                  <a:pt x="1279949" y="87416"/>
                  <a:pt x="1278413" y="87416"/>
                </a:cubicBezTo>
                <a:close/>
                <a:moveTo>
                  <a:pt x="1320841" y="50170"/>
                </a:moveTo>
                <a:lnTo>
                  <a:pt x="1320196" y="49708"/>
                </a:lnTo>
                <a:cubicBezTo>
                  <a:pt x="1320196" y="46201"/>
                  <a:pt x="1320010" y="39776"/>
                  <a:pt x="1319766" y="38484"/>
                </a:cubicBezTo>
                <a:cubicBezTo>
                  <a:pt x="1319581" y="37407"/>
                  <a:pt x="1319335" y="36947"/>
                  <a:pt x="1318382" y="36947"/>
                </a:cubicBezTo>
                <a:cubicBezTo>
                  <a:pt x="1313923" y="37684"/>
                  <a:pt x="1303930" y="37684"/>
                  <a:pt x="1298552" y="37407"/>
                </a:cubicBezTo>
                <a:lnTo>
                  <a:pt x="1298242" y="37869"/>
                </a:lnTo>
                <a:cubicBezTo>
                  <a:pt x="1299443" y="44449"/>
                  <a:pt x="1299933" y="56201"/>
                  <a:pt x="1299933" y="67714"/>
                </a:cubicBezTo>
                <a:lnTo>
                  <a:pt x="1299933" y="76177"/>
                </a:lnTo>
                <a:cubicBezTo>
                  <a:pt x="1299933" y="87718"/>
                  <a:pt x="1299319" y="95567"/>
                  <a:pt x="1298090" y="103878"/>
                </a:cubicBezTo>
                <a:lnTo>
                  <a:pt x="1298242" y="104338"/>
                </a:lnTo>
                <a:cubicBezTo>
                  <a:pt x="1298242" y="104338"/>
                  <a:pt x="1304700" y="103878"/>
                  <a:pt x="1310081" y="103878"/>
                </a:cubicBezTo>
                <a:cubicBezTo>
                  <a:pt x="1315307" y="103878"/>
                  <a:pt x="1321455" y="104338"/>
                  <a:pt x="1321455" y="104338"/>
                </a:cubicBezTo>
                <a:lnTo>
                  <a:pt x="1321765" y="103878"/>
                </a:lnTo>
                <a:cubicBezTo>
                  <a:pt x="1320533" y="95105"/>
                  <a:pt x="1320226" y="87873"/>
                  <a:pt x="1320226" y="76177"/>
                </a:cubicBezTo>
                <a:lnTo>
                  <a:pt x="1320226" y="60634"/>
                </a:lnTo>
                <a:cubicBezTo>
                  <a:pt x="1326684" y="52786"/>
                  <a:pt x="1332217" y="48169"/>
                  <a:pt x="1336522" y="48169"/>
                </a:cubicBezTo>
                <a:cubicBezTo>
                  <a:pt x="1342363" y="48169"/>
                  <a:pt x="1345593" y="50323"/>
                  <a:pt x="1345593" y="60634"/>
                </a:cubicBezTo>
                <a:lnTo>
                  <a:pt x="1345593" y="76177"/>
                </a:lnTo>
                <a:cubicBezTo>
                  <a:pt x="1345593" y="87718"/>
                  <a:pt x="1344976" y="95567"/>
                  <a:pt x="1343747" y="103878"/>
                </a:cubicBezTo>
                <a:lnTo>
                  <a:pt x="1343901" y="104338"/>
                </a:lnTo>
                <a:cubicBezTo>
                  <a:pt x="1343901" y="104338"/>
                  <a:pt x="1350819" y="103878"/>
                  <a:pt x="1356200" y="103878"/>
                </a:cubicBezTo>
                <a:cubicBezTo>
                  <a:pt x="1361426" y="103878"/>
                  <a:pt x="1367422" y="104338"/>
                  <a:pt x="1367422" y="104338"/>
                </a:cubicBezTo>
                <a:lnTo>
                  <a:pt x="1367729" y="103878"/>
                </a:lnTo>
                <a:cubicBezTo>
                  <a:pt x="1366500" y="95105"/>
                  <a:pt x="1365883" y="87873"/>
                  <a:pt x="1365883" y="76177"/>
                </a:cubicBezTo>
                <a:lnTo>
                  <a:pt x="1365883" y="62635"/>
                </a:lnTo>
                <a:cubicBezTo>
                  <a:pt x="1365883" y="60480"/>
                  <a:pt x="1365883" y="59865"/>
                  <a:pt x="1365731" y="58019"/>
                </a:cubicBezTo>
                <a:cubicBezTo>
                  <a:pt x="1373110" y="49863"/>
                  <a:pt x="1376490" y="48169"/>
                  <a:pt x="1382486" y="48169"/>
                </a:cubicBezTo>
                <a:cubicBezTo>
                  <a:pt x="1387405" y="48169"/>
                  <a:pt x="1390942" y="51554"/>
                  <a:pt x="1390942" y="61866"/>
                </a:cubicBezTo>
                <a:lnTo>
                  <a:pt x="1390942" y="76177"/>
                </a:lnTo>
                <a:cubicBezTo>
                  <a:pt x="1390942" y="87718"/>
                  <a:pt x="1390328" y="95567"/>
                  <a:pt x="1389096" y="103878"/>
                </a:cubicBezTo>
                <a:lnTo>
                  <a:pt x="1389251" y="104338"/>
                </a:lnTo>
                <a:cubicBezTo>
                  <a:pt x="1389251" y="104338"/>
                  <a:pt x="1396169" y="103878"/>
                  <a:pt x="1401550" y="103878"/>
                </a:cubicBezTo>
                <a:cubicBezTo>
                  <a:pt x="1406776" y="103878"/>
                  <a:pt x="1412772" y="104338"/>
                  <a:pt x="1412772" y="104338"/>
                </a:cubicBezTo>
                <a:lnTo>
                  <a:pt x="1413079" y="103878"/>
                </a:lnTo>
                <a:cubicBezTo>
                  <a:pt x="1411850" y="95105"/>
                  <a:pt x="1411235" y="87873"/>
                  <a:pt x="1411235" y="76177"/>
                </a:cubicBezTo>
                <a:lnTo>
                  <a:pt x="1411235" y="60787"/>
                </a:lnTo>
                <a:cubicBezTo>
                  <a:pt x="1411235" y="45401"/>
                  <a:pt x="1405854" y="36330"/>
                  <a:pt x="1389251" y="36330"/>
                </a:cubicBezTo>
                <a:cubicBezTo>
                  <a:pt x="1381564" y="36330"/>
                  <a:pt x="1373570" y="39406"/>
                  <a:pt x="1364809" y="48631"/>
                </a:cubicBezTo>
                <a:cubicBezTo>
                  <a:pt x="1361734" y="40945"/>
                  <a:pt x="1357521" y="36330"/>
                  <a:pt x="1343747" y="36330"/>
                </a:cubicBezTo>
                <a:cubicBezTo>
                  <a:pt x="1336215" y="36330"/>
                  <a:pt x="1326684" y="42633"/>
                  <a:pt x="1320841" y="50170"/>
                </a:cubicBezTo>
                <a:close/>
                <a:moveTo>
                  <a:pt x="1451357" y="64693"/>
                </a:moveTo>
                <a:cubicBezTo>
                  <a:pt x="1451911" y="57132"/>
                  <a:pt x="1453787" y="51763"/>
                  <a:pt x="1456063" y="48648"/>
                </a:cubicBezTo>
                <a:cubicBezTo>
                  <a:pt x="1457998" y="45992"/>
                  <a:pt x="1461012" y="44017"/>
                  <a:pt x="1465347" y="44017"/>
                </a:cubicBezTo>
                <a:cubicBezTo>
                  <a:pt x="1471650" y="44017"/>
                  <a:pt x="1475340" y="51177"/>
                  <a:pt x="1475340" y="64693"/>
                </a:cubicBezTo>
                <a:lnTo>
                  <a:pt x="1451357" y="64693"/>
                </a:lnTo>
                <a:moveTo>
                  <a:pt x="1493634" y="87416"/>
                </a:moveTo>
                <a:cubicBezTo>
                  <a:pt x="1486501" y="93153"/>
                  <a:pt x="1479029" y="93707"/>
                  <a:pt x="1472572" y="93707"/>
                </a:cubicBezTo>
                <a:cubicBezTo>
                  <a:pt x="1465101" y="93707"/>
                  <a:pt x="1459506" y="91711"/>
                  <a:pt x="1455847" y="87723"/>
                </a:cubicBezTo>
                <a:cubicBezTo>
                  <a:pt x="1452464" y="84040"/>
                  <a:pt x="1450742" y="78668"/>
                  <a:pt x="1450742" y="71610"/>
                </a:cubicBezTo>
                <a:lnTo>
                  <a:pt x="1466055" y="71610"/>
                </a:lnTo>
                <a:cubicBezTo>
                  <a:pt x="1481427" y="71610"/>
                  <a:pt x="1494556" y="71917"/>
                  <a:pt x="1494556" y="71917"/>
                </a:cubicBezTo>
                <a:lnTo>
                  <a:pt x="1495478" y="70995"/>
                </a:lnTo>
                <a:cubicBezTo>
                  <a:pt x="1495478" y="51732"/>
                  <a:pt x="1490097" y="36330"/>
                  <a:pt x="1466424" y="36330"/>
                </a:cubicBezTo>
                <a:cubicBezTo>
                  <a:pt x="1457967" y="36330"/>
                  <a:pt x="1448774" y="38976"/>
                  <a:pt x="1442687" y="44017"/>
                </a:cubicBezTo>
                <a:cubicBezTo>
                  <a:pt x="1435216" y="50189"/>
                  <a:pt x="1430142" y="59448"/>
                  <a:pt x="1430142" y="72225"/>
                </a:cubicBezTo>
                <a:cubicBezTo>
                  <a:pt x="1430142" y="81277"/>
                  <a:pt x="1433494" y="90791"/>
                  <a:pt x="1439828" y="97397"/>
                </a:cubicBezTo>
                <a:cubicBezTo>
                  <a:pt x="1445085" y="102839"/>
                  <a:pt x="1454125" y="105388"/>
                  <a:pt x="1465654" y="105388"/>
                </a:cubicBezTo>
                <a:cubicBezTo>
                  <a:pt x="1476724" y="105388"/>
                  <a:pt x="1487730" y="101853"/>
                  <a:pt x="1496092" y="92173"/>
                </a:cubicBezTo>
                <a:cubicBezTo>
                  <a:pt x="1496092" y="90176"/>
                  <a:pt x="1495170" y="87416"/>
                  <a:pt x="1493634" y="87416"/>
                </a:cubicBezTo>
                <a:close/>
                <a:moveTo>
                  <a:pt x="1581566" y="76177"/>
                </a:moveTo>
                <a:lnTo>
                  <a:pt x="1581566" y="59096"/>
                </a:lnTo>
                <a:cubicBezTo>
                  <a:pt x="1581566" y="42943"/>
                  <a:pt x="1574034" y="36330"/>
                  <a:pt x="1560197" y="36330"/>
                </a:cubicBezTo>
                <a:cubicBezTo>
                  <a:pt x="1552358" y="36330"/>
                  <a:pt x="1543134" y="41097"/>
                  <a:pt x="1536062" y="50170"/>
                </a:cubicBezTo>
                <a:lnTo>
                  <a:pt x="1535417" y="49708"/>
                </a:lnTo>
                <a:cubicBezTo>
                  <a:pt x="1535417" y="46201"/>
                  <a:pt x="1535232" y="39776"/>
                  <a:pt x="1534988" y="38484"/>
                </a:cubicBezTo>
                <a:cubicBezTo>
                  <a:pt x="1534802" y="37407"/>
                  <a:pt x="1534556" y="36947"/>
                  <a:pt x="1533604" y="36947"/>
                </a:cubicBezTo>
                <a:cubicBezTo>
                  <a:pt x="1529144" y="37684"/>
                  <a:pt x="1519152" y="37684"/>
                  <a:pt x="1513773" y="37407"/>
                </a:cubicBezTo>
                <a:lnTo>
                  <a:pt x="1513463" y="37869"/>
                </a:lnTo>
                <a:cubicBezTo>
                  <a:pt x="1514664" y="44449"/>
                  <a:pt x="1515155" y="56201"/>
                  <a:pt x="1515155" y="67714"/>
                </a:cubicBezTo>
                <a:lnTo>
                  <a:pt x="1515155" y="76177"/>
                </a:lnTo>
                <a:cubicBezTo>
                  <a:pt x="1515155" y="87718"/>
                  <a:pt x="1514786" y="95628"/>
                  <a:pt x="1513463" y="103878"/>
                </a:cubicBezTo>
                <a:lnTo>
                  <a:pt x="1513773" y="104338"/>
                </a:lnTo>
                <a:cubicBezTo>
                  <a:pt x="1513773" y="104338"/>
                  <a:pt x="1520998" y="103878"/>
                  <a:pt x="1526379" y="103878"/>
                </a:cubicBezTo>
                <a:cubicBezTo>
                  <a:pt x="1531636" y="103878"/>
                  <a:pt x="1535909" y="104338"/>
                  <a:pt x="1535909" y="104338"/>
                </a:cubicBezTo>
                <a:lnTo>
                  <a:pt x="1536369" y="103878"/>
                </a:lnTo>
                <a:cubicBezTo>
                  <a:pt x="1535602" y="95105"/>
                  <a:pt x="1535447" y="87873"/>
                  <a:pt x="1535447" y="76177"/>
                </a:cubicBezTo>
                <a:lnTo>
                  <a:pt x="1535447" y="60480"/>
                </a:lnTo>
                <a:cubicBezTo>
                  <a:pt x="1541290" y="52786"/>
                  <a:pt x="1547746" y="48169"/>
                  <a:pt x="1553279" y="48169"/>
                </a:cubicBezTo>
                <a:cubicBezTo>
                  <a:pt x="1557431" y="48169"/>
                  <a:pt x="1561274" y="51247"/>
                  <a:pt x="1561274" y="62481"/>
                </a:cubicBezTo>
                <a:lnTo>
                  <a:pt x="1561274" y="76177"/>
                </a:lnTo>
                <a:cubicBezTo>
                  <a:pt x="1561274" y="87718"/>
                  <a:pt x="1561274" y="95722"/>
                  <a:pt x="1560352" y="103878"/>
                </a:cubicBezTo>
                <a:lnTo>
                  <a:pt x="1560659" y="104338"/>
                </a:lnTo>
                <a:cubicBezTo>
                  <a:pt x="1560659" y="104338"/>
                  <a:pt x="1565578" y="103878"/>
                  <a:pt x="1570959" y="103878"/>
                </a:cubicBezTo>
                <a:cubicBezTo>
                  <a:pt x="1576185" y="103878"/>
                  <a:pt x="1582950" y="104338"/>
                  <a:pt x="1582950" y="104338"/>
                </a:cubicBezTo>
                <a:lnTo>
                  <a:pt x="1583258" y="103878"/>
                </a:lnTo>
                <a:cubicBezTo>
                  <a:pt x="1581874" y="95105"/>
                  <a:pt x="1581566" y="87873"/>
                  <a:pt x="1581566" y="76177"/>
                </a:cubicBezTo>
                <a:close/>
                <a:moveTo>
                  <a:pt x="1608930" y="37982"/>
                </a:moveTo>
                <a:cubicBezTo>
                  <a:pt x="1605793" y="37982"/>
                  <a:pt x="1602533" y="37768"/>
                  <a:pt x="1600628" y="37522"/>
                </a:cubicBezTo>
                <a:cubicBezTo>
                  <a:pt x="1599798" y="40135"/>
                  <a:pt x="1598752" y="42596"/>
                  <a:pt x="1597246" y="44902"/>
                </a:cubicBezTo>
                <a:lnTo>
                  <a:pt x="1598015" y="45976"/>
                </a:lnTo>
                <a:cubicBezTo>
                  <a:pt x="1600659" y="45793"/>
                  <a:pt x="1605425" y="45699"/>
                  <a:pt x="1608930" y="45669"/>
                </a:cubicBezTo>
                <a:lnTo>
                  <a:pt x="1608468" y="63792"/>
                </a:lnTo>
                <a:cubicBezTo>
                  <a:pt x="1608252" y="73006"/>
                  <a:pt x="1608008" y="85752"/>
                  <a:pt x="1608008" y="90359"/>
                </a:cubicBezTo>
                <a:cubicBezTo>
                  <a:pt x="1608008" y="97580"/>
                  <a:pt x="1613079" y="105421"/>
                  <a:pt x="1622920" y="105421"/>
                </a:cubicBezTo>
                <a:cubicBezTo>
                  <a:pt x="1630911" y="105421"/>
                  <a:pt x="1638906" y="104037"/>
                  <a:pt x="1645516" y="100040"/>
                </a:cubicBezTo>
                <a:cubicBezTo>
                  <a:pt x="1645516" y="97580"/>
                  <a:pt x="1644594" y="95276"/>
                  <a:pt x="1642903" y="94199"/>
                </a:cubicBezTo>
                <a:cubicBezTo>
                  <a:pt x="1639520" y="95888"/>
                  <a:pt x="1637984" y="96043"/>
                  <a:pt x="1633987" y="96043"/>
                </a:cubicBezTo>
                <a:cubicBezTo>
                  <a:pt x="1629837" y="96043"/>
                  <a:pt x="1628298" y="90052"/>
                  <a:pt x="1628298" y="83756"/>
                </a:cubicBezTo>
                <a:cubicBezTo>
                  <a:pt x="1628298" y="79149"/>
                  <a:pt x="1628298" y="71317"/>
                  <a:pt x="1628453" y="62103"/>
                </a:cubicBezTo>
                <a:lnTo>
                  <a:pt x="1628760" y="45669"/>
                </a:lnTo>
                <a:lnTo>
                  <a:pt x="1634601" y="45669"/>
                </a:lnTo>
                <a:cubicBezTo>
                  <a:pt x="1638291" y="45669"/>
                  <a:pt x="1643642" y="45793"/>
                  <a:pt x="1645671" y="45976"/>
                </a:cubicBezTo>
                <a:cubicBezTo>
                  <a:pt x="1645917" y="43670"/>
                  <a:pt x="1646593" y="41027"/>
                  <a:pt x="1647514" y="38751"/>
                </a:cubicBezTo>
                <a:lnTo>
                  <a:pt x="1646747" y="37522"/>
                </a:lnTo>
                <a:cubicBezTo>
                  <a:pt x="1643888" y="37768"/>
                  <a:pt x="1639520" y="37982"/>
                  <a:pt x="1635985" y="37982"/>
                </a:cubicBezTo>
                <a:lnTo>
                  <a:pt x="1628760" y="37982"/>
                </a:lnTo>
                <a:cubicBezTo>
                  <a:pt x="1628760" y="29373"/>
                  <a:pt x="1628852" y="24761"/>
                  <a:pt x="1629530" y="16615"/>
                </a:cubicBezTo>
                <a:cubicBezTo>
                  <a:pt x="1629530" y="15538"/>
                  <a:pt x="1629068" y="15078"/>
                  <a:pt x="1628146" y="15078"/>
                </a:cubicBezTo>
                <a:cubicBezTo>
                  <a:pt x="1624301" y="16615"/>
                  <a:pt x="1616000" y="20612"/>
                  <a:pt x="1609852" y="21996"/>
                </a:cubicBezTo>
                <a:lnTo>
                  <a:pt x="1609544" y="22456"/>
                </a:lnTo>
                <a:cubicBezTo>
                  <a:pt x="1609052" y="26577"/>
                  <a:pt x="1608930" y="31864"/>
                  <a:pt x="1608930" y="37982"/>
                </a:cubicBezTo>
                <a:close/>
                <a:moveTo>
                  <a:pt x="1657814" y="86473"/>
                </a:moveTo>
                <a:lnTo>
                  <a:pt x="1655356" y="101232"/>
                </a:lnTo>
                <a:cubicBezTo>
                  <a:pt x="1663657" y="104314"/>
                  <a:pt x="1673803" y="105388"/>
                  <a:pt x="1679339" y="105388"/>
                </a:cubicBezTo>
                <a:cubicBezTo>
                  <a:pt x="1699322" y="105388"/>
                  <a:pt x="1707778" y="95703"/>
                  <a:pt x="1707778" y="85089"/>
                </a:cubicBezTo>
                <a:cubicBezTo>
                  <a:pt x="1707778" y="71244"/>
                  <a:pt x="1696863" y="66937"/>
                  <a:pt x="1685949" y="61092"/>
                </a:cubicBezTo>
                <a:cubicBezTo>
                  <a:pt x="1680936" y="58385"/>
                  <a:pt x="1676723" y="55708"/>
                  <a:pt x="1676723" y="50787"/>
                </a:cubicBezTo>
                <a:cubicBezTo>
                  <a:pt x="1676723" y="46480"/>
                  <a:pt x="1678262" y="43250"/>
                  <a:pt x="1684258" y="43250"/>
                </a:cubicBezTo>
                <a:cubicBezTo>
                  <a:pt x="1691790" y="43250"/>
                  <a:pt x="1696247" y="50480"/>
                  <a:pt x="1698245" y="54787"/>
                </a:cubicBezTo>
                <a:lnTo>
                  <a:pt x="1702397" y="54632"/>
                </a:lnTo>
                <a:lnTo>
                  <a:pt x="1705317" y="40790"/>
                </a:lnTo>
                <a:lnTo>
                  <a:pt x="1705010" y="40328"/>
                </a:lnTo>
                <a:cubicBezTo>
                  <a:pt x="1700861" y="38022"/>
                  <a:pt x="1691942" y="36330"/>
                  <a:pt x="1684565" y="36330"/>
                </a:cubicBezTo>
                <a:cubicBezTo>
                  <a:pt x="1670727" y="36330"/>
                  <a:pt x="1658584" y="43096"/>
                  <a:pt x="1658584" y="54939"/>
                </a:cubicBezTo>
                <a:cubicBezTo>
                  <a:pt x="1658584" y="65708"/>
                  <a:pt x="1666116" y="71214"/>
                  <a:pt x="1674879" y="76013"/>
                </a:cubicBezTo>
                <a:cubicBezTo>
                  <a:pt x="1686101" y="82166"/>
                  <a:pt x="1689484" y="84936"/>
                  <a:pt x="1689484" y="91089"/>
                </a:cubicBezTo>
                <a:cubicBezTo>
                  <a:pt x="1689484" y="98318"/>
                  <a:pt x="1684717" y="98626"/>
                  <a:pt x="1678877" y="98626"/>
                </a:cubicBezTo>
                <a:cubicBezTo>
                  <a:pt x="1673495" y="98626"/>
                  <a:pt x="1667040" y="95241"/>
                  <a:pt x="1662428" y="86320"/>
                </a:cubicBezTo>
                <a:lnTo>
                  <a:pt x="1657814" y="86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(SLEECRules)">
            <a:extLst xmlns:a="http://schemas.openxmlformats.org/drawingml/2006/main">
              <a:ext uri="{FF2B5EF4-FFF2-40B4-BE49-F238E27FC236}">
                <a16:creationId xmlns:a16="http://schemas.microsoft.com/office/drawing/2014/main" id="{26816636-2C19-47B7-ABD6-3DFEFCBC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873" y="2596259"/>
            <a:ext cx="877959" cy="140201"/>
          </a:xfrm>
          <a:custGeom xmlns:a="http://schemas.openxmlformats.org/drawingml/2006/main">
            <a:pathLst>
              <a:path w="877959" h="140201">
                <a:moveTo>
                  <a:pt x="0" y="70099"/>
                </a:moveTo>
                <a:cubicBezTo>
                  <a:pt x="0" y="77019"/>
                  <a:pt x="615" y="112529"/>
                  <a:pt x="32591" y="140201"/>
                </a:cubicBezTo>
                <a:lnTo>
                  <a:pt x="36126" y="137588"/>
                </a:lnTo>
                <a:cubicBezTo>
                  <a:pt x="31053" y="131745"/>
                  <a:pt x="12761" y="110530"/>
                  <a:pt x="12761" y="70099"/>
                </a:cubicBezTo>
                <a:cubicBezTo>
                  <a:pt x="12761" y="29669"/>
                  <a:pt x="31207" y="8454"/>
                  <a:pt x="36126" y="2920"/>
                </a:cubicBezTo>
                <a:lnTo>
                  <a:pt x="32591" y="152"/>
                </a:lnTo>
                <a:cubicBezTo>
                  <a:pt x="14297" y="15834"/>
                  <a:pt x="0" y="41507"/>
                  <a:pt x="0" y="70099"/>
                </a:cubicBezTo>
                <a:close/>
                <a:moveTo>
                  <a:pt x="76556" y="103578"/>
                </a:moveTo>
                <a:cubicBezTo>
                  <a:pt x="67947" y="103578"/>
                  <a:pt x="56880" y="96045"/>
                  <a:pt x="52114" y="86975"/>
                </a:cubicBezTo>
                <a:lnTo>
                  <a:pt x="50577" y="87129"/>
                </a:lnTo>
                <a:cubicBezTo>
                  <a:pt x="49960" y="92663"/>
                  <a:pt x="48271" y="98351"/>
                  <a:pt x="47040" y="102963"/>
                </a:cubicBezTo>
                <a:lnTo>
                  <a:pt x="47347" y="103423"/>
                </a:lnTo>
                <a:cubicBezTo>
                  <a:pt x="47347" y="103423"/>
                  <a:pt x="57340" y="110340"/>
                  <a:pt x="75327" y="110340"/>
                </a:cubicBezTo>
                <a:cubicBezTo>
                  <a:pt x="94236" y="110340"/>
                  <a:pt x="108840" y="98811"/>
                  <a:pt x="108840" y="80981"/>
                </a:cubicBezTo>
                <a:cubicBezTo>
                  <a:pt x="108840" y="63149"/>
                  <a:pt x="93774" y="54878"/>
                  <a:pt x="81323" y="50236"/>
                </a:cubicBezTo>
                <a:cubicBezTo>
                  <a:pt x="73483" y="47315"/>
                  <a:pt x="62566" y="42859"/>
                  <a:pt x="62566" y="30100"/>
                </a:cubicBezTo>
                <a:cubicBezTo>
                  <a:pt x="62566" y="24564"/>
                  <a:pt x="65641" y="18416"/>
                  <a:pt x="69639" y="16265"/>
                </a:cubicBezTo>
                <a:cubicBezTo>
                  <a:pt x="72252" y="14881"/>
                  <a:pt x="75479" y="14419"/>
                  <a:pt x="79017" y="14419"/>
                </a:cubicBezTo>
                <a:cubicBezTo>
                  <a:pt x="87471" y="14419"/>
                  <a:pt x="95772" y="21029"/>
                  <a:pt x="99924" y="30560"/>
                </a:cubicBezTo>
                <a:lnTo>
                  <a:pt x="101461" y="30408"/>
                </a:lnTo>
                <a:cubicBezTo>
                  <a:pt x="102075" y="24872"/>
                  <a:pt x="103614" y="19645"/>
                  <a:pt x="104996" y="15034"/>
                </a:cubicBezTo>
                <a:lnTo>
                  <a:pt x="104688" y="14574"/>
                </a:lnTo>
                <a:cubicBezTo>
                  <a:pt x="104688" y="14574"/>
                  <a:pt x="98233" y="7654"/>
                  <a:pt x="80246" y="7654"/>
                </a:cubicBezTo>
                <a:cubicBezTo>
                  <a:pt x="76096" y="7654"/>
                  <a:pt x="71485" y="8423"/>
                  <a:pt x="67025" y="10270"/>
                </a:cubicBezTo>
                <a:cubicBezTo>
                  <a:pt x="57955" y="14112"/>
                  <a:pt x="50115" y="23028"/>
                  <a:pt x="50115" y="34250"/>
                </a:cubicBezTo>
                <a:cubicBezTo>
                  <a:pt x="50115" y="50391"/>
                  <a:pt x="63798" y="57923"/>
                  <a:pt x="76556" y="63302"/>
                </a:cubicBezTo>
                <a:cubicBezTo>
                  <a:pt x="86549" y="67453"/>
                  <a:pt x="94543" y="72525"/>
                  <a:pt x="94543" y="85593"/>
                </a:cubicBezTo>
                <a:cubicBezTo>
                  <a:pt x="94543" y="97122"/>
                  <a:pt x="85627" y="103578"/>
                  <a:pt x="76556" y="103578"/>
                </a:cubicBezTo>
                <a:close/>
                <a:moveTo>
                  <a:pt x="146503" y="40386"/>
                </a:moveTo>
                <a:cubicBezTo>
                  <a:pt x="146503" y="28848"/>
                  <a:pt x="146811" y="17771"/>
                  <a:pt x="148040" y="9617"/>
                </a:cubicBezTo>
                <a:lnTo>
                  <a:pt x="147887" y="9155"/>
                </a:lnTo>
                <a:cubicBezTo>
                  <a:pt x="146041" y="9465"/>
                  <a:pt x="141737" y="9617"/>
                  <a:pt x="139893" y="9617"/>
                </a:cubicBezTo>
                <a:cubicBezTo>
                  <a:pt x="138047" y="9617"/>
                  <a:pt x="133897" y="9465"/>
                  <a:pt x="132054" y="9155"/>
                </a:cubicBezTo>
                <a:lnTo>
                  <a:pt x="131744" y="9617"/>
                </a:lnTo>
                <a:cubicBezTo>
                  <a:pt x="132976" y="18388"/>
                  <a:pt x="133283" y="28848"/>
                  <a:pt x="133283" y="40386"/>
                </a:cubicBezTo>
                <a:lnTo>
                  <a:pt x="133283" y="78077"/>
                </a:lnTo>
                <a:cubicBezTo>
                  <a:pt x="133283" y="89616"/>
                  <a:pt x="132976" y="100540"/>
                  <a:pt x="131744" y="108839"/>
                </a:cubicBezTo>
                <a:lnTo>
                  <a:pt x="131899" y="109301"/>
                </a:lnTo>
                <a:cubicBezTo>
                  <a:pt x="131899" y="109301"/>
                  <a:pt x="134667" y="108839"/>
                  <a:pt x="139893" y="108839"/>
                </a:cubicBezTo>
                <a:lnTo>
                  <a:pt x="181860" y="108839"/>
                </a:lnTo>
                <a:cubicBezTo>
                  <a:pt x="185088" y="108839"/>
                  <a:pt x="188625" y="108994"/>
                  <a:pt x="191084" y="109301"/>
                </a:cubicBezTo>
                <a:lnTo>
                  <a:pt x="191391" y="108839"/>
                </a:lnTo>
                <a:cubicBezTo>
                  <a:pt x="191238" y="106688"/>
                  <a:pt x="191084" y="103613"/>
                  <a:pt x="191084" y="102076"/>
                </a:cubicBezTo>
                <a:cubicBezTo>
                  <a:pt x="191084" y="100540"/>
                  <a:pt x="191238" y="97924"/>
                  <a:pt x="191391" y="96693"/>
                </a:cubicBezTo>
                <a:lnTo>
                  <a:pt x="191084" y="96078"/>
                </a:lnTo>
                <a:cubicBezTo>
                  <a:pt x="191084" y="96078"/>
                  <a:pt x="168333" y="99463"/>
                  <a:pt x="147732" y="99463"/>
                </a:cubicBezTo>
                <a:cubicBezTo>
                  <a:pt x="146656" y="95771"/>
                  <a:pt x="146503" y="80693"/>
                  <a:pt x="146503" y="78077"/>
                </a:cubicBezTo>
                <a:lnTo>
                  <a:pt x="146503" y="40386"/>
                </a:lnTo>
                <a:close/>
                <a:moveTo>
                  <a:pt x="225519" y="78145"/>
                </a:moveTo>
                <a:lnTo>
                  <a:pt x="225519" y="60198"/>
                </a:lnTo>
                <a:cubicBezTo>
                  <a:pt x="232899" y="60198"/>
                  <a:pt x="249195" y="60660"/>
                  <a:pt x="259802" y="61732"/>
                </a:cubicBezTo>
                <a:lnTo>
                  <a:pt x="260264" y="61272"/>
                </a:lnTo>
                <a:cubicBezTo>
                  <a:pt x="259954" y="59891"/>
                  <a:pt x="259802" y="57740"/>
                  <a:pt x="259802" y="56356"/>
                </a:cubicBezTo>
                <a:cubicBezTo>
                  <a:pt x="259802" y="54972"/>
                  <a:pt x="259954" y="52821"/>
                  <a:pt x="260264" y="51437"/>
                </a:cubicBezTo>
                <a:lnTo>
                  <a:pt x="259802" y="50975"/>
                </a:lnTo>
                <a:cubicBezTo>
                  <a:pt x="250731" y="51744"/>
                  <a:pt x="243661" y="52514"/>
                  <a:pt x="225519" y="52514"/>
                </a:cubicBezTo>
                <a:lnTo>
                  <a:pt x="225519" y="40515"/>
                </a:lnTo>
                <a:cubicBezTo>
                  <a:pt x="225519" y="37900"/>
                  <a:pt x="225674" y="22057"/>
                  <a:pt x="226751" y="18367"/>
                </a:cubicBezTo>
                <a:cubicBezTo>
                  <a:pt x="247348" y="18367"/>
                  <a:pt x="268563" y="20211"/>
                  <a:pt x="268563" y="20211"/>
                </a:cubicBezTo>
                <a:lnTo>
                  <a:pt x="268873" y="19596"/>
                </a:lnTo>
                <a:cubicBezTo>
                  <a:pt x="268718" y="18367"/>
                  <a:pt x="268563" y="16983"/>
                  <a:pt x="268563" y="15599"/>
                </a:cubicBezTo>
                <a:cubicBezTo>
                  <a:pt x="268563" y="14370"/>
                  <a:pt x="268718" y="11909"/>
                  <a:pt x="268873" y="9756"/>
                </a:cubicBezTo>
                <a:lnTo>
                  <a:pt x="268563" y="9296"/>
                </a:lnTo>
                <a:cubicBezTo>
                  <a:pt x="266105" y="9603"/>
                  <a:pt x="262570" y="9756"/>
                  <a:pt x="259340" y="9756"/>
                </a:cubicBezTo>
                <a:lnTo>
                  <a:pt x="218909" y="9756"/>
                </a:lnTo>
                <a:cubicBezTo>
                  <a:pt x="213683" y="9756"/>
                  <a:pt x="211070" y="9296"/>
                  <a:pt x="211070" y="9296"/>
                </a:cubicBezTo>
                <a:lnTo>
                  <a:pt x="210762" y="9756"/>
                </a:lnTo>
                <a:cubicBezTo>
                  <a:pt x="211991" y="18519"/>
                  <a:pt x="212299" y="28979"/>
                  <a:pt x="212299" y="40515"/>
                </a:cubicBezTo>
                <a:lnTo>
                  <a:pt x="212299" y="78145"/>
                </a:lnTo>
                <a:cubicBezTo>
                  <a:pt x="212299" y="89649"/>
                  <a:pt x="211991" y="100540"/>
                  <a:pt x="210762" y="108839"/>
                </a:cubicBezTo>
                <a:lnTo>
                  <a:pt x="210915" y="109301"/>
                </a:lnTo>
                <a:cubicBezTo>
                  <a:pt x="210915" y="109301"/>
                  <a:pt x="213530" y="108839"/>
                  <a:pt x="218909" y="108839"/>
                </a:cubicBezTo>
                <a:lnTo>
                  <a:pt x="260879" y="108839"/>
                </a:lnTo>
                <a:cubicBezTo>
                  <a:pt x="264106" y="108839"/>
                  <a:pt x="267641" y="108994"/>
                  <a:pt x="270102" y="109301"/>
                </a:cubicBezTo>
                <a:lnTo>
                  <a:pt x="270409" y="108839"/>
                </a:lnTo>
                <a:cubicBezTo>
                  <a:pt x="270254" y="106688"/>
                  <a:pt x="270102" y="105611"/>
                  <a:pt x="270102" y="104075"/>
                </a:cubicBezTo>
                <a:cubicBezTo>
                  <a:pt x="270102" y="102538"/>
                  <a:pt x="270254" y="100230"/>
                  <a:pt x="270409" y="99003"/>
                </a:cubicBezTo>
                <a:lnTo>
                  <a:pt x="270102" y="98391"/>
                </a:lnTo>
                <a:cubicBezTo>
                  <a:pt x="270102" y="98391"/>
                  <a:pt x="247348" y="100230"/>
                  <a:pt x="226751" y="100230"/>
                </a:cubicBezTo>
                <a:cubicBezTo>
                  <a:pt x="225674" y="96550"/>
                  <a:pt x="225519" y="80751"/>
                  <a:pt x="225519" y="78145"/>
                </a:cubicBezTo>
                <a:close/>
                <a:moveTo>
                  <a:pt x="308225" y="78145"/>
                </a:moveTo>
                <a:lnTo>
                  <a:pt x="308225" y="60198"/>
                </a:lnTo>
                <a:cubicBezTo>
                  <a:pt x="315605" y="60198"/>
                  <a:pt x="331901" y="60660"/>
                  <a:pt x="342508" y="61732"/>
                </a:cubicBezTo>
                <a:lnTo>
                  <a:pt x="342970" y="61272"/>
                </a:lnTo>
                <a:cubicBezTo>
                  <a:pt x="342660" y="59891"/>
                  <a:pt x="342508" y="57740"/>
                  <a:pt x="342508" y="56356"/>
                </a:cubicBezTo>
                <a:cubicBezTo>
                  <a:pt x="342508" y="54972"/>
                  <a:pt x="342660" y="52821"/>
                  <a:pt x="342970" y="51437"/>
                </a:cubicBezTo>
                <a:lnTo>
                  <a:pt x="342508" y="50975"/>
                </a:lnTo>
                <a:cubicBezTo>
                  <a:pt x="333437" y="51744"/>
                  <a:pt x="326367" y="52514"/>
                  <a:pt x="308225" y="52514"/>
                </a:cubicBezTo>
                <a:lnTo>
                  <a:pt x="308225" y="40515"/>
                </a:lnTo>
                <a:cubicBezTo>
                  <a:pt x="308225" y="37900"/>
                  <a:pt x="308380" y="22057"/>
                  <a:pt x="309457" y="18367"/>
                </a:cubicBezTo>
                <a:cubicBezTo>
                  <a:pt x="330055" y="18367"/>
                  <a:pt x="351269" y="20211"/>
                  <a:pt x="351269" y="20211"/>
                </a:cubicBezTo>
                <a:lnTo>
                  <a:pt x="351579" y="19596"/>
                </a:lnTo>
                <a:cubicBezTo>
                  <a:pt x="351424" y="18367"/>
                  <a:pt x="351269" y="16983"/>
                  <a:pt x="351269" y="15599"/>
                </a:cubicBezTo>
                <a:cubicBezTo>
                  <a:pt x="351269" y="14370"/>
                  <a:pt x="351424" y="11909"/>
                  <a:pt x="351579" y="9756"/>
                </a:cubicBezTo>
                <a:lnTo>
                  <a:pt x="351269" y="9296"/>
                </a:lnTo>
                <a:cubicBezTo>
                  <a:pt x="348811" y="9603"/>
                  <a:pt x="345276" y="9756"/>
                  <a:pt x="342046" y="9756"/>
                </a:cubicBezTo>
                <a:lnTo>
                  <a:pt x="301615" y="9756"/>
                </a:lnTo>
                <a:cubicBezTo>
                  <a:pt x="296389" y="9756"/>
                  <a:pt x="293776" y="9296"/>
                  <a:pt x="293776" y="9296"/>
                </a:cubicBezTo>
                <a:lnTo>
                  <a:pt x="293468" y="9756"/>
                </a:lnTo>
                <a:cubicBezTo>
                  <a:pt x="294698" y="18519"/>
                  <a:pt x="295005" y="28979"/>
                  <a:pt x="295005" y="40515"/>
                </a:cubicBezTo>
                <a:lnTo>
                  <a:pt x="295005" y="78145"/>
                </a:lnTo>
                <a:cubicBezTo>
                  <a:pt x="295005" y="89649"/>
                  <a:pt x="294698" y="100540"/>
                  <a:pt x="293468" y="108839"/>
                </a:cubicBezTo>
                <a:lnTo>
                  <a:pt x="293621" y="109301"/>
                </a:lnTo>
                <a:cubicBezTo>
                  <a:pt x="293621" y="109301"/>
                  <a:pt x="296236" y="108839"/>
                  <a:pt x="301615" y="108839"/>
                </a:cubicBezTo>
                <a:lnTo>
                  <a:pt x="343585" y="108839"/>
                </a:lnTo>
                <a:cubicBezTo>
                  <a:pt x="346812" y="108839"/>
                  <a:pt x="350347" y="108994"/>
                  <a:pt x="352808" y="109301"/>
                </a:cubicBezTo>
                <a:lnTo>
                  <a:pt x="353115" y="108839"/>
                </a:lnTo>
                <a:cubicBezTo>
                  <a:pt x="352960" y="106688"/>
                  <a:pt x="352808" y="105611"/>
                  <a:pt x="352808" y="104075"/>
                </a:cubicBezTo>
                <a:cubicBezTo>
                  <a:pt x="352808" y="102538"/>
                  <a:pt x="352960" y="100230"/>
                  <a:pt x="353115" y="99003"/>
                </a:cubicBezTo>
                <a:lnTo>
                  <a:pt x="352808" y="98391"/>
                </a:lnTo>
                <a:cubicBezTo>
                  <a:pt x="352808" y="98391"/>
                  <a:pt x="330055" y="100230"/>
                  <a:pt x="309457" y="100230"/>
                </a:cubicBezTo>
                <a:cubicBezTo>
                  <a:pt x="308380" y="96550"/>
                  <a:pt x="308225" y="80751"/>
                  <a:pt x="308225" y="78145"/>
                </a:cubicBezTo>
                <a:close/>
                <a:moveTo>
                  <a:pt x="420140" y="7654"/>
                </a:moveTo>
                <a:cubicBezTo>
                  <a:pt x="394161" y="7654"/>
                  <a:pt x="369717" y="30098"/>
                  <a:pt x="369717" y="60381"/>
                </a:cubicBezTo>
                <a:cubicBezTo>
                  <a:pt x="369717" y="86975"/>
                  <a:pt x="384936" y="110340"/>
                  <a:pt x="417989" y="110340"/>
                </a:cubicBezTo>
                <a:cubicBezTo>
                  <a:pt x="432192" y="110340"/>
                  <a:pt x="445568" y="105914"/>
                  <a:pt x="455837" y="93493"/>
                </a:cubicBezTo>
                <a:cubicBezTo>
                  <a:pt x="455743" y="91741"/>
                  <a:pt x="455436" y="88358"/>
                  <a:pt x="454883" y="86975"/>
                </a:cubicBezTo>
                <a:lnTo>
                  <a:pt x="453808" y="86515"/>
                </a:lnTo>
                <a:cubicBezTo>
                  <a:pt x="442894" y="98504"/>
                  <a:pt x="433668" y="102501"/>
                  <a:pt x="419373" y="102501"/>
                </a:cubicBezTo>
                <a:cubicBezTo>
                  <a:pt x="399880" y="102501"/>
                  <a:pt x="385553" y="81441"/>
                  <a:pt x="385553" y="57461"/>
                </a:cubicBezTo>
                <a:cubicBezTo>
                  <a:pt x="385553" y="26256"/>
                  <a:pt x="405383" y="14881"/>
                  <a:pt x="417989" y="14881"/>
                </a:cubicBezTo>
                <a:cubicBezTo>
                  <a:pt x="431824" y="14881"/>
                  <a:pt x="443046" y="20415"/>
                  <a:pt x="449349" y="33021"/>
                </a:cubicBezTo>
                <a:lnTo>
                  <a:pt x="451195" y="32866"/>
                </a:lnTo>
                <a:cubicBezTo>
                  <a:pt x="451746" y="25026"/>
                  <a:pt x="452269" y="22322"/>
                  <a:pt x="453961" y="15803"/>
                </a:cubicBezTo>
                <a:lnTo>
                  <a:pt x="453653" y="15341"/>
                </a:lnTo>
                <a:cubicBezTo>
                  <a:pt x="453653" y="15341"/>
                  <a:pt x="438897" y="7654"/>
                  <a:pt x="420140" y="7654"/>
                </a:cubicBezTo>
                <a:close/>
                <a:moveTo>
                  <a:pt x="565303" y="14550"/>
                </a:moveTo>
                <a:cubicBezTo>
                  <a:pt x="573267" y="14550"/>
                  <a:pt x="581291" y="18735"/>
                  <a:pt x="581291" y="30365"/>
                </a:cubicBezTo>
                <a:cubicBezTo>
                  <a:pt x="581291" y="42394"/>
                  <a:pt x="578770" y="45317"/>
                  <a:pt x="574651" y="49624"/>
                </a:cubicBezTo>
                <a:cubicBezTo>
                  <a:pt x="569607" y="54883"/>
                  <a:pt x="562444" y="55837"/>
                  <a:pt x="551130" y="55837"/>
                </a:cubicBezTo>
                <a:lnTo>
                  <a:pt x="544520" y="55837"/>
                </a:lnTo>
                <a:lnTo>
                  <a:pt x="551869" y="21320"/>
                </a:lnTo>
                <a:cubicBezTo>
                  <a:pt x="552821" y="16859"/>
                  <a:pt x="554388" y="14550"/>
                  <a:pt x="565303" y="14550"/>
                </a:cubicBezTo>
                <a:moveTo>
                  <a:pt x="543106" y="62600"/>
                </a:moveTo>
                <a:lnTo>
                  <a:pt x="547133" y="62600"/>
                </a:lnTo>
                <a:cubicBezTo>
                  <a:pt x="550424" y="66384"/>
                  <a:pt x="555465" y="74380"/>
                  <a:pt x="560722" y="82900"/>
                </a:cubicBezTo>
                <a:cubicBezTo>
                  <a:pt x="567088" y="93205"/>
                  <a:pt x="573945" y="104678"/>
                  <a:pt x="576558" y="109289"/>
                </a:cubicBezTo>
                <a:cubicBezTo>
                  <a:pt x="579570" y="108830"/>
                  <a:pt x="584336" y="108830"/>
                  <a:pt x="587257" y="108830"/>
                </a:cubicBezTo>
                <a:cubicBezTo>
                  <a:pt x="590332" y="108830"/>
                  <a:pt x="592176" y="108830"/>
                  <a:pt x="595159" y="109289"/>
                </a:cubicBezTo>
                <a:lnTo>
                  <a:pt x="595558" y="108830"/>
                </a:lnTo>
                <a:cubicBezTo>
                  <a:pt x="590362" y="103723"/>
                  <a:pt x="579786" y="89360"/>
                  <a:pt x="572837" y="78134"/>
                </a:cubicBezTo>
                <a:cubicBezTo>
                  <a:pt x="568101" y="70536"/>
                  <a:pt x="565613" y="66600"/>
                  <a:pt x="562169" y="61955"/>
                </a:cubicBezTo>
                <a:cubicBezTo>
                  <a:pt x="570255" y="60665"/>
                  <a:pt x="581385" y="57282"/>
                  <a:pt x="587871" y="49624"/>
                </a:cubicBezTo>
                <a:cubicBezTo>
                  <a:pt x="591993" y="44761"/>
                  <a:pt x="595896" y="39286"/>
                  <a:pt x="595896" y="30642"/>
                </a:cubicBezTo>
                <a:cubicBezTo>
                  <a:pt x="595896" y="14121"/>
                  <a:pt x="581629" y="8557"/>
                  <a:pt x="566441" y="8557"/>
                </a:cubicBezTo>
                <a:cubicBezTo>
                  <a:pt x="562598" y="8557"/>
                  <a:pt x="552390" y="9632"/>
                  <a:pt x="547778" y="9632"/>
                </a:cubicBezTo>
                <a:cubicBezTo>
                  <a:pt x="542552" y="9632"/>
                  <a:pt x="540030" y="9172"/>
                  <a:pt x="540030" y="9172"/>
                </a:cubicBezTo>
                <a:lnTo>
                  <a:pt x="539632" y="9632"/>
                </a:lnTo>
                <a:cubicBezTo>
                  <a:pt x="538986" y="18397"/>
                  <a:pt x="537079" y="28857"/>
                  <a:pt x="534619" y="40393"/>
                </a:cubicBezTo>
                <a:lnTo>
                  <a:pt x="526627" y="78073"/>
                </a:lnTo>
                <a:cubicBezTo>
                  <a:pt x="524166" y="89606"/>
                  <a:pt x="521553" y="100526"/>
                  <a:pt x="518539" y="108830"/>
                </a:cubicBezTo>
                <a:lnTo>
                  <a:pt x="518602" y="109292"/>
                </a:lnTo>
                <a:cubicBezTo>
                  <a:pt x="518602" y="109292"/>
                  <a:pt x="521307" y="108830"/>
                  <a:pt x="526688" y="108830"/>
                </a:cubicBezTo>
                <a:cubicBezTo>
                  <a:pt x="531914" y="108830"/>
                  <a:pt x="534436" y="109292"/>
                  <a:pt x="534436" y="109292"/>
                </a:cubicBezTo>
                <a:lnTo>
                  <a:pt x="534835" y="108830"/>
                </a:lnTo>
                <a:cubicBezTo>
                  <a:pt x="535480" y="100064"/>
                  <a:pt x="537417" y="89606"/>
                  <a:pt x="539847" y="78073"/>
                </a:cubicBezTo>
                <a:lnTo>
                  <a:pt x="543106" y="62600"/>
                </a:lnTo>
                <a:close/>
                <a:moveTo>
                  <a:pt x="648687" y="99001"/>
                </a:moveTo>
                <a:lnTo>
                  <a:pt x="648994" y="99001"/>
                </a:lnTo>
                <a:lnTo>
                  <a:pt x="647671" y="108830"/>
                </a:lnTo>
                <a:cubicBezTo>
                  <a:pt x="647610" y="109137"/>
                  <a:pt x="648042" y="109289"/>
                  <a:pt x="648964" y="109289"/>
                </a:cubicBezTo>
                <a:cubicBezTo>
                  <a:pt x="651054" y="109015"/>
                  <a:pt x="652131" y="108830"/>
                  <a:pt x="654376" y="108830"/>
                </a:cubicBezTo>
                <a:cubicBezTo>
                  <a:pt x="656280" y="108830"/>
                  <a:pt x="659170" y="108984"/>
                  <a:pt x="661108" y="109289"/>
                </a:cubicBezTo>
                <a:lnTo>
                  <a:pt x="661509" y="108830"/>
                </a:lnTo>
                <a:cubicBezTo>
                  <a:pt x="661661" y="102226"/>
                  <a:pt x="662707" y="90861"/>
                  <a:pt x="665166" y="79344"/>
                </a:cubicBezTo>
                <a:lnTo>
                  <a:pt x="667012" y="70590"/>
                </a:lnTo>
                <a:cubicBezTo>
                  <a:pt x="669470" y="59070"/>
                  <a:pt x="671316" y="51085"/>
                  <a:pt x="674453" y="42945"/>
                </a:cubicBezTo>
                <a:lnTo>
                  <a:pt x="674389" y="42483"/>
                </a:lnTo>
                <a:cubicBezTo>
                  <a:pt x="674389" y="42483"/>
                  <a:pt x="672147" y="42945"/>
                  <a:pt x="666766" y="42945"/>
                </a:cubicBezTo>
                <a:cubicBezTo>
                  <a:pt x="661539" y="42945"/>
                  <a:pt x="659477" y="42483"/>
                  <a:pt x="659477" y="42483"/>
                </a:cubicBezTo>
                <a:lnTo>
                  <a:pt x="659079" y="42945"/>
                </a:lnTo>
                <a:cubicBezTo>
                  <a:pt x="658586" y="51700"/>
                  <a:pt x="657204" y="58917"/>
                  <a:pt x="654713" y="70590"/>
                </a:cubicBezTo>
                <a:lnTo>
                  <a:pt x="650470" y="90554"/>
                </a:lnTo>
                <a:cubicBezTo>
                  <a:pt x="645459" y="95255"/>
                  <a:pt x="637742" y="101886"/>
                  <a:pt x="630855" y="101886"/>
                </a:cubicBezTo>
                <a:cubicBezTo>
                  <a:pt x="623384" y="101886"/>
                  <a:pt x="620461" y="99430"/>
                  <a:pt x="623384" y="85769"/>
                </a:cubicBezTo>
                <a:lnTo>
                  <a:pt x="626612" y="70573"/>
                </a:lnTo>
                <a:cubicBezTo>
                  <a:pt x="629039" y="59060"/>
                  <a:pt x="630916" y="51080"/>
                  <a:pt x="634022" y="42945"/>
                </a:cubicBezTo>
                <a:lnTo>
                  <a:pt x="633958" y="42483"/>
                </a:lnTo>
                <a:cubicBezTo>
                  <a:pt x="633958" y="42483"/>
                  <a:pt x="631716" y="42945"/>
                  <a:pt x="626335" y="42945"/>
                </a:cubicBezTo>
                <a:cubicBezTo>
                  <a:pt x="621109" y="42945"/>
                  <a:pt x="619047" y="42483"/>
                  <a:pt x="619047" y="42483"/>
                </a:cubicBezTo>
                <a:lnTo>
                  <a:pt x="618648" y="42945"/>
                </a:lnTo>
                <a:cubicBezTo>
                  <a:pt x="618186" y="51695"/>
                  <a:pt x="616804" y="58908"/>
                  <a:pt x="614313" y="70573"/>
                </a:cubicBezTo>
                <a:lnTo>
                  <a:pt x="610285" y="89454"/>
                </a:lnTo>
                <a:cubicBezTo>
                  <a:pt x="608102" y="99738"/>
                  <a:pt x="610009" y="110340"/>
                  <a:pt x="624306" y="110340"/>
                </a:cubicBezTo>
                <a:cubicBezTo>
                  <a:pt x="630609" y="110340"/>
                  <a:pt x="638110" y="108189"/>
                  <a:pt x="648687" y="98971"/>
                </a:cubicBezTo>
                <a:lnTo>
                  <a:pt x="648687" y="99001"/>
                </a:lnTo>
                <a:close/>
                <a:moveTo>
                  <a:pt x="699325" y="96198"/>
                </a:moveTo>
                <a:cubicBezTo>
                  <a:pt x="699325" y="92356"/>
                  <a:pt x="700277" y="88696"/>
                  <a:pt x="701169" y="84514"/>
                </a:cubicBezTo>
                <a:lnTo>
                  <a:pt x="712238" y="31939"/>
                </a:lnTo>
                <a:cubicBezTo>
                  <a:pt x="714666" y="20408"/>
                  <a:pt x="716543" y="12322"/>
                  <a:pt x="719463" y="3038"/>
                </a:cubicBezTo>
                <a:cubicBezTo>
                  <a:pt x="719618" y="1961"/>
                  <a:pt x="719311" y="1499"/>
                  <a:pt x="718386" y="1499"/>
                </a:cubicBezTo>
                <a:cubicBezTo>
                  <a:pt x="714237" y="3038"/>
                  <a:pt x="711009" y="3960"/>
                  <a:pt x="704706" y="4419"/>
                </a:cubicBezTo>
                <a:lnTo>
                  <a:pt x="704244" y="4881"/>
                </a:lnTo>
                <a:cubicBezTo>
                  <a:pt x="704089" y="11492"/>
                  <a:pt x="701753" y="23021"/>
                  <a:pt x="699325" y="34705"/>
                </a:cubicBezTo>
                <a:lnTo>
                  <a:pt x="689332" y="82977"/>
                </a:lnTo>
                <a:cubicBezTo>
                  <a:pt x="688103" y="88818"/>
                  <a:pt x="686257" y="96967"/>
                  <a:pt x="686257" y="99426"/>
                </a:cubicBezTo>
                <a:cubicBezTo>
                  <a:pt x="686257" y="106345"/>
                  <a:pt x="689731" y="110340"/>
                  <a:pt x="695790" y="110340"/>
                </a:cubicBezTo>
                <a:cubicBezTo>
                  <a:pt x="701938" y="110340"/>
                  <a:pt x="709564" y="107727"/>
                  <a:pt x="712853" y="105729"/>
                </a:cubicBezTo>
                <a:lnTo>
                  <a:pt x="712853" y="101731"/>
                </a:lnTo>
                <a:lnTo>
                  <a:pt x="712546" y="101272"/>
                </a:lnTo>
                <a:cubicBezTo>
                  <a:pt x="705013" y="102501"/>
                  <a:pt x="699325" y="104408"/>
                  <a:pt x="699325" y="96198"/>
                </a:cubicBezTo>
                <a:close/>
                <a:moveTo>
                  <a:pt x="769117" y="52877"/>
                </a:moveTo>
                <a:cubicBezTo>
                  <a:pt x="769117" y="65917"/>
                  <a:pt x="756973" y="70805"/>
                  <a:pt x="739047" y="71575"/>
                </a:cubicBezTo>
                <a:cubicBezTo>
                  <a:pt x="744367" y="50815"/>
                  <a:pt x="754205" y="46818"/>
                  <a:pt x="761524" y="46818"/>
                </a:cubicBezTo>
                <a:cubicBezTo>
                  <a:pt x="766750" y="46818"/>
                  <a:pt x="769117" y="48756"/>
                  <a:pt x="769117" y="52877"/>
                </a:cubicBezTo>
                <a:moveTo>
                  <a:pt x="738250" y="76864"/>
                </a:moveTo>
                <a:cubicBezTo>
                  <a:pt x="777881" y="75265"/>
                  <a:pt x="780649" y="58967"/>
                  <a:pt x="780649" y="53060"/>
                </a:cubicBezTo>
                <a:cubicBezTo>
                  <a:pt x="780649" y="46450"/>
                  <a:pt x="776436" y="41285"/>
                  <a:pt x="765059" y="41285"/>
                </a:cubicBezTo>
                <a:cubicBezTo>
                  <a:pt x="737910" y="41285"/>
                  <a:pt x="724229" y="67392"/>
                  <a:pt x="724229" y="86836"/>
                </a:cubicBezTo>
                <a:cubicBezTo>
                  <a:pt x="724229" y="99454"/>
                  <a:pt x="732069" y="110343"/>
                  <a:pt x="744982" y="110343"/>
                </a:cubicBezTo>
                <a:cubicBezTo>
                  <a:pt x="757926" y="110343"/>
                  <a:pt x="769424" y="104654"/>
                  <a:pt x="775483" y="96160"/>
                </a:cubicBezTo>
                <a:cubicBezTo>
                  <a:pt x="774653" y="94500"/>
                  <a:pt x="774346" y="90343"/>
                  <a:pt x="773945" y="88344"/>
                </a:cubicBezTo>
                <a:lnTo>
                  <a:pt x="773023" y="88190"/>
                </a:lnTo>
                <a:cubicBezTo>
                  <a:pt x="768657" y="95884"/>
                  <a:pt x="758019" y="102963"/>
                  <a:pt x="750670" y="102963"/>
                </a:cubicBezTo>
                <a:cubicBezTo>
                  <a:pt x="743814" y="102963"/>
                  <a:pt x="737818" y="96960"/>
                  <a:pt x="737818" y="83296"/>
                </a:cubicBezTo>
                <a:cubicBezTo>
                  <a:pt x="737818" y="81880"/>
                  <a:pt x="738156" y="78033"/>
                  <a:pt x="738250" y="76864"/>
                </a:cubicBezTo>
                <a:close/>
                <a:moveTo>
                  <a:pt x="787627" y="94040"/>
                </a:moveTo>
                <a:lnTo>
                  <a:pt x="783353" y="106191"/>
                </a:lnTo>
                <a:cubicBezTo>
                  <a:pt x="791010" y="109266"/>
                  <a:pt x="798941" y="110340"/>
                  <a:pt x="804477" y="110340"/>
                </a:cubicBezTo>
                <a:cubicBezTo>
                  <a:pt x="821049" y="110340"/>
                  <a:pt x="831286" y="101147"/>
                  <a:pt x="831286" y="88811"/>
                </a:cubicBezTo>
                <a:cubicBezTo>
                  <a:pt x="831286" y="83179"/>
                  <a:pt x="828642" y="76658"/>
                  <a:pt x="819635" y="72044"/>
                </a:cubicBezTo>
                <a:cubicBezTo>
                  <a:pt x="812870" y="68568"/>
                  <a:pt x="807704" y="64660"/>
                  <a:pt x="807704" y="57001"/>
                </a:cubicBezTo>
                <a:cubicBezTo>
                  <a:pt x="807704" y="50356"/>
                  <a:pt x="813332" y="47433"/>
                  <a:pt x="819635" y="47433"/>
                </a:cubicBezTo>
                <a:cubicBezTo>
                  <a:pt x="827167" y="47433"/>
                  <a:pt x="831133" y="52816"/>
                  <a:pt x="832208" y="57123"/>
                </a:cubicBezTo>
                <a:lnTo>
                  <a:pt x="834239" y="56968"/>
                </a:lnTo>
                <a:lnTo>
                  <a:pt x="838574" y="46663"/>
                </a:lnTo>
                <a:lnTo>
                  <a:pt x="838358" y="46204"/>
                </a:lnTo>
                <a:cubicBezTo>
                  <a:pt x="834699" y="43898"/>
                  <a:pt x="829412" y="41282"/>
                  <a:pt x="822032" y="41282"/>
                </a:cubicBezTo>
                <a:cubicBezTo>
                  <a:pt x="810503" y="41282"/>
                  <a:pt x="795774" y="46450"/>
                  <a:pt x="795774" y="62138"/>
                </a:cubicBezTo>
                <a:cubicBezTo>
                  <a:pt x="795774" y="64477"/>
                  <a:pt x="796267" y="66536"/>
                  <a:pt x="797036" y="68045"/>
                </a:cubicBezTo>
                <a:cubicBezTo>
                  <a:pt x="799281" y="72659"/>
                  <a:pt x="804291" y="76043"/>
                  <a:pt x="808964" y="78966"/>
                </a:cubicBezTo>
                <a:cubicBezTo>
                  <a:pt x="814406" y="82379"/>
                  <a:pt x="819051" y="86871"/>
                  <a:pt x="819051" y="92102"/>
                </a:cubicBezTo>
                <a:cubicBezTo>
                  <a:pt x="819051" y="100624"/>
                  <a:pt x="812164" y="104192"/>
                  <a:pt x="805490" y="104192"/>
                </a:cubicBezTo>
                <a:cubicBezTo>
                  <a:pt x="799403" y="104192"/>
                  <a:pt x="791777" y="100500"/>
                  <a:pt x="789811" y="93887"/>
                </a:cubicBezTo>
                <a:lnTo>
                  <a:pt x="787627" y="94040"/>
                </a:lnTo>
                <a:close/>
                <a:moveTo>
                  <a:pt x="877959" y="70099"/>
                </a:moveTo>
                <a:cubicBezTo>
                  <a:pt x="877959" y="63182"/>
                  <a:pt x="877344" y="27670"/>
                  <a:pt x="845368" y="0"/>
                </a:cubicBezTo>
                <a:lnTo>
                  <a:pt x="841833" y="2613"/>
                </a:lnTo>
                <a:cubicBezTo>
                  <a:pt x="846904" y="8454"/>
                  <a:pt x="865198" y="29669"/>
                  <a:pt x="865198" y="70099"/>
                </a:cubicBezTo>
                <a:cubicBezTo>
                  <a:pt x="865198" y="110530"/>
                  <a:pt x="846752" y="131745"/>
                  <a:pt x="841833" y="137281"/>
                </a:cubicBezTo>
                <a:lnTo>
                  <a:pt x="845368" y="140046"/>
                </a:lnTo>
                <a:cubicBezTo>
                  <a:pt x="863662" y="124368"/>
                  <a:pt x="877959" y="98694"/>
                  <a:pt x="877959" y="700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FFB72-C4A8-41AA-9BC2-9BF50FBA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14" y="2836415"/>
            <a:ext cx="2964641" cy="1117815"/>
          </a:xfrm>
          <a:custGeom xmlns:a="http://schemas.openxmlformats.org/drawingml/2006/main">
            <a:pathLst>
              <a:path w="2964641" h="1117815">
                <a:moveTo>
                  <a:pt x="0" y="1117815"/>
                </a:moveTo>
                <a:lnTo>
                  <a:pt x="2964641" y="1117815"/>
                </a:lnTo>
                <a:lnTo>
                  <a:pt x="2964641" y="0"/>
                </a:lnTo>
                <a:lnTo>
                  <a:pt x="0" y="0"/>
                </a:lnTo>
                <a:lnTo>
                  <a:pt x="0" y="11178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08801-6EFD-4C37-AF60-7E47567F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14" y="2836415"/>
            <a:ext cx="2964641" cy="1117815"/>
          </a:xfrm>
          <a:custGeom xmlns:a="http://schemas.openxmlformats.org/drawingml/2006/main">
            <a:pathLst>
              <a:path w="2964641" h="1117815" fill="none">
                <a:moveTo>
                  <a:pt x="0" y="1117815"/>
                </a:moveTo>
                <a:lnTo>
                  <a:pt x="2964641" y="1117815"/>
                </a:lnTo>
                <a:lnTo>
                  <a:pt x="2964641" y="0"/>
                </a:lnTo>
                <a:lnTo>
                  <a:pt x="0" y="0"/>
                </a:lnTo>
                <a:lnTo>
                  <a:pt x="0" y="11178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0" cap="flat">
            <a:solidFill>
              <a:srgbClr val="000000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E97F9-5D82-41B6-8728-9C2CC692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18" y="2885018"/>
            <a:ext cx="2964641" cy="1117815"/>
          </a:xfrm>
          <a:custGeom xmlns:a="http://schemas.openxmlformats.org/drawingml/2006/main">
            <a:pathLst>
              <a:path w="2964641" h="1117815">
                <a:moveTo>
                  <a:pt x="0" y="1117815"/>
                </a:moveTo>
                <a:lnTo>
                  <a:pt x="2964641" y="1117815"/>
                </a:lnTo>
                <a:lnTo>
                  <a:pt x="2964641" y="0"/>
                </a:lnTo>
                <a:lnTo>
                  <a:pt x="0" y="0"/>
                </a:lnTo>
                <a:lnTo>
                  <a:pt x="0" y="11178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9FE70-C64F-45D4-9232-38C48FA8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518" y="2885018"/>
            <a:ext cx="2964641" cy="1117815"/>
          </a:xfrm>
          <a:custGeom xmlns:a="http://schemas.openxmlformats.org/drawingml/2006/main">
            <a:pathLst>
              <a:path w="2964641" h="1117815" fill="none">
                <a:moveTo>
                  <a:pt x="0" y="1117815"/>
                </a:moveTo>
                <a:lnTo>
                  <a:pt x="2964641" y="1117815"/>
                </a:lnTo>
                <a:lnTo>
                  <a:pt x="2964641" y="0"/>
                </a:lnTo>
                <a:lnTo>
                  <a:pt x="0" y="0"/>
                </a:lnTo>
                <a:lnTo>
                  <a:pt x="0" y="11178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0" cap="flat">
            <a:solidFill>
              <a:srgbClr val="0000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2DCFC-3E21-43D5-A5B2-BDB575E8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14" y="2933615"/>
            <a:ext cx="2964641" cy="1117815"/>
          </a:xfrm>
          <a:custGeom xmlns:a="http://schemas.openxmlformats.org/drawingml/2006/main">
            <a:pathLst>
              <a:path w="2964641" h="1117815">
                <a:moveTo>
                  <a:pt x="0" y="1117815"/>
                </a:moveTo>
                <a:lnTo>
                  <a:pt x="2964641" y="1117815"/>
                </a:lnTo>
                <a:lnTo>
                  <a:pt x="2964641" y="0"/>
                </a:lnTo>
                <a:lnTo>
                  <a:pt x="0" y="0"/>
                </a:lnTo>
                <a:lnTo>
                  <a:pt x="0" y="11178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2A214-F5CC-4BDB-A002-1547CD0C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14" y="2933615"/>
            <a:ext cx="2964641" cy="1117815"/>
          </a:xfrm>
          <a:custGeom xmlns:a="http://schemas.openxmlformats.org/drawingml/2006/main">
            <a:pathLst>
              <a:path w="2964641" h="1117815" fill="none">
                <a:moveTo>
                  <a:pt x="0" y="1117815"/>
                </a:moveTo>
                <a:lnTo>
                  <a:pt x="2964641" y="1117815"/>
                </a:lnTo>
                <a:lnTo>
                  <a:pt x="2964641" y="0"/>
                </a:lnTo>
                <a:lnTo>
                  <a:pt x="0" y="0"/>
                </a:lnTo>
                <a:lnTo>
                  <a:pt x="0" y="11178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0" cap="flat">
            <a:solidFill>
              <a:srgbClr val="000000"/>
            </a:solidFill>
            <a:miter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6e02e1b7045a0"/>
          <a:stretch xmlns:a="http://schemas.openxmlformats.org/drawingml/2006/main"/>
        </p:blipFill>
        <p:spPr>
          <a:xfrm xmlns:a="http://schemas.openxmlformats.org/drawingml/2006/main">
            <a:off x="1374366" y="3109309"/>
            <a:ext cx="2906249" cy="863594"/>
          </a:xfrm>
          <a:prstGeom xmlns:a="http://schemas.openxmlformats.org/drawingml/2006/main" prst="rect">
            <a:avLst/>
          </a:prstGeom>
        </p:spPr>
      </p:pic>
      <p:sp>
        <p:nvSpPr>
          <p:cNvPr id="25" name="Text DiagnosisforWFI">
            <a:extLst xmlns:a="http://schemas.openxmlformats.org/drawingml/2006/main">
              <a:ext uri="{FF2B5EF4-FFF2-40B4-BE49-F238E27FC236}">
                <a16:creationId xmlns:a16="http://schemas.microsoft.com/office/drawing/2014/main" id="{0EA9674B-774A-4329-8340-3C8E4045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303" y="4149175"/>
            <a:ext cx="1241516" cy="143971"/>
          </a:xfrm>
          <a:custGeom xmlns:a="http://schemas.openxmlformats.org/drawingml/2006/main">
            <a:pathLst>
              <a:path w="1241516" h="143971">
                <a:moveTo>
                  <a:pt x="23983" y="91802"/>
                </a:moveTo>
                <a:lnTo>
                  <a:pt x="23983" y="23497"/>
                </a:lnTo>
                <a:cubicBezTo>
                  <a:pt x="23983" y="18114"/>
                  <a:pt x="27672" y="15805"/>
                  <a:pt x="35205" y="15805"/>
                </a:cubicBezTo>
                <a:cubicBezTo>
                  <a:pt x="68411" y="15805"/>
                  <a:pt x="70562" y="38421"/>
                  <a:pt x="70562" y="62110"/>
                </a:cubicBezTo>
                <a:cubicBezTo>
                  <a:pt x="70562" y="93186"/>
                  <a:pt x="60724" y="99494"/>
                  <a:pt x="39047" y="99494"/>
                </a:cubicBezTo>
                <a:cubicBezTo>
                  <a:pt x="27365" y="99494"/>
                  <a:pt x="23983" y="96726"/>
                  <a:pt x="23983" y="91802"/>
                </a:cubicBezTo>
                <a:moveTo>
                  <a:pt x="13220" y="8119"/>
                </a:moveTo>
                <a:cubicBezTo>
                  <a:pt x="7994" y="8119"/>
                  <a:pt x="307" y="7656"/>
                  <a:pt x="307" y="7656"/>
                </a:cubicBezTo>
                <a:lnTo>
                  <a:pt x="0" y="8119"/>
                </a:lnTo>
                <a:cubicBezTo>
                  <a:pt x="1232" y="16882"/>
                  <a:pt x="1846" y="27344"/>
                  <a:pt x="1846" y="38880"/>
                </a:cubicBezTo>
                <a:lnTo>
                  <a:pt x="1846" y="76571"/>
                </a:lnTo>
                <a:cubicBezTo>
                  <a:pt x="1846" y="88110"/>
                  <a:pt x="1232" y="99032"/>
                  <a:pt x="0" y="107333"/>
                </a:cubicBezTo>
                <a:lnTo>
                  <a:pt x="155" y="107795"/>
                </a:lnTo>
                <a:cubicBezTo>
                  <a:pt x="155" y="107795"/>
                  <a:pt x="7842" y="107333"/>
                  <a:pt x="13220" y="107333"/>
                </a:cubicBezTo>
                <a:cubicBezTo>
                  <a:pt x="25151" y="107333"/>
                  <a:pt x="30408" y="107640"/>
                  <a:pt x="43813" y="107640"/>
                </a:cubicBezTo>
                <a:cubicBezTo>
                  <a:pt x="65490" y="107640"/>
                  <a:pt x="95314" y="96264"/>
                  <a:pt x="95314" y="58418"/>
                </a:cubicBezTo>
                <a:cubicBezTo>
                  <a:pt x="95314" y="28174"/>
                  <a:pt x="70562" y="7656"/>
                  <a:pt x="41045" y="7656"/>
                </a:cubicBezTo>
                <a:cubicBezTo>
                  <a:pt x="30194" y="7656"/>
                  <a:pt x="24074" y="8119"/>
                  <a:pt x="13220" y="8119"/>
                </a:cubicBezTo>
                <a:close/>
                <a:moveTo>
                  <a:pt x="116373" y="14060"/>
                </a:moveTo>
                <a:cubicBezTo>
                  <a:pt x="116373" y="19903"/>
                  <a:pt x="121139" y="24668"/>
                  <a:pt x="127288" y="24668"/>
                </a:cubicBezTo>
                <a:cubicBezTo>
                  <a:pt x="133438" y="24668"/>
                  <a:pt x="138202" y="19903"/>
                  <a:pt x="138202" y="14060"/>
                </a:cubicBezTo>
                <a:cubicBezTo>
                  <a:pt x="138202" y="8219"/>
                  <a:pt x="133438" y="3453"/>
                  <a:pt x="127288" y="3453"/>
                </a:cubicBezTo>
                <a:cubicBezTo>
                  <a:pt x="121139" y="3453"/>
                  <a:pt x="116373" y="8219"/>
                  <a:pt x="116373" y="14060"/>
                </a:cubicBezTo>
                <a:moveTo>
                  <a:pt x="117142" y="71239"/>
                </a:moveTo>
                <a:lnTo>
                  <a:pt x="117142" y="79686"/>
                </a:lnTo>
                <a:cubicBezTo>
                  <a:pt x="117142" y="91206"/>
                  <a:pt x="116835" y="99039"/>
                  <a:pt x="115604" y="107331"/>
                </a:cubicBezTo>
                <a:lnTo>
                  <a:pt x="115911" y="107790"/>
                </a:lnTo>
                <a:cubicBezTo>
                  <a:pt x="119110" y="107453"/>
                  <a:pt x="121906" y="107331"/>
                  <a:pt x="127288" y="107331"/>
                </a:cubicBezTo>
                <a:cubicBezTo>
                  <a:pt x="132514" y="107331"/>
                  <a:pt x="135774" y="107485"/>
                  <a:pt x="138664" y="107790"/>
                </a:cubicBezTo>
                <a:lnTo>
                  <a:pt x="138972" y="107331"/>
                </a:lnTo>
                <a:cubicBezTo>
                  <a:pt x="137742" y="98576"/>
                  <a:pt x="137435" y="91359"/>
                  <a:pt x="137435" y="79686"/>
                </a:cubicBezTo>
                <a:lnTo>
                  <a:pt x="137435" y="69551"/>
                </a:lnTo>
                <a:cubicBezTo>
                  <a:pt x="137435" y="58033"/>
                  <a:pt x="138019" y="51428"/>
                  <a:pt x="138972" y="42214"/>
                </a:cubicBezTo>
                <a:cubicBezTo>
                  <a:pt x="138972" y="41139"/>
                  <a:pt x="138509" y="40677"/>
                  <a:pt x="137588" y="40677"/>
                </a:cubicBezTo>
                <a:cubicBezTo>
                  <a:pt x="135467" y="40984"/>
                  <a:pt x="131285" y="41446"/>
                  <a:pt x="126980" y="41446"/>
                </a:cubicBezTo>
                <a:cubicBezTo>
                  <a:pt x="122983" y="41446"/>
                  <a:pt x="118803" y="41170"/>
                  <a:pt x="116066" y="40984"/>
                </a:cubicBezTo>
                <a:lnTo>
                  <a:pt x="115604" y="41599"/>
                </a:lnTo>
                <a:cubicBezTo>
                  <a:pt x="116835" y="48202"/>
                  <a:pt x="117142" y="59722"/>
                  <a:pt x="117142" y="71239"/>
                </a:cubicBezTo>
                <a:close/>
                <a:moveTo>
                  <a:pt x="199078" y="73161"/>
                </a:moveTo>
                <a:lnTo>
                  <a:pt x="198771" y="87467"/>
                </a:lnTo>
                <a:cubicBezTo>
                  <a:pt x="198771" y="89466"/>
                  <a:pt x="197542" y="93313"/>
                  <a:pt x="196465" y="94389"/>
                </a:cubicBezTo>
                <a:cubicBezTo>
                  <a:pt x="192930" y="97927"/>
                  <a:pt x="189393" y="99618"/>
                  <a:pt x="185089" y="99618"/>
                </a:cubicBezTo>
                <a:cubicBezTo>
                  <a:pt x="180477" y="99618"/>
                  <a:pt x="177097" y="95004"/>
                  <a:pt x="177097" y="90850"/>
                </a:cubicBezTo>
                <a:cubicBezTo>
                  <a:pt x="177097" y="85311"/>
                  <a:pt x="179062" y="78422"/>
                  <a:pt x="186780" y="76391"/>
                </a:cubicBezTo>
                <a:lnTo>
                  <a:pt x="199078" y="73161"/>
                </a:lnTo>
                <a:moveTo>
                  <a:pt x="218449" y="95004"/>
                </a:moveTo>
                <a:cubicBezTo>
                  <a:pt x="218449" y="90542"/>
                  <a:pt x="219064" y="66391"/>
                  <a:pt x="219064" y="64700"/>
                </a:cubicBezTo>
                <a:cubicBezTo>
                  <a:pt x="219064" y="55469"/>
                  <a:pt x="217157" y="49748"/>
                  <a:pt x="212914" y="45934"/>
                </a:cubicBezTo>
                <a:cubicBezTo>
                  <a:pt x="208025" y="41538"/>
                  <a:pt x="198771" y="39783"/>
                  <a:pt x="191392" y="39783"/>
                </a:cubicBezTo>
                <a:cubicBezTo>
                  <a:pt x="180324" y="39783"/>
                  <a:pt x="165565" y="44705"/>
                  <a:pt x="161875" y="47932"/>
                </a:cubicBezTo>
                <a:lnTo>
                  <a:pt x="161416" y="48547"/>
                </a:lnTo>
                <a:lnTo>
                  <a:pt x="164491" y="60086"/>
                </a:lnTo>
                <a:lnTo>
                  <a:pt x="169562" y="60238"/>
                </a:lnTo>
                <a:cubicBezTo>
                  <a:pt x="174791" y="52546"/>
                  <a:pt x="181554" y="48085"/>
                  <a:pt x="188471" y="48085"/>
                </a:cubicBezTo>
                <a:cubicBezTo>
                  <a:pt x="195236" y="48085"/>
                  <a:pt x="199078" y="51932"/>
                  <a:pt x="199078" y="63775"/>
                </a:cubicBezTo>
                <a:cubicBezTo>
                  <a:pt x="199078" y="64852"/>
                  <a:pt x="198619" y="65469"/>
                  <a:pt x="198157" y="65621"/>
                </a:cubicBezTo>
                <a:lnTo>
                  <a:pt x="180170" y="70390"/>
                </a:lnTo>
                <a:cubicBezTo>
                  <a:pt x="165413" y="73930"/>
                  <a:pt x="156497" y="81774"/>
                  <a:pt x="156497" y="92236"/>
                </a:cubicBezTo>
                <a:cubicBezTo>
                  <a:pt x="156497" y="102848"/>
                  <a:pt x="166797" y="108841"/>
                  <a:pt x="177557" y="108841"/>
                </a:cubicBezTo>
                <a:cubicBezTo>
                  <a:pt x="183552" y="108841"/>
                  <a:pt x="191701" y="106845"/>
                  <a:pt x="198619" y="99925"/>
                </a:cubicBezTo>
                <a:lnTo>
                  <a:pt x="198926" y="99925"/>
                </a:lnTo>
                <a:cubicBezTo>
                  <a:pt x="201077" y="106228"/>
                  <a:pt x="204460" y="108841"/>
                  <a:pt x="211070" y="108841"/>
                </a:cubicBezTo>
                <a:cubicBezTo>
                  <a:pt x="217065" y="108841"/>
                  <a:pt x="224752" y="107305"/>
                  <a:pt x="229364" y="103770"/>
                </a:cubicBezTo>
                <a:cubicBezTo>
                  <a:pt x="229179" y="102416"/>
                  <a:pt x="228749" y="101309"/>
                  <a:pt x="227825" y="100542"/>
                </a:cubicBezTo>
                <a:cubicBezTo>
                  <a:pt x="221677" y="100542"/>
                  <a:pt x="218449" y="100080"/>
                  <a:pt x="218449" y="95004"/>
                </a:cubicBezTo>
                <a:close/>
                <a:moveTo>
                  <a:pt x="301156" y="62832"/>
                </a:moveTo>
                <a:cubicBezTo>
                  <a:pt x="301156" y="57517"/>
                  <a:pt x="298081" y="51219"/>
                  <a:pt x="293314" y="47993"/>
                </a:cubicBezTo>
                <a:cubicBezTo>
                  <a:pt x="297896" y="48085"/>
                  <a:pt x="303492" y="48946"/>
                  <a:pt x="308841" y="49314"/>
                </a:cubicBezTo>
                <a:lnTo>
                  <a:pt x="309303" y="48852"/>
                </a:lnTo>
                <a:cubicBezTo>
                  <a:pt x="308996" y="47470"/>
                  <a:pt x="308841" y="46086"/>
                  <a:pt x="308841" y="44705"/>
                </a:cubicBezTo>
                <a:cubicBezTo>
                  <a:pt x="308841" y="43321"/>
                  <a:pt x="308996" y="41629"/>
                  <a:pt x="309303" y="40245"/>
                </a:cubicBezTo>
                <a:lnTo>
                  <a:pt x="308841" y="39783"/>
                </a:lnTo>
                <a:cubicBezTo>
                  <a:pt x="301494" y="40431"/>
                  <a:pt x="291778" y="40522"/>
                  <a:pt x="280310" y="41106"/>
                </a:cubicBezTo>
                <a:cubicBezTo>
                  <a:pt x="277542" y="40245"/>
                  <a:pt x="272501" y="39783"/>
                  <a:pt x="269179" y="39783"/>
                </a:cubicBezTo>
                <a:cubicBezTo>
                  <a:pt x="252576" y="39783"/>
                  <a:pt x="238894" y="48699"/>
                  <a:pt x="238894" y="63447"/>
                </a:cubicBezTo>
                <a:cubicBezTo>
                  <a:pt x="238894" y="72049"/>
                  <a:pt x="243322" y="76351"/>
                  <a:pt x="247289" y="79116"/>
                </a:cubicBezTo>
                <a:cubicBezTo>
                  <a:pt x="249534" y="80716"/>
                  <a:pt x="253346" y="81884"/>
                  <a:pt x="253346" y="81884"/>
                </a:cubicBezTo>
                <a:lnTo>
                  <a:pt x="253038" y="82651"/>
                </a:lnTo>
                <a:cubicBezTo>
                  <a:pt x="246212" y="84957"/>
                  <a:pt x="239663" y="90845"/>
                  <a:pt x="239663" y="95900"/>
                </a:cubicBezTo>
                <a:cubicBezTo>
                  <a:pt x="239663" y="102360"/>
                  <a:pt x="243292" y="106603"/>
                  <a:pt x="251807" y="107896"/>
                </a:cubicBezTo>
                <a:cubicBezTo>
                  <a:pt x="248488" y="109986"/>
                  <a:pt x="242584" y="112207"/>
                  <a:pt x="238894" y="114368"/>
                </a:cubicBezTo>
                <a:cubicBezTo>
                  <a:pt x="236281" y="117764"/>
                  <a:pt x="235514" y="122578"/>
                  <a:pt x="235514" y="126406"/>
                </a:cubicBezTo>
                <a:cubicBezTo>
                  <a:pt x="235514" y="139821"/>
                  <a:pt x="251469" y="143971"/>
                  <a:pt x="265182" y="143971"/>
                </a:cubicBezTo>
                <a:cubicBezTo>
                  <a:pt x="275205" y="143971"/>
                  <a:pt x="286859" y="142772"/>
                  <a:pt x="296174" y="138221"/>
                </a:cubicBezTo>
                <a:cubicBezTo>
                  <a:pt x="305245" y="133750"/>
                  <a:pt x="312071" y="126005"/>
                  <a:pt x="312071" y="117764"/>
                </a:cubicBezTo>
                <a:cubicBezTo>
                  <a:pt x="312071" y="100209"/>
                  <a:pt x="292547" y="97134"/>
                  <a:pt x="278403" y="97134"/>
                </a:cubicBezTo>
                <a:cubicBezTo>
                  <a:pt x="275790" y="97134"/>
                  <a:pt x="272255" y="97441"/>
                  <a:pt x="268717" y="97903"/>
                </a:cubicBezTo>
                <a:cubicBezTo>
                  <a:pt x="266566" y="98178"/>
                  <a:pt x="266566" y="98332"/>
                  <a:pt x="265797" y="98332"/>
                </a:cubicBezTo>
                <a:cubicBezTo>
                  <a:pt x="261492" y="98332"/>
                  <a:pt x="256881" y="97556"/>
                  <a:pt x="256881" y="90864"/>
                </a:cubicBezTo>
                <a:cubicBezTo>
                  <a:pt x="256881" y="88375"/>
                  <a:pt x="256975" y="86508"/>
                  <a:pt x="258663" y="83883"/>
                </a:cubicBezTo>
                <a:cubicBezTo>
                  <a:pt x="260847" y="84805"/>
                  <a:pt x="264997" y="85572"/>
                  <a:pt x="270256" y="85572"/>
                </a:cubicBezTo>
                <a:cubicBezTo>
                  <a:pt x="288088" y="85572"/>
                  <a:pt x="301156" y="77120"/>
                  <a:pt x="301156" y="62832"/>
                </a:cubicBezTo>
                <a:moveTo>
                  <a:pt x="280709" y="62985"/>
                </a:moveTo>
                <a:cubicBezTo>
                  <a:pt x="280709" y="73892"/>
                  <a:pt x="277636" y="79424"/>
                  <a:pt x="270256" y="79424"/>
                </a:cubicBezTo>
                <a:cubicBezTo>
                  <a:pt x="260878" y="79424"/>
                  <a:pt x="259341" y="73892"/>
                  <a:pt x="259341" y="62680"/>
                </a:cubicBezTo>
                <a:cubicBezTo>
                  <a:pt x="259341" y="52539"/>
                  <a:pt x="261800" y="45934"/>
                  <a:pt x="269794" y="45934"/>
                </a:cubicBezTo>
                <a:cubicBezTo>
                  <a:pt x="279017" y="45934"/>
                  <a:pt x="280709" y="51465"/>
                  <a:pt x="280709" y="62985"/>
                </a:cubicBezTo>
                <a:moveTo>
                  <a:pt x="258727" y="109864"/>
                </a:moveTo>
                <a:cubicBezTo>
                  <a:pt x="259710" y="109986"/>
                  <a:pt x="260878" y="110171"/>
                  <a:pt x="262262" y="110171"/>
                </a:cubicBezTo>
                <a:cubicBezTo>
                  <a:pt x="266782" y="110047"/>
                  <a:pt x="270901" y="109892"/>
                  <a:pt x="273022" y="109892"/>
                </a:cubicBezTo>
                <a:cubicBezTo>
                  <a:pt x="281630" y="109892"/>
                  <a:pt x="292085" y="110633"/>
                  <a:pt x="292085" y="121313"/>
                </a:cubicBezTo>
                <a:cubicBezTo>
                  <a:pt x="292085" y="130727"/>
                  <a:pt x="282707" y="137053"/>
                  <a:pt x="269487" y="137053"/>
                </a:cubicBezTo>
                <a:cubicBezTo>
                  <a:pt x="264260" y="137053"/>
                  <a:pt x="253805" y="133814"/>
                  <a:pt x="253805" y="123319"/>
                </a:cubicBezTo>
                <a:cubicBezTo>
                  <a:pt x="253805" y="118227"/>
                  <a:pt x="254730" y="113906"/>
                  <a:pt x="258727" y="109740"/>
                </a:cubicBezTo>
                <a:lnTo>
                  <a:pt x="258727" y="109864"/>
                </a:lnTo>
                <a:close/>
                <a:moveTo>
                  <a:pt x="395545" y="79630"/>
                </a:moveTo>
                <a:lnTo>
                  <a:pt x="395545" y="62549"/>
                </a:lnTo>
                <a:cubicBezTo>
                  <a:pt x="395545" y="46396"/>
                  <a:pt x="388013" y="39783"/>
                  <a:pt x="374176" y="39783"/>
                </a:cubicBezTo>
                <a:cubicBezTo>
                  <a:pt x="366336" y="39783"/>
                  <a:pt x="357113" y="44550"/>
                  <a:pt x="350040" y="53623"/>
                </a:cubicBezTo>
                <a:lnTo>
                  <a:pt x="349395" y="53161"/>
                </a:lnTo>
                <a:cubicBezTo>
                  <a:pt x="349395" y="49654"/>
                  <a:pt x="349210" y="43229"/>
                  <a:pt x="348966" y="41937"/>
                </a:cubicBezTo>
                <a:cubicBezTo>
                  <a:pt x="348781" y="40860"/>
                  <a:pt x="348534" y="40400"/>
                  <a:pt x="347582" y="40400"/>
                </a:cubicBezTo>
                <a:cubicBezTo>
                  <a:pt x="343123" y="41137"/>
                  <a:pt x="333130" y="41137"/>
                  <a:pt x="327751" y="40860"/>
                </a:cubicBezTo>
                <a:lnTo>
                  <a:pt x="327442" y="41322"/>
                </a:lnTo>
                <a:cubicBezTo>
                  <a:pt x="328643" y="47902"/>
                  <a:pt x="329133" y="59654"/>
                  <a:pt x="329133" y="71167"/>
                </a:cubicBezTo>
                <a:lnTo>
                  <a:pt x="329133" y="79630"/>
                </a:lnTo>
                <a:cubicBezTo>
                  <a:pt x="329133" y="91171"/>
                  <a:pt x="328765" y="99081"/>
                  <a:pt x="327442" y="107331"/>
                </a:cubicBezTo>
                <a:lnTo>
                  <a:pt x="327751" y="107790"/>
                </a:lnTo>
                <a:cubicBezTo>
                  <a:pt x="327751" y="107790"/>
                  <a:pt x="334976" y="107331"/>
                  <a:pt x="340357" y="107331"/>
                </a:cubicBezTo>
                <a:cubicBezTo>
                  <a:pt x="345614" y="107331"/>
                  <a:pt x="349888" y="107790"/>
                  <a:pt x="349888" y="107790"/>
                </a:cubicBezTo>
                <a:lnTo>
                  <a:pt x="350348" y="107331"/>
                </a:lnTo>
                <a:cubicBezTo>
                  <a:pt x="349581" y="98558"/>
                  <a:pt x="349426" y="91326"/>
                  <a:pt x="349426" y="79630"/>
                </a:cubicBezTo>
                <a:lnTo>
                  <a:pt x="349426" y="63933"/>
                </a:lnTo>
                <a:cubicBezTo>
                  <a:pt x="355269" y="56239"/>
                  <a:pt x="361724" y="51622"/>
                  <a:pt x="367258" y="51622"/>
                </a:cubicBezTo>
                <a:cubicBezTo>
                  <a:pt x="371410" y="51622"/>
                  <a:pt x="375252" y="54700"/>
                  <a:pt x="375252" y="65933"/>
                </a:cubicBezTo>
                <a:lnTo>
                  <a:pt x="375252" y="79630"/>
                </a:lnTo>
                <a:cubicBezTo>
                  <a:pt x="375252" y="91171"/>
                  <a:pt x="375252" y="99175"/>
                  <a:pt x="374330" y="107331"/>
                </a:cubicBezTo>
                <a:lnTo>
                  <a:pt x="374638" y="107790"/>
                </a:lnTo>
                <a:cubicBezTo>
                  <a:pt x="374638" y="107790"/>
                  <a:pt x="379557" y="107331"/>
                  <a:pt x="384938" y="107331"/>
                </a:cubicBezTo>
                <a:cubicBezTo>
                  <a:pt x="390164" y="107331"/>
                  <a:pt x="396929" y="107790"/>
                  <a:pt x="396929" y="107790"/>
                </a:cubicBezTo>
                <a:lnTo>
                  <a:pt x="397236" y="107331"/>
                </a:lnTo>
                <a:cubicBezTo>
                  <a:pt x="395852" y="98558"/>
                  <a:pt x="395545" y="91326"/>
                  <a:pt x="395545" y="79630"/>
                </a:cubicBezTo>
                <a:close/>
                <a:moveTo>
                  <a:pt x="415375" y="75774"/>
                </a:moveTo>
                <a:cubicBezTo>
                  <a:pt x="415375" y="96233"/>
                  <a:pt x="429672" y="108841"/>
                  <a:pt x="452578" y="108841"/>
                </a:cubicBezTo>
                <a:cubicBezTo>
                  <a:pt x="476098" y="108841"/>
                  <a:pt x="489781" y="95649"/>
                  <a:pt x="489781" y="74390"/>
                </a:cubicBezTo>
                <a:cubicBezTo>
                  <a:pt x="489781" y="55009"/>
                  <a:pt x="478866" y="39783"/>
                  <a:pt x="452885" y="39783"/>
                </a:cubicBezTo>
                <a:cubicBezTo>
                  <a:pt x="430903" y="39783"/>
                  <a:pt x="415375" y="51932"/>
                  <a:pt x="415375" y="75774"/>
                </a:cubicBezTo>
                <a:moveTo>
                  <a:pt x="451811" y="47470"/>
                </a:moveTo>
                <a:cubicBezTo>
                  <a:pt x="464876" y="47470"/>
                  <a:pt x="467952" y="57163"/>
                  <a:pt x="467952" y="78544"/>
                </a:cubicBezTo>
                <a:cubicBezTo>
                  <a:pt x="467952" y="96233"/>
                  <a:pt x="461649" y="101157"/>
                  <a:pt x="454731" y="101157"/>
                </a:cubicBezTo>
                <a:cubicBezTo>
                  <a:pt x="438743" y="101157"/>
                  <a:pt x="437206" y="84082"/>
                  <a:pt x="437206" y="72236"/>
                </a:cubicBezTo>
                <a:cubicBezTo>
                  <a:pt x="437206" y="58854"/>
                  <a:pt x="438588" y="47470"/>
                  <a:pt x="451811" y="47470"/>
                </a:cubicBezTo>
                <a:close/>
                <a:moveTo>
                  <a:pt x="504384" y="89925"/>
                </a:moveTo>
                <a:lnTo>
                  <a:pt x="501925" y="104685"/>
                </a:lnTo>
                <a:cubicBezTo>
                  <a:pt x="510227" y="107767"/>
                  <a:pt x="520372" y="108841"/>
                  <a:pt x="525908" y="108841"/>
                </a:cubicBezTo>
                <a:cubicBezTo>
                  <a:pt x="545891" y="108841"/>
                  <a:pt x="554348" y="99156"/>
                  <a:pt x="554348" y="88541"/>
                </a:cubicBezTo>
                <a:cubicBezTo>
                  <a:pt x="554348" y="74697"/>
                  <a:pt x="543433" y="70390"/>
                  <a:pt x="532518" y="64545"/>
                </a:cubicBezTo>
                <a:cubicBezTo>
                  <a:pt x="527505" y="61838"/>
                  <a:pt x="523293" y="59161"/>
                  <a:pt x="523293" y="54240"/>
                </a:cubicBezTo>
                <a:cubicBezTo>
                  <a:pt x="523293" y="49933"/>
                  <a:pt x="524831" y="46703"/>
                  <a:pt x="530827" y="46703"/>
                </a:cubicBezTo>
                <a:cubicBezTo>
                  <a:pt x="538359" y="46703"/>
                  <a:pt x="542816" y="53933"/>
                  <a:pt x="544815" y="58239"/>
                </a:cubicBezTo>
                <a:lnTo>
                  <a:pt x="548966" y="58085"/>
                </a:lnTo>
                <a:lnTo>
                  <a:pt x="551887" y="44243"/>
                </a:lnTo>
                <a:lnTo>
                  <a:pt x="551580" y="43780"/>
                </a:lnTo>
                <a:cubicBezTo>
                  <a:pt x="547430" y="41475"/>
                  <a:pt x="538512" y="39783"/>
                  <a:pt x="531134" y="39783"/>
                </a:cubicBezTo>
                <a:cubicBezTo>
                  <a:pt x="517297" y="39783"/>
                  <a:pt x="505153" y="46548"/>
                  <a:pt x="505153" y="58392"/>
                </a:cubicBezTo>
                <a:cubicBezTo>
                  <a:pt x="505153" y="69161"/>
                  <a:pt x="512685" y="74667"/>
                  <a:pt x="521449" y="79466"/>
                </a:cubicBezTo>
                <a:cubicBezTo>
                  <a:pt x="532671" y="85619"/>
                  <a:pt x="536053" y="88389"/>
                  <a:pt x="536053" y="94542"/>
                </a:cubicBezTo>
                <a:cubicBezTo>
                  <a:pt x="536053" y="101771"/>
                  <a:pt x="531287" y="102079"/>
                  <a:pt x="525446" y="102079"/>
                </a:cubicBezTo>
                <a:cubicBezTo>
                  <a:pt x="520065" y="102079"/>
                  <a:pt x="513609" y="98694"/>
                  <a:pt x="508998" y="89773"/>
                </a:cubicBezTo>
                <a:lnTo>
                  <a:pt x="504384" y="89925"/>
                </a:lnTo>
                <a:close/>
                <a:moveTo>
                  <a:pt x="573563" y="14060"/>
                </a:moveTo>
                <a:cubicBezTo>
                  <a:pt x="573563" y="19903"/>
                  <a:pt x="578329" y="24668"/>
                  <a:pt x="584477" y="24668"/>
                </a:cubicBezTo>
                <a:cubicBezTo>
                  <a:pt x="590628" y="24668"/>
                  <a:pt x="595392" y="19903"/>
                  <a:pt x="595392" y="14060"/>
                </a:cubicBezTo>
                <a:cubicBezTo>
                  <a:pt x="595392" y="8219"/>
                  <a:pt x="590628" y="3453"/>
                  <a:pt x="584477" y="3453"/>
                </a:cubicBezTo>
                <a:cubicBezTo>
                  <a:pt x="578329" y="3453"/>
                  <a:pt x="573563" y="8219"/>
                  <a:pt x="573563" y="14060"/>
                </a:cubicBezTo>
                <a:moveTo>
                  <a:pt x="574332" y="71239"/>
                </a:moveTo>
                <a:lnTo>
                  <a:pt x="574332" y="79686"/>
                </a:lnTo>
                <a:cubicBezTo>
                  <a:pt x="574332" y="91206"/>
                  <a:pt x="574025" y="99039"/>
                  <a:pt x="572793" y="107331"/>
                </a:cubicBezTo>
                <a:lnTo>
                  <a:pt x="573100" y="107790"/>
                </a:lnTo>
                <a:cubicBezTo>
                  <a:pt x="576300" y="107453"/>
                  <a:pt x="579096" y="107331"/>
                  <a:pt x="584477" y="107331"/>
                </a:cubicBezTo>
                <a:cubicBezTo>
                  <a:pt x="589703" y="107331"/>
                  <a:pt x="592964" y="107485"/>
                  <a:pt x="595854" y="107790"/>
                </a:cubicBezTo>
                <a:lnTo>
                  <a:pt x="596161" y="107331"/>
                </a:lnTo>
                <a:cubicBezTo>
                  <a:pt x="594932" y="98576"/>
                  <a:pt x="594625" y="91359"/>
                  <a:pt x="594625" y="79686"/>
                </a:cubicBezTo>
                <a:lnTo>
                  <a:pt x="594625" y="69551"/>
                </a:lnTo>
                <a:cubicBezTo>
                  <a:pt x="594625" y="58033"/>
                  <a:pt x="595209" y="51428"/>
                  <a:pt x="596161" y="42214"/>
                </a:cubicBezTo>
                <a:cubicBezTo>
                  <a:pt x="596161" y="41139"/>
                  <a:pt x="595699" y="40677"/>
                  <a:pt x="594777" y="40677"/>
                </a:cubicBezTo>
                <a:cubicBezTo>
                  <a:pt x="592657" y="40984"/>
                  <a:pt x="588474" y="41446"/>
                  <a:pt x="584170" y="41446"/>
                </a:cubicBezTo>
                <a:cubicBezTo>
                  <a:pt x="580173" y="41446"/>
                  <a:pt x="575993" y="41170"/>
                  <a:pt x="573255" y="40984"/>
                </a:cubicBezTo>
                <a:lnTo>
                  <a:pt x="572793" y="41599"/>
                </a:lnTo>
                <a:cubicBezTo>
                  <a:pt x="574025" y="48202"/>
                  <a:pt x="574332" y="59722"/>
                  <a:pt x="574332" y="71239"/>
                </a:cubicBezTo>
                <a:close/>
                <a:moveTo>
                  <a:pt x="616760" y="89925"/>
                </a:moveTo>
                <a:lnTo>
                  <a:pt x="614302" y="104685"/>
                </a:lnTo>
                <a:cubicBezTo>
                  <a:pt x="622603" y="107767"/>
                  <a:pt x="632748" y="108841"/>
                  <a:pt x="638284" y="108841"/>
                </a:cubicBezTo>
                <a:cubicBezTo>
                  <a:pt x="658267" y="108841"/>
                  <a:pt x="666724" y="99156"/>
                  <a:pt x="666724" y="88541"/>
                </a:cubicBezTo>
                <a:cubicBezTo>
                  <a:pt x="666724" y="74697"/>
                  <a:pt x="655809" y="70390"/>
                  <a:pt x="644894" y="64545"/>
                </a:cubicBezTo>
                <a:cubicBezTo>
                  <a:pt x="639882" y="61838"/>
                  <a:pt x="635669" y="59161"/>
                  <a:pt x="635669" y="54240"/>
                </a:cubicBezTo>
                <a:cubicBezTo>
                  <a:pt x="635669" y="49933"/>
                  <a:pt x="637207" y="46703"/>
                  <a:pt x="643203" y="46703"/>
                </a:cubicBezTo>
                <a:cubicBezTo>
                  <a:pt x="650735" y="46703"/>
                  <a:pt x="655192" y="53933"/>
                  <a:pt x="657191" y="58239"/>
                </a:cubicBezTo>
                <a:lnTo>
                  <a:pt x="661343" y="58085"/>
                </a:lnTo>
                <a:lnTo>
                  <a:pt x="664263" y="44243"/>
                </a:lnTo>
                <a:lnTo>
                  <a:pt x="663956" y="43780"/>
                </a:lnTo>
                <a:cubicBezTo>
                  <a:pt x="659806" y="41475"/>
                  <a:pt x="650888" y="39783"/>
                  <a:pt x="643510" y="39783"/>
                </a:cubicBezTo>
                <a:cubicBezTo>
                  <a:pt x="629673" y="39783"/>
                  <a:pt x="617529" y="46548"/>
                  <a:pt x="617529" y="58392"/>
                </a:cubicBezTo>
                <a:cubicBezTo>
                  <a:pt x="617529" y="69161"/>
                  <a:pt x="625061" y="74667"/>
                  <a:pt x="633825" y="79466"/>
                </a:cubicBezTo>
                <a:cubicBezTo>
                  <a:pt x="645047" y="85619"/>
                  <a:pt x="648429" y="88389"/>
                  <a:pt x="648429" y="94542"/>
                </a:cubicBezTo>
                <a:cubicBezTo>
                  <a:pt x="648429" y="101771"/>
                  <a:pt x="643663" y="102079"/>
                  <a:pt x="637822" y="102079"/>
                </a:cubicBezTo>
                <a:cubicBezTo>
                  <a:pt x="632441" y="102079"/>
                  <a:pt x="625986" y="98694"/>
                  <a:pt x="621374" y="89773"/>
                </a:cubicBezTo>
                <a:lnTo>
                  <a:pt x="616760" y="89925"/>
                </a:lnTo>
                <a:close/>
                <a:moveTo>
                  <a:pt x="745434" y="49122"/>
                </a:moveTo>
                <a:lnTo>
                  <a:pt x="751274" y="49122"/>
                </a:lnTo>
                <a:cubicBezTo>
                  <a:pt x="754964" y="49122"/>
                  <a:pt x="760312" y="49246"/>
                  <a:pt x="762342" y="49429"/>
                </a:cubicBezTo>
                <a:cubicBezTo>
                  <a:pt x="762588" y="47123"/>
                  <a:pt x="763266" y="44479"/>
                  <a:pt x="764188" y="42204"/>
                </a:cubicBezTo>
                <a:lnTo>
                  <a:pt x="763418" y="40973"/>
                </a:lnTo>
                <a:cubicBezTo>
                  <a:pt x="760559" y="41221"/>
                  <a:pt x="756193" y="41435"/>
                  <a:pt x="752658" y="41435"/>
                </a:cubicBezTo>
                <a:lnTo>
                  <a:pt x="745434" y="41435"/>
                </a:lnTo>
                <a:lnTo>
                  <a:pt x="745434" y="39894"/>
                </a:lnTo>
                <a:cubicBezTo>
                  <a:pt x="745434" y="35948"/>
                  <a:pt x="744357" y="28489"/>
                  <a:pt x="744357" y="25097"/>
                </a:cubicBezTo>
                <a:cubicBezTo>
                  <a:pt x="744357" y="16589"/>
                  <a:pt x="748969" y="10607"/>
                  <a:pt x="757270" y="10607"/>
                </a:cubicBezTo>
                <a:cubicBezTo>
                  <a:pt x="761727" y="10607"/>
                  <a:pt x="765940" y="13844"/>
                  <a:pt x="767108" y="18315"/>
                </a:cubicBezTo>
                <a:lnTo>
                  <a:pt x="771720" y="18165"/>
                </a:lnTo>
                <a:cubicBezTo>
                  <a:pt x="772182" y="13861"/>
                  <a:pt x="773873" y="5775"/>
                  <a:pt x="775257" y="2639"/>
                </a:cubicBezTo>
                <a:lnTo>
                  <a:pt x="775102" y="2179"/>
                </a:lnTo>
                <a:cubicBezTo>
                  <a:pt x="773873" y="1384"/>
                  <a:pt x="768401" y="0"/>
                  <a:pt x="763573" y="0"/>
                </a:cubicBezTo>
                <a:cubicBezTo>
                  <a:pt x="751950" y="0"/>
                  <a:pt x="742666" y="3845"/>
                  <a:pt x="736208" y="10607"/>
                </a:cubicBezTo>
                <a:cubicBezTo>
                  <a:pt x="729445" y="17698"/>
                  <a:pt x="725601" y="27410"/>
                  <a:pt x="725601" y="36811"/>
                </a:cubicBezTo>
                <a:lnTo>
                  <a:pt x="725601" y="41435"/>
                </a:lnTo>
                <a:cubicBezTo>
                  <a:pt x="722464" y="41435"/>
                  <a:pt x="719206" y="41221"/>
                  <a:pt x="717299" y="40973"/>
                </a:cubicBezTo>
                <a:cubicBezTo>
                  <a:pt x="716471" y="43588"/>
                  <a:pt x="715425" y="46049"/>
                  <a:pt x="713919" y="48355"/>
                </a:cubicBezTo>
                <a:lnTo>
                  <a:pt x="714686" y="49429"/>
                </a:lnTo>
                <a:cubicBezTo>
                  <a:pt x="717332" y="49246"/>
                  <a:pt x="722096" y="49152"/>
                  <a:pt x="725601" y="49122"/>
                </a:cubicBezTo>
                <a:lnTo>
                  <a:pt x="725601" y="76613"/>
                </a:lnTo>
                <a:cubicBezTo>
                  <a:pt x="725601" y="88133"/>
                  <a:pt x="725601" y="99498"/>
                  <a:pt x="724526" y="107331"/>
                </a:cubicBezTo>
                <a:lnTo>
                  <a:pt x="724679" y="107790"/>
                </a:lnTo>
                <a:cubicBezTo>
                  <a:pt x="724679" y="107790"/>
                  <a:pt x="730829" y="107331"/>
                  <a:pt x="736208" y="107331"/>
                </a:cubicBezTo>
                <a:cubicBezTo>
                  <a:pt x="741467" y="107331"/>
                  <a:pt x="746815" y="107790"/>
                  <a:pt x="746815" y="107790"/>
                </a:cubicBezTo>
                <a:lnTo>
                  <a:pt x="747123" y="107331"/>
                </a:lnTo>
                <a:cubicBezTo>
                  <a:pt x="746048" y="98424"/>
                  <a:pt x="746079" y="88164"/>
                  <a:pt x="745893" y="76613"/>
                </a:cubicBezTo>
                <a:lnTo>
                  <a:pt x="745434" y="49122"/>
                </a:lnTo>
                <a:close/>
                <a:moveTo>
                  <a:pt x="773871" y="75774"/>
                </a:moveTo>
                <a:cubicBezTo>
                  <a:pt x="773871" y="96233"/>
                  <a:pt x="788168" y="108841"/>
                  <a:pt x="811074" y="108841"/>
                </a:cubicBezTo>
                <a:cubicBezTo>
                  <a:pt x="834595" y="108841"/>
                  <a:pt x="848277" y="95649"/>
                  <a:pt x="848277" y="74390"/>
                </a:cubicBezTo>
                <a:cubicBezTo>
                  <a:pt x="848277" y="55009"/>
                  <a:pt x="837363" y="39783"/>
                  <a:pt x="811382" y="39783"/>
                </a:cubicBezTo>
                <a:cubicBezTo>
                  <a:pt x="789400" y="39783"/>
                  <a:pt x="773871" y="51932"/>
                  <a:pt x="773871" y="75774"/>
                </a:cubicBezTo>
                <a:moveTo>
                  <a:pt x="810307" y="47470"/>
                </a:moveTo>
                <a:cubicBezTo>
                  <a:pt x="823373" y="47470"/>
                  <a:pt x="826448" y="57163"/>
                  <a:pt x="826448" y="78544"/>
                </a:cubicBezTo>
                <a:cubicBezTo>
                  <a:pt x="826448" y="96233"/>
                  <a:pt x="820145" y="101157"/>
                  <a:pt x="813228" y="101157"/>
                </a:cubicBezTo>
                <a:cubicBezTo>
                  <a:pt x="797239" y="101157"/>
                  <a:pt x="795703" y="84082"/>
                  <a:pt x="795703" y="72236"/>
                </a:cubicBezTo>
                <a:cubicBezTo>
                  <a:pt x="795703" y="58854"/>
                  <a:pt x="797084" y="47470"/>
                  <a:pt x="810307" y="47470"/>
                </a:cubicBezTo>
                <a:close/>
                <a:moveTo>
                  <a:pt x="889168" y="53621"/>
                </a:moveTo>
                <a:lnTo>
                  <a:pt x="888523" y="53159"/>
                </a:lnTo>
                <a:cubicBezTo>
                  <a:pt x="888523" y="49654"/>
                  <a:pt x="888338" y="43229"/>
                  <a:pt x="888092" y="41937"/>
                </a:cubicBezTo>
                <a:cubicBezTo>
                  <a:pt x="887909" y="40860"/>
                  <a:pt x="887663" y="40400"/>
                  <a:pt x="886710" y="40400"/>
                </a:cubicBezTo>
                <a:cubicBezTo>
                  <a:pt x="882251" y="41137"/>
                  <a:pt x="872258" y="41137"/>
                  <a:pt x="866877" y="40860"/>
                </a:cubicBezTo>
                <a:lnTo>
                  <a:pt x="866570" y="41322"/>
                </a:lnTo>
                <a:cubicBezTo>
                  <a:pt x="867771" y="47902"/>
                  <a:pt x="868261" y="59652"/>
                  <a:pt x="868261" y="71164"/>
                </a:cubicBezTo>
                <a:lnTo>
                  <a:pt x="868261" y="79628"/>
                </a:lnTo>
                <a:cubicBezTo>
                  <a:pt x="868261" y="91171"/>
                  <a:pt x="867954" y="99020"/>
                  <a:pt x="866725" y="107331"/>
                </a:cubicBezTo>
                <a:lnTo>
                  <a:pt x="866877" y="107790"/>
                </a:lnTo>
                <a:cubicBezTo>
                  <a:pt x="866877" y="107790"/>
                  <a:pt x="871798" y="107331"/>
                  <a:pt x="877177" y="107331"/>
                </a:cubicBezTo>
                <a:cubicBezTo>
                  <a:pt x="882406" y="107331"/>
                  <a:pt x="889783" y="107790"/>
                  <a:pt x="889783" y="107790"/>
                </a:cubicBezTo>
                <a:lnTo>
                  <a:pt x="890090" y="107331"/>
                </a:lnTo>
                <a:cubicBezTo>
                  <a:pt x="888861" y="98558"/>
                  <a:pt x="888554" y="91323"/>
                  <a:pt x="888554" y="79628"/>
                </a:cubicBezTo>
                <a:lnTo>
                  <a:pt x="888554" y="68394"/>
                </a:lnTo>
                <a:cubicBezTo>
                  <a:pt x="888554" y="56483"/>
                  <a:pt x="899161" y="54697"/>
                  <a:pt x="901467" y="54697"/>
                </a:cubicBezTo>
                <a:cubicBezTo>
                  <a:pt x="904387" y="54697"/>
                  <a:pt x="907615" y="55467"/>
                  <a:pt x="910383" y="57620"/>
                </a:cubicBezTo>
                <a:lnTo>
                  <a:pt x="913151" y="57313"/>
                </a:lnTo>
                <a:lnTo>
                  <a:pt x="916224" y="41475"/>
                </a:lnTo>
                <a:lnTo>
                  <a:pt x="915609" y="40860"/>
                </a:lnTo>
                <a:cubicBezTo>
                  <a:pt x="912996" y="40093"/>
                  <a:pt x="910538" y="39783"/>
                  <a:pt x="907770" y="39783"/>
                </a:cubicBezTo>
                <a:cubicBezTo>
                  <a:pt x="900545" y="39783"/>
                  <a:pt x="893166" y="47625"/>
                  <a:pt x="889168" y="53621"/>
                </a:cubicBezTo>
                <a:close/>
                <a:moveTo>
                  <a:pt x="1070754" y="79848"/>
                </a:moveTo>
                <a:cubicBezTo>
                  <a:pt x="1053044" y="37494"/>
                  <a:pt x="1047447" y="12763"/>
                  <a:pt x="1045972" y="7656"/>
                </a:cubicBezTo>
                <a:cubicBezTo>
                  <a:pt x="1043359" y="8119"/>
                  <a:pt x="1033828" y="8119"/>
                  <a:pt x="1031215" y="8119"/>
                </a:cubicBezTo>
                <a:cubicBezTo>
                  <a:pt x="1028602" y="8119"/>
                  <a:pt x="1021375" y="8119"/>
                  <a:pt x="1018761" y="7656"/>
                </a:cubicBezTo>
                <a:cubicBezTo>
                  <a:pt x="1022144" y="14548"/>
                  <a:pt x="1027741" y="28482"/>
                  <a:pt x="1034105" y="44782"/>
                </a:cubicBezTo>
                <a:cubicBezTo>
                  <a:pt x="1028571" y="58347"/>
                  <a:pt x="1022360" y="72588"/>
                  <a:pt x="1016979" y="85016"/>
                </a:cubicBezTo>
                <a:cubicBezTo>
                  <a:pt x="997239" y="39246"/>
                  <a:pt x="988140" y="12918"/>
                  <a:pt x="986632" y="7656"/>
                </a:cubicBezTo>
                <a:cubicBezTo>
                  <a:pt x="984019" y="8119"/>
                  <a:pt x="978331" y="8119"/>
                  <a:pt x="975717" y="8119"/>
                </a:cubicBezTo>
                <a:cubicBezTo>
                  <a:pt x="973104" y="8119"/>
                  <a:pt x="962804" y="8119"/>
                  <a:pt x="960191" y="7656"/>
                </a:cubicBezTo>
                <a:cubicBezTo>
                  <a:pt x="967878" y="23190"/>
                  <a:pt x="989707" y="74711"/>
                  <a:pt x="1003850" y="108393"/>
                </a:cubicBezTo>
                <a:lnTo>
                  <a:pt x="1017687" y="108393"/>
                </a:lnTo>
                <a:lnTo>
                  <a:pt x="1039793" y="59394"/>
                </a:lnTo>
                <a:cubicBezTo>
                  <a:pt x="1046342" y="76156"/>
                  <a:pt x="1053260" y="93904"/>
                  <a:pt x="1059347" y="108391"/>
                </a:cubicBezTo>
                <a:lnTo>
                  <a:pt x="1069954" y="108391"/>
                </a:lnTo>
                <a:cubicBezTo>
                  <a:pt x="1084711" y="74249"/>
                  <a:pt x="1099778" y="41646"/>
                  <a:pt x="1115304" y="7656"/>
                </a:cubicBezTo>
                <a:cubicBezTo>
                  <a:pt x="1113460" y="8119"/>
                  <a:pt x="1108539" y="8119"/>
                  <a:pt x="1106850" y="8119"/>
                </a:cubicBezTo>
                <a:cubicBezTo>
                  <a:pt x="1105159" y="8119"/>
                  <a:pt x="1100854" y="8119"/>
                  <a:pt x="1099008" y="7656"/>
                </a:cubicBezTo>
                <a:cubicBezTo>
                  <a:pt x="1094244" y="25681"/>
                  <a:pt x="1081362" y="55394"/>
                  <a:pt x="1070754" y="79848"/>
                </a:cubicBezTo>
                <a:close/>
                <a:moveTo>
                  <a:pt x="1190015" y="8257"/>
                </a:moveTo>
                <a:lnTo>
                  <a:pt x="1144513" y="8257"/>
                </a:lnTo>
                <a:cubicBezTo>
                  <a:pt x="1139284" y="8257"/>
                  <a:pt x="1131600" y="7797"/>
                  <a:pt x="1131600" y="7797"/>
                </a:cubicBezTo>
                <a:lnTo>
                  <a:pt x="1131293" y="8257"/>
                </a:lnTo>
                <a:cubicBezTo>
                  <a:pt x="1132522" y="17021"/>
                  <a:pt x="1133136" y="27464"/>
                  <a:pt x="1133136" y="38981"/>
                </a:cubicBezTo>
                <a:lnTo>
                  <a:pt x="1133136" y="76613"/>
                </a:lnTo>
                <a:cubicBezTo>
                  <a:pt x="1133136" y="88133"/>
                  <a:pt x="1132522" y="99039"/>
                  <a:pt x="1131293" y="107331"/>
                </a:cubicBezTo>
                <a:lnTo>
                  <a:pt x="1131445" y="107790"/>
                </a:lnTo>
                <a:cubicBezTo>
                  <a:pt x="1131445" y="107790"/>
                  <a:pt x="1139132" y="107331"/>
                  <a:pt x="1144513" y="107331"/>
                </a:cubicBezTo>
                <a:cubicBezTo>
                  <a:pt x="1149739" y="107331"/>
                  <a:pt x="1156504" y="107790"/>
                  <a:pt x="1156504" y="107790"/>
                </a:cubicBezTo>
                <a:lnTo>
                  <a:pt x="1156812" y="107331"/>
                </a:lnTo>
                <a:cubicBezTo>
                  <a:pt x="1155580" y="98576"/>
                  <a:pt x="1155273" y="88133"/>
                  <a:pt x="1155273" y="76613"/>
                </a:cubicBezTo>
                <a:lnTo>
                  <a:pt x="1155273" y="61101"/>
                </a:lnTo>
                <a:cubicBezTo>
                  <a:pt x="1162652" y="61101"/>
                  <a:pt x="1181099" y="61563"/>
                  <a:pt x="1191707" y="62638"/>
                </a:cubicBezTo>
                <a:lnTo>
                  <a:pt x="1192169" y="62178"/>
                </a:lnTo>
                <a:cubicBezTo>
                  <a:pt x="1191861" y="60794"/>
                  <a:pt x="1191707" y="57721"/>
                  <a:pt x="1191707" y="56337"/>
                </a:cubicBezTo>
                <a:cubicBezTo>
                  <a:pt x="1191707" y="54953"/>
                  <a:pt x="1191861" y="52033"/>
                  <a:pt x="1192169" y="50651"/>
                </a:cubicBezTo>
                <a:lnTo>
                  <a:pt x="1191707" y="50189"/>
                </a:lnTo>
                <a:cubicBezTo>
                  <a:pt x="1182638" y="50956"/>
                  <a:pt x="1173415" y="51725"/>
                  <a:pt x="1155273" y="51725"/>
                </a:cubicBezTo>
                <a:lnTo>
                  <a:pt x="1155273" y="38981"/>
                </a:lnTo>
                <a:cubicBezTo>
                  <a:pt x="1155273" y="36370"/>
                  <a:pt x="1155428" y="22397"/>
                  <a:pt x="1156504" y="18712"/>
                </a:cubicBezTo>
                <a:cubicBezTo>
                  <a:pt x="1177102" y="18712"/>
                  <a:pt x="1199701" y="22090"/>
                  <a:pt x="1199701" y="22090"/>
                </a:cubicBezTo>
                <a:lnTo>
                  <a:pt x="1200008" y="21475"/>
                </a:lnTo>
                <a:cubicBezTo>
                  <a:pt x="1199856" y="20248"/>
                  <a:pt x="1199701" y="15022"/>
                  <a:pt x="1199701" y="13638"/>
                </a:cubicBezTo>
                <a:cubicBezTo>
                  <a:pt x="1199701" y="12409"/>
                  <a:pt x="1199856" y="10410"/>
                  <a:pt x="1200008" y="8257"/>
                </a:cubicBezTo>
                <a:lnTo>
                  <a:pt x="1199701" y="7797"/>
                </a:lnTo>
                <a:cubicBezTo>
                  <a:pt x="1197242" y="8104"/>
                  <a:pt x="1193705" y="8257"/>
                  <a:pt x="1190015" y="8257"/>
                </a:cubicBezTo>
                <a:close/>
                <a:moveTo>
                  <a:pt x="1217533" y="38883"/>
                </a:moveTo>
                <a:lnTo>
                  <a:pt x="1217533" y="76567"/>
                </a:lnTo>
                <a:cubicBezTo>
                  <a:pt x="1217533" y="88103"/>
                  <a:pt x="1216918" y="99024"/>
                  <a:pt x="1215689" y="107331"/>
                </a:cubicBezTo>
                <a:lnTo>
                  <a:pt x="1215842" y="107790"/>
                </a:lnTo>
                <a:cubicBezTo>
                  <a:pt x="1215842" y="107790"/>
                  <a:pt x="1223221" y="107331"/>
                  <a:pt x="1228602" y="107331"/>
                </a:cubicBezTo>
                <a:cubicBezTo>
                  <a:pt x="1233829" y="107331"/>
                  <a:pt x="1241208" y="107790"/>
                  <a:pt x="1241208" y="107790"/>
                </a:cubicBezTo>
                <a:lnTo>
                  <a:pt x="1241516" y="107331"/>
                </a:lnTo>
                <a:cubicBezTo>
                  <a:pt x="1240286" y="98562"/>
                  <a:pt x="1239672" y="88103"/>
                  <a:pt x="1239672" y="76567"/>
                </a:cubicBezTo>
                <a:lnTo>
                  <a:pt x="1239672" y="38883"/>
                </a:lnTo>
                <a:cubicBezTo>
                  <a:pt x="1239672" y="27346"/>
                  <a:pt x="1240286" y="16270"/>
                  <a:pt x="1241516" y="8119"/>
                </a:cubicBezTo>
                <a:lnTo>
                  <a:pt x="1241361" y="7656"/>
                </a:lnTo>
                <a:cubicBezTo>
                  <a:pt x="1241361" y="7656"/>
                  <a:pt x="1233983" y="8119"/>
                  <a:pt x="1228602" y="8119"/>
                </a:cubicBezTo>
                <a:cubicBezTo>
                  <a:pt x="1223376" y="8119"/>
                  <a:pt x="1215997" y="7656"/>
                  <a:pt x="1215997" y="7656"/>
                </a:cubicBezTo>
                <a:lnTo>
                  <a:pt x="1215689" y="8119"/>
                </a:lnTo>
                <a:cubicBezTo>
                  <a:pt x="1216918" y="16887"/>
                  <a:pt x="1217533" y="27346"/>
                  <a:pt x="1217533" y="388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63E7B-B029-48E3-AE8E-DC9F5B62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364" y="117671"/>
            <a:ext cx="1215015" cy="713638"/>
          </a:xfrm>
          <a:custGeom xmlns:a="http://schemas.openxmlformats.org/drawingml/2006/main">
            <a:pathLst>
              <a:path w="1215015" h="713638">
                <a:moveTo>
                  <a:pt x="0" y="698266"/>
                </a:moveTo>
                <a:cubicBezTo>
                  <a:pt x="0" y="706755"/>
                  <a:pt x="271986" y="713638"/>
                  <a:pt x="607508" y="713638"/>
                </a:cubicBezTo>
                <a:cubicBezTo>
                  <a:pt x="943029" y="713638"/>
                  <a:pt x="1215015" y="706755"/>
                  <a:pt x="1215015" y="698266"/>
                </a:cubicBezTo>
                <a:lnTo>
                  <a:pt x="1215015" y="0"/>
                </a:lnTo>
                <a:cubicBezTo>
                  <a:pt x="1215015" y="8489"/>
                  <a:pt x="943029" y="15371"/>
                  <a:pt x="607508" y="15371"/>
                </a:cubicBezTo>
                <a:cubicBezTo>
                  <a:pt x="271986" y="15371"/>
                  <a:pt x="0" y="8489"/>
                  <a:pt x="0" y="0"/>
                </a:cubicBezTo>
                <a:lnTo>
                  <a:pt x="0" y="6982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B14EA-6E13-453B-8E63-EB195D93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364" y="102300"/>
            <a:ext cx="1215015" cy="30743"/>
          </a:xfrm>
          <a:custGeom xmlns:a="http://schemas.openxmlformats.org/drawingml/2006/main">
            <a:pathLst>
              <a:path w="1215015" h="30743">
                <a:moveTo>
                  <a:pt x="0" y="15371"/>
                </a:moveTo>
                <a:cubicBezTo>
                  <a:pt x="0" y="6882"/>
                  <a:pt x="271986" y="0"/>
                  <a:pt x="607508" y="0"/>
                </a:cubicBezTo>
                <a:cubicBezTo>
                  <a:pt x="943029" y="0"/>
                  <a:pt x="1215015" y="6882"/>
                  <a:pt x="1215015" y="15371"/>
                </a:cubicBezTo>
                <a:cubicBezTo>
                  <a:pt x="1215015" y="23861"/>
                  <a:pt x="943029" y="30743"/>
                  <a:pt x="607508" y="30743"/>
                </a:cubicBezTo>
                <a:cubicBezTo>
                  <a:pt x="271986" y="30743"/>
                  <a:pt x="0" y="23861"/>
                  <a:pt x="0" y="1537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A69FE-2CA0-4400-A568-CEAE9166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364" y="102300"/>
            <a:ext cx="1215015" cy="729009"/>
          </a:xfrm>
          <a:custGeom xmlns:a="http://schemas.openxmlformats.org/drawingml/2006/main">
            <a:pathLst>
              <a:path w="1215015" h="729009" fill="none">
                <a:moveTo>
                  <a:pt x="0" y="713637"/>
                </a:moveTo>
                <a:cubicBezTo>
                  <a:pt x="0" y="722127"/>
                  <a:pt x="271986" y="729009"/>
                  <a:pt x="607508" y="729009"/>
                </a:cubicBezTo>
                <a:cubicBezTo>
                  <a:pt x="943029" y="729009"/>
                  <a:pt x="1215015" y="722127"/>
                  <a:pt x="1215015" y="713637"/>
                </a:cubicBezTo>
                <a:lnTo>
                  <a:pt x="1215015" y="15371"/>
                </a:lnTo>
                <a:cubicBezTo>
                  <a:pt x="1215015" y="6882"/>
                  <a:pt x="943029" y="0"/>
                  <a:pt x="607508" y="0"/>
                </a:cubicBezTo>
                <a:cubicBezTo>
                  <a:pt x="271986" y="0"/>
                  <a:pt x="0" y="6882"/>
                  <a:pt x="0" y="15371"/>
                </a:cubicBezTo>
                <a:lnTo>
                  <a:pt x="0" y="713637"/>
                </a:lnTo>
                <a:close/>
                <a:moveTo>
                  <a:pt x="0" y="15371"/>
                </a:moveTo>
                <a:cubicBezTo>
                  <a:pt x="0" y="23861"/>
                  <a:pt x="271986" y="30743"/>
                  <a:pt x="607508" y="30743"/>
                </a:cubicBezTo>
                <a:cubicBezTo>
                  <a:pt x="943029" y="30743"/>
                  <a:pt x="1215015" y="23861"/>
                  <a:pt x="1215015" y="15371"/>
                </a:cubicBezTo>
              </a:path>
            </a:pathLst>
          </a:custGeom>
          <a:noFill xmlns:a="http://schemas.openxmlformats.org/drawingml/2006/main"/>
          <a:ln xmlns:a="http://schemas.openxmlformats.org/drawingml/2006/main" w="6832" cap="flat">
            <a:solidFill>
              <a:srgbClr val="000000"/>
            </a:solidFill>
            <a:miter/>
          </a:ln>
        </p:spPr>
      </p:sp>
      <p:sp>
        <p:nvSpPr>
          <p:cNvPr id="29" name="Text Well-formedness">
            <a:extLst xmlns:a="http://schemas.openxmlformats.org/drawingml/2006/main">
              <a:ext uri="{FF2B5EF4-FFF2-40B4-BE49-F238E27FC236}">
                <a16:creationId xmlns:a16="http://schemas.microsoft.com/office/drawing/2014/main" id="{200C1F1B-42EA-4B45-9A41-C58D283A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113" y="229724"/>
            <a:ext cx="1053504" cy="108841"/>
          </a:xfrm>
          <a:custGeom xmlns:a="http://schemas.openxmlformats.org/drawingml/2006/main">
            <a:pathLst>
              <a:path w="1053504" h="108841">
                <a:moveTo>
                  <a:pt x="96543" y="87005"/>
                </a:moveTo>
                <a:lnTo>
                  <a:pt x="96235" y="87005"/>
                </a:lnTo>
                <a:cubicBezTo>
                  <a:pt x="80399" y="40412"/>
                  <a:pt x="73637" y="17344"/>
                  <a:pt x="71483" y="7656"/>
                </a:cubicBezTo>
                <a:cubicBezTo>
                  <a:pt x="68870" y="8119"/>
                  <a:pt x="65643" y="8119"/>
                  <a:pt x="63029" y="8119"/>
                </a:cubicBezTo>
                <a:cubicBezTo>
                  <a:pt x="60416" y="8119"/>
                  <a:pt x="56419" y="8119"/>
                  <a:pt x="53806" y="7656"/>
                </a:cubicBezTo>
                <a:cubicBezTo>
                  <a:pt x="56541" y="14393"/>
                  <a:pt x="61399" y="27217"/>
                  <a:pt x="67088" y="42411"/>
                </a:cubicBezTo>
                <a:cubicBezTo>
                  <a:pt x="60785" y="57911"/>
                  <a:pt x="53499" y="74488"/>
                  <a:pt x="47503" y="88389"/>
                </a:cubicBezTo>
                <a:lnTo>
                  <a:pt x="47196" y="88389"/>
                </a:lnTo>
                <a:cubicBezTo>
                  <a:pt x="26441" y="40564"/>
                  <a:pt x="18447" y="13040"/>
                  <a:pt x="16910" y="7656"/>
                </a:cubicBezTo>
                <a:cubicBezTo>
                  <a:pt x="14297" y="8119"/>
                  <a:pt x="11836" y="8119"/>
                  <a:pt x="9223" y="8119"/>
                </a:cubicBezTo>
                <a:cubicBezTo>
                  <a:pt x="6610" y="8119"/>
                  <a:pt x="2613" y="8119"/>
                  <a:pt x="0" y="7656"/>
                </a:cubicBezTo>
                <a:cubicBezTo>
                  <a:pt x="7687" y="23187"/>
                  <a:pt x="27980" y="75166"/>
                  <a:pt x="42122" y="108841"/>
                </a:cubicBezTo>
                <a:lnTo>
                  <a:pt x="46426" y="108841"/>
                </a:lnTo>
                <a:lnTo>
                  <a:pt x="71115" y="53236"/>
                </a:lnTo>
                <a:cubicBezTo>
                  <a:pt x="77941" y="71720"/>
                  <a:pt x="85382" y="92142"/>
                  <a:pt x="91316" y="108841"/>
                </a:cubicBezTo>
                <a:lnTo>
                  <a:pt x="95621" y="108841"/>
                </a:lnTo>
                <a:cubicBezTo>
                  <a:pt x="110378" y="74704"/>
                  <a:pt x="125444" y="41641"/>
                  <a:pt x="140971" y="7656"/>
                </a:cubicBezTo>
                <a:cubicBezTo>
                  <a:pt x="139125" y="8119"/>
                  <a:pt x="137281" y="8119"/>
                  <a:pt x="135590" y="8119"/>
                </a:cubicBezTo>
                <a:cubicBezTo>
                  <a:pt x="133898" y="8119"/>
                  <a:pt x="129749" y="8119"/>
                  <a:pt x="127903" y="7656"/>
                </a:cubicBezTo>
                <a:cubicBezTo>
                  <a:pt x="122676" y="27494"/>
                  <a:pt x="107610" y="61479"/>
                  <a:pt x="96543" y="87005"/>
                </a:cubicBezTo>
                <a:close/>
                <a:moveTo>
                  <a:pt x="150656" y="65312"/>
                </a:moveTo>
                <a:cubicBezTo>
                  <a:pt x="153269" y="49316"/>
                  <a:pt x="163354" y="45934"/>
                  <a:pt x="168181" y="45934"/>
                </a:cubicBezTo>
                <a:cubicBezTo>
                  <a:pt x="174268" y="45934"/>
                  <a:pt x="181094" y="51625"/>
                  <a:pt x="181094" y="63158"/>
                </a:cubicBezTo>
                <a:cubicBezTo>
                  <a:pt x="181094" y="64542"/>
                  <a:pt x="180480" y="65312"/>
                  <a:pt x="178941" y="65312"/>
                </a:cubicBezTo>
                <a:lnTo>
                  <a:pt x="150656" y="65312"/>
                </a:lnTo>
                <a:moveTo>
                  <a:pt x="191702" y="91309"/>
                </a:moveTo>
                <a:cubicBezTo>
                  <a:pt x="186321" y="97157"/>
                  <a:pt x="179096" y="99773"/>
                  <a:pt x="170639" y="99773"/>
                </a:cubicBezTo>
                <a:cubicBezTo>
                  <a:pt x="165383" y="99773"/>
                  <a:pt x="158127" y="97772"/>
                  <a:pt x="153884" y="91002"/>
                </a:cubicBezTo>
                <a:cubicBezTo>
                  <a:pt x="151177" y="86693"/>
                  <a:pt x="150194" y="80416"/>
                  <a:pt x="150194" y="71460"/>
                </a:cubicBezTo>
                <a:lnTo>
                  <a:pt x="192009" y="71460"/>
                </a:lnTo>
                <a:cubicBezTo>
                  <a:pt x="193700" y="71460"/>
                  <a:pt x="194775" y="70538"/>
                  <a:pt x="194775" y="68847"/>
                </a:cubicBezTo>
                <a:cubicBezTo>
                  <a:pt x="194775" y="55931"/>
                  <a:pt x="188472" y="39783"/>
                  <a:pt x="168181" y="39783"/>
                </a:cubicBezTo>
                <a:cubicBezTo>
                  <a:pt x="152345" y="39783"/>
                  <a:pt x="136666" y="52546"/>
                  <a:pt x="136666" y="75154"/>
                </a:cubicBezTo>
                <a:cubicBezTo>
                  <a:pt x="136666" y="83892"/>
                  <a:pt x="138449" y="92510"/>
                  <a:pt x="143584" y="98696"/>
                </a:cubicBezTo>
                <a:cubicBezTo>
                  <a:pt x="148871" y="105060"/>
                  <a:pt x="157665" y="108841"/>
                  <a:pt x="168026" y="108841"/>
                </a:cubicBezTo>
                <a:cubicBezTo>
                  <a:pt x="179096" y="108841"/>
                  <a:pt x="188934" y="103155"/>
                  <a:pt x="194775" y="95156"/>
                </a:cubicBezTo>
                <a:lnTo>
                  <a:pt x="191702" y="91309"/>
                </a:lnTo>
                <a:close/>
                <a:moveTo>
                  <a:pt x="214914" y="76576"/>
                </a:moveTo>
                <a:cubicBezTo>
                  <a:pt x="214914" y="88018"/>
                  <a:pt x="214699" y="99088"/>
                  <a:pt x="213530" y="107331"/>
                </a:cubicBezTo>
                <a:lnTo>
                  <a:pt x="213838" y="107790"/>
                </a:lnTo>
                <a:cubicBezTo>
                  <a:pt x="215682" y="107483"/>
                  <a:pt x="219219" y="107331"/>
                  <a:pt x="221063" y="107331"/>
                </a:cubicBezTo>
                <a:cubicBezTo>
                  <a:pt x="222909" y="107331"/>
                  <a:pt x="226444" y="107483"/>
                  <a:pt x="228287" y="107790"/>
                </a:cubicBezTo>
                <a:lnTo>
                  <a:pt x="228595" y="107331"/>
                </a:lnTo>
                <a:cubicBezTo>
                  <a:pt x="227396" y="98565"/>
                  <a:pt x="227213" y="88140"/>
                  <a:pt x="227213" y="76576"/>
                </a:cubicBezTo>
                <a:lnTo>
                  <a:pt x="227213" y="30447"/>
                </a:lnTo>
                <a:cubicBezTo>
                  <a:pt x="227213" y="18916"/>
                  <a:pt x="227858" y="11257"/>
                  <a:pt x="228595" y="1539"/>
                </a:cubicBezTo>
                <a:cubicBezTo>
                  <a:pt x="228595" y="462"/>
                  <a:pt x="228165" y="0"/>
                  <a:pt x="227213" y="0"/>
                </a:cubicBezTo>
                <a:cubicBezTo>
                  <a:pt x="223368" y="1539"/>
                  <a:pt x="220080" y="2615"/>
                  <a:pt x="213838" y="3078"/>
                </a:cubicBezTo>
                <a:lnTo>
                  <a:pt x="213530" y="3537"/>
                </a:lnTo>
                <a:cubicBezTo>
                  <a:pt x="214729" y="10119"/>
                  <a:pt x="214914" y="21529"/>
                  <a:pt x="214914" y="33215"/>
                </a:cubicBezTo>
                <a:lnTo>
                  <a:pt x="214914" y="76576"/>
                </a:lnTo>
                <a:close/>
                <a:moveTo>
                  <a:pt x="253654" y="76576"/>
                </a:moveTo>
                <a:cubicBezTo>
                  <a:pt x="253654" y="88018"/>
                  <a:pt x="253438" y="99088"/>
                  <a:pt x="252270" y="107331"/>
                </a:cubicBezTo>
                <a:lnTo>
                  <a:pt x="252577" y="107790"/>
                </a:lnTo>
                <a:cubicBezTo>
                  <a:pt x="254421" y="107483"/>
                  <a:pt x="257958" y="107331"/>
                  <a:pt x="259802" y="107331"/>
                </a:cubicBezTo>
                <a:cubicBezTo>
                  <a:pt x="261648" y="107331"/>
                  <a:pt x="265183" y="107483"/>
                  <a:pt x="267027" y="107790"/>
                </a:cubicBezTo>
                <a:lnTo>
                  <a:pt x="267334" y="107331"/>
                </a:lnTo>
                <a:cubicBezTo>
                  <a:pt x="266135" y="98565"/>
                  <a:pt x="265952" y="88140"/>
                  <a:pt x="265952" y="76576"/>
                </a:cubicBezTo>
                <a:lnTo>
                  <a:pt x="265952" y="30447"/>
                </a:lnTo>
                <a:cubicBezTo>
                  <a:pt x="265952" y="18916"/>
                  <a:pt x="266598" y="11257"/>
                  <a:pt x="267334" y="1539"/>
                </a:cubicBezTo>
                <a:cubicBezTo>
                  <a:pt x="267334" y="462"/>
                  <a:pt x="266905" y="0"/>
                  <a:pt x="265952" y="0"/>
                </a:cubicBezTo>
                <a:cubicBezTo>
                  <a:pt x="262108" y="1539"/>
                  <a:pt x="258819" y="2615"/>
                  <a:pt x="252577" y="3078"/>
                </a:cubicBezTo>
                <a:lnTo>
                  <a:pt x="252270" y="3537"/>
                </a:lnTo>
                <a:cubicBezTo>
                  <a:pt x="253469" y="10119"/>
                  <a:pt x="253654" y="21529"/>
                  <a:pt x="253654" y="33215"/>
                </a:cubicBezTo>
                <a:lnTo>
                  <a:pt x="253654" y="76576"/>
                </a:lnTo>
                <a:close/>
                <a:moveTo>
                  <a:pt x="320678" y="71054"/>
                </a:moveTo>
                <a:cubicBezTo>
                  <a:pt x="322676" y="71054"/>
                  <a:pt x="324830" y="67212"/>
                  <a:pt x="324830" y="65521"/>
                </a:cubicBezTo>
                <a:cubicBezTo>
                  <a:pt x="324830" y="64137"/>
                  <a:pt x="324215" y="62753"/>
                  <a:pt x="322676" y="62753"/>
                </a:cubicBezTo>
                <a:lnTo>
                  <a:pt x="287474" y="62753"/>
                </a:lnTo>
                <a:cubicBezTo>
                  <a:pt x="285628" y="62753"/>
                  <a:pt x="283630" y="65983"/>
                  <a:pt x="283630" y="68441"/>
                </a:cubicBezTo>
                <a:cubicBezTo>
                  <a:pt x="283630" y="69825"/>
                  <a:pt x="284552" y="71054"/>
                  <a:pt x="285936" y="71054"/>
                </a:cubicBezTo>
                <a:lnTo>
                  <a:pt x="320678" y="71054"/>
                </a:lnTo>
                <a:close/>
                <a:moveTo>
                  <a:pt x="344970" y="41435"/>
                </a:moveTo>
                <a:cubicBezTo>
                  <a:pt x="341618" y="41435"/>
                  <a:pt x="338083" y="41404"/>
                  <a:pt x="336051" y="41127"/>
                </a:cubicBezTo>
                <a:cubicBezTo>
                  <a:pt x="335007" y="43619"/>
                  <a:pt x="334177" y="45125"/>
                  <a:pt x="332671" y="47430"/>
                </a:cubicBezTo>
                <a:lnTo>
                  <a:pt x="333438" y="48507"/>
                </a:lnTo>
                <a:cubicBezTo>
                  <a:pt x="336206" y="48322"/>
                  <a:pt x="341280" y="48200"/>
                  <a:pt x="344815" y="48200"/>
                </a:cubicBezTo>
                <a:lnTo>
                  <a:pt x="344970" y="48200"/>
                </a:lnTo>
                <a:lnTo>
                  <a:pt x="344970" y="76766"/>
                </a:lnTo>
                <a:cubicBezTo>
                  <a:pt x="344970" y="88286"/>
                  <a:pt x="344754" y="99100"/>
                  <a:pt x="343431" y="107331"/>
                </a:cubicBezTo>
                <a:lnTo>
                  <a:pt x="343738" y="107790"/>
                </a:lnTo>
                <a:cubicBezTo>
                  <a:pt x="345584" y="107485"/>
                  <a:pt x="349274" y="107331"/>
                  <a:pt x="351118" y="107331"/>
                </a:cubicBezTo>
                <a:cubicBezTo>
                  <a:pt x="352962" y="107331"/>
                  <a:pt x="356651" y="107485"/>
                  <a:pt x="358497" y="107790"/>
                </a:cubicBezTo>
                <a:lnTo>
                  <a:pt x="358805" y="107331"/>
                </a:lnTo>
                <a:cubicBezTo>
                  <a:pt x="357512" y="98576"/>
                  <a:pt x="357266" y="88286"/>
                  <a:pt x="357266" y="76766"/>
                </a:cubicBezTo>
                <a:lnTo>
                  <a:pt x="357266" y="48200"/>
                </a:lnTo>
                <a:lnTo>
                  <a:pt x="362495" y="48200"/>
                </a:lnTo>
                <a:cubicBezTo>
                  <a:pt x="366184" y="48200"/>
                  <a:pt x="371533" y="48322"/>
                  <a:pt x="373562" y="48507"/>
                </a:cubicBezTo>
                <a:cubicBezTo>
                  <a:pt x="374024" y="46049"/>
                  <a:pt x="374486" y="44479"/>
                  <a:pt x="375408" y="42204"/>
                </a:cubicBezTo>
                <a:lnTo>
                  <a:pt x="374638" y="41127"/>
                </a:lnTo>
                <a:cubicBezTo>
                  <a:pt x="372056" y="41249"/>
                  <a:pt x="367413" y="41435"/>
                  <a:pt x="363878" y="41435"/>
                </a:cubicBezTo>
                <a:lnTo>
                  <a:pt x="357266" y="41435"/>
                </a:lnTo>
                <a:lnTo>
                  <a:pt x="357266" y="40046"/>
                </a:lnTo>
                <a:cubicBezTo>
                  <a:pt x="357266" y="34484"/>
                  <a:pt x="356499" y="26453"/>
                  <a:pt x="356499" y="23673"/>
                </a:cubicBezTo>
                <a:cubicBezTo>
                  <a:pt x="356499" y="15146"/>
                  <a:pt x="362002" y="9378"/>
                  <a:pt x="370796" y="9378"/>
                </a:cubicBezTo>
                <a:cubicBezTo>
                  <a:pt x="374760" y="9378"/>
                  <a:pt x="378021" y="11665"/>
                  <a:pt x="379712" y="14712"/>
                </a:cubicBezTo>
                <a:lnTo>
                  <a:pt x="381403" y="14562"/>
                </a:lnTo>
                <a:cubicBezTo>
                  <a:pt x="382478" y="10445"/>
                  <a:pt x="384138" y="5259"/>
                  <a:pt x="385708" y="1999"/>
                </a:cubicBezTo>
                <a:lnTo>
                  <a:pt x="385553" y="1539"/>
                </a:lnTo>
                <a:cubicBezTo>
                  <a:pt x="384324" y="769"/>
                  <a:pt x="381556" y="0"/>
                  <a:pt x="378635" y="0"/>
                </a:cubicBezTo>
                <a:cubicBezTo>
                  <a:pt x="368950" y="0"/>
                  <a:pt x="359234" y="4490"/>
                  <a:pt x="353424" y="11818"/>
                </a:cubicBezTo>
                <a:cubicBezTo>
                  <a:pt x="347583" y="19193"/>
                  <a:pt x="344970" y="26453"/>
                  <a:pt x="344970" y="35411"/>
                </a:cubicBezTo>
                <a:lnTo>
                  <a:pt x="344970" y="41435"/>
                </a:lnTo>
                <a:close/>
                <a:moveTo>
                  <a:pt x="383862" y="75774"/>
                </a:moveTo>
                <a:cubicBezTo>
                  <a:pt x="383862" y="94232"/>
                  <a:pt x="396005" y="108841"/>
                  <a:pt x="416453" y="108841"/>
                </a:cubicBezTo>
                <a:cubicBezTo>
                  <a:pt x="436743" y="108841"/>
                  <a:pt x="449042" y="94542"/>
                  <a:pt x="449042" y="74390"/>
                </a:cubicBezTo>
                <a:cubicBezTo>
                  <a:pt x="449042" y="53471"/>
                  <a:pt x="437820" y="39783"/>
                  <a:pt x="417067" y="39783"/>
                </a:cubicBezTo>
                <a:cubicBezTo>
                  <a:pt x="396927" y="39783"/>
                  <a:pt x="383862" y="53933"/>
                  <a:pt x="383862" y="75774"/>
                </a:cubicBezTo>
                <a:moveTo>
                  <a:pt x="415991" y="45934"/>
                </a:moveTo>
                <a:cubicBezTo>
                  <a:pt x="432287" y="45934"/>
                  <a:pt x="435514" y="58547"/>
                  <a:pt x="435514" y="77160"/>
                </a:cubicBezTo>
                <a:cubicBezTo>
                  <a:pt x="435514" y="91772"/>
                  <a:pt x="428135" y="102693"/>
                  <a:pt x="417835" y="102693"/>
                </a:cubicBezTo>
                <a:cubicBezTo>
                  <a:pt x="401541" y="102693"/>
                  <a:pt x="397389" y="85004"/>
                  <a:pt x="397389" y="73161"/>
                </a:cubicBezTo>
                <a:cubicBezTo>
                  <a:pt x="397389" y="59778"/>
                  <a:pt x="401541" y="45934"/>
                  <a:pt x="415991" y="45934"/>
                </a:cubicBezTo>
                <a:close/>
                <a:moveTo>
                  <a:pt x="480557" y="55931"/>
                </a:moveTo>
                <a:lnTo>
                  <a:pt x="480557" y="41937"/>
                </a:lnTo>
                <a:cubicBezTo>
                  <a:pt x="480557" y="40738"/>
                  <a:pt x="480372" y="40400"/>
                  <a:pt x="479635" y="40400"/>
                </a:cubicBezTo>
                <a:cubicBezTo>
                  <a:pt x="476192" y="41076"/>
                  <a:pt x="470689" y="41198"/>
                  <a:pt x="467182" y="40860"/>
                </a:cubicBezTo>
                <a:lnTo>
                  <a:pt x="466875" y="41322"/>
                </a:lnTo>
                <a:cubicBezTo>
                  <a:pt x="467951" y="47963"/>
                  <a:pt x="468259" y="59626"/>
                  <a:pt x="468259" y="71167"/>
                </a:cubicBezTo>
                <a:lnTo>
                  <a:pt x="468259" y="79630"/>
                </a:lnTo>
                <a:cubicBezTo>
                  <a:pt x="468259" y="91171"/>
                  <a:pt x="468076" y="99050"/>
                  <a:pt x="466875" y="107331"/>
                </a:cubicBezTo>
                <a:lnTo>
                  <a:pt x="467182" y="107790"/>
                </a:lnTo>
                <a:cubicBezTo>
                  <a:pt x="469028" y="107483"/>
                  <a:pt x="472563" y="107331"/>
                  <a:pt x="474409" y="107331"/>
                </a:cubicBezTo>
                <a:cubicBezTo>
                  <a:pt x="476253" y="107331"/>
                  <a:pt x="479788" y="107483"/>
                  <a:pt x="481634" y="107790"/>
                </a:cubicBezTo>
                <a:lnTo>
                  <a:pt x="481941" y="107331"/>
                </a:lnTo>
                <a:cubicBezTo>
                  <a:pt x="480804" y="98558"/>
                  <a:pt x="480557" y="91326"/>
                  <a:pt x="480557" y="79630"/>
                </a:cubicBezTo>
                <a:lnTo>
                  <a:pt x="480557" y="71629"/>
                </a:lnTo>
                <a:cubicBezTo>
                  <a:pt x="480557" y="65164"/>
                  <a:pt x="482495" y="61472"/>
                  <a:pt x="485783" y="56393"/>
                </a:cubicBezTo>
                <a:cubicBezTo>
                  <a:pt x="488028" y="52978"/>
                  <a:pt x="491472" y="51008"/>
                  <a:pt x="494392" y="51008"/>
                </a:cubicBezTo>
                <a:cubicBezTo>
                  <a:pt x="497468" y="51008"/>
                  <a:pt x="500388" y="51315"/>
                  <a:pt x="502386" y="53161"/>
                </a:cubicBezTo>
                <a:lnTo>
                  <a:pt x="503616" y="52854"/>
                </a:lnTo>
                <a:lnTo>
                  <a:pt x="506691" y="41475"/>
                </a:lnTo>
                <a:lnTo>
                  <a:pt x="506076" y="40860"/>
                </a:lnTo>
                <a:cubicBezTo>
                  <a:pt x="503463" y="40093"/>
                  <a:pt x="503308" y="39783"/>
                  <a:pt x="500543" y="39783"/>
                </a:cubicBezTo>
                <a:cubicBezTo>
                  <a:pt x="492241" y="39783"/>
                  <a:pt x="487782" y="44550"/>
                  <a:pt x="481019" y="56239"/>
                </a:cubicBezTo>
                <a:lnTo>
                  <a:pt x="480557" y="55931"/>
                </a:lnTo>
                <a:close/>
                <a:moveTo>
                  <a:pt x="534361" y="53163"/>
                </a:moveTo>
                <a:lnTo>
                  <a:pt x="534361" y="41937"/>
                </a:lnTo>
                <a:cubicBezTo>
                  <a:pt x="534361" y="40738"/>
                  <a:pt x="534178" y="40400"/>
                  <a:pt x="533439" y="40400"/>
                </a:cubicBezTo>
                <a:cubicBezTo>
                  <a:pt x="529996" y="41076"/>
                  <a:pt x="524493" y="41198"/>
                  <a:pt x="520988" y="40860"/>
                </a:cubicBezTo>
                <a:lnTo>
                  <a:pt x="520681" y="41322"/>
                </a:lnTo>
                <a:cubicBezTo>
                  <a:pt x="521755" y="47963"/>
                  <a:pt x="522062" y="59626"/>
                  <a:pt x="522062" y="71167"/>
                </a:cubicBezTo>
                <a:lnTo>
                  <a:pt x="522062" y="79630"/>
                </a:lnTo>
                <a:cubicBezTo>
                  <a:pt x="522062" y="91173"/>
                  <a:pt x="521910" y="99020"/>
                  <a:pt x="520681" y="107331"/>
                </a:cubicBezTo>
                <a:lnTo>
                  <a:pt x="520988" y="107790"/>
                </a:lnTo>
                <a:cubicBezTo>
                  <a:pt x="522832" y="107483"/>
                  <a:pt x="526367" y="107331"/>
                  <a:pt x="528213" y="107331"/>
                </a:cubicBezTo>
                <a:cubicBezTo>
                  <a:pt x="530057" y="107331"/>
                  <a:pt x="533594" y="107483"/>
                  <a:pt x="535438" y="107790"/>
                </a:cubicBezTo>
                <a:lnTo>
                  <a:pt x="535745" y="107331"/>
                </a:lnTo>
                <a:cubicBezTo>
                  <a:pt x="534516" y="98558"/>
                  <a:pt x="534361" y="91326"/>
                  <a:pt x="534361" y="79630"/>
                </a:cubicBezTo>
                <a:lnTo>
                  <a:pt x="534361" y="61012"/>
                </a:lnTo>
                <a:cubicBezTo>
                  <a:pt x="541588" y="53625"/>
                  <a:pt x="550197" y="49009"/>
                  <a:pt x="555576" y="49009"/>
                </a:cubicBezTo>
                <a:cubicBezTo>
                  <a:pt x="561419" y="49009"/>
                  <a:pt x="565723" y="52394"/>
                  <a:pt x="565723" y="62703"/>
                </a:cubicBezTo>
                <a:lnTo>
                  <a:pt x="565723" y="79630"/>
                </a:lnTo>
                <a:cubicBezTo>
                  <a:pt x="565723" y="91173"/>
                  <a:pt x="565568" y="99020"/>
                  <a:pt x="564339" y="107331"/>
                </a:cubicBezTo>
                <a:lnTo>
                  <a:pt x="564647" y="107790"/>
                </a:lnTo>
                <a:cubicBezTo>
                  <a:pt x="566490" y="107483"/>
                  <a:pt x="570028" y="107331"/>
                  <a:pt x="571871" y="107331"/>
                </a:cubicBezTo>
                <a:cubicBezTo>
                  <a:pt x="573717" y="107331"/>
                  <a:pt x="577252" y="107483"/>
                  <a:pt x="579096" y="107790"/>
                </a:cubicBezTo>
                <a:lnTo>
                  <a:pt x="579403" y="107331"/>
                </a:lnTo>
                <a:cubicBezTo>
                  <a:pt x="578174" y="98558"/>
                  <a:pt x="578022" y="91326"/>
                  <a:pt x="578022" y="79630"/>
                </a:cubicBezTo>
                <a:lnTo>
                  <a:pt x="578022" y="64090"/>
                </a:lnTo>
                <a:cubicBezTo>
                  <a:pt x="578022" y="61934"/>
                  <a:pt x="578022" y="60088"/>
                  <a:pt x="577867" y="58242"/>
                </a:cubicBezTo>
                <a:cubicBezTo>
                  <a:pt x="585247" y="50086"/>
                  <a:pt x="591395" y="49009"/>
                  <a:pt x="597390" y="49009"/>
                </a:cubicBezTo>
                <a:cubicBezTo>
                  <a:pt x="605692" y="49009"/>
                  <a:pt x="609689" y="52394"/>
                  <a:pt x="609689" y="62703"/>
                </a:cubicBezTo>
                <a:lnTo>
                  <a:pt x="609689" y="79630"/>
                </a:lnTo>
                <a:cubicBezTo>
                  <a:pt x="609689" y="91173"/>
                  <a:pt x="609537" y="99020"/>
                  <a:pt x="608305" y="107331"/>
                </a:cubicBezTo>
                <a:lnTo>
                  <a:pt x="608612" y="107790"/>
                </a:lnTo>
                <a:cubicBezTo>
                  <a:pt x="610458" y="107483"/>
                  <a:pt x="613993" y="107331"/>
                  <a:pt x="615839" y="107331"/>
                </a:cubicBezTo>
                <a:cubicBezTo>
                  <a:pt x="617683" y="107331"/>
                  <a:pt x="621218" y="107483"/>
                  <a:pt x="623064" y="107790"/>
                </a:cubicBezTo>
                <a:lnTo>
                  <a:pt x="623372" y="107331"/>
                </a:lnTo>
                <a:cubicBezTo>
                  <a:pt x="622140" y="98558"/>
                  <a:pt x="621988" y="91326"/>
                  <a:pt x="621988" y="79630"/>
                </a:cubicBezTo>
                <a:lnTo>
                  <a:pt x="621988" y="64242"/>
                </a:lnTo>
                <a:cubicBezTo>
                  <a:pt x="621988" y="50548"/>
                  <a:pt x="619527" y="39783"/>
                  <a:pt x="602924" y="39783"/>
                </a:cubicBezTo>
                <a:cubicBezTo>
                  <a:pt x="594625" y="39783"/>
                  <a:pt x="585706" y="42706"/>
                  <a:pt x="576945" y="51932"/>
                </a:cubicBezTo>
                <a:cubicBezTo>
                  <a:pt x="575561" y="44550"/>
                  <a:pt x="569258" y="39783"/>
                  <a:pt x="560649" y="39783"/>
                </a:cubicBezTo>
                <a:cubicBezTo>
                  <a:pt x="551119" y="39783"/>
                  <a:pt x="542048" y="45934"/>
                  <a:pt x="534823" y="53625"/>
                </a:cubicBezTo>
                <a:lnTo>
                  <a:pt x="534361" y="53163"/>
                </a:lnTo>
                <a:close/>
                <a:moveTo>
                  <a:pt x="652735" y="65312"/>
                </a:moveTo>
                <a:cubicBezTo>
                  <a:pt x="655348" y="49316"/>
                  <a:pt x="665432" y="45934"/>
                  <a:pt x="670260" y="45934"/>
                </a:cubicBezTo>
                <a:cubicBezTo>
                  <a:pt x="676347" y="45934"/>
                  <a:pt x="683173" y="51625"/>
                  <a:pt x="683173" y="63158"/>
                </a:cubicBezTo>
                <a:cubicBezTo>
                  <a:pt x="683173" y="64542"/>
                  <a:pt x="682558" y="65312"/>
                  <a:pt x="681019" y="65312"/>
                </a:cubicBezTo>
                <a:lnTo>
                  <a:pt x="652735" y="65312"/>
                </a:lnTo>
                <a:moveTo>
                  <a:pt x="693780" y="91309"/>
                </a:moveTo>
                <a:cubicBezTo>
                  <a:pt x="688399" y="97157"/>
                  <a:pt x="681174" y="99773"/>
                  <a:pt x="672718" y="99773"/>
                </a:cubicBezTo>
                <a:cubicBezTo>
                  <a:pt x="667461" y="99773"/>
                  <a:pt x="660206" y="97772"/>
                  <a:pt x="655962" y="91002"/>
                </a:cubicBezTo>
                <a:cubicBezTo>
                  <a:pt x="653255" y="86693"/>
                  <a:pt x="652273" y="80416"/>
                  <a:pt x="652273" y="71460"/>
                </a:cubicBezTo>
                <a:lnTo>
                  <a:pt x="694087" y="71460"/>
                </a:lnTo>
                <a:cubicBezTo>
                  <a:pt x="695779" y="71460"/>
                  <a:pt x="696853" y="70538"/>
                  <a:pt x="696853" y="68847"/>
                </a:cubicBezTo>
                <a:cubicBezTo>
                  <a:pt x="696853" y="55931"/>
                  <a:pt x="690550" y="39783"/>
                  <a:pt x="670260" y="39783"/>
                </a:cubicBezTo>
                <a:cubicBezTo>
                  <a:pt x="654424" y="39783"/>
                  <a:pt x="638745" y="52546"/>
                  <a:pt x="638745" y="75154"/>
                </a:cubicBezTo>
                <a:cubicBezTo>
                  <a:pt x="638745" y="83892"/>
                  <a:pt x="640528" y="92510"/>
                  <a:pt x="645662" y="98696"/>
                </a:cubicBezTo>
                <a:cubicBezTo>
                  <a:pt x="650950" y="105060"/>
                  <a:pt x="659744" y="108841"/>
                  <a:pt x="670105" y="108841"/>
                </a:cubicBezTo>
                <a:cubicBezTo>
                  <a:pt x="681174" y="108841"/>
                  <a:pt x="691012" y="103155"/>
                  <a:pt x="696853" y="95156"/>
                </a:cubicBezTo>
                <a:lnTo>
                  <a:pt x="693780" y="91309"/>
                </a:lnTo>
                <a:close/>
                <a:moveTo>
                  <a:pt x="759728" y="89928"/>
                </a:moveTo>
                <a:cubicBezTo>
                  <a:pt x="754134" y="97063"/>
                  <a:pt x="747061" y="100849"/>
                  <a:pt x="740819" y="100849"/>
                </a:cubicBezTo>
                <a:cubicBezTo>
                  <a:pt x="732518" y="100849"/>
                  <a:pt x="725445" y="92543"/>
                  <a:pt x="725445" y="73313"/>
                </a:cubicBezTo>
                <a:cubicBezTo>
                  <a:pt x="725445" y="50241"/>
                  <a:pt x="737683" y="45934"/>
                  <a:pt x="745124" y="45934"/>
                </a:cubicBezTo>
                <a:cubicBezTo>
                  <a:pt x="752349" y="45934"/>
                  <a:pt x="756038" y="49009"/>
                  <a:pt x="759728" y="54855"/>
                </a:cubicBezTo>
                <a:lnTo>
                  <a:pt x="759728" y="89928"/>
                </a:lnTo>
                <a:moveTo>
                  <a:pt x="759728" y="98386"/>
                </a:moveTo>
                <a:lnTo>
                  <a:pt x="760035" y="98386"/>
                </a:lnTo>
                <a:lnTo>
                  <a:pt x="760805" y="107305"/>
                </a:lnTo>
                <a:cubicBezTo>
                  <a:pt x="760805" y="107638"/>
                  <a:pt x="761265" y="107790"/>
                  <a:pt x="762189" y="107790"/>
                </a:cubicBezTo>
                <a:cubicBezTo>
                  <a:pt x="764218" y="107514"/>
                  <a:pt x="765262" y="107331"/>
                  <a:pt x="767507" y="107331"/>
                </a:cubicBezTo>
                <a:cubicBezTo>
                  <a:pt x="769414" y="107331"/>
                  <a:pt x="772334" y="107483"/>
                  <a:pt x="774333" y="107790"/>
                </a:cubicBezTo>
                <a:lnTo>
                  <a:pt x="774640" y="107331"/>
                </a:lnTo>
                <a:cubicBezTo>
                  <a:pt x="773411" y="100713"/>
                  <a:pt x="772027" y="89327"/>
                  <a:pt x="772027" y="77786"/>
                </a:cubicBezTo>
                <a:lnTo>
                  <a:pt x="772027" y="30415"/>
                </a:lnTo>
                <a:cubicBezTo>
                  <a:pt x="772027" y="19047"/>
                  <a:pt x="772641" y="11030"/>
                  <a:pt x="773411" y="1536"/>
                </a:cubicBezTo>
                <a:cubicBezTo>
                  <a:pt x="773411" y="462"/>
                  <a:pt x="772979" y="0"/>
                  <a:pt x="772027" y="0"/>
                </a:cubicBezTo>
                <a:cubicBezTo>
                  <a:pt x="768184" y="1536"/>
                  <a:pt x="764893" y="2613"/>
                  <a:pt x="758651" y="3073"/>
                </a:cubicBezTo>
                <a:lnTo>
                  <a:pt x="758344" y="3535"/>
                </a:lnTo>
                <a:cubicBezTo>
                  <a:pt x="759543" y="10108"/>
                  <a:pt x="759728" y="21506"/>
                  <a:pt x="759728" y="33180"/>
                </a:cubicBezTo>
                <a:lnTo>
                  <a:pt x="759728" y="43166"/>
                </a:lnTo>
                <a:cubicBezTo>
                  <a:pt x="756193" y="41167"/>
                  <a:pt x="749890" y="39783"/>
                  <a:pt x="746815" y="39783"/>
                </a:cubicBezTo>
                <a:cubicBezTo>
                  <a:pt x="726799" y="39783"/>
                  <a:pt x="712073" y="53628"/>
                  <a:pt x="712073" y="74554"/>
                </a:cubicBezTo>
                <a:cubicBezTo>
                  <a:pt x="712073" y="93465"/>
                  <a:pt x="723294" y="108841"/>
                  <a:pt x="739897" y="108841"/>
                </a:cubicBezTo>
                <a:cubicBezTo>
                  <a:pt x="747277" y="108841"/>
                  <a:pt x="754195" y="105522"/>
                  <a:pt x="759728" y="98386"/>
                </a:cubicBezTo>
                <a:close/>
                <a:moveTo>
                  <a:pt x="856424" y="79630"/>
                </a:moveTo>
                <a:cubicBezTo>
                  <a:pt x="856424" y="74706"/>
                  <a:pt x="856731" y="69013"/>
                  <a:pt x="856731" y="64090"/>
                </a:cubicBezTo>
                <a:cubicBezTo>
                  <a:pt x="856731" y="48085"/>
                  <a:pt x="851505" y="39783"/>
                  <a:pt x="837670" y="39783"/>
                </a:cubicBezTo>
                <a:cubicBezTo>
                  <a:pt x="831826" y="39783"/>
                  <a:pt x="820912" y="42092"/>
                  <a:pt x="811074" y="53625"/>
                </a:cubicBezTo>
                <a:lnTo>
                  <a:pt x="810767" y="53163"/>
                </a:lnTo>
                <a:lnTo>
                  <a:pt x="810767" y="41937"/>
                </a:lnTo>
                <a:cubicBezTo>
                  <a:pt x="810736" y="40738"/>
                  <a:pt x="810581" y="40400"/>
                  <a:pt x="809845" y="40400"/>
                </a:cubicBezTo>
                <a:cubicBezTo>
                  <a:pt x="806401" y="41076"/>
                  <a:pt x="800896" y="41198"/>
                  <a:pt x="797391" y="40860"/>
                </a:cubicBezTo>
                <a:lnTo>
                  <a:pt x="797084" y="41322"/>
                </a:lnTo>
                <a:cubicBezTo>
                  <a:pt x="798161" y="47963"/>
                  <a:pt x="798468" y="59626"/>
                  <a:pt x="798468" y="71167"/>
                </a:cubicBezTo>
                <a:lnTo>
                  <a:pt x="798468" y="79630"/>
                </a:lnTo>
                <a:cubicBezTo>
                  <a:pt x="798468" y="91173"/>
                  <a:pt x="798313" y="99020"/>
                  <a:pt x="797084" y="107331"/>
                </a:cubicBezTo>
                <a:lnTo>
                  <a:pt x="797391" y="107790"/>
                </a:lnTo>
                <a:cubicBezTo>
                  <a:pt x="799237" y="107483"/>
                  <a:pt x="802772" y="107331"/>
                  <a:pt x="804616" y="107331"/>
                </a:cubicBezTo>
                <a:cubicBezTo>
                  <a:pt x="806462" y="107331"/>
                  <a:pt x="809997" y="107483"/>
                  <a:pt x="811843" y="107790"/>
                </a:cubicBezTo>
                <a:lnTo>
                  <a:pt x="812151" y="107331"/>
                </a:lnTo>
                <a:cubicBezTo>
                  <a:pt x="810919" y="98558"/>
                  <a:pt x="810767" y="91326"/>
                  <a:pt x="810767" y="79630"/>
                </a:cubicBezTo>
                <a:lnTo>
                  <a:pt x="810767" y="61627"/>
                </a:lnTo>
                <a:cubicBezTo>
                  <a:pt x="818606" y="52394"/>
                  <a:pt x="827522" y="49009"/>
                  <a:pt x="833058" y="49009"/>
                </a:cubicBezTo>
                <a:cubicBezTo>
                  <a:pt x="840897" y="49009"/>
                  <a:pt x="844125" y="52087"/>
                  <a:pt x="844125" y="64549"/>
                </a:cubicBezTo>
                <a:lnTo>
                  <a:pt x="844125" y="79630"/>
                </a:lnTo>
                <a:cubicBezTo>
                  <a:pt x="844125" y="91173"/>
                  <a:pt x="843848" y="99050"/>
                  <a:pt x="842741" y="107331"/>
                </a:cubicBezTo>
                <a:lnTo>
                  <a:pt x="843048" y="107790"/>
                </a:lnTo>
                <a:cubicBezTo>
                  <a:pt x="844894" y="107483"/>
                  <a:pt x="848429" y="107331"/>
                  <a:pt x="850276" y="107331"/>
                </a:cubicBezTo>
                <a:cubicBezTo>
                  <a:pt x="852119" y="107331"/>
                  <a:pt x="855654" y="107483"/>
                  <a:pt x="857500" y="107790"/>
                </a:cubicBezTo>
                <a:lnTo>
                  <a:pt x="857808" y="107331"/>
                </a:lnTo>
                <a:cubicBezTo>
                  <a:pt x="856609" y="98558"/>
                  <a:pt x="856424" y="91326"/>
                  <a:pt x="856424" y="79630"/>
                </a:cubicBezTo>
                <a:close/>
                <a:moveTo>
                  <a:pt x="887785" y="65312"/>
                </a:moveTo>
                <a:cubicBezTo>
                  <a:pt x="890398" y="49316"/>
                  <a:pt x="900483" y="45934"/>
                  <a:pt x="905310" y="45934"/>
                </a:cubicBezTo>
                <a:cubicBezTo>
                  <a:pt x="911397" y="45934"/>
                  <a:pt x="918223" y="51625"/>
                  <a:pt x="918223" y="63158"/>
                </a:cubicBezTo>
                <a:cubicBezTo>
                  <a:pt x="918223" y="64542"/>
                  <a:pt x="917609" y="65312"/>
                  <a:pt x="916070" y="65312"/>
                </a:cubicBezTo>
                <a:lnTo>
                  <a:pt x="887785" y="65312"/>
                </a:lnTo>
                <a:moveTo>
                  <a:pt x="928831" y="91309"/>
                </a:moveTo>
                <a:cubicBezTo>
                  <a:pt x="923450" y="97157"/>
                  <a:pt x="916225" y="99773"/>
                  <a:pt x="907768" y="99773"/>
                </a:cubicBezTo>
                <a:cubicBezTo>
                  <a:pt x="902512" y="99773"/>
                  <a:pt x="895256" y="97772"/>
                  <a:pt x="891013" y="91002"/>
                </a:cubicBezTo>
                <a:cubicBezTo>
                  <a:pt x="888306" y="86693"/>
                  <a:pt x="887323" y="80416"/>
                  <a:pt x="887323" y="71460"/>
                </a:cubicBezTo>
                <a:lnTo>
                  <a:pt x="929138" y="71460"/>
                </a:lnTo>
                <a:cubicBezTo>
                  <a:pt x="930829" y="71460"/>
                  <a:pt x="931903" y="70538"/>
                  <a:pt x="931903" y="68847"/>
                </a:cubicBezTo>
                <a:cubicBezTo>
                  <a:pt x="931903" y="55931"/>
                  <a:pt x="925601" y="39783"/>
                  <a:pt x="905310" y="39783"/>
                </a:cubicBezTo>
                <a:cubicBezTo>
                  <a:pt x="889474" y="39783"/>
                  <a:pt x="873795" y="52546"/>
                  <a:pt x="873795" y="75154"/>
                </a:cubicBezTo>
                <a:cubicBezTo>
                  <a:pt x="873795" y="83892"/>
                  <a:pt x="875578" y="92510"/>
                  <a:pt x="880713" y="98696"/>
                </a:cubicBezTo>
                <a:cubicBezTo>
                  <a:pt x="886000" y="105060"/>
                  <a:pt x="894794" y="108841"/>
                  <a:pt x="905155" y="108841"/>
                </a:cubicBezTo>
                <a:cubicBezTo>
                  <a:pt x="916225" y="108841"/>
                  <a:pt x="926063" y="103155"/>
                  <a:pt x="931903" y="95156"/>
                </a:cubicBezTo>
                <a:lnTo>
                  <a:pt x="928831" y="91309"/>
                </a:lnTo>
                <a:close/>
                <a:moveTo>
                  <a:pt x="945893" y="91772"/>
                </a:moveTo>
                <a:lnTo>
                  <a:pt x="943280" y="104692"/>
                </a:lnTo>
                <a:cubicBezTo>
                  <a:pt x="952043" y="107767"/>
                  <a:pt x="960652" y="108841"/>
                  <a:pt x="966493" y="108841"/>
                </a:cubicBezTo>
                <a:cubicBezTo>
                  <a:pt x="987708" y="108841"/>
                  <a:pt x="992627" y="96233"/>
                  <a:pt x="992627" y="87772"/>
                </a:cubicBezTo>
                <a:cubicBezTo>
                  <a:pt x="992627" y="75159"/>
                  <a:pt x="982634" y="70238"/>
                  <a:pt x="971719" y="67622"/>
                </a:cubicBezTo>
                <a:cubicBezTo>
                  <a:pt x="965909" y="66238"/>
                  <a:pt x="957425" y="63316"/>
                  <a:pt x="957425" y="55624"/>
                </a:cubicBezTo>
                <a:cubicBezTo>
                  <a:pt x="957425" y="49316"/>
                  <a:pt x="962496" y="45934"/>
                  <a:pt x="969106" y="45934"/>
                </a:cubicBezTo>
                <a:cubicBezTo>
                  <a:pt x="977100" y="45934"/>
                  <a:pt x="982019" y="52239"/>
                  <a:pt x="985557" y="56393"/>
                </a:cubicBezTo>
                <a:lnTo>
                  <a:pt x="987708" y="56239"/>
                </a:lnTo>
                <a:lnTo>
                  <a:pt x="990783" y="44857"/>
                </a:lnTo>
                <a:lnTo>
                  <a:pt x="990476" y="44397"/>
                </a:lnTo>
                <a:cubicBezTo>
                  <a:pt x="986016" y="42092"/>
                  <a:pt x="977563" y="39783"/>
                  <a:pt x="969721" y="39783"/>
                </a:cubicBezTo>
                <a:cubicBezTo>
                  <a:pt x="958346" y="39783"/>
                  <a:pt x="946508" y="45779"/>
                  <a:pt x="946508" y="58547"/>
                </a:cubicBezTo>
                <a:cubicBezTo>
                  <a:pt x="946508" y="70852"/>
                  <a:pt x="955703" y="74913"/>
                  <a:pt x="964957" y="77467"/>
                </a:cubicBezTo>
                <a:cubicBezTo>
                  <a:pt x="973873" y="79928"/>
                  <a:pt x="980483" y="82389"/>
                  <a:pt x="980483" y="89925"/>
                </a:cubicBezTo>
                <a:cubicBezTo>
                  <a:pt x="980483" y="98079"/>
                  <a:pt x="974487" y="102693"/>
                  <a:pt x="966341" y="102693"/>
                </a:cubicBezTo>
                <a:cubicBezTo>
                  <a:pt x="958961" y="102693"/>
                  <a:pt x="952503" y="97617"/>
                  <a:pt x="948199" y="91619"/>
                </a:cubicBezTo>
                <a:lnTo>
                  <a:pt x="945893" y="91772"/>
                </a:lnTo>
                <a:close/>
                <a:moveTo>
                  <a:pt x="1006770" y="91772"/>
                </a:moveTo>
                <a:lnTo>
                  <a:pt x="1004157" y="104692"/>
                </a:lnTo>
                <a:cubicBezTo>
                  <a:pt x="1012921" y="107767"/>
                  <a:pt x="1021530" y="108841"/>
                  <a:pt x="1027370" y="108841"/>
                </a:cubicBezTo>
                <a:cubicBezTo>
                  <a:pt x="1048585" y="108841"/>
                  <a:pt x="1053504" y="96233"/>
                  <a:pt x="1053504" y="87772"/>
                </a:cubicBezTo>
                <a:cubicBezTo>
                  <a:pt x="1053504" y="75159"/>
                  <a:pt x="1043511" y="70238"/>
                  <a:pt x="1032597" y="67622"/>
                </a:cubicBezTo>
                <a:cubicBezTo>
                  <a:pt x="1026786" y="66238"/>
                  <a:pt x="1018302" y="63316"/>
                  <a:pt x="1018302" y="55624"/>
                </a:cubicBezTo>
                <a:cubicBezTo>
                  <a:pt x="1018302" y="49316"/>
                  <a:pt x="1023373" y="45934"/>
                  <a:pt x="1029984" y="45934"/>
                </a:cubicBezTo>
                <a:cubicBezTo>
                  <a:pt x="1037978" y="45934"/>
                  <a:pt x="1042897" y="52239"/>
                  <a:pt x="1046434" y="56393"/>
                </a:cubicBezTo>
                <a:lnTo>
                  <a:pt x="1048585" y="56239"/>
                </a:lnTo>
                <a:lnTo>
                  <a:pt x="1051660" y="44857"/>
                </a:lnTo>
                <a:lnTo>
                  <a:pt x="1051353" y="44397"/>
                </a:lnTo>
                <a:cubicBezTo>
                  <a:pt x="1046894" y="42092"/>
                  <a:pt x="1038440" y="39783"/>
                  <a:pt x="1030598" y="39783"/>
                </a:cubicBezTo>
                <a:cubicBezTo>
                  <a:pt x="1019224" y="39783"/>
                  <a:pt x="1007385" y="45779"/>
                  <a:pt x="1007385" y="58547"/>
                </a:cubicBezTo>
                <a:cubicBezTo>
                  <a:pt x="1007385" y="70852"/>
                  <a:pt x="1016580" y="74913"/>
                  <a:pt x="1025834" y="77467"/>
                </a:cubicBezTo>
                <a:cubicBezTo>
                  <a:pt x="1034750" y="79928"/>
                  <a:pt x="1041360" y="82389"/>
                  <a:pt x="1041360" y="89925"/>
                </a:cubicBezTo>
                <a:cubicBezTo>
                  <a:pt x="1041360" y="98079"/>
                  <a:pt x="1035365" y="102693"/>
                  <a:pt x="1027218" y="102693"/>
                </a:cubicBezTo>
                <a:cubicBezTo>
                  <a:pt x="1019838" y="102693"/>
                  <a:pt x="1013381" y="97617"/>
                  <a:pt x="1009076" y="91619"/>
                </a:cubicBezTo>
                <a:lnTo>
                  <a:pt x="1006770" y="91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toSATproblem">
            <a:extLst xmlns:a="http://schemas.openxmlformats.org/drawingml/2006/main">
              <a:ext uri="{FF2B5EF4-FFF2-40B4-BE49-F238E27FC236}">
                <a16:creationId xmlns:a16="http://schemas.microsoft.com/office/drawing/2014/main" id="{11DBAEBD-BAC4-44F4-83A8-22962356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604" y="406833"/>
            <a:ext cx="961267" cy="143520"/>
          </a:xfrm>
          <a:custGeom xmlns:a="http://schemas.openxmlformats.org/drawingml/2006/main">
            <a:pathLst>
              <a:path w="961267" h="143520">
                <a:moveTo>
                  <a:pt x="11682" y="41435"/>
                </a:moveTo>
                <a:cubicBezTo>
                  <a:pt x="8545" y="41435"/>
                  <a:pt x="5287" y="41374"/>
                  <a:pt x="3380" y="41127"/>
                </a:cubicBezTo>
                <a:cubicBezTo>
                  <a:pt x="2336" y="43649"/>
                  <a:pt x="1506" y="45125"/>
                  <a:pt x="0" y="47430"/>
                </a:cubicBezTo>
                <a:lnTo>
                  <a:pt x="767" y="48507"/>
                </a:lnTo>
                <a:cubicBezTo>
                  <a:pt x="3413" y="48322"/>
                  <a:pt x="8177" y="48230"/>
                  <a:pt x="11682" y="48200"/>
                </a:cubicBezTo>
                <a:lnTo>
                  <a:pt x="11682" y="69232"/>
                </a:lnTo>
                <a:cubicBezTo>
                  <a:pt x="11682" y="78443"/>
                  <a:pt x="11222" y="89499"/>
                  <a:pt x="11222" y="94103"/>
                </a:cubicBezTo>
                <a:cubicBezTo>
                  <a:pt x="11222" y="104087"/>
                  <a:pt x="17677" y="108841"/>
                  <a:pt x="24750" y="108841"/>
                </a:cubicBezTo>
                <a:cubicBezTo>
                  <a:pt x="31207" y="108841"/>
                  <a:pt x="36126" y="107307"/>
                  <a:pt x="42582" y="103167"/>
                </a:cubicBezTo>
                <a:lnTo>
                  <a:pt x="40708" y="99383"/>
                </a:lnTo>
                <a:cubicBezTo>
                  <a:pt x="35972" y="101014"/>
                  <a:pt x="32437" y="101168"/>
                  <a:pt x="28592" y="100554"/>
                </a:cubicBezTo>
                <a:cubicBezTo>
                  <a:pt x="24935" y="99970"/>
                  <a:pt x="23521" y="96282"/>
                  <a:pt x="23521" y="87962"/>
                </a:cubicBezTo>
                <a:cubicBezTo>
                  <a:pt x="23521" y="83357"/>
                  <a:pt x="23980" y="76754"/>
                  <a:pt x="23980" y="67545"/>
                </a:cubicBezTo>
                <a:lnTo>
                  <a:pt x="23980" y="48200"/>
                </a:lnTo>
                <a:lnTo>
                  <a:pt x="29823" y="48200"/>
                </a:lnTo>
                <a:cubicBezTo>
                  <a:pt x="33513" y="48200"/>
                  <a:pt x="38862" y="48322"/>
                  <a:pt x="40891" y="48507"/>
                </a:cubicBezTo>
                <a:cubicBezTo>
                  <a:pt x="41353" y="46049"/>
                  <a:pt x="41815" y="44479"/>
                  <a:pt x="42737" y="42204"/>
                </a:cubicBezTo>
                <a:lnTo>
                  <a:pt x="41967" y="41127"/>
                </a:lnTo>
                <a:cubicBezTo>
                  <a:pt x="39199" y="41252"/>
                  <a:pt x="34742" y="41435"/>
                  <a:pt x="31207" y="41435"/>
                </a:cubicBezTo>
                <a:lnTo>
                  <a:pt x="23980" y="41435"/>
                </a:lnTo>
                <a:cubicBezTo>
                  <a:pt x="23980" y="29936"/>
                  <a:pt x="24074" y="27907"/>
                  <a:pt x="24750" y="18991"/>
                </a:cubicBezTo>
                <a:cubicBezTo>
                  <a:pt x="24750" y="17884"/>
                  <a:pt x="24320" y="17454"/>
                  <a:pt x="23366" y="17454"/>
                </a:cubicBezTo>
                <a:cubicBezTo>
                  <a:pt x="19523" y="18991"/>
                  <a:pt x="17616" y="20621"/>
                  <a:pt x="12606" y="21297"/>
                </a:cubicBezTo>
                <a:lnTo>
                  <a:pt x="12299" y="21759"/>
                </a:lnTo>
                <a:cubicBezTo>
                  <a:pt x="11991" y="27109"/>
                  <a:pt x="11682" y="32519"/>
                  <a:pt x="11682" y="41435"/>
                </a:cubicBezTo>
                <a:close/>
                <a:moveTo>
                  <a:pt x="55188" y="75774"/>
                </a:moveTo>
                <a:cubicBezTo>
                  <a:pt x="55188" y="94232"/>
                  <a:pt x="67332" y="108841"/>
                  <a:pt x="87779" y="108841"/>
                </a:cubicBezTo>
                <a:cubicBezTo>
                  <a:pt x="108070" y="108841"/>
                  <a:pt x="120369" y="94542"/>
                  <a:pt x="120369" y="74390"/>
                </a:cubicBezTo>
                <a:cubicBezTo>
                  <a:pt x="120369" y="53471"/>
                  <a:pt x="109147" y="39783"/>
                  <a:pt x="88394" y="39783"/>
                </a:cubicBezTo>
                <a:cubicBezTo>
                  <a:pt x="68254" y="39783"/>
                  <a:pt x="55188" y="53933"/>
                  <a:pt x="55188" y="75774"/>
                </a:cubicBezTo>
                <a:moveTo>
                  <a:pt x="87317" y="45934"/>
                </a:moveTo>
                <a:cubicBezTo>
                  <a:pt x="103613" y="45934"/>
                  <a:pt x="106841" y="58547"/>
                  <a:pt x="106841" y="77160"/>
                </a:cubicBezTo>
                <a:cubicBezTo>
                  <a:pt x="106841" y="91772"/>
                  <a:pt x="99461" y="102693"/>
                  <a:pt x="89161" y="102693"/>
                </a:cubicBezTo>
                <a:cubicBezTo>
                  <a:pt x="72868" y="102693"/>
                  <a:pt x="68716" y="85004"/>
                  <a:pt x="68716" y="73161"/>
                </a:cubicBezTo>
                <a:cubicBezTo>
                  <a:pt x="68716" y="59778"/>
                  <a:pt x="72868" y="45934"/>
                  <a:pt x="87317" y="45934"/>
                </a:cubicBezTo>
                <a:close/>
                <a:moveTo>
                  <a:pt x="201845" y="102079"/>
                </a:moveTo>
                <a:cubicBezTo>
                  <a:pt x="193236" y="102079"/>
                  <a:pt x="182169" y="94546"/>
                  <a:pt x="177402" y="85476"/>
                </a:cubicBezTo>
                <a:lnTo>
                  <a:pt x="175866" y="85630"/>
                </a:lnTo>
                <a:cubicBezTo>
                  <a:pt x="175249" y="91164"/>
                  <a:pt x="173560" y="96852"/>
                  <a:pt x="172329" y="101464"/>
                </a:cubicBezTo>
                <a:lnTo>
                  <a:pt x="172636" y="101924"/>
                </a:lnTo>
                <a:cubicBezTo>
                  <a:pt x="172636" y="101924"/>
                  <a:pt x="182629" y="108841"/>
                  <a:pt x="200616" y="108841"/>
                </a:cubicBezTo>
                <a:cubicBezTo>
                  <a:pt x="219524" y="108841"/>
                  <a:pt x="234129" y="97312"/>
                  <a:pt x="234129" y="79482"/>
                </a:cubicBezTo>
                <a:cubicBezTo>
                  <a:pt x="234129" y="61650"/>
                  <a:pt x="219062" y="53379"/>
                  <a:pt x="206611" y="48737"/>
                </a:cubicBezTo>
                <a:cubicBezTo>
                  <a:pt x="198772" y="45817"/>
                  <a:pt x="187855" y="41360"/>
                  <a:pt x="187855" y="28601"/>
                </a:cubicBezTo>
                <a:cubicBezTo>
                  <a:pt x="187855" y="23065"/>
                  <a:pt x="190930" y="16917"/>
                  <a:pt x="194927" y="14766"/>
                </a:cubicBezTo>
                <a:cubicBezTo>
                  <a:pt x="197540" y="13382"/>
                  <a:pt x="200768" y="12920"/>
                  <a:pt x="204305" y="12920"/>
                </a:cubicBezTo>
                <a:cubicBezTo>
                  <a:pt x="212759" y="12920"/>
                  <a:pt x="221061" y="19530"/>
                  <a:pt x="225213" y="29061"/>
                </a:cubicBezTo>
                <a:lnTo>
                  <a:pt x="226749" y="28909"/>
                </a:lnTo>
                <a:cubicBezTo>
                  <a:pt x="227364" y="23373"/>
                  <a:pt x="228903" y="18146"/>
                  <a:pt x="230284" y="13535"/>
                </a:cubicBezTo>
                <a:lnTo>
                  <a:pt x="229977" y="13075"/>
                </a:lnTo>
                <a:cubicBezTo>
                  <a:pt x="229977" y="13075"/>
                  <a:pt x="223521" y="6155"/>
                  <a:pt x="205534" y="6155"/>
                </a:cubicBezTo>
                <a:cubicBezTo>
                  <a:pt x="201385" y="6155"/>
                  <a:pt x="196773" y="6925"/>
                  <a:pt x="192314" y="8771"/>
                </a:cubicBezTo>
                <a:cubicBezTo>
                  <a:pt x="183243" y="12613"/>
                  <a:pt x="175404" y="21529"/>
                  <a:pt x="175404" y="32751"/>
                </a:cubicBezTo>
                <a:cubicBezTo>
                  <a:pt x="175404" y="48892"/>
                  <a:pt x="189086" y="56424"/>
                  <a:pt x="201845" y="61803"/>
                </a:cubicBezTo>
                <a:cubicBezTo>
                  <a:pt x="211837" y="65955"/>
                  <a:pt x="219832" y="71026"/>
                  <a:pt x="219832" y="84094"/>
                </a:cubicBezTo>
                <a:cubicBezTo>
                  <a:pt x="219832" y="95623"/>
                  <a:pt x="210916" y="102079"/>
                  <a:pt x="201845" y="102079"/>
                </a:cubicBezTo>
                <a:close/>
                <a:moveTo>
                  <a:pt x="305029" y="64906"/>
                </a:moveTo>
                <a:cubicBezTo>
                  <a:pt x="299955" y="65152"/>
                  <a:pt x="293591" y="65305"/>
                  <a:pt x="289010" y="65305"/>
                </a:cubicBezTo>
                <a:cubicBezTo>
                  <a:pt x="284551" y="65305"/>
                  <a:pt x="276343" y="65030"/>
                  <a:pt x="272960" y="64845"/>
                </a:cubicBezTo>
                <a:lnTo>
                  <a:pt x="289162" y="27081"/>
                </a:lnTo>
                <a:lnTo>
                  <a:pt x="289472" y="27081"/>
                </a:lnTo>
                <a:cubicBezTo>
                  <a:pt x="295775" y="41585"/>
                  <a:pt x="300907" y="54214"/>
                  <a:pt x="305029" y="64906"/>
                </a:cubicBezTo>
                <a:moveTo>
                  <a:pt x="269946" y="72194"/>
                </a:moveTo>
                <a:cubicBezTo>
                  <a:pt x="273791" y="71917"/>
                  <a:pt x="284490" y="71763"/>
                  <a:pt x="289779" y="71763"/>
                </a:cubicBezTo>
                <a:cubicBezTo>
                  <a:pt x="295620" y="71763"/>
                  <a:pt x="304074" y="71917"/>
                  <a:pt x="307794" y="72194"/>
                </a:cubicBezTo>
                <a:cubicBezTo>
                  <a:pt x="315329" y="92365"/>
                  <a:pt x="318803" y="104373"/>
                  <a:pt x="319755" y="107790"/>
                </a:cubicBezTo>
                <a:cubicBezTo>
                  <a:pt x="322368" y="107331"/>
                  <a:pt x="324829" y="107331"/>
                  <a:pt x="327442" y="107331"/>
                </a:cubicBezTo>
                <a:cubicBezTo>
                  <a:pt x="330055" y="107331"/>
                  <a:pt x="334052" y="107331"/>
                  <a:pt x="336665" y="107790"/>
                </a:cubicBezTo>
                <a:cubicBezTo>
                  <a:pt x="328978" y="92241"/>
                  <a:pt x="308688" y="39802"/>
                  <a:pt x="294543" y="6155"/>
                </a:cubicBezTo>
                <a:lnTo>
                  <a:pt x="290239" y="6155"/>
                </a:lnTo>
                <a:cubicBezTo>
                  <a:pt x="275482" y="40264"/>
                  <a:pt x="260415" y="73763"/>
                  <a:pt x="244889" y="107790"/>
                </a:cubicBezTo>
                <a:cubicBezTo>
                  <a:pt x="246735" y="107331"/>
                  <a:pt x="248579" y="107331"/>
                  <a:pt x="250270" y="107331"/>
                </a:cubicBezTo>
                <a:cubicBezTo>
                  <a:pt x="251961" y="107331"/>
                  <a:pt x="255344" y="107331"/>
                  <a:pt x="257188" y="107790"/>
                </a:cubicBezTo>
                <a:cubicBezTo>
                  <a:pt x="259709" y="98368"/>
                  <a:pt x="264443" y="85652"/>
                  <a:pt x="269946" y="72194"/>
                </a:cubicBezTo>
                <a:close/>
                <a:moveTo>
                  <a:pt x="364337" y="38983"/>
                </a:moveTo>
                <a:lnTo>
                  <a:pt x="364337" y="76613"/>
                </a:lnTo>
                <a:cubicBezTo>
                  <a:pt x="364337" y="88131"/>
                  <a:pt x="364030" y="99036"/>
                  <a:pt x="362800" y="107331"/>
                </a:cubicBezTo>
                <a:lnTo>
                  <a:pt x="363108" y="107790"/>
                </a:lnTo>
                <a:cubicBezTo>
                  <a:pt x="364951" y="107485"/>
                  <a:pt x="369103" y="107331"/>
                  <a:pt x="370947" y="107331"/>
                </a:cubicBezTo>
                <a:cubicBezTo>
                  <a:pt x="372793" y="107331"/>
                  <a:pt x="376943" y="107485"/>
                  <a:pt x="378789" y="107790"/>
                </a:cubicBezTo>
                <a:lnTo>
                  <a:pt x="379096" y="107331"/>
                </a:lnTo>
                <a:cubicBezTo>
                  <a:pt x="377865" y="98576"/>
                  <a:pt x="377557" y="88131"/>
                  <a:pt x="377557" y="76613"/>
                </a:cubicBezTo>
                <a:lnTo>
                  <a:pt x="377557" y="38983"/>
                </a:lnTo>
                <a:cubicBezTo>
                  <a:pt x="377557" y="36373"/>
                  <a:pt x="377712" y="20553"/>
                  <a:pt x="378789" y="16868"/>
                </a:cubicBezTo>
                <a:cubicBezTo>
                  <a:pt x="399387" y="16868"/>
                  <a:pt x="409841" y="19017"/>
                  <a:pt x="409841" y="19017"/>
                </a:cubicBezTo>
                <a:lnTo>
                  <a:pt x="410149" y="18402"/>
                </a:lnTo>
                <a:cubicBezTo>
                  <a:pt x="409841" y="16099"/>
                  <a:pt x="409841" y="12564"/>
                  <a:pt x="410149" y="8257"/>
                </a:cubicBezTo>
                <a:lnTo>
                  <a:pt x="409841" y="7797"/>
                </a:lnTo>
                <a:cubicBezTo>
                  <a:pt x="407381" y="8104"/>
                  <a:pt x="403846" y="8257"/>
                  <a:pt x="400618" y="8257"/>
                </a:cubicBezTo>
                <a:lnTo>
                  <a:pt x="341278" y="8257"/>
                </a:lnTo>
                <a:cubicBezTo>
                  <a:pt x="338051" y="8257"/>
                  <a:pt x="334513" y="8104"/>
                  <a:pt x="332055" y="7797"/>
                </a:cubicBezTo>
                <a:lnTo>
                  <a:pt x="331748" y="8257"/>
                </a:lnTo>
                <a:cubicBezTo>
                  <a:pt x="332055" y="12564"/>
                  <a:pt x="332055" y="16099"/>
                  <a:pt x="331748" y="18402"/>
                </a:cubicBezTo>
                <a:lnTo>
                  <a:pt x="332055" y="19017"/>
                </a:lnTo>
                <a:cubicBezTo>
                  <a:pt x="332055" y="19017"/>
                  <a:pt x="342508" y="16868"/>
                  <a:pt x="363108" y="16868"/>
                </a:cubicBezTo>
                <a:cubicBezTo>
                  <a:pt x="364184" y="20553"/>
                  <a:pt x="364337" y="36373"/>
                  <a:pt x="364337" y="38983"/>
                </a:cubicBezTo>
                <a:close/>
                <a:moveTo>
                  <a:pt x="475790" y="62084"/>
                </a:moveTo>
                <a:cubicBezTo>
                  <a:pt x="479172" y="53933"/>
                  <a:pt x="488243" y="46856"/>
                  <a:pt x="494239" y="46856"/>
                </a:cubicBezTo>
                <a:cubicBezTo>
                  <a:pt x="504691" y="46856"/>
                  <a:pt x="510072" y="56393"/>
                  <a:pt x="510072" y="73775"/>
                </a:cubicBezTo>
                <a:cubicBezTo>
                  <a:pt x="510072" y="86388"/>
                  <a:pt x="506537" y="102693"/>
                  <a:pt x="490087" y="102693"/>
                </a:cubicBezTo>
                <a:cubicBezTo>
                  <a:pt x="487628" y="102693"/>
                  <a:pt x="481171" y="102079"/>
                  <a:pt x="475790" y="95771"/>
                </a:cubicBezTo>
                <a:lnTo>
                  <a:pt x="475790" y="62084"/>
                </a:lnTo>
                <a:moveTo>
                  <a:pt x="475790" y="53163"/>
                </a:moveTo>
                <a:lnTo>
                  <a:pt x="475790" y="41937"/>
                </a:lnTo>
                <a:cubicBezTo>
                  <a:pt x="475790" y="40738"/>
                  <a:pt x="475607" y="40400"/>
                  <a:pt x="474868" y="40400"/>
                </a:cubicBezTo>
                <a:cubicBezTo>
                  <a:pt x="471424" y="41076"/>
                  <a:pt x="465921" y="41198"/>
                  <a:pt x="462417" y="40860"/>
                </a:cubicBezTo>
                <a:lnTo>
                  <a:pt x="462109" y="41322"/>
                </a:lnTo>
                <a:cubicBezTo>
                  <a:pt x="463184" y="47963"/>
                  <a:pt x="463491" y="59623"/>
                  <a:pt x="463491" y="71160"/>
                </a:cubicBezTo>
                <a:lnTo>
                  <a:pt x="463491" y="112233"/>
                </a:lnTo>
                <a:cubicBezTo>
                  <a:pt x="463491" y="123701"/>
                  <a:pt x="463214" y="134766"/>
                  <a:pt x="462109" y="143058"/>
                </a:cubicBezTo>
                <a:lnTo>
                  <a:pt x="462417" y="143520"/>
                </a:lnTo>
                <a:cubicBezTo>
                  <a:pt x="464260" y="143213"/>
                  <a:pt x="467795" y="143058"/>
                  <a:pt x="469641" y="143058"/>
                </a:cubicBezTo>
                <a:cubicBezTo>
                  <a:pt x="471485" y="143058"/>
                  <a:pt x="475023" y="143213"/>
                  <a:pt x="476866" y="143520"/>
                </a:cubicBezTo>
                <a:lnTo>
                  <a:pt x="477174" y="143058"/>
                </a:lnTo>
                <a:cubicBezTo>
                  <a:pt x="476066" y="134274"/>
                  <a:pt x="475790" y="123823"/>
                  <a:pt x="475790" y="112233"/>
                </a:cubicBezTo>
                <a:lnTo>
                  <a:pt x="475790" y="105461"/>
                </a:lnTo>
                <a:cubicBezTo>
                  <a:pt x="479787" y="107612"/>
                  <a:pt x="485475" y="108841"/>
                  <a:pt x="491009" y="108841"/>
                </a:cubicBezTo>
                <a:cubicBezTo>
                  <a:pt x="511301" y="108841"/>
                  <a:pt x="523600" y="93465"/>
                  <a:pt x="523600" y="71774"/>
                </a:cubicBezTo>
                <a:cubicBezTo>
                  <a:pt x="523600" y="55469"/>
                  <a:pt x="514069" y="39783"/>
                  <a:pt x="496852" y="39783"/>
                </a:cubicBezTo>
                <a:cubicBezTo>
                  <a:pt x="490856" y="39783"/>
                  <a:pt x="483169" y="42859"/>
                  <a:pt x="476097" y="53625"/>
                </a:cubicBezTo>
                <a:lnTo>
                  <a:pt x="475790" y="53163"/>
                </a:lnTo>
                <a:close/>
                <a:moveTo>
                  <a:pt x="556959" y="55931"/>
                </a:moveTo>
                <a:lnTo>
                  <a:pt x="556959" y="41937"/>
                </a:lnTo>
                <a:cubicBezTo>
                  <a:pt x="556959" y="40738"/>
                  <a:pt x="556774" y="40400"/>
                  <a:pt x="556037" y="40400"/>
                </a:cubicBezTo>
                <a:cubicBezTo>
                  <a:pt x="552594" y="41076"/>
                  <a:pt x="547091" y="41198"/>
                  <a:pt x="543584" y="40860"/>
                </a:cubicBezTo>
                <a:lnTo>
                  <a:pt x="543277" y="41322"/>
                </a:lnTo>
                <a:cubicBezTo>
                  <a:pt x="544353" y="47963"/>
                  <a:pt x="544661" y="59626"/>
                  <a:pt x="544661" y="71167"/>
                </a:cubicBezTo>
                <a:lnTo>
                  <a:pt x="544661" y="79630"/>
                </a:lnTo>
                <a:cubicBezTo>
                  <a:pt x="544661" y="91171"/>
                  <a:pt x="544478" y="99050"/>
                  <a:pt x="543277" y="107331"/>
                </a:cubicBezTo>
                <a:lnTo>
                  <a:pt x="543584" y="107790"/>
                </a:lnTo>
                <a:cubicBezTo>
                  <a:pt x="545430" y="107483"/>
                  <a:pt x="548965" y="107331"/>
                  <a:pt x="550811" y="107331"/>
                </a:cubicBezTo>
                <a:cubicBezTo>
                  <a:pt x="552655" y="107331"/>
                  <a:pt x="556190" y="107483"/>
                  <a:pt x="558036" y="107790"/>
                </a:cubicBezTo>
                <a:lnTo>
                  <a:pt x="558343" y="107331"/>
                </a:lnTo>
                <a:cubicBezTo>
                  <a:pt x="557206" y="98558"/>
                  <a:pt x="556959" y="91326"/>
                  <a:pt x="556959" y="79630"/>
                </a:cubicBezTo>
                <a:lnTo>
                  <a:pt x="556959" y="71629"/>
                </a:lnTo>
                <a:cubicBezTo>
                  <a:pt x="556959" y="65164"/>
                  <a:pt x="558897" y="61472"/>
                  <a:pt x="562186" y="56393"/>
                </a:cubicBezTo>
                <a:cubicBezTo>
                  <a:pt x="564430" y="52978"/>
                  <a:pt x="567874" y="51008"/>
                  <a:pt x="570794" y="51008"/>
                </a:cubicBezTo>
                <a:cubicBezTo>
                  <a:pt x="573870" y="51008"/>
                  <a:pt x="576790" y="51315"/>
                  <a:pt x="578789" y="53161"/>
                </a:cubicBezTo>
                <a:lnTo>
                  <a:pt x="580018" y="52854"/>
                </a:lnTo>
                <a:lnTo>
                  <a:pt x="583093" y="41475"/>
                </a:lnTo>
                <a:lnTo>
                  <a:pt x="582478" y="40860"/>
                </a:lnTo>
                <a:cubicBezTo>
                  <a:pt x="579865" y="40093"/>
                  <a:pt x="579710" y="39783"/>
                  <a:pt x="576945" y="39783"/>
                </a:cubicBezTo>
                <a:cubicBezTo>
                  <a:pt x="568643" y="39783"/>
                  <a:pt x="564184" y="44550"/>
                  <a:pt x="557421" y="56239"/>
                </a:cubicBezTo>
                <a:lnTo>
                  <a:pt x="556959" y="55931"/>
                </a:lnTo>
                <a:close/>
                <a:moveTo>
                  <a:pt x="590473" y="75774"/>
                </a:moveTo>
                <a:cubicBezTo>
                  <a:pt x="590473" y="94232"/>
                  <a:pt x="602617" y="108841"/>
                  <a:pt x="623064" y="108841"/>
                </a:cubicBezTo>
                <a:cubicBezTo>
                  <a:pt x="643355" y="108841"/>
                  <a:pt x="655653" y="94542"/>
                  <a:pt x="655653" y="74390"/>
                </a:cubicBezTo>
                <a:cubicBezTo>
                  <a:pt x="655653" y="53471"/>
                  <a:pt x="644432" y="39783"/>
                  <a:pt x="623679" y="39783"/>
                </a:cubicBezTo>
                <a:cubicBezTo>
                  <a:pt x="603539" y="39783"/>
                  <a:pt x="590473" y="53933"/>
                  <a:pt x="590473" y="75774"/>
                </a:cubicBezTo>
                <a:moveTo>
                  <a:pt x="622602" y="45934"/>
                </a:moveTo>
                <a:cubicBezTo>
                  <a:pt x="638898" y="45934"/>
                  <a:pt x="642126" y="58547"/>
                  <a:pt x="642126" y="77160"/>
                </a:cubicBezTo>
                <a:cubicBezTo>
                  <a:pt x="642126" y="91772"/>
                  <a:pt x="634746" y="102693"/>
                  <a:pt x="624446" y="102693"/>
                </a:cubicBezTo>
                <a:cubicBezTo>
                  <a:pt x="608153" y="102693"/>
                  <a:pt x="604001" y="85004"/>
                  <a:pt x="604001" y="73161"/>
                </a:cubicBezTo>
                <a:cubicBezTo>
                  <a:pt x="604001" y="59778"/>
                  <a:pt x="608153" y="45934"/>
                  <a:pt x="622602" y="45934"/>
                </a:cubicBezTo>
                <a:close/>
                <a:moveTo>
                  <a:pt x="686398" y="94849"/>
                </a:moveTo>
                <a:lnTo>
                  <a:pt x="686398" y="55009"/>
                </a:lnTo>
                <a:cubicBezTo>
                  <a:pt x="692394" y="48857"/>
                  <a:pt x="696239" y="45934"/>
                  <a:pt x="702542" y="45934"/>
                </a:cubicBezTo>
                <a:cubicBezTo>
                  <a:pt x="711918" y="45934"/>
                  <a:pt x="720219" y="53656"/>
                  <a:pt x="720219" y="72851"/>
                </a:cubicBezTo>
                <a:cubicBezTo>
                  <a:pt x="720219" y="91926"/>
                  <a:pt x="714531" y="102693"/>
                  <a:pt x="699929" y="102693"/>
                </a:cubicBezTo>
                <a:cubicBezTo>
                  <a:pt x="695162" y="102693"/>
                  <a:pt x="689474" y="98694"/>
                  <a:pt x="686398" y="94849"/>
                </a:cubicBezTo>
                <a:moveTo>
                  <a:pt x="686398" y="30415"/>
                </a:moveTo>
                <a:cubicBezTo>
                  <a:pt x="686398" y="19047"/>
                  <a:pt x="686584" y="10938"/>
                  <a:pt x="687323" y="1536"/>
                </a:cubicBezTo>
                <a:cubicBezTo>
                  <a:pt x="687323" y="462"/>
                  <a:pt x="686891" y="0"/>
                  <a:pt x="685939" y="0"/>
                </a:cubicBezTo>
                <a:cubicBezTo>
                  <a:pt x="682094" y="1536"/>
                  <a:pt x="678805" y="2613"/>
                  <a:pt x="672563" y="3073"/>
                </a:cubicBezTo>
                <a:lnTo>
                  <a:pt x="672256" y="3535"/>
                </a:lnTo>
                <a:cubicBezTo>
                  <a:pt x="673455" y="10108"/>
                  <a:pt x="674100" y="21506"/>
                  <a:pt x="674100" y="33180"/>
                </a:cubicBezTo>
                <a:lnTo>
                  <a:pt x="674100" y="96078"/>
                </a:lnTo>
                <a:cubicBezTo>
                  <a:pt x="674100" y="102079"/>
                  <a:pt x="673978" y="104262"/>
                  <a:pt x="673333" y="107612"/>
                </a:cubicBezTo>
                <a:cubicBezTo>
                  <a:pt x="674255" y="108534"/>
                  <a:pt x="676037" y="108841"/>
                  <a:pt x="677637" y="108841"/>
                </a:cubicBezTo>
                <a:cubicBezTo>
                  <a:pt x="679328" y="106998"/>
                  <a:pt x="681111" y="104384"/>
                  <a:pt x="682709" y="101309"/>
                </a:cubicBezTo>
                <a:cubicBezTo>
                  <a:pt x="687168" y="105154"/>
                  <a:pt x="694240" y="108841"/>
                  <a:pt x="700850" y="108841"/>
                </a:cubicBezTo>
                <a:cubicBezTo>
                  <a:pt x="716529" y="108841"/>
                  <a:pt x="733902" y="97772"/>
                  <a:pt x="733902" y="71622"/>
                </a:cubicBezTo>
                <a:cubicBezTo>
                  <a:pt x="733902" y="52856"/>
                  <a:pt x="720526" y="39783"/>
                  <a:pt x="705615" y="39783"/>
                </a:cubicBezTo>
                <a:cubicBezTo>
                  <a:pt x="698237" y="39783"/>
                  <a:pt x="691627" y="41782"/>
                  <a:pt x="686398" y="47473"/>
                </a:cubicBezTo>
                <a:lnTo>
                  <a:pt x="686398" y="30415"/>
                </a:lnTo>
                <a:close/>
                <a:moveTo>
                  <a:pt x="752810" y="76576"/>
                </a:moveTo>
                <a:cubicBezTo>
                  <a:pt x="752810" y="88018"/>
                  <a:pt x="752594" y="99088"/>
                  <a:pt x="751426" y="107331"/>
                </a:cubicBezTo>
                <a:lnTo>
                  <a:pt x="751734" y="107790"/>
                </a:lnTo>
                <a:cubicBezTo>
                  <a:pt x="753577" y="107483"/>
                  <a:pt x="757115" y="107331"/>
                  <a:pt x="758958" y="107331"/>
                </a:cubicBezTo>
                <a:cubicBezTo>
                  <a:pt x="760804" y="107331"/>
                  <a:pt x="764339" y="107483"/>
                  <a:pt x="766183" y="107790"/>
                </a:cubicBezTo>
                <a:lnTo>
                  <a:pt x="766490" y="107331"/>
                </a:lnTo>
                <a:cubicBezTo>
                  <a:pt x="765292" y="98565"/>
                  <a:pt x="765109" y="88140"/>
                  <a:pt x="765109" y="76576"/>
                </a:cubicBezTo>
                <a:lnTo>
                  <a:pt x="765109" y="30447"/>
                </a:lnTo>
                <a:cubicBezTo>
                  <a:pt x="765109" y="18916"/>
                  <a:pt x="765754" y="11257"/>
                  <a:pt x="766490" y="1539"/>
                </a:cubicBezTo>
                <a:cubicBezTo>
                  <a:pt x="766490" y="462"/>
                  <a:pt x="766061" y="0"/>
                  <a:pt x="765109" y="0"/>
                </a:cubicBezTo>
                <a:cubicBezTo>
                  <a:pt x="761264" y="1539"/>
                  <a:pt x="757975" y="2615"/>
                  <a:pt x="751734" y="3078"/>
                </a:cubicBezTo>
                <a:lnTo>
                  <a:pt x="751426" y="3537"/>
                </a:lnTo>
                <a:cubicBezTo>
                  <a:pt x="752625" y="10119"/>
                  <a:pt x="752810" y="21529"/>
                  <a:pt x="752810" y="33215"/>
                </a:cubicBezTo>
                <a:lnTo>
                  <a:pt x="752810" y="76576"/>
                </a:lnTo>
                <a:close/>
                <a:moveTo>
                  <a:pt x="796931" y="65312"/>
                </a:moveTo>
                <a:cubicBezTo>
                  <a:pt x="799544" y="49316"/>
                  <a:pt x="809628" y="45934"/>
                  <a:pt x="814456" y="45934"/>
                </a:cubicBezTo>
                <a:cubicBezTo>
                  <a:pt x="820543" y="45934"/>
                  <a:pt x="827369" y="51625"/>
                  <a:pt x="827369" y="63158"/>
                </a:cubicBezTo>
                <a:cubicBezTo>
                  <a:pt x="827369" y="64542"/>
                  <a:pt x="826754" y="65312"/>
                  <a:pt x="825216" y="65312"/>
                </a:cubicBezTo>
                <a:lnTo>
                  <a:pt x="796931" y="65312"/>
                </a:lnTo>
                <a:moveTo>
                  <a:pt x="837976" y="91309"/>
                </a:moveTo>
                <a:cubicBezTo>
                  <a:pt x="832595" y="97157"/>
                  <a:pt x="825370" y="99773"/>
                  <a:pt x="816914" y="99773"/>
                </a:cubicBezTo>
                <a:cubicBezTo>
                  <a:pt x="811657" y="99773"/>
                  <a:pt x="804402" y="97772"/>
                  <a:pt x="800159" y="91002"/>
                </a:cubicBezTo>
                <a:cubicBezTo>
                  <a:pt x="797452" y="86693"/>
                  <a:pt x="796469" y="80416"/>
                  <a:pt x="796469" y="71460"/>
                </a:cubicBezTo>
                <a:lnTo>
                  <a:pt x="838284" y="71460"/>
                </a:lnTo>
                <a:cubicBezTo>
                  <a:pt x="839975" y="71460"/>
                  <a:pt x="841049" y="70538"/>
                  <a:pt x="841049" y="68847"/>
                </a:cubicBezTo>
                <a:cubicBezTo>
                  <a:pt x="841049" y="55931"/>
                  <a:pt x="834746" y="39783"/>
                  <a:pt x="814456" y="39783"/>
                </a:cubicBezTo>
                <a:cubicBezTo>
                  <a:pt x="798620" y="39783"/>
                  <a:pt x="782941" y="52546"/>
                  <a:pt x="782941" y="75154"/>
                </a:cubicBezTo>
                <a:cubicBezTo>
                  <a:pt x="782941" y="83892"/>
                  <a:pt x="784724" y="92510"/>
                  <a:pt x="789859" y="98696"/>
                </a:cubicBezTo>
                <a:cubicBezTo>
                  <a:pt x="795146" y="105060"/>
                  <a:pt x="803940" y="108841"/>
                  <a:pt x="814301" y="108841"/>
                </a:cubicBezTo>
                <a:cubicBezTo>
                  <a:pt x="825370" y="108841"/>
                  <a:pt x="835208" y="103155"/>
                  <a:pt x="841049" y="95156"/>
                </a:cubicBezTo>
                <a:lnTo>
                  <a:pt x="837976" y="91309"/>
                </a:lnTo>
                <a:close/>
                <a:moveTo>
                  <a:pt x="872257" y="53163"/>
                </a:moveTo>
                <a:lnTo>
                  <a:pt x="872257" y="41937"/>
                </a:lnTo>
                <a:cubicBezTo>
                  <a:pt x="872257" y="40738"/>
                  <a:pt x="872074" y="40400"/>
                  <a:pt x="871335" y="40400"/>
                </a:cubicBezTo>
                <a:cubicBezTo>
                  <a:pt x="867891" y="41076"/>
                  <a:pt x="862388" y="41198"/>
                  <a:pt x="858884" y="40860"/>
                </a:cubicBezTo>
                <a:lnTo>
                  <a:pt x="858576" y="41322"/>
                </a:lnTo>
                <a:cubicBezTo>
                  <a:pt x="859651" y="47963"/>
                  <a:pt x="859958" y="59626"/>
                  <a:pt x="859958" y="71167"/>
                </a:cubicBezTo>
                <a:lnTo>
                  <a:pt x="859958" y="79630"/>
                </a:lnTo>
                <a:cubicBezTo>
                  <a:pt x="859958" y="91173"/>
                  <a:pt x="859805" y="99020"/>
                  <a:pt x="858576" y="107331"/>
                </a:cubicBezTo>
                <a:lnTo>
                  <a:pt x="858884" y="107790"/>
                </a:lnTo>
                <a:cubicBezTo>
                  <a:pt x="860727" y="107483"/>
                  <a:pt x="864262" y="107331"/>
                  <a:pt x="866108" y="107331"/>
                </a:cubicBezTo>
                <a:cubicBezTo>
                  <a:pt x="867952" y="107331"/>
                  <a:pt x="871490" y="107483"/>
                  <a:pt x="873333" y="107790"/>
                </a:cubicBezTo>
                <a:lnTo>
                  <a:pt x="873641" y="107331"/>
                </a:lnTo>
                <a:cubicBezTo>
                  <a:pt x="872411" y="98558"/>
                  <a:pt x="872257" y="91326"/>
                  <a:pt x="872257" y="79630"/>
                </a:cubicBezTo>
                <a:lnTo>
                  <a:pt x="872257" y="61012"/>
                </a:lnTo>
                <a:cubicBezTo>
                  <a:pt x="879484" y="53625"/>
                  <a:pt x="888093" y="49009"/>
                  <a:pt x="893471" y="49009"/>
                </a:cubicBezTo>
                <a:cubicBezTo>
                  <a:pt x="899314" y="49009"/>
                  <a:pt x="903619" y="52394"/>
                  <a:pt x="903619" y="62703"/>
                </a:cubicBezTo>
                <a:lnTo>
                  <a:pt x="903619" y="79630"/>
                </a:lnTo>
                <a:cubicBezTo>
                  <a:pt x="903619" y="91173"/>
                  <a:pt x="903464" y="99020"/>
                  <a:pt x="902235" y="107331"/>
                </a:cubicBezTo>
                <a:lnTo>
                  <a:pt x="902542" y="107790"/>
                </a:lnTo>
                <a:cubicBezTo>
                  <a:pt x="904386" y="107483"/>
                  <a:pt x="907923" y="107331"/>
                  <a:pt x="909767" y="107331"/>
                </a:cubicBezTo>
                <a:cubicBezTo>
                  <a:pt x="911613" y="107331"/>
                  <a:pt x="915148" y="107483"/>
                  <a:pt x="916992" y="107790"/>
                </a:cubicBezTo>
                <a:lnTo>
                  <a:pt x="917299" y="107331"/>
                </a:lnTo>
                <a:cubicBezTo>
                  <a:pt x="916070" y="98558"/>
                  <a:pt x="915917" y="91326"/>
                  <a:pt x="915917" y="79630"/>
                </a:cubicBezTo>
                <a:lnTo>
                  <a:pt x="915917" y="64090"/>
                </a:lnTo>
                <a:cubicBezTo>
                  <a:pt x="915917" y="61934"/>
                  <a:pt x="915917" y="60088"/>
                  <a:pt x="915763" y="58242"/>
                </a:cubicBezTo>
                <a:cubicBezTo>
                  <a:pt x="923142" y="50086"/>
                  <a:pt x="929290" y="49009"/>
                  <a:pt x="935286" y="49009"/>
                </a:cubicBezTo>
                <a:cubicBezTo>
                  <a:pt x="943587" y="49009"/>
                  <a:pt x="947585" y="52394"/>
                  <a:pt x="947585" y="62703"/>
                </a:cubicBezTo>
                <a:lnTo>
                  <a:pt x="947585" y="79630"/>
                </a:lnTo>
                <a:cubicBezTo>
                  <a:pt x="947585" y="91173"/>
                  <a:pt x="947432" y="99020"/>
                  <a:pt x="946201" y="107331"/>
                </a:cubicBezTo>
                <a:lnTo>
                  <a:pt x="946508" y="107790"/>
                </a:lnTo>
                <a:cubicBezTo>
                  <a:pt x="948354" y="107483"/>
                  <a:pt x="951889" y="107331"/>
                  <a:pt x="953735" y="107331"/>
                </a:cubicBezTo>
                <a:cubicBezTo>
                  <a:pt x="955579" y="107331"/>
                  <a:pt x="959114" y="107483"/>
                  <a:pt x="960960" y="107790"/>
                </a:cubicBezTo>
                <a:lnTo>
                  <a:pt x="961267" y="107331"/>
                </a:lnTo>
                <a:cubicBezTo>
                  <a:pt x="960036" y="98558"/>
                  <a:pt x="959883" y="91326"/>
                  <a:pt x="959883" y="79630"/>
                </a:cubicBezTo>
                <a:lnTo>
                  <a:pt x="959883" y="64242"/>
                </a:lnTo>
                <a:cubicBezTo>
                  <a:pt x="959883" y="50548"/>
                  <a:pt x="957423" y="39783"/>
                  <a:pt x="940820" y="39783"/>
                </a:cubicBezTo>
                <a:cubicBezTo>
                  <a:pt x="932520" y="39783"/>
                  <a:pt x="923602" y="42706"/>
                  <a:pt x="914841" y="51932"/>
                </a:cubicBezTo>
                <a:cubicBezTo>
                  <a:pt x="913457" y="44550"/>
                  <a:pt x="907154" y="39783"/>
                  <a:pt x="898545" y="39783"/>
                </a:cubicBezTo>
                <a:cubicBezTo>
                  <a:pt x="889014" y="39783"/>
                  <a:pt x="879943" y="45934"/>
                  <a:pt x="872719" y="53625"/>
                </a:cubicBezTo>
                <a:lnTo>
                  <a:pt x="872257" y="531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mappingrules">
            <a:extLst xmlns:a="http://schemas.openxmlformats.org/drawingml/2006/main">
              <a:ext uri="{FF2B5EF4-FFF2-40B4-BE49-F238E27FC236}">
                <a16:creationId xmlns:a16="http://schemas.microsoft.com/office/drawing/2014/main" id="{286FBFAB-6439-4CE9-AF00-DAF4DC45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499" y="600845"/>
            <a:ext cx="885478" cy="143821"/>
          </a:xfrm>
          <a:custGeom xmlns:a="http://schemas.openxmlformats.org/drawingml/2006/main">
            <a:pathLst>
              <a:path w="885478" h="143821">
                <a:moveTo>
                  <a:pt x="13680" y="53163"/>
                </a:moveTo>
                <a:lnTo>
                  <a:pt x="13680" y="41937"/>
                </a:lnTo>
                <a:cubicBezTo>
                  <a:pt x="13680" y="40738"/>
                  <a:pt x="13497" y="40400"/>
                  <a:pt x="12758" y="40400"/>
                </a:cubicBezTo>
                <a:cubicBezTo>
                  <a:pt x="9315" y="41076"/>
                  <a:pt x="3812" y="41198"/>
                  <a:pt x="307" y="40860"/>
                </a:cubicBezTo>
                <a:lnTo>
                  <a:pt x="0" y="41322"/>
                </a:lnTo>
                <a:cubicBezTo>
                  <a:pt x="1074" y="47963"/>
                  <a:pt x="1382" y="59626"/>
                  <a:pt x="1382" y="71167"/>
                </a:cubicBezTo>
                <a:lnTo>
                  <a:pt x="1382" y="79630"/>
                </a:lnTo>
                <a:cubicBezTo>
                  <a:pt x="1382" y="91173"/>
                  <a:pt x="1229" y="99020"/>
                  <a:pt x="0" y="107331"/>
                </a:cubicBezTo>
                <a:lnTo>
                  <a:pt x="307" y="107790"/>
                </a:lnTo>
                <a:cubicBezTo>
                  <a:pt x="2151" y="107483"/>
                  <a:pt x="5686" y="107331"/>
                  <a:pt x="7532" y="107331"/>
                </a:cubicBezTo>
                <a:cubicBezTo>
                  <a:pt x="9376" y="107331"/>
                  <a:pt x="12913" y="107483"/>
                  <a:pt x="14757" y="107790"/>
                </a:cubicBezTo>
                <a:lnTo>
                  <a:pt x="15064" y="107331"/>
                </a:lnTo>
                <a:cubicBezTo>
                  <a:pt x="13835" y="98558"/>
                  <a:pt x="13680" y="91326"/>
                  <a:pt x="13680" y="79630"/>
                </a:cubicBezTo>
                <a:lnTo>
                  <a:pt x="13680" y="61012"/>
                </a:lnTo>
                <a:cubicBezTo>
                  <a:pt x="20907" y="53625"/>
                  <a:pt x="29516" y="49009"/>
                  <a:pt x="34895" y="49009"/>
                </a:cubicBezTo>
                <a:cubicBezTo>
                  <a:pt x="40738" y="49009"/>
                  <a:pt x="45042" y="52394"/>
                  <a:pt x="45042" y="62703"/>
                </a:cubicBezTo>
                <a:lnTo>
                  <a:pt x="45042" y="79630"/>
                </a:lnTo>
                <a:cubicBezTo>
                  <a:pt x="45042" y="91173"/>
                  <a:pt x="44888" y="99020"/>
                  <a:pt x="43658" y="107331"/>
                </a:cubicBezTo>
                <a:lnTo>
                  <a:pt x="43966" y="107790"/>
                </a:lnTo>
                <a:cubicBezTo>
                  <a:pt x="45810" y="107483"/>
                  <a:pt x="49347" y="107331"/>
                  <a:pt x="51191" y="107331"/>
                </a:cubicBezTo>
                <a:cubicBezTo>
                  <a:pt x="53037" y="107331"/>
                  <a:pt x="56572" y="107483"/>
                  <a:pt x="58415" y="107790"/>
                </a:cubicBezTo>
                <a:lnTo>
                  <a:pt x="58723" y="107331"/>
                </a:lnTo>
                <a:cubicBezTo>
                  <a:pt x="57494" y="98558"/>
                  <a:pt x="57341" y="91326"/>
                  <a:pt x="57341" y="79630"/>
                </a:cubicBezTo>
                <a:lnTo>
                  <a:pt x="57341" y="64090"/>
                </a:lnTo>
                <a:cubicBezTo>
                  <a:pt x="57341" y="61934"/>
                  <a:pt x="57341" y="60088"/>
                  <a:pt x="57186" y="58242"/>
                </a:cubicBezTo>
                <a:cubicBezTo>
                  <a:pt x="64566" y="50086"/>
                  <a:pt x="70714" y="49009"/>
                  <a:pt x="76710" y="49009"/>
                </a:cubicBezTo>
                <a:cubicBezTo>
                  <a:pt x="85011" y="49009"/>
                  <a:pt x="89008" y="52394"/>
                  <a:pt x="89008" y="62703"/>
                </a:cubicBezTo>
                <a:lnTo>
                  <a:pt x="89008" y="79630"/>
                </a:lnTo>
                <a:cubicBezTo>
                  <a:pt x="89008" y="91173"/>
                  <a:pt x="88856" y="99020"/>
                  <a:pt x="87624" y="107331"/>
                </a:cubicBezTo>
                <a:lnTo>
                  <a:pt x="87932" y="107790"/>
                </a:lnTo>
                <a:cubicBezTo>
                  <a:pt x="89778" y="107483"/>
                  <a:pt x="93313" y="107331"/>
                  <a:pt x="95159" y="107331"/>
                </a:cubicBezTo>
                <a:cubicBezTo>
                  <a:pt x="97002" y="107331"/>
                  <a:pt x="100537" y="107483"/>
                  <a:pt x="102384" y="107790"/>
                </a:cubicBezTo>
                <a:lnTo>
                  <a:pt x="102691" y="107331"/>
                </a:lnTo>
                <a:cubicBezTo>
                  <a:pt x="101459" y="98558"/>
                  <a:pt x="101307" y="91326"/>
                  <a:pt x="101307" y="79630"/>
                </a:cubicBezTo>
                <a:lnTo>
                  <a:pt x="101307" y="64242"/>
                </a:lnTo>
                <a:cubicBezTo>
                  <a:pt x="101307" y="50548"/>
                  <a:pt x="98846" y="39783"/>
                  <a:pt x="82243" y="39783"/>
                </a:cubicBezTo>
                <a:cubicBezTo>
                  <a:pt x="73944" y="39783"/>
                  <a:pt x="65026" y="42706"/>
                  <a:pt x="56264" y="51932"/>
                </a:cubicBezTo>
                <a:cubicBezTo>
                  <a:pt x="54880" y="44550"/>
                  <a:pt x="48577" y="39783"/>
                  <a:pt x="39969" y="39783"/>
                </a:cubicBezTo>
                <a:cubicBezTo>
                  <a:pt x="30438" y="39783"/>
                  <a:pt x="21367" y="45934"/>
                  <a:pt x="14142" y="53625"/>
                </a:cubicBezTo>
                <a:lnTo>
                  <a:pt x="13680" y="53163"/>
                </a:lnTo>
                <a:close/>
                <a:moveTo>
                  <a:pt x="160493" y="72698"/>
                </a:moveTo>
                <a:lnTo>
                  <a:pt x="159879" y="91004"/>
                </a:lnTo>
                <a:cubicBezTo>
                  <a:pt x="159879" y="93003"/>
                  <a:pt x="158955" y="94080"/>
                  <a:pt x="157726" y="95004"/>
                </a:cubicBezTo>
                <a:cubicBezTo>
                  <a:pt x="153421" y="98234"/>
                  <a:pt x="148195" y="101002"/>
                  <a:pt x="143583" y="101002"/>
                </a:cubicBezTo>
                <a:cubicBezTo>
                  <a:pt x="136666" y="101002"/>
                  <a:pt x="132206" y="96388"/>
                  <a:pt x="132206" y="91619"/>
                </a:cubicBezTo>
                <a:cubicBezTo>
                  <a:pt x="132206" y="84697"/>
                  <a:pt x="135434" y="79466"/>
                  <a:pt x="147425" y="76236"/>
                </a:cubicBezTo>
                <a:lnTo>
                  <a:pt x="160493" y="72698"/>
                </a:lnTo>
                <a:moveTo>
                  <a:pt x="160493" y="99925"/>
                </a:moveTo>
                <a:cubicBezTo>
                  <a:pt x="162276" y="105921"/>
                  <a:pt x="166857" y="108841"/>
                  <a:pt x="172485" y="108841"/>
                </a:cubicBezTo>
                <a:cubicBezTo>
                  <a:pt x="176358" y="108841"/>
                  <a:pt x="181094" y="107919"/>
                  <a:pt x="184720" y="104077"/>
                </a:cubicBezTo>
                <a:lnTo>
                  <a:pt x="183582" y="100263"/>
                </a:lnTo>
                <a:cubicBezTo>
                  <a:pt x="181891" y="100849"/>
                  <a:pt x="180601" y="101063"/>
                  <a:pt x="179433" y="101063"/>
                </a:cubicBezTo>
                <a:cubicBezTo>
                  <a:pt x="177894" y="101063"/>
                  <a:pt x="175865" y="100786"/>
                  <a:pt x="174913" y="99925"/>
                </a:cubicBezTo>
                <a:cubicBezTo>
                  <a:pt x="173346" y="98511"/>
                  <a:pt x="172360" y="94758"/>
                  <a:pt x="172360" y="87927"/>
                </a:cubicBezTo>
                <a:cubicBezTo>
                  <a:pt x="172360" y="83465"/>
                  <a:pt x="172792" y="66393"/>
                  <a:pt x="172792" y="64700"/>
                </a:cubicBezTo>
                <a:cubicBezTo>
                  <a:pt x="172792" y="43935"/>
                  <a:pt x="159110" y="39783"/>
                  <a:pt x="147425" y="39783"/>
                </a:cubicBezTo>
                <a:cubicBezTo>
                  <a:pt x="135741" y="39783"/>
                  <a:pt x="128671" y="45472"/>
                  <a:pt x="124827" y="48702"/>
                </a:cubicBezTo>
                <a:lnTo>
                  <a:pt x="124367" y="49319"/>
                </a:lnTo>
                <a:lnTo>
                  <a:pt x="126980" y="59623"/>
                </a:lnTo>
                <a:lnTo>
                  <a:pt x="128979" y="59778"/>
                </a:lnTo>
                <a:cubicBezTo>
                  <a:pt x="133283" y="52856"/>
                  <a:pt x="138509" y="46703"/>
                  <a:pt x="145889" y="46703"/>
                </a:cubicBezTo>
                <a:cubicBezTo>
                  <a:pt x="151423" y="46703"/>
                  <a:pt x="160646" y="47473"/>
                  <a:pt x="160646" y="64854"/>
                </a:cubicBezTo>
                <a:cubicBezTo>
                  <a:pt x="160646" y="65931"/>
                  <a:pt x="160031" y="66546"/>
                  <a:pt x="159569" y="66700"/>
                </a:cubicBezTo>
                <a:lnTo>
                  <a:pt x="145274" y="69931"/>
                </a:lnTo>
                <a:cubicBezTo>
                  <a:pt x="129593" y="73468"/>
                  <a:pt x="119755" y="81774"/>
                  <a:pt x="119755" y="92234"/>
                </a:cubicBezTo>
                <a:cubicBezTo>
                  <a:pt x="119755" y="103615"/>
                  <a:pt x="127595" y="108841"/>
                  <a:pt x="138972" y="108841"/>
                </a:cubicBezTo>
                <a:cubicBezTo>
                  <a:pt x="147425" y="108841"/>
                  <a:pt x="151730" y="106845"/>
                  <a:pt x="159879" y="99925"/>
                </a:cubicBezTo>
                <a:lnTo>
                  <a:pt x="160493" y="99925"/>
                </a:lnTo>
                <a:close/>
                <a:moveTo>
                  <a:pt x="211684" y="62084"/>
                </a:moveTo>
                <a:cubicBezTo>
                  <a:pt x="215066" y="53933"/>
                  <a:pt x="224137" y="46856"/>
                  <a:pt x="230133" y="46856"/>
                </a:cubicBezTo>
                <a:cubicBezTo>
                  <a:pt x="240585" y="46856"/>
                  <a:pt x="245966" y="56393"/>
                  <a:pt x="245966" y="73775"/>
                </a:cubicBezTo>
                <a:cubicBezTo>
                  <a:pt x="245966" y="86388"/>
                  <a:pt x="242431" y="102693"/>
                  <a:pt x="225981" y="102693"/>
                </a:cubicBezTo>
                <a:cubicBezTo>
                  <a:pt x="223523" y="102693"/>
                  <a:pt x="217065" y="102079"/>
                  <a:pt x="211684" y="95771"/>
                </a:cubicBezTo>
                <a:lnTo>
                  <a:pt x="211684" y="62084"/>
                </a:lnTo>
                <a:moveTo>
                  <a:pt x="211684" y="53163"/>
                </a:moveTo>
                <a:lnTo>
                  <a:pt x="211684" y="41937"/>
                </a:lnTo>
                <a:cubicBezTo>
                  <a:pt x="211684" y="40738"/>
                  <a:pt x="211501" y="40400"/>
                  <a:pt x="210762" y="40400"/>
                </a:cubicBezTo>
                <a:cubicBezTo>
                  <a:pt x="207318" y="41076"/>
                  <a:pt x="201815" y="41198"/>
                  <a:pt x="198311" y="40860"/>
                </a:cubicBezTo>
                <a:lnTo>
                  <a:pt x="198004" y="41322"/>
                </a:lnTo>
                <a:cubicBezTo>
                  <a:pt x="199078" y="47963"/>
                  <a:pt x="199385" y="59623"/>
                  <a:pt x="199385" y="71160"/>
                </a:cubicBezTo>
                <a:lnTo>
                  <a:pt x="199385" y="112233"/>
                </a:lnTo>
                <a:cubicBezTo>
                  <a:pt x="199385" y="123701"/>
                  <a:pt x="199108" y="134766"/>
                  <a:pt x="198004" y="143058"/>
                </a:cubicBezTo>
                <a:lnTo>
                  <a:pt x="198311" y="143520"/>
                </a:lnTo>
                <a:cubicBezTo>
                  <a:pt x="200155" y="143213"/>
                  <a:pt x="203690" y="143058"/>
                  <a:pt x="205536" y="143058"/>
                </a:cubicBezTo>
                <a:cubicBezTo>
                  <a:pt x="207379" y="143058"/>
                  <a:pt x="210917" y="143213"/>
                  <a:pt x="212761" y="143520"/>
                </a:cubicBezTo>
                <a:lnTo>
                  <a:pt x="213068" y="143058"/>
                </a:lnTo>
                <a:cubicBezTo>
                  <a:pt x="211961" y="134274"/>
                  <a:pt x="211684" y="123823"/>
                  <a:pt x="211684" y="112233"/>
                </a:cubicBezTo>
                <a:lnTo>
                  <a:pt x="211684" y="105461"/>
                </a:lnTo>
                <a:cubicBezTo>
                  <a:pt x="215681" y="107612"/>
                  <a:pt x="221369" y="108841"/>
                  <a:pt x="226903" y="108841"/>
                </a:cubicBezTo>
                <a:cubicBezTo>
                  <a:pt x="247196" y="108841"/>
                  <a:pt x="259494" y="93465"/>
                  <a:pt x="259494" y="71774"/>
                </a:cubicBezTo>
                <a:cubicBezTo>
                  <a:pt x="259494" y="55469"/>
                  <a:pt x="249964" y="39783"/>
                  <a:pt x="232746" y="39783"/>
                </a:cubicBezTo>
                <a:cubicBezTo>
                  <a:pt x="226750" y="39783"/>
                  <a:pt x="219063" y="42859"/>
                  <a:pt x="211991" y="53625"/>
                </a:cubicBezTo>
                <a:lnTo>
                  <a:pt x="211684" y="53163"/>
                </a:lnTo>
                <a:close/>
                <a:moveTo>
                  <a:pt x="292085" y="62084"/>
                </a:moveTo>
                <a:cubicBezTo>
                  <a:pt x="295468" y="53933"/>
                  <a:pt x="304538" y="46856"/>
                  <a:pt x="310534" y="46856"/>
                </a:cubicBezTo>
                <a:cubicBezTo>
                  <a:pt x="320987" y="46856"/>
                  <a:pt x="326368" y="56393"/>
                  <a:pt x="326368" y="73775"/>
                </a:cubicBezTo>
                <a:cubicBezTo>
                  <a:pt x="326368" y="86388"/>
                  <a:pt x="322833" y="102693"/>
                  <a:pt x="306382" y="102693"/>
                </a:cubicBezTo>
                <a:cubicBezTo>
                  <a:pt x="303924" y="102693"/>
                  <a:pt x="297466" y="102079"/>
                  <a:pt x="292085" y="95771"/>
                </a:cubicBezTo>
                <a:lnTo>
                  <a:pt x="292085" y="62084"/>
                </a:lnTo>
                <a:moveTo>
                  <a:pt x="292085" y="53163"/>
                </a:moveTo>
                <a:lnTo>
                  <a:pt x="292085" y="41937"/>
                </a:lnTo>
                <a:cubicBezTo>
                  <a:pt x="292085" y="40738"/>
                  <a:pt x="291902" y="40400"/>
                  <a:pt x="291163" y="40400"/>
                </a:cubicBezTo>
                <a:cubicBezTo>
                  <a:pt x="287720" y="41076"/>
                  <a:pt x="282217" y="41198"/>
                  <a:pt x="278712" y="40860"/>
                </a:cubicBezTo>
                <a:lnTo>
                  <a:pt x="278405" y="41322"/>
                </a:lnTo>
                <a:cubicBezTo>
                  <a:pt x="279479" y="47963"/>
                  <a:pt x="279786" y="59623"/>
                  <a:pt x="279786" y="71160"/>
                </a:cubicBezTo>
                <a:lnTo>
                  <a:pt x="279786" y="112233"/>
                </a:lnTo>
                <a:cubicBezTo>
                  <a:pt x="279786" y="123701"/>
                  <a:pt x="279510" y="134766"/>
                  <a:pt x="278405" y="143058"/>
                </a:cubicBezTo>
                <a:lnTo>
                  <a:pt x="278712" y="143520"/>
                </a:lnTo>
                <a:cubicBezTo>
                  <a:pt x="280556" y="143213"/>
                  <a:pt x="284091" y="143058"/>
                  <a:pt x="285937" y="143058"/>
                </a:cubicBezTo>
                <a:cubicBezTo>
                  <a:pt x="287781" y="143058"/>
                  <a:pt x="291318" y="143213"/>
                  <a:pt x="293162" y="143520"/>
                </a:cubicBezTo>
                <a:lnTo>
                  <a:pt x="293469" y="143058"/>
                </a:lnTo>
                <a:cubicBezTo>
                  <a:pt x="292362" y="134274"/>
                  <a:pt x="292085" y="123823"/>
                  <a:pt x="292085" y="112233"/>
                </a:cubicBezTo>
                <a:lnTo>
                  <a:pt x="292085" y="105461"/>
                </a:lnTo>
                <a:cubicBezTo>
                  <a:pt x="296082" y="107612"/>
                  <a:pt x="301770" y="108841"/>
                  <a:pt x="307304" y="108841"/>
                </a:cubicBezTo>
                <a:cubicBezTo>
                  <a:pt x="327597" y="108841"/>
                  <a:pt x="339895" y="93465"/>
                  <a:pt x="339895" y="71774"/>
                </a:cubicBezTo>
                <a:cubicBezTo>
                  <a:pt x="339895" y="55469"/>
                  <a:pt x="330365" y="39783"/>
                  <a:pt x="313147" y="39783"/>
                </a:cubicBezTo>
                <a:cubicBezTo>
                  <a:pt x="307152" y="39783"/>
                  <a:pt x="299465" y="42859"/>
                  <a:pt x="292392" y="53625"/>
                </a:cubicBezTo>
                <a:lnTo>
                  <a:pt x="292085" y="53163"/>
                </a:lnTo>
                <a:close/>
                <a:moveTo>
                  <a:pt x="359879" y="15498"/>
                </a:moveTo>
                <a:cubicBezTo>
                  <a:pt x="359879" y="19648"/>
                  <a:pt x="363569" y="23338"/>
                  <a:pt x="367721" y="23338"/>
                </a:cubicBezTo>
                <a:cubicBezTo>
                  <a:pt x="371871" y="23338"/>
                  <a:pt x="375561" y="19648"/>
                  <a:pt x="375561" y="15498"/>
                </a:cubicBezTo>
                <a:cubicBezTo>
                  <a:pt x="375561" y="11346"/>
                  <a:pt x="371871" y="7656"/>
                  <a:pt x="367721" y="7656"/>
                </a:cubicBezTo>
                <a:cubicBezTo>
                  <a:pt x="363569" y="7656"/>
                  <a:pt x="359879" y="11346"/>
                  <a:pt x="359879" y="15498"/>
                </a:cubicBezTo>
                <a:moveTo>
                  <a:pt x="361418" y="71242"/>
                </a:moveTo>
                <a:lnTo>
                  <a:pt x="361418" y="79689"/>
                </a:lnTo>
                <a:cubicBezTo>
                  <a:pt x="361418" y="91206"/>
                  <a:pt x="361141" y="99039"/>
                  <a:pt x="360034" y="107331"/>
                </a:cubicBezTo>
                <a:lnTo>
                  <a:pt x="360342" y="107790"/>
                </a:lnTo>
                <a:cubicBezTo>
                  <a:pt x="362185" y="107485"/>
                  <a:pt x="365723" y="107331"/>
                  <a:pt x="367566" y="107331"/>
                </a:cubicBezTo>
                <a:cubicBezTo>
                  <a:pt x="369412" y="107331"/>
                  <a:pt x="372947" y="107485"/>
                  <a:pt x="374791" y="107790"/>
                </a:cubicBezTo>
                <a:lnTo>
                  <a:pt x="375098" y="107331"/>
                </a:lnTo>
                <a:cubicBezTo>
                  <a:pt x="373994" y="98609"/>
                  <a:pt x="373717" y="91359"/>
                  <a:pt x="373717" y="79689"/>
                </a:cubicBezTo>
                <a:lnTo>
                  <a:pt x="373717" y="68786"/>
                </a:lnTo>
                <a:cubicBezTo>
                  <a:pt x="373717" y="57268"/>
                  <a:pt x="374116" y="51739"/>
                  <a:pt x="375098" y="42371"/>
                </a:cubicBezTo>
                <a:cubicBezTo>
                  <a:pt x="375098" y="40989"/>
                  <a:pt x="374916" y="40834"/>
                  <a:pt x="373717" y="40834"/>
                </a:cubicBezTo>
                <a:cubicBezTo>
                  <a:pt x="370210" y="41174"/>
                  <a:pt x="363600" y="41266"/>
                  <a:pt x="360342" y="40989"/>
                </a:cubicBezTo>
                <a:lnTo>
                  <a:pt x="360034" y="41449"/>
                </a:lnTo>
                <a:cubicBezTo>
                  <a:pt x="360987" y="48022"/>
                  <a:pt x="361418" y="59724"/>
                  <a:pt x="361418" y="71242"/>
                </a:cubicBezTo>
                <a:close/>
                <a:moveTo>
                  <a:pt x="458266" y="79630"/>
                </a:moveTo>
                <a:cubicBezTo>
                  <a:pt x="458266" y="74706"/>
                  <a:pt x="458574" y="69013"/>
                  <a:pt x="458574" y="64090"/>
                </a:cubicBezTo>
                <a:cubicBezTo>
                  <a:pt x="458574" y="48085"/>
                  <a:pt x="453347" y="39783"/>
                  <a:pt x="439512" y="39783"/>
                </a:cubicBezTo>
                <a:cubicBezTo>
                  <a:pt x="433669" y="39783"/>
                  <a:pt x="422754" y="42092"/>
                  <a:pt x="412916" y="53625"/>
                </a:cubicBezTo>
                <a:lnTo>
                  <a:pt x="412609" y="53163"/>
                </a:lnTo>
                <a:lnTo>
                  <a:pt x="412609" y="41937"/>
                </a:lnTo>
                <a:cubicBezTo>
                  <a:pt x="412579" y="40738"/>
                  <a:pt x="412424" y="40400"/>
                  <a:pt x="411687" y="40400"/>
                </a:cubicBezTo>
                <a:cubicBezTo>
                  <a:pt x="408244" y="41076"/>
                  <a:pt x="402738" y="41198"/>
                  <a:pt x="399234" y="40860"/>
                </a:cubicBezTo>
                <a:lnTo>
                  <a:pt x="398927" y="41322"/>
                </a:lnTo>
                <a:cubicBezTo>
                  <a:pt x="400003" y="47963"/>
                  <a:pt x="400311" y="59626"/>
                  <a:pt x="400311" y="71167"/>
                </a:cubicBezTo>
                <a:lnTo>
                  <a:pt x="400311" y="79630"/>
                </a:lnTo>
                <a:cubicBezTo>
                  <a:pt x="400311" y="91173"/>
                  <a:pt x="400156" y="99020"/>
                  <a:pt x="398927" y="107331"/>
                </a:cubicBezTo>
                <a:lnTo>
                  <a:pt x="399234" y="107790"/>
                </a:lnTo>
                <a:cubicBezTo>
                  <a:pt x="401080" y="107483"/>
                  <a:pt x="404615" y="107331"/>
                  <a:pt x="406459" y="107331"/>
                </a:cubicBezTo>
                <a:cubicBezTo>
                  <a:pt x="408305" y="107331"/>
                  <a:pt x="411840" y="107483"/>
                  <a:pt x="413686" y="107790"/>
                </a:cubicBezTo>
                <a:lnTo>
                  <a:pt x="413993" y="107331"/>
                </a:lnTo>
                <a:cubicBezTo>
                  <a:pt x="412762" y="98558"/>
                  <a:pt x="412609" y="91326"/>
                  <a:pt x="412609" y="79630"/>
                </a:cubicBezTo>
                <a:lnTo>
                  <a:pt x="412609" y="61627"/>
                </a:lnTo>
                <a:cubicBezTo>
                  <a:pt x="420449" y="52394"/>
                  <a:pt x="429365" y="49009"/>
                  <a:pt x="434901" y="49009"/>
                </a:cubicBezTo>
                <a:cubicBezTo>
                  <a:pt x="442740" y="49009"/>
                  <a:pt x="445968" y="52087"/>
                  <a:pt x="445968" y="64549"/>
                </a:cubicBezTo>
                <a:lnTo>
                  <a:pt x="445968" y="79630"/>
                </a:lnTo>
                <a:cubicBezTo>
                  <a:pt x="445968" y="91173"/>
                  <a:pt x="445691" y="99050"/>
                  <a:pt x="444584" y="107331"/>
                </a:cubicBezTo>
                <a:lnTo>
                  <a:pt x="444891" y="107790"/>
                </a:lnTo>
                <a:cubicBezTo>
                  <a:pt x="446737" y="107483"/>
                  <a:pt x="450272" y="107331"/>
                  <a:pt x="452118" y="107331"/>
                </a:cubicBezTo>
                <a:cubicBezTo>
                  <a:pt x="453962" y="107331"/>
                  <a:pt x="457497" y="107483"/>
                  <a:pt x="459343" y="107790"/>
                </a:cubicBezTo>
                <a:lnTo>
                  <a:pt x="459650" y="107331"/>
                </a:lnTo>
                <a:cubicBezTo>
                  <a:pt x="458452" y="98558"/>
                  <a:pt x="458266" y="91326"/>
                  <a:pt x="458266" y="79630"/>
                </a:cubicBezTo>
                <a:close/>
                <a:moveTo>
                  <a:pt x="485939" y="123326"/>
                </a:moveTo>
                <a:cubicBezTo>
                  <a:pt x="485939" y="118234"/>
                  <a:pt x="490551" y="112524"/>
                  <a:pt x="495929" y="109592"/>
                </a:cubicBezTo>
                <a:cubicBezTo>
                  <a:pt x="500480" y="109606"/>
                  <a:pt x="507491" y="109142"/>
                  <a:pt x="509612" y="109142"/>
                </a:cubicBezTo>
                <a:cubicBezTo>
                  <a:pt x="516991" y="109142"/>
                  <a:pt x="521695" y="109296"/>
                  <a:pt x="525908" y="111764"/>
                </a:cubicBezTo>
                <a:cubicBezTo>
                  <a:pt x="530367" y="114387"/>
                  <a:pt x="531903" y="118860"/>
                  <a:pt x="531903" y="122869"/>
                </a:cubicBezTo>
                <a:cubicBezTo>
                  <a:pt x="531903" y="132277"/>
                  <a:pt x="519297" y="137210"/>
                  <a:pt x="506077" y="137210"/>
                </a:cubicBezTo>
                <a:cubicBezTo>
                  <a:pt x="496084" y="137210"/>
                  <a:pt x="485939" y="133818"/>
                  <a:pt x="485939" y="123331"/>
                </a:cubicBezTo>
                <a:lnTo>
                  <a:pt x="485939" y="123326"/>
                </a:lnTo>
                <a:moveTo>
                  <a:pt x="530367" y="63438"/>
                </a:moveTo>
                <a:cubicBezTo>
                  <a:pt x="530367" y="52842"/>
                  <a:pt x="526215" y="47930"/>
                  <a:pt x="522619" y="45566"/>
                </a:cubicBezTo>
                <a:cubicBezTo>
                  <a:pt x="527231" y="45934"/>
                  <a:pt x="532332" y="46516"/>
                  <a:pt x="538668" y="47161"/>
                </a:cubicBezTo>
                <a:lnTo>
                  <a:pt x="539128" y="46701"/>
                </a:lnTo>
                <a:cubicBezTo>
                  <a:pt x="538821" y="45319"/>
                  <a:pt x="538668" y="44090"/>
                  <a:pt x="538668" y="42706"/>
                </a:cubicBezTo>
                <a:cubicBezTo>
                  <a:pt x="538668" y="41322"/>
                  <a:pt x="538821" y="40093"/>
                  <a:pt x="539128" y="38709"/>
                </a:cubicBezTo>
                <a:lnTo>
                  <a:pt x="538668" y="38247"/>
                </a:lnTo>
                <a:cubicBezTo>
                  <a:pt x="531319" y="38862"/>
                  <a:pt x="525877" y="40492"/>
                  <a:pt x="514409" y="41106"/>
                </a:cubicBezTo>
                <a:cubicBezTo>
                  <a:pt x="511671" y="40245"/>
                  <a:pt x="508291" y="39783"/>
                  <a:pt x="505000" y="39783"/>
                </a:cubicBezTo>
                <a:cubicBezTo>
                  <a:pt x="492856" y="39783"/>
                  <a:pt x="478867" y="47930"/>
                  <a:pt x="478867" y="63130"/>
                </a:cubicBezTo>
                <a:cubicBezTo>
                  <a:pt x="478867" y="74648"/>
                  <a:pt x="485477" y="79867"/>
                  <a:pt x="489781" y="82328"/>
                </a:cubicBezTo>
                <a:cubicBezTo>
                  <a:pt x="485324" y="85401"/>
                  <a:pt x="479943" y="89879"/>
                  <a:pt x="479943" y="95133"/>
                </a:cubicBezTo>
                <a:cubicBezTo>
                  <a:pt x="479943" y="101457"/>
                  <a:pt x="483633" y="106991"/>
                  <a:pt x="491902" y="108405"/>
                </a:cubicBezTo>
                <a:cubicBezTo>
                  <a:pt x="487630" y="110192"/>
                  <a:pt x="482833" y="113153"/>
                  <a:pt x="478867" y="116237"/>
                </a:cubicBezTo>
                <a:cubicBezTo>
                  <a:pt x="476929" y="119167"/>
                  <a:pt x="475332" y="123516"/>
                  <a:pt x="475332" y="126415"/>
                </a:cubicBezTo>
                <a:cubicBezTo>
                  <a:pt x="475332" y="138564"/>
                  <a:pt x="488552" y="143821"/>
                  <a:pt x="504848" y="143821"/>
                </a:cubicBezTo>
                <a:cubicBezTo>
                  <a:pt x="528828" y="143821"/>
                  <a:pt x="543125" y="133788"/>
                  <a:pt x="543125" y="119322"/>
                </a:cubicBezTo>
                <a:cubicBezTo>
                  <a:pt x="543125" y="112536"/>
                  <a:pt x="540974" y="107760"/>
                  <a:pt x="536670" y="104070"/>
                </a:cubicBezTo>
                <a:cubicBezTo>
                  <a:pt x="530888" y="99151"/>
                  <a:pt x="520374" y="98996"/>
                  <a:pt x="514993" y="98996"/>
                </a:cubicBezTo>
                <a:cubicBezTo>
                  <a:pt x="512380" y="98996"/>
                  <a:pt x="506229" y="99304"/>
                  <a:pt x="502694" y="99766"/>
                </a:cubicBezTo>
                <a:cubicBezTo>
                  <a:pt x="500543" y="99906"/>
                  <a:pt x="499005" y="100061"/>
                  <a:pt x="498237" y="100061"/>
                </a:cubicBezTo>
                <a:cubicBezTo>
                  <a:pt x="493933" y="100061"/>
                  <a:pt x="489319" y="99444"/>
                  <a:pt x="489319" y="92806"/>
                </a:cubicBezTo>
                <a:cubicBezTo>
                  <a:pt x="489319" y="89719"/>
                  <a:pt x="490088" y="87096"/>
                  <a:pt x="493471" y="84171"/>
                </a:cubicBezTo>
                <a:cubicBezTo>
                  <a:pt x="495470" y="85248"/>
                  <a:pt x="500203" y="86322"/>
                  <a:pt x="504848" y="86322"/>
                </a:cubicBezTo>
                <a:cubicBezTo>
                  <a:pt x="520834" y="86322"/>
                  <a:pt x="530367" y="75537"/>
                  <a:pt x="530367" y="63438"/>
                </a:cubicBezTo>
                <a:moveTo>
                  <a:pt x="518375" y="63590"/>
                </a:moveTo>
                <a:cubicBezTo>
                  <a:pt x="518375" y="72926"/>
                  <a:pt x="514531" y="80174"/>
                  <a:pt x="505307" y="80174"/>
                </a:cubicBezTo>
                <a:cubicBezTo>
                  <a:pt x="494240" y="80174"/>
                  <a:pt x="490858" y="72957"/>
                  <a:pt x="490858" y="62363"/>
                </a:cubicBezTo>
                <a:cubicBezTo>
                  <a:pt x="490858" y="52230"/>
                  <a:pt x="495470" y="45627"/>
                  <a:pt x="504386" y="45627"/>
                </a:cubicBezTo>
                <a:cubicBezTo>
                  <a:pt x="514378" y="45627"/>
                  <a:pt x="518375" y="52690"/>
                  <a:pt x="518375" y="63590"/>
                </a:cubicBezTo>
                <a:close/>
                <a:moveTo>
                  <a:pt x="611226" y="55931"/>
                </a:moveTo>
                <a:lnTo>
                  <a:pt x="611226" y="41937"/>
                </a:lnTo>
                <a:cubicBezTo>
                  <a:pt x="611226" y="40738"/>
                  <a:pt x="611041" y="40400"/>
                  <a:pt x="610305" y="40400"/>
                </a:cubicBezTo>
                <a:cubicBezTo>
                  <a:pt x="606861" y="41076"/>
                  <a:pt x="601358" y="41198"/>
                  <a:pt x="597851" y="40860"/>
                </a:cubicBezTo>
                <a:lnTo>
                  <a:pt x="597544" y="41322"/>
                </a:lnTo>
                <a:cubicBezTo>
                  <a:pt x="598621" y="47963"/>
                  <a:pt x="598928" y="59626"/>
                  <a:pt x="598928" y="71167"/>
                </a:cubicBezTo>
                <a:lnTo>
                  <a:pt x="598928" y="79630"/>
                </a:lnTo>
                <a:cubicBezTo>
                  <a:pt x="598928" y="91171"/>
                  <a:pt x="598745" y="99050"/>
                  <a:pt x="597544" y="107331"/>
                </a:cubicBezTo>
                <a:lnTo>
                  <a:pt x="597851" y="107790"/>
                </a:lnTo>
                <a:cubicBezTo>
                  <a:pt x="599697" y="107483"/>
                  <a:pt x="603232" y="107331"/>
                  <a:pt x="605078" y="107331"/>
                </a:cubicBezTo>
                <a:cubicBezTo>
                  <a:pt x="606922" y="107331"/>
                  <a:pt x="610457" y="107483"/>
                  <a:pt x="612303" y="107790"/>
                </a:cubicBezTo>
                <a:lnTo>
                  <a:pt x="612610" y="107331"/>
                </a:lnTo>
                <a:cubicBezTo>
                  <a:pt x="611473" y="98558"/>
                  <a:pt x="611226" y="91326"/>
                  <a:pt x="611226" y="79630"/>
                </a:cubicBezTo>
                <a:lnTo>
                  <a:pt x="611226" y="71629"/>
                </a:lnTo>
                <a:cubicBezTo>
                  <a:pt x="611226" y="65164"/>
                  <a:pt x="613164" y="61472"/>
                  <a:pt x="616453" y="56393"/>
                </a:cubicBezTo>
                <a:cubicBezTo>
                  <a:pt x="618698" y="52978"/>
                  <a:pt x="622141" y="51008"/>
                  <a:pt x="625062" y="51008"/>
                </a:cubicBezTo>
                <a:cubicBezTo>
                  <a:pt x="628137" y="51008"/>
                  <a:pt x="631057" y="51315"/>
                  <a:pt x="633056" y="53161"/>
                </a:cubicBezTo>
                <a:lnTo>
                  <a:pt x="634285" y="52854"/>
                </a:lnTo>
                <a:lnTo>
                  <a:pt x="637360" y="41475"/>
                </a:lnTo>
                <a:lnTo>
                  <a:pt x="636746" y="40860"/>
                </a:lnTo>
                <a:cubicBezTo>
                  <a:pt x="634132" y="40093"/>
                  <a:pt x="633978" y="39783"/>
                  <a:pt x="631212" y="39783"/>
                </a:cubicBezTo>
                <a:cubicBezTo>
                  <a:pt x="622911" y="39783"/>
                  <a:pt x="618451" y="44550"/>
                  <a:pt x="611689" y="56239"/>
                </a:cubicBezTo>
                <a:lnTo>
                  <a:pt x="611226" y="55931"/>
                </a:lnTo>
                <a:close/>
                <a:moveTo>
                  <a:pt x="696238" y="93202"/>
                </a:moveTo>
                <a:lnTo>
                  <a:pt x="696852" y="93662"/>
                </a:lnTo>
                <a:lnTo>
                  <a:pt x="697622" y="107331"/>
                </a:lnTo>
                <a:cubicBezTo>
                  <a:pt x="697622" y="107638"/>
                  <a:pt x="697807" y="107790"/>
                  <a:pt x="698236" y="107790"/>
                </a:cubicBezTo>
                <a:cubicBezTo>
                  <a:pt x="700265" y="107516"/>
                  <a:pt x="702081" y="107331"/>
                  <a:pt x="704323" y="107331"/>
                </a:cubicBezTo>
                <a:cubicBezTo>
                  <a:pt x="706230" y="107331"/>
                  <a:pt x="709151" y="107485"/>
                  <a:pt x="711149" y="107790"/>
                </a:cubicBezTo>
                <a:lnTo>
                  <a:pt x="711457" y="107331"/>
                </a:lnTo>
                <a:cubicBezTo>
                  <a:pt x="710227" y="100727"/>
                  <a:pt x="708844" y="89362"/>
                  <a:pt x="708844" y="77845"/>
                </a:cubicBezTo>
                <a:lnTo>
                  <a:pt x="708844" y="69091"/>
                </a:lnTo>
                <a:cubicBezTo>
                  <a:pt x="708844" y="57571"/>
                  <a:pt x="708998" y="49586"/>
                  <a:pt x="710227" y="41446"/>
                </a:cubicBezTo>
                <a:lnTo>
                  <a:pt x="709920" y="40984"/>
                </a:lnTo>
                <a:cubicBezTo>
                  <a:pt x="708074" y="41292"/>
                  <a:pt x="704539" y="41446"/>
                  <a:pt x="702695" y="41446"/>
                </a:cubicBezTo>
                <a:cubicBezTo>
                  <a:pt x="700849" y="41446"/>
                  <a:pt x="697314" y="41292"/>
                  <a:pt x="695471" y="40984"/>
                </a:cubicBezTo>
                <a:lnTo>
                  <a:pt x="695161" y="41446"/>
                </a:lnTo>
                <a:cubicBezTo>
                  <a:pt x="696362" y="50231"/>
                  <a:pt x="696545" y="57418"/>
                  <a:pt x="696545" y="69091"/>
                </a:cubicBezTo>
                <a:lnTo>
                  <a:pt x="696545" y="84141"/>
                </a:lnTo>
                <a:cubicBezTo>
                  <a:pt x="691872" y="92006"/>
                  <a:pt x="683017" y="100233"/>
                  <a:pt x="675485" y="100233"/>
                </a:cubicBezTo>
                <a:cubicBezTo>
                  <a:pt x="670195" y="100233"/>
                  <a:pt x="665185" y="98546"/>
                  <a:pt x="665185" y="84270"/>
                </a:cubicBezTo>
                <a:lnTo>
                  <a:pt x="665185" y="69074"/>
                </a:lnTo>
                <a:cubicBezTo>
                  <a:pt x="665185" y="57562"/>
                  <a:pt x="665337" y="49581"/>
                  <a:pt x="666569" y="41446"/>
                </a:cubicBezTo>
                <a:lnTo>
                  <a:pt x="666262" y="40984"/>
                </a:lnTo>
                <a:cubicBezTo>
                  <a:pt x="664416" y="41292"/>
                  <a:pt x="660881" y="41446"/>
                  <a:pt x="659035" y="41446"/>
                </a:cubicBezTo>
                <a:cubicBezTo>
                  <a:pt x="657191" y="41446"/>
                  <a:pt x="653656" y="41292"/>
                  <a:pt x="651810" y="40984"/>
                </a:cubicBezTo>
                <a:lnTo>
                  <a:pt x="651502" y="41446"/>
                </a:lnTo>
                <a:cubicBezTo>
                  <a:pt x="652732" y="50194"/>
                  <a:pt x="652886" y="57409"/>
                  <a:pt x="652886" y="69074"/>
                </a:cubicBezTo>
                <a:lnTo>
                  <a:pt x="652886" y="87493"/>
                </a:lnTo>
                <a:cubicBezTo>
                  <a:pt x="652886" y="98084"/>
                  <a:pt x="657805" y="108841"/>
                  <a:pt x="673024" y="108841"/>
                </a:cubicBezTo>
                <a:cubicBezTo>
                  <a:pt x="682555" y="108841"/>
                  <a:pt x="691164" y="101002"/>
                  <a:pt x="696238" y="93172"/>
                </a:cubicBezTo>
                <a:lnTo>
                  <a:pt x="696238" y="93202"/>
                </a:lnTo>
                <a:close/>
                <a:moveTo>
                  <a:pt x="736516" y="76576"/>
                </a:moveTo>
                <a:cubicBezTo>
                  <a:pt x="736516" y="88018"/>
                  <a:pt x="736300" y="99088"/>
                  <a:pt x="735132" y="107331"/>
                </a:cubicBezTo>
                <a:lnTo>
                  <a:pt x="735439" y="107790"/>
                </a:lnTo>
                <a:cubicBezTo>
                  <a:pt x="737283" y="107483"/>
                  <a:pt x="740820" y="107331"/>
                  <a:pt x="742664" y="107331"/>
                </a:cubicBezTo>
                <a:cubicBezTo>
                  <a:pt x="744510" y="107331"/>
                  <a:pt x="748045" y="107483"/>
                  <a:pt x="749889" y="107790"/>
                </a:cubicBezTo>
                <a:lnTo>
                  <a:pt x="750196" y="107331"/>
                </a:lnTo>
                <a:cubicBezTo>
                  <a:pt x="748997" y="98565"/>
                  <a:pt x="748814" y="88140"/>
                  <a:pt x="748814" y="76576"/>
                </a:cubicBezTo>
                <a:lnTo>
                  <a:pt x="748814" y="30447"/>
                </a:lnTo>
                <a:cubicBezTo>
                  <a:pt x="748814" y="18916"/>
                  <a:pt x="749459" y="11257"/>
                  <a:pt x="750196" y="1539"/>
                </a:cubicBezTo>
                <a:cubicBezTo>
                  <a:pt x="750196" y="462"/>
                  <a:pt x="749767" y="0"/>
                  <a:pt x="748814" y="0"/>
                </a:cubicBezTo>
                <a:cubicBezTo>
                  <a:pt x="744970" y="1539"/>
                  <a:pt x="741681" y="2615"/>
                  <a:pt x="735439" y="3078"/>
                </a:cubicBezTo>
                <a:lnTo>
                  <a:pt x="735132" y="3537"/>
                </a:lnTo>
                <a:cubicBezTo>
                  <a:pt x="736330" y="10119"/>
                  <a:pt x="736516" y="21529"/>
                  <a:pt x="736516" y="33215"/>
                </a:cubicBezTo>
                <a:lnTo>
                  <a:pt x="736516" y="76576"/>
                </a:lnTo>
                <a:close/>
                <a:moveTo>
                  <a:pt x="780636" y="65312"/>
                </a:moveTo>
                <a:cubicBezTo>
                  <a:pt x="783249" y="49316"/>
                  <a:pt x="793334" y="45934"/>
                  <a:pt x="798161" y="45934"/>
                </a:cubicBezTo>
                <a:cubicBezTo>
                  <a:pt x="804248" y="45934"/>
                  <a:pt x="811074" y="51625"/>
                  <a:pt x="811074" y="63158"/>
                </a:cubicBezTo>
                <a:cubicBezTo>
                  <a:pt x="811074" y="64542"/>
                  <a:pt x="810460" y="65312"/>
                  <a:pt x="808921" y="65312"/>
                </a:cubicBezTo>
                <a:lnTo>
                  <a:pt x="780636" y="65312"/>
                </a:lnTo>
                <a:moveTo>
                  <a:pt x="821682" y="91309"/>
                </a:moveTo>
                <a:cubicBezTo>
                  <a:pt x="816300" y="97157"/>
                  <a:pt x="809076" y="99773"/>
                  <a:pt x="800619" y="99773"/>
                </a:cubicBezTo>
                <a:cubicBezTo>
                  <a:pt x="795363" y="99773"/>
                  <a:pt x="788107" y="97772"/>
                  <a:pt x="783864" y="91002"/>
                </a:cubicBezTo>
                <a:cubicBezTo>
                  <a:pt x="781157" y="86693"/>
                  <a:pt x="780174" y="80416"/>
                  <a:pt x="780174" y="71460"/>
                </a:cubicBezTo>
                <a:lnTo>
                  <a:pt x="821989" y="71460"/>
                </a:lnTo>
                <a:cubicBezTo>
                  <a:pt x="823680" y="71460"/>
                  <a:pt x="824754" y="70538"/>
                  <a:pt x="824754" y="68847"/>
                </a:cubicBezTo>
                <a:cubicBezTo>
                  <a:pt x="824754" y="55931"/>
                  <a:pt x="818452" y="39783"/>
                  <a:pt x="798161" y="39783"/>
                </a:cubicBezTo>
                <a:cubicBezTo>
                  <a:pt x="782325" y="39783"/>
                  <a:pt x="766646" y="52546"/>
                  <a:pt x="766646" y="75154"/>
                </a:cubicBezTo>
                <a:cubicBezTo>
                  <a:pt x="766646" y="83892"/>
                  <a:pt x="768429" y="92510"/>
                  <a:pt x="773564" y="98696"/>
                </a:cubicBezTo>
                <a:cubicBezTo>
                  <a:pt x="778851" y="105060"/>
                  <a:pt x="787645" y="108841"/>
                  <a:pt x="798006" y="108841"/>
                </a:cubicBezTo>
                <a:cubicBezTo>
                  <a:pt x="809076" y="108841"/>
                  <a:pt x="818914" y="103155"/>
                  <a:pt x="824754" y="95156"/>
                </a:cubicBezTo>
                <a:lnTo>
                  <a:pt x="821682" y="91309"/>
                </a:lnTo>
                <a:close/>
                <a:moveTo>
                  <a:pt x="838744" y="91772"/>
                </a:moveTo>
                <a:lnTo>
                  <a:pt x="836131" y="104692"/>
                </a:lnTo>
                <a:cubicBezTo>
                  <a:pt x="844895" y="107767"/>
                  <a:pt x="853503" y="108841"/>
                  <a:pt x="859344" y="108841"/>
                </a:cubicBezTo>
                <a:cubicBezTo>
                  <a:pt x="880559" y="108841"/>
                  <a:pt x="885478" y="96233"/>
                  <a:pt x="885478" y="87772"/>
                </a:cubicBezTo>
                <a:cubicBezTo>
                  <a:pt x="885478" y="75159"/>
                  <a:pt x="875485" y="70238"/>
                  <a:pt x="864571" y="67622"/>
                </a:cubicBezTo>
                <a:cubicBezTo>
                  <a:pt x="858760" y="66238"/>
                  <a:pt x="850276" y="63316"/>
                  <a:pt x="850276" y="55624"/>
                </a:cubicBezTo>
                <a:cubicBezTo>
                  <a:pt x="850276" y="49316"/>
                  <a:pt x="855347" y="45934"/>
                  <a:pt x="861957" y="45934"/>
                </a:cubicBezTo>
                <a:cubicBezTo>
                  <a:pt x="869952" y="45934"/>
                  <a:pt x="874871" y="52239"/>
                  <a:pt x="878408" y="56393"/>
                </a:cubicBezTo>
                <a:lnTo>
                  <a:pt x="880559" y="56239"/>
                </a:lnTo>
                <a:lnTo>
                  <a:pt x="883634" y="44857"/>
                </a:lnTo>
                <a:lnTo>
                  <a:pt x="883327" y="44397"/>
                </a:lnTo>
                <a:cubicBezTo>
                  <a:pt x="878868" y="42092"/>
                  <a:pt x="870414" y="39783"/>
                  <a:pt x="862572" y="39783"/>
                </a:cubicBezTo>
                <a:cubicBezTo>
                  <a:pt x="851198" y="39783"/>
                  <a:pt x="839359" y="45779"/>
                  <a:pt x="839359" y="58547"/>
                </a:cubicBezTo>
                <a:cubicBezTo>
                  <a:pt x="839359" y="70852"/>
                  <a:pt x="848554" y="74913"/>
                  <a:pt x="857808" y="77467"/>
                </a:cubicBezTo>
                <a:cubicBezTo>
                  <a:pt x="866724" y="79928"/>
                  <a:pt x="873334" y="82389"/>
                  <a:pt x="873334" y="89925"/>
                </a:cubicBezTo>
                <a:cubicBezTo>
                  <a:pt x="873334" y="98079"/>
                  <a:pt x="867339" y="102693"/>
                  <a:pt x="859192" y="102693"/>
                </a:cubicBezTo>
                <a:cubicBezTo>
                  <a:pt x="851812" y="102693"/>
                  <a:pt x="845354" y="97617"/>
                  <a:pt x="841050" y="91619"/>
                </a:cubicBezTo>
                <a:lnTo>
                  <a:pt x="838744" y="91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0602A-B5E3-430A-9E54-1E552C0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557" y="1208295"/>
            <a:ext cx="1992628" cy="2721638"/>
          </a:xfrm>
          <a:custGeom xmlns:a="http://schemas.openxmlformats.org/drawingml/2006/main">
            <a:pathLst>
              <a:path w="1992628" h="2721638">
                <a:moveTo>
                  <a:pt x="1924304" y="0"/>
                </a:moveTo>
                <a:lnTo>
                  <a:pt x="68325" y="0"/>
                </a:lnTo>
                <a:cubicBezTo>
                  <a:pt x="30589" y="0"/>
                  <a:pt x="0" y="30590"/>
                  <a:pt x="0" y="68325"/>
                </a:cubicBezTo>
                <a:lnTo>
                  <a:pt x="0" y="2653313"/>
                </a:lnTo>
                <a:cubicBezTo>
                  <a:pt x="0" y="2691048"/>
                  <a:pt x="30589" y="2721638"/>
                  <a:pt x="68325" y="2721638"/>
                </a:cubicBezTo>
                <a:lnTo>
                  <a:pt x="1924304" y="2721638"/>
                </a:lnTo>
                <a:cubicBezTo>
                  <a:pt x="1962039" y="2721638"/>
                  <a:pt x="1992628" y="2691048"/>
                  <a:pt x="1992628" y="2653313"/>
                </a:cubicBezTo>
                <a:lnTo>
                  <a:pt x="1992628" y="68325"/>
                </a:lnTo>
                <a:cubicBezTo>
                  <a:pt x="1992628" y="30590"/>
                  <a:pt x="1962039" y="0"/>
                  <a:pt x="1924304" y="0"/>
                </a:cubicBezTo>
                <a:close/>
                <a:moveTo>
                  <a:pt x="0" y="2721638"/>
                </a:moveTo>
              </a:path>
            </a:pathLst>
          </a:custGeom>
          <a:solidFill xmlns:a="http://schemas.openxmlformats.org/drawingml/2006/main">
            <a:srgbClr val="EDED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C6D3D-3960-4DAF-9688-B44F6206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557" y="1208295"/>
            <a:ext cx="1992628" cy="2721638"/>
          </a:xfrm>
          <a:custGeom xmlns:a="http://schemas.openxmlformats.org/drawingml/2006/main">
            <a:pathLst>
              <a:path w="1992628" h="2721638" fill="none">
                <a:moveTo>
                  <a:pt x="1924304" y="0"/>
                </a:moveTo>
                <a:lnTo>
                  <a:pt x="68325" y="0"/>
                </a:lnTo>
                <a:cubicBezTo>
                  <a:pt x="30589" y="0"/>
                  <a:pt x="0" y="30590"/>
                  <a:pt x="0" y="68325"/>
                </a:cubicBezTo>
                <a:lnTo>
                  <a:pt x="0" y="2653313"/>
                </a:lnTo>
                <a:cubicBezTo>
                  <a:pt x="0" y="2691048"/>
                  <a:pt x="30589" y="2721638"/>
                  <a:pt x="68325" y="2721638"/>
                </a:cubicBezTo>
                <a:lnTo>
                  <a:pt x="1924304" y="2721638"/>
                </a:lnTo>
                <a:cubicBezTo>
                  <a:pt x="1962039" y="2721638"/>
                  <a:pt x="1992628" y="2691048"/>
                  <a:pt x="1992628" y="2653313"/>
                </a:cubicBezTo>
                <a:lnTo>
                  <a:pt x="1992628" y="68325"/>
                </a:lnTo>
                <a:cubicBezTo>
                  <a:pt x="1992628" y="30590"/>
                  <a:pt x="1962039" y="0"/>
                  <a:pt x="1924304" y="0"/>
                </a:cubicBezTo>
                <a:close/>
                <a:moveTo>
                  <a:pt x="0" y="2721638"/>
                </a:moveTo>
              </a:path>
            </a:pathLst>
          </a:custGeom>
          <a:noFill xmlns:a="http://schemas.openxmlformats.org/drawingml/2006/main"/>
          <a:ln xmlns:a="http://schemas.openxmlformats.org/drawingml/2006/main" w="7290" cap="flat">
            <a:solidFill>
              <a:srgbClr val="B2B3B2"/>
            </a:solidFill>
            <a:miter/>
          </a:ln>
        </p:spPr>
      </p:sp>
      <p:sp>
        <p:nvSpPr>
          <p:cNvPr id="34" name="Text LEGOS-SLEEC">
            <a:extLst xmlns:a="http://schemas.openxmlformats.org/drawingml/2006/main">
              <a:ext uri="{FF2B5EF4-FFF2-40B4-BE49-F238E27FC236}">
                <a16:creationId xmlns:a16="http://schemas.microsoft.com/office/drawing/2014/main" id="{E0696BEB-2F8B-4C3D-8275-022C6025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370" y="1303124"/>
            <a:ext cx="834138" cy="100885"/>
          </a:xfrm>
          <a:custGeom xmlns:a="http://schemas.openxmlformats.org/drawingml/2006/main">
            <a:pathLst>
              <a:path w="834138" h="100885">
                <a:moveTo>
                  <a:pt x="61186" y="83733"/>
                </a:moveTo>
                <a:lnTo>
                  <a:pt x="17680" y="83733"/>
                </a:lnTo>
                <a:lnTo>
                  <a:pt x="17680" y="7783"/>
                </a:lnTo>
                <a:cubicBezTo>
                  <a:pt x="17832" y="6247"/>
                  <a:pt x="18139" y="5170"/>
                  <a:pt x="18602" y="4710"/>
                </a:cubicBezTo>
                <a:cubicBezTo>
                  <a:pt x="18909" y="4093"/>
                  <a:pt x="19064" y="3634"/>
                  <a:pt x="19064" y="3171"/>
                </a:cubicBezTo>
                <a:cubicBezTo>
                  <a:pt x="19064" y="2864"/>
                  <a:pt x="18909" y="2557"/>
                  <a:pt x="18756" y="2402"/>
                </a:cubicBezTo>
                <a:lnTo>
                  <a:pt x="0" y="2402"/>
                </a:lnTo>
                <a:lnTo>
                  <a:pt x="0" y="98182"/>
                </a:lnTo>
                <a:lnTo>
                  <a:pt x="61186" y="98182"/>
                </a:lnTo>
                <a:lnTo>
                  <a:pt x="61186" y="83733"/>
                </a:lnTo>
                <a:close/>
                <a:moveTo>
                  <a:pt x="76097" y="2402"/>
                </a:moveTo>
                <a:lnTo>
                  <a:pt x="76097" y="98182"/>
                </a:lnTo>
                <a:lnTo>
                  <a:pt x="138203" y="98182"/>
                </a:lnTo>
                <a:lnTo>
                  <a:pt x="138203" y="83425"/>
                </a:lnTo>
                <a:lnTo>
                  <a:pt x="92853" y="83425"/>
                </a:lnTo>
                <a:lnTo>
                  <a:pt x="92853" y="55901"/>
                </a:lnTo>
                <a:lnTo>
                  <a:pt x="130671" y="55901"/>
                </a:lnTo>
                <a:lnTo>
                  <a:pt x="130671" y="40834"/>
                </a:lnTo>
                <a:lnTo>
                  <a:pt x="92853" y="40834"/>
                </a:lnTo>
                <a:lnTo>
                  <a:pt x="92853" y="17161"/>
                </a:lnTo>
                <a:lnTo>
                  <a:pt x="138510" y="17161"/>
                </a:lnTo>
                <a:lnTo>
                  <a:pt x="138510" y="2402"/>
                </a:lnTo>
                <a:lnTo>
                  <a:pt x="76097" y="2402"/>
                </a:lnTo>
                <a:close/>
                <a:moveTo>
                  <a:pt x="205382" y="29622"/>
                </a:moveTo>
                <a:lnTo>
                  <a:pt x="216144" y="18742"/>
                </a:lnTo>
                <a:cubicBezTo>
                  <a:pt x="214608" y="15984"/>
                  <a:pt x="212762" y="13375"/>
                  <a:pt x="210763" y="11224"/>
                </a:cubicBezTo>
                <a:cubicBezTo>
                  <a:pt x="208612" y="8764"/>
                  <a:pt x="206152" y="6920"/>
                  <a:pt x="203691" y="5074"/>
                </a:cubicBezTo>
                <a:cubicBezTo>
                  <a:pt x="200925" y="3537"/>
                  <a:pt x="198157" y="2153"/>
                  <a:pt x="195237" y="1384"/>
                </a:cubicBezTo>
                <a:cubicBezTo>
                  <a:pt x="192317" y="462"/>
                  <a:pt x="189089" y="0"/>
                  <a:pt x="185859" y="0"/>
                </a:cubicBezTo>
                <a:cubicBezTo>
                  <a:pt x="183553" y="0"/>
                  <a:pt x="180940" y="310"/>
                  <a:pt x="178019" y="924"/>
                </a:cubicBezTo>
                <a:cubicBezTo>
                  <a:pt x="175099" y="1539"/>
                  <a:pt x="172331" y="2615"/>
                  <a:pt x="169411" y="4152"/>
                </a:cubicBezTo>
                <a:cubicBezTo>
                  <a:pt x="166490" y="5536"/>
                  <a:pt x="163722" y="7534"/>
                  <a:pt x="160954" y="9993"/>
                </a:cubicBezTo>
                <a:cubicBezTo>
                  <a:pt x="158341" y="12453"/>
                  <a:pt x="155883" y="15524"/>
                  <a:pt x="153884" y="19202"/>
                </a:cubicBezTo>
                <a:cubicBezTo>
                  <a:pt x="151731" y="23033"/>
                  <a:pt x="150040" y="27475"/>
                  <a:pt x="148658" y="32533"/>
                </a:cubicBezTo>
                <a:cubicBezTo>
                  <a:pt x="147427" y="37588"/>
                  <a:pt x="146812" y="43565"/>
                  <a:pt x="146812" y="50154"/>
                </a:cubicBezTo>
                <a:cubicBezTo>
                  <a:pt x="146812" y="57686"/>
                  <a:pt x="147734" y="64451"/>
                  <a:pt x="149425" y="70754"/>
                </a:cubicBezTo>
                <a:cubicBezTo>
                  <a:pt x="151116" y="76904"/>
                  <a:pt x="153729" y="82285"/>
                  <a:pt x="156957" y="86742"/>
                </a:cubicBezTo>
                <a:cubicBezTo>
                  <a:pt x="160187" y="91202"/>
                  <a:pt x="164337" y="94736"/>
                  <a:pt x="169256" y="97197"/>
                </a:cubicBezTo>
                <a:cubicBezTo>
                  <a:pt x="174022" y="99655"/>
                  <a:pt x="179556" y="100885"/>
                  <a:pt x="185859" y="100885"/>
                </a:cubicBezTo>
                <a:cubicBezTo>
                  <a:pt x="191547" y="100885"/>
                  <a:pt x="196773" y="99963"/>
                  <a:pt x="201540" y="98426"/>
                </a:cubicBezTo>
                <a:cubicBezTo>
                  <a:pt x="206459" y="96580"/>
                  <a:pt x="211225" y="93815"/>
                  <a:pt x="215837" y="89970"/>
                </a:cubicBezTo>
                <a:lnTo>
                  <a:pt x="215837" y="49692"/>
                </a:lnTo>
                <a:lnTo>
                  <a:pt x="183246" y="49692"/>
                </a:lnTo>
                <a:lnTo>
                  <a:pt x="183246" y="64296"/>
                </a:lnTo>
                <a:lnTo>
                  <a:pt x="199541" y="64296"/>
                </a:lnTo>
                <a:lnTo>
                  <a:pt x="199541" y="82285"/>
                </a:lnTo>
                <a:cubicBezTo>
                  <a:pt x="197543" y="83822"/>
                  <a:pt x="195237" y="84899"/>
                  <a:pt x="192931" y="85513"/>
                </a:cubicBezTo>
                <a:cubicBezTo>
                  <a:pt x="190470" y="85973"/>
                  <a:pt x="188165" y="86283"/>
                  <a:pt x="185859" y="86283"/>
                </a:cubicBezTo>
                <a:cubicBezTo>
                  <a:pt x="182786" y="86283"/>
                  <a:pt x="180018" y="85513"/>
                  <a:pt x="177250" y="83667"/>
                </a:cubicBezTo>
                <a:cubicBezTo>
                  <a:pt x="174792" y="82131"/>
                  <a:pt x="172486" y="79670"/>
                  <a:pt x="170487" y="76442"/>
                </a:cubicBezTo>
                <a:cubicBezTo>
                  <a:pt x="168641" y="73215"/>
                  <a:pt x="167257" y="69370"/>
                  <a:pt x="166183" y="64758"/>
                </a:cubicBezTo>
                <a:cubicBezTo>
                  <a:pt x="165106" y="60147"/>
                  <a:pt x="164644" y="54920"/>
                  <a:pt x="164644" y="49079"/>
                </a:cubicBezTo>
                <a:cubicBezTo>
                  <a:pt x="164644" y="42798"/>
                  <a:pt x="165259" y="37435"/>
                  <a:pt x="166490" y="32993"/>
                </a:cubicBezTo>
                <a:cubicBezTo>
                  <a:pt x="167719" y="28702"/>
                  <a:pt x="169256" y="25177"/>
                  <a:pt x="171254" y="22420"/>
                </a:cubicBezTo>
                <a:cubicBezTo>
                  <a:pt x="173253" y="19662"/>
                  <a:pt x="175406" y="17670"/>
                  <a:pt x="177865" y="16443"/>
                </a:cubicBezTo>
                <a:cubicBezTo>
                  <a:pt x="180478" y="15219"/>
                  <a:pt x="182938" y="14604"/>
                  <a:pt x="185552" y="14604"/>
                </a:cubicBezTo>
                <a:cubicBezTo>
                  <a:pt x="187243" y="14604"/>
                  <a:pt x="188934" y="14912"/>
                  <a:pt x="190470" y="15524"/>
                </a:cubicBezTo>
                <a:cubicBezTo>
                  <a:pt x="192009" y="15984"/>
                  <a:pt x="193393" y="16751"/>
                  <a:pt x="194775" y="17670"/>
                </a:cubicBezTo>
                <a:cubicBezTo>
                  <a:pt x="196006" y="18590"/>
                  <a:pt x="197081" y="19662"/>
                  <a:pt x="198157" y="20886"/>
                </a:cubicBezTo>
                <a:cubicBezTo>
                  <a:pt x="199234" y="22113"/>
                  <a:pt x="200003" y="23492"/>
                  <a:pt x="200618" y="24872"/>
                </a:cubicBezTo>
                <a:lnTo>
                  <a:pt x="201233" y="26096"/>
                </a:lnTo>
                <a:cubicBezTo>
                  <a:pt x="201385" y="26556"/>
                  <a:pt x="201692" y="26863"/>
                  <a:pt x="201847" y="27323"/>
                </a:cubicBezTo>
                <a:cubicBezTo>
                  <a:pt x="202154" y="27783"/>
                  <a:pt x="202617" y="28088"/>
                  <a:pt x="203076" y="28395"/>
                </a:cubicBezTo>
                <a:cubicBezTo>
                  <a:pt x="203691" y="28855"/>
                  <a:pt x="204460" y="29162"/>
                  <a:pt x="205382" y="29622"/>
                </a:cubicBezTo>
                <a:close/>
                <a:moveTo>
                  <a:pt x="259803" y="100885"/>
                </a:moveTo>
                <a:cubicBezTo>
                  <a:pt x="262724" y="100885"/>
                  <a:pt x="265644" y="100425"/>
                  <a:pt x="268567" y="99655"/>
                </a:cubicBezTo>
                <a:cubicBezTo>
                  <a:pt x="271487" y="98888"/>
                  <a:pt x="274253" y="97504"/>
                  <a:pt x="276869" y="95966"/>
                </a:cubicBezTo>
                <a:cubicBezTo>
                  <a:pt x="279482" y="94122"/>
                  <a:pt x="281940" y="91969"/>
                  <a:pt x="284246" y="89355"/>
                </a:cubicBezTo>
                <a:cubicBezTo>
                  <a:pt x="286552" y="86742"/>
                  <a:pt x="288398" y="83517"/>
                  <a:pt x="290089" y="79679"/>
                </a:cubicBezTo>
                <a:cubicBezTo>
                  <a:pt x="291780" y="75997"/>
                  <a:pt x="293009" y="71699"/>
                  <a:pt x="294086" y="66787"/>
                </a:cubicBezTo>
                <a:cubicBezTo>
                  <a:pt x="295008" y="61878"/>
                  <a:pt x="295468" y="56351"/>
                  <a:pt x="295468" y="50212"/>
                </a:cubicBezTo>
                <a:cubicBezTo>
                  <a:pt x="295468" y="41773"/>
                  <a:pt x="294546" y="34252"/>
                  <a:pt x="292547" y="28113"/>
                </a:cubicBezTo>
                <a:cubicBezTo>
                  <a:pt x="290704" y="21667"/>
                  <a:pt x="288243" y="16448"/>
                  <a:pt x="284860" y="12453"/>
                </a:cubicBezTo>
                <a:cubicBezTo>
                  <a:pt x="281787" y="8149"/>
                  <a:pt x="277943" y="5074"/>
                  <a:pt x="273638" y="3075"/>
                </a:cubicBezTo>
                <a:cubicBezTo>
                  <a:pt x="269334" y="1077"/>
                  <a:pt x="264722" y="0"/>
                  <a:pt x="259958" y="0"/>
                </a:cubicBezTo>
                <a:cubicBezTo>
                  <a:pt x="254422" y="0"/>
                  <a:pt x="249503" y="1232"/>
                  <a:pt x="244892" y="3690"/>
                </a:cubicBezTo>
                <a:cubicBezTo>
                  <a:pt x="240587" y="6150"/>
                  <a:pt x="236745" y="9533"/>
                  <a:pt x="233515" y="13990"/>
                </a:cubicBezTo>
                <a:cubicBezTo>
                  <a:pt x="230442" y="18444"/>
                  <a:pt x="227981" y="23661"/>
                  <a:pt x="226445" y="29800"/>
                </a:cubicBezTo>
                <a:cubicBezTo>
                  <a:pt x="224599" y="35941"/>
                  <a:pt x="223832" y="42692"/>
                  <a:pt x="223832" y="50060"/>
                </a:cubicBezTo>
                <a:cubicBezTo>
                  <a:pt x="223832" y="57426"/>
                  <a:pt x="224599" y="64179"/>
                  <a:pt x="226290" y="70472"/>
                </a:cubicBezTo>
                <a:cubicBezTo>
                  <a:pt x="227981" y="76611"/>
                  <a:pt x="230287" y="81983"/>
                  <a:pt x="233362" y="86435"/>
                </a:cubicBezTo>
                <a:cubicBezTo>
                  <a:pt x="236438" y="91047"/>
                  <a:pt x="240280" y="94584"/>
                  <a:pt x="244584" y="97197"/>
                </a:cubicBezTo>
                <a:cubicBezTo>
                  <a:pt x="249196" y="99655"/>
                  <a:pt x="254115" y="100885"/>
                  <a:pt x="259803" y="100885"/>
                </a:cubicBezTo>
                <a:moveTo>
                  <a:pt x="241664" y="49138"/>
                </a:moveTo>
                <a:cubicBezTo>
                  <a:pt x="241664" y="42692"/>
                  <a:pt x="242124" y="37320"/>
                  <a:pt x="243048" y="33023"/>
                </a:cubicBezTo>
                <a:cubicBezTo>
                  <a:pt x="244122" y="28573"/>
                  <a:pt x="245506" y="25043"/>
                  <a:pt x="247198" y="22587"/>
                </a:cubicBezTo>
                <a:cubicBezTo>
                  <a:pt x="248889" y="19826"/>
                  <a:pt x="250887" y="17982"/>
                  <a:pt x="253193" y="17063"/>
                </a:cubicBezTo>
                <a:cubicBezTo>
                  <a:pt x="255347" y="15834"/>
                  <a:pt x="257652" y="15374"/>
                  <a:pt x="260111" y="15374"/>
                </a:cubicBezTo>
                <a:cubicBezTo>
                  <a:pt x="262109" y="15374"/>
                  <a:pt x="264263" y="15988"/>
                  <a:pt x="266261" y="17063"/>
                </a:cubicBezTo>
                <a:cubicBezTo>
                  <a:pt x="268260" y="18290"/>
                  <a:pt x="270103" y="20286"/>
                  <a:pt x="271947" y="23049"/>
                </a:cubicBezTo>
                <a:cubicBezTo>
                  <a:pt x="273486" y="25810"/>
                  <a:pt x="274870" y="29340"/>
                  <a:pt x="275944" y="33792"/>
                </a:cubicBezTo>
                <a:cubicBezTo>
                  <a:pt x="277021" y="38242"/>
                  <a:pt x="277483" y="43614"/>
                  <a:pt x="277483" y="49905"/>
                </a:cubicBezTo>
                <a:cubicBezTo>
                  <a:pt x="277483" y="56506"/>
                  <a:pt x="277021" y="62185"/>
                  <a:pt x="275944" y="66787"/>
                </a:cubicBezTo>
                <a:cubicBezTo>
                  <a:pt x="275022" y="71239"/>
                  <a:pt x="273793" y="74922"/>
                  <a:pt x="272254" y="77685"/>
                </a:cubicBezTo>
                <a:cubicBezTo>
                  <a:pt x="270566" y="80449"/>
                  <a:pt x="268719" y="82443"/>
                  <a:pt x="266568" y="83517"/>
                </a:cubicBezTo>
                <a:cubicBezTo>
                  <a:pt x="264415" y="84591"/>
                  <a:pt x="262264" y="85206"/>
                  <a:pt x="259958" y="85206"/>
                </a:cubicBezTo>
                <a:cubicBezTo>
                  <a:pt x="257343" y="85206"/>
                  <a:pt x="254884" y="84439"/>
                  <a:pt x="252579" y="82902"/>
                </a:cubicBezTo>
                <a:cubicBezTo>
                  <a:pt x="250273" y="81368"/>
                  <a:pt x="248427" y="79067"/>
                  <a:pt x="246735" y="75997"/>
                </a:cubicBezTo>
                <a:cubicBezTo>
                  <a:pt x="245047" y="72928"/>
                  <a:pt x="243815" y="69091"/>
                  <a:pt x="243048" y="64639"/>
                </a:cubicBezTo>
                <a:cubicBezTo>
                  <a:pt x="242124" y="60189"/>
                  <a:pt x="241664" y="54972"/>
                  <a:pt x="241664" y="49138"/>
                </a:cubicBezTo>
                <a:close/>
                <a:moveTo>
                  <a:pt x="356653" y="27173"/>
                </a:moveTo>
                <a:lnTo>
                  <a:pt x="366339" y="14297"/>
                </a:lnTo>
                <a:cubicBezTo>
                  <a:pt x="362801" y="9685"/>
                  <a:pt x="358344" y="6150"/>
                  <a:pt x="353425" y="3690"/>
                </a:cubicBezTo>
                <a:cubicBezTo>
                  <a:pt x="348197" y="1232"/>
                  <a:pt x="342818" y="0"/>
                  <a:pt x="336975" y="0"/>
                </a:cubicBezTo>
                <a:cubicBezTo>
                  <a:pt x="332363" y="0"/>
                  <a:pt x="328214" y="769"/>
                  <a:pt x="324217" y="1999"/>
                </a:cubicBezTo>
                <a:cubicBezTo>
                  <a:pt x="320527" y="3537"/>
                  <a:pt x="317144" y="5381"/>
                  <a:pt x="314376" y="7842"/>
                </a:cubicBezTo>
                <a:cubicBezTo>
                  <a:pt x="311611" y="10300"/>
                  <a:pt x="309457" y="13068"/>
                  <a:pt x="307921" y="16443"/>
                </a:cubicBezTo>
                <a:cubicBezTo>
                  <a:pt x="306382" y="19509"/>
                  <a:pt x="305615" y="23035"/>
                  <a:pt x="305615" y="26868"/>
                </a:cubicBezTo>
                <a:cubicBezTo>
                  <a:pt x="305615" y="29938"/>
                  <a:pt x="306075" y="32854"/>
                  <a:pt x="306999" y="35617"/>
                </a:cubicBezTo>
                <a:cubicBezTo>
                  <a:pt x="308073" y="38381"/>
                  <a:pt x="309612" y="40991"/>
                  <a:pt x="311918" y="43447"/>
                </a:cubicBezTo>
                <a:cubicBezTo>
                  <a:pt x="314069" y="45903"/>
                  <a:pt x="316837" y="48207"/>
                  <a:pt x="320219" y="50356"/>
                </a:cubicBezTo>
                <a:cubicBezTo>
                  <a:pt x="323600" y="52507"/>
                  <a:pt x="327752" y="54500"/>
                  <a:pt x="332518" y="56497"/>
                </a:cubicBezTo>
                <a:cubicBezTo>
                  <a:pt x="336205" y="57878"/>
                  <a:pt x="339281" y="59260"/>
                  <a:pt x="341741" y="60641"/>
                </a:cubicBezTo>
                <a:cubicBezTo>
                  <a:pt x="344047" y="62025"/>
                  <a:pt x="346046" y="63252"/>
                  <a:pt x="347275" y="64634"/>
                </a:cubicBezTo>
                <a:cubicBezTo>
                  <a:pt x="348811" y="65863"/>
                  <a:pt x="349736" y="67090"/>
                  <a:pt x="350350" y="68471"/>
                </a:cubicBezTo>
                <a:cubicBezTo>
                  <a:pt x="350965" y="69853"/>
                  <a:pt x="351272" y="71235"/>
                  <a:pt x="351272" y="72616"/>
                </a:cubicBezTo>
                <a:cubicBezTo>
                  <a:pt x="351272" y="77223"/>
                  <a:pt x="349888" y="80601"/>
                  <a:pt x="347275" y="82750"/>
                </a:cubicBezTo>
                <a:cubicBezTo>
                  <a:pt x="344662" y="85053"/>
                  <a:pt x="340972" y="86128"/>
                  <a:pt x="336205" y="86128"/>
                </a:cubicBezTo>
                <a:cubicBezTo>
                  <a:pt x="333592" y="86128"/>
                  <a:pt x="331287" y="85820"/>
                  <a:pt x="329135" y="85206"/>
                </a:cubicBezTo>
                <a:cubicBezTo>
                  <a:pt x="327137" y="84746"/>
                  <a:pt x="325138" y="83979"/>
                  <a:pt x="323447" y="83057"/>
                </a:cubicBezTo>
                <a:cubicBezTo>
                  <a:pt x="321756" y="81983"/>
                  <a:pt x="320219" y="80908"/>
                  <a:pt x="318681" y="79679"/>
                </a:cubicBezTo>
                <a:cubicBezTo>
                  <a:pt x="317451" y="78453"/>
                  <a:pt x="316222" y="77223"/>
                  <a:pt x="315146" y="75842"/>
                </a:cubicBezTo>
                <a:cubicBezTo>
                  <a:pt x="314684" y="75227"/>
                  <a:pt x="314376" y="74613"/>
                  <a:pt x="314069" y="74153"/>
                </a:cubicBezTo>
                <a:cubicBezTo>
                  <a:pt x="313916" y="73693"/>
                  <a:pt x="313609" y="73231"/>
                  <a:pt x="313454" y="72924"/>
                </a:cubicBezTo>
                <a:cubicBezTo>
                  <a:pt x="313147" y="72464"/>
                  <a:pt x="312840" y="72157"/>
                  <a:pt x="312533" y="71697"/>
                </a:cubicBezTo>
                <a:cubicBezTo>
                  <a:pt x="312225" y="71390"/>
                  <a:pt x="311763" y="71235"/>
                  <a:pt x="311149" y="71082"/>
                </a:cubicBezTo>
                <a:lnTo>
                  <a:pt x="302387" y="86435"/>
                </a:lnTo>
                <a:cubicBezTo>
                  <a:pt x="306844" y="91202"/>
                  <a:pt x="311611" y="94736"/>
                  <a:pt x="317144" y="97197"/>
                </a:cubicBezTo>
                <a:cubicBezTo>
                  <a:pt x="322370" y="99655"/>
                  <a:pt x="328366" y="100885"/>
                  <a:pt x="334824" y="100885"/>
                </a:cubicBezTo>
                <a:cubicBezTo>
                  <a:pt x="340972" y="100885"/>
                  <a:pt x="346198" y="99963"/>
                  <a:pt x="350503" y="98426"/>
                </a:cubicBezTo>
                <a:cubicBezTo>
                  <a:pt x="354807" y="96580"/>
                  <a:pt x="358344" y="94429"/>
                  <a:pt x="361110" y="91661"/>
                </a:cubicBezTo>
                <a:cubicBezTo>
                  <a:pt x="363723" y="89048"/>
                  <a:pt x="365722" y="85820"/>
                  <a:pt x="366953" y="82443"/>
                </a:cubicBezTo>
                <a:cubicBezTo>
                  <a:pt x="368182" y="78757"/>
                  <a:pt x="368797" y="75227"/>
                  <a:pt x="368797" y="71697"/>
                </a:cubicBezTo>
                <a:cubicBezTo>
                  <a:pt x="368797" y="68626"/>
                  <a:pt x="368490" y="65708"/>
                  <a:pt x="367568" y="63100"/>
                </a:cubicBezTo>
                <a:cubicBezTo>
                  <a:pt x="366953" y="60489"/>
                  <a:pt x="365569" y="57878"/>
                  <a:pt x="363571" y="55577"/>
                </a:cubicBezTo>
                <a:cubicBezTo>
                  <a:pt x="361572" y="53274"/>
                  <a:pt x="358959" y="50970"/>
                  <a:pt x="355884" y="48821"/>
                </a:cubicBezTo>
                <a:cubicBezTo>
                  <a:pt x="352501" y="46673"/>
                  <a:pt x="348504" y="44677"/>
                  <a:pt x="343740" y="42680"/>
                </a:cubicBezTo>
                <a:cubicBezTo>
                  <a:pt x="339588" y="40991"/>
                  <a:pt x="336205" y="39455"/>
                  <a:pt x="333747" y="38073"/>
                </a:cubicBezTo>
                <a:cubicBezTo>
                  <a:pt x="330979" y="36692"/>
                  <a:pt x="328981" y="35158"/>
                  <a:pt x="327444" y="33776"/>
                </a:cubicBezTo>
                <a:cubicBezTo>
                  <a:pt x="325908" y="32394"/>
                  <a:pt x="324831" y="30858"/>
                  <a:pt x="324217" y="29324"/>
                </a:cubicBezTo>
                <a:cubicBezTo>
                  <a:pt x="323754" y="27942"/>
                  <a:pt x="323447" y="26408"/>
                  <a:pt x="323447" y="24722"/>
                </a:cubicBezTo>
                <a:cubicBezTo>
                  <a:pt x="323447" y="23342"/>
                  <a:pt x="323754" y="21963"/>
                  <a:pt x="324217" y="20736"/>
                </a:cubicBezTo>
                <a:cubicBezTo>
                  <a:pt x="324831" y="19357"/>
                  <a:pt x="325598" y="18283"/>
                  <a:pt x="326675" y="17363"/>
                </a:cubicBezTo>
                <a:cubicBezTo>
                  <a:pt x="327752" y="16291"/>
                  <a:pt x="328981" y="15524"/>
                  <a:pt x="330365" y="14912"/>
                </a:cubicBezTo>
                <a:cubicBezTo>
                  <a:pt x="331749" y="14450"/>
                  <a:pt x="333440" y="14145"/>
                  <a:pt x="335284" y="14145"/>
                </a:cubicBezTo>
                <a:cubicBezTo>
                  <a:pt x="339436" y="14145"/>
                  <a:pt x="343125" y="14912"/>
                  <a:pt x="346046" y="16751"/>
                </a:cubicBezTo>
                <a:cubicBezTo>
                  <a:pt x="349119" y="18283"/>
                  <a:pt x="351579" y="20429"/>
                  <a:pt x="353271" y="23035"/>
                </a:cubicBezTo>
                <a:cubicBezTo>
                  <a:pt x="353578" y="23495"/>
                  <a:pt x="353733" y="24109"/>
                  <a:pt x="353885" y="24414"/>
                </a:cubicBezTo>
                <a:cubicBezTo>
                  <a:pt x="354040" y="25029"/>
                  <a:pt x="354040" y="25334"/>
                  <a:pt x="354347" y="25794"/>
                </a:cubicBezTo>
                <a:cubicBezTo>
                  <a:pt x="354347" y="26253"/>
                  <a:pt x="354655" y="26561"/>
                  <a:pt x="354962" y="26868"/>
                </a:cubicBezTo>
                <a:cubicBezTo>
                  <a:pt x="355422" y="27020"/>
                  <a:pt x="355884" y="27173"/>
                  <a:pt x="356653" y="27173"/>
                </a:cubicBezTo>
                <a:close/>
                <a:moveTo>
                  <a:pt x="384786" y="41885"/>
                </a:moveTo>
                <a:lnTo>
                  <a:pt x="384786" y="55875"/>
                </a:lnTo>
                <a:lnTo>
                  <a:pt x="442434" y="55875"/>
                </a:lnTo>
                <a:lnTo>
                  <a:pt x="442434" y="41885"/>
                </a:lnTo>
                <a:lnTo>
                  <a:pt x="384786" y="41885"/>
                </a:lnTo>
                <a:close/>
                <a:moveTo>
                  <a:pt x="510383" y="27173"/>
                </a:moveTo>
                <a:lnTo>
                  <a:pt x="520069" y="14297"/>
                </a:lnTo>
                <a:cubicBezTo>
                  <a:pt x="516532" y="9685"/>
                  <a:pt x="512075" y="6150"/>
                  <a:pt x="507156" y="3690"/>
                </a:cubicBezTo>
                <a:cubicBezTo>
                  <a:pt x="501927" y="1232"/>
                  <a:pt x="496548" y="0"/>
                  <a:pt x="490705" y="0"/>
                </a:cubicBezTo>
                <a:cubicBezTo>
                  <a:pt x="486094" y="0"/>
                  <a:pt x="481944" y="769"/>
                  <a:pt x="477947" y="1999"/>
                </a:cubicBezTo>
                <a:cubicBezTo>
                  <a:pt x="474257" y="3537"/>
                  <a:pt x="470875" y="5381"/>
                  <a:pt x="468107" y="7842"/>
                </a:cubicBezTo>
                <a:cubicBezTo>
                  <a:pt x="465341" y="10300"/>
                  <a:pt x="463188" y="13068"/>
                  <a:pt x="461651" y="16443"/>
                </a:cubicBezTo>
                <a:cubicBezTo>
                  <a:pt x="460112" y="19509"/>
                  <a:pt x="459345" y="23035"/>
                  <a:pt x="459345" y="26868"/>
                </a:cubicBezTo>
                <a:cubicBezTo>
                  <a:pt x="459345" y="29938"/>
                  <a:pt x="459805" y="32854"/>
                  <a:pt x="460729" y="35617"/>
                </a:cubicBezTo>
                <a:cubicBezTo>
                  <a:pt x="461804" y="38381"/>
                  <a:pt x="463342" y="40991"/>
                  <a:pt x="465648" y="43447"/>
                </a:cubicBezTo>
                <a:cubicBezTo>
                  <a:pt x="467799" y="45903"/>
                  <a:pt x="470567" y="48207"/>
                  <a:pt x="473950" y="50356"/>
                </a:cubicBezTo>
                <a:cubicBezTo>
                  <a:pt x="477330" y="52507"/>
                  <a:pt x="481482" y="54500"/>
                  <a:pt x="486248" y="56497"/>
                </a:cubicBezTo>
                <a:cubicBezTo>
                  <a:pt x="489936" y="57878"/>
                  <a:pt x="493011" y="59260"/>
                  <a:pt x="495472" y="60641"/>
                </a:cubicBezTo>
                <a:cubicBezTo>
                  <a:pt x="497778" y="62025"/>
                  <a:pt x="499776" y="63252"/>
                  <a:pt x="501005" y="64634"/>
                </a:cubicBezTo>
                <a:cubicBezTo>
                  <a:pt x="502542" y="65863"/>
                  <a:pt x="503466" y="67090"/>
                  <a:pt x="504081" y="68471"/>
                </a:cubicBezTo>
                <a:cubicBezTo>
                  <a:pt x="504695" y="69853"/>
                  <a:pt x="505002" y="71235"/>
                  <a:pt x="505002" y="72616"/>
                </a:cubicBezTo>
                <a:cubicBezTo>
                  <a:pt x="505002" y="77223"/>
                  <a:pt x="503618" y="80601"/>
                  <a:pt x="501005" y="82750"/>
                </a:cubicBezTo>
                <a:cubicBezTo>
                  <a:pt x="498392" y="85053"/>
                  <a:pt x="494702" y="86128"/>
                  <a:pt x="489936" y="86128"/>
                </a:cubicBezTo>
                <a:cubicBezTo>
                  <a:pt x="487323" y="86128"/>
                  <a:pt x="485017" y="85820"/>
                  <a:pt x="482866" y="85206"/>
                </a:cubicBezTo>
                <a:cubicBezTo>
                  <a:pt x="480867" y="84746"/>
                  <a:pt x="478869" y="83979"/>
                  <a:pt x="477177" y="83057"/>
                </a:cubicBezTo>
                <a:cubicBezTo>
                  <a:pt x="475486" y="81983"/>
                  <a:pt x="473950" y="80908"/>
                  <a:pt x="472411" y="79679"/>
                </a:cubicBezTo>
                <a:cubicBezTo>
                  <a:pt x="471182" y="78453"/>
                  <a:pt x="469953" y="77223"/>
                  <a:pt x="468876" y="75842"/>
                </a:cubicBezTo>
                <a:cubicBezTo>
                  <a:pt x="468414" y="75227"/>
                  <a:pt x="468107" y="74613"/>
                  <a:pt x="467799" y="74153"/>
                </a:cubicBezTo>
                <a:cubicBezTo>
                  <a:pt x="467647" y="73693"/>
                  <a:pt x="467340" y="73231"/>
                  <a:pt x="467185" y="72924"/>
                </a:cubicBezTo>
                <a:cubicBezTo>
                  <a:pt x="466877" y="72464"/>
                  <a:pt x="466570" y="72157"/>
                  <a:pt x="466263" y="71697"/>
                </a:cubicBezTo>
                <a:cubicBezTo>
                  <a:pt x="465956" y="71390"/>
                  <a:pt x="465493" y="71235"/>
                  <a:pt x="464879" y="71082"/>
                </a:cubicBezTo>
                <a:lnTo>
                  <a:pt x="456118" y="86435"/>
                </a:lnTo>
                <a:cubicBezTo>
                  <a:pt x="460574" y="91202"/>
                  <a:pt x="465341" y="94736"/>
                  <a:pt x="470875" y="97197"/>
                </a:cubicBezTo>
                <a:cubicBezTo>
                  <a:pt x="476101" y="99655"/>
                  <a:pt x="482096" y="100885"/>
                  <a:pt x="488554" y="100885"/>
                </a:cubicBezTo>
                <a:cubicBezTo>
                  <a:pt x="494702" y="100885"/>
                  <a:pt x="499929" y="99963"/>
                  <a:pt x="504233" y="98426"/>
                </a:cubicBezTo>
                <a:cubicBezTo>
                  <a:pt x="508537" y="96580"/>
                  <a:pt x="512075" y="94429"/>
                  <a:pt x="514840" y="91661"/>
                </a:cubicBezTo>
                <a:cubicBezTo>
                  <a:pt x="517453" y="89048"/>
                  <a:pt x="519452" y="85820"/>
                  <a:pt x="520684" y="82443"/>
                </a:cubicBezTo>
                <a:cubicBezTo>
                  <a:pt x="521913" y="78757"/>
                  <a:pt x="522527" y="75227"/>
                  <a:pt x="522527" y="71697"/>
                </a:cubicBezTo>
                <a:cubicBezTo>
                  <a:pt x="522527" y="68626"/>
                  <a:pt x="522220" y="65708"/>
                  <a:pt x="521298" y="63100"/>
                </a:cubicBezTo>
                <a:cubicBezTo>
                  <a:pt x="520684" y="60489"/>
                  <a:pt x="519300" y="57878"/>
                  <a:pt x="517301" y="55577"/>
                </a:cubicBezTo>
                <a:cubicBezTo>
                  <a:pt x="515302" y="53274"/>
                  <a:pt x="512689" y="50970"/>
                  <a:pt x="509614" y="48821"/>
                </a:cubicBezTo>
                <a:cubicBezTo>
                  <a:pt x="506232" y="46673"/>
                  <a:pt x="502234" y="44677"/>
                  <a:pt x="497470" y="42680"/>
                </a:cubicBezTo>
                <a:cubicBezTo>
                  <a:pt x="493318" y="40991"/>
                  <a:pt x="489936" y="39455"/>
                  <a:pt x="487478" y="38073"/>
                </a:cubicBezTo>
                <a:cubicBezTo>
                  <a:pt x="484710" y="36692"/>
                  <a:pt x="482711" y="35158"/>
                  <a:pt x="481175" y="33776"/>
                </a:cubicBezTo>
                <a:cubicBezTo>
                  <a:pt x="479638" y="32394"/>
                  <a:pt x="478561" y="30858"/>
                  <a:pt x="477947" y="29324"/>
                </a:cubicBezTo>
                <a:cubicBezTo>
                  <a:pt x="477485" y="27942"/>
                  <a:pt x="477177" y="26408"/>
                  <a:pt x="477177" y="24722"/>
                </a:cubicBezTo>
                <a:cubicBezTo>
                  <a:pt x="477177" y="23342"/>
                  <a:pt x="477485" y="21963"/>
                  <a:pt x="477947" y="20736"/>
                </a:cubicBezTo>
                <a:cubicBezTo>
                  <a:pt x="478561" y="19357"/>
                  <a:pt x="479329" y="18283"/>
                  <a:pt x="480405" y="17363"/>
                </a:cubicBezTo>
                <a:cubicBezTo>
                  <a:pt x="481482" y="16291"/>
                  <a:pt x="482711" y="15524"/>
                  <a:pt x="484095" y="14912"/>
                </a:cubicBezTo>
                <a:cubicBezTo>
                  <a:pt x="485479" y="14450"/>
                  <a:pt x="487170" y="14145"/>
                  <a:pt x="489014" y="14145"/>
                </a:cubicBezTo>
                <a:cubicBezTo>
                  <a:pt x="493166" y="14145"/>
                  <a:pt x="496856" y="14912"/>
                  <a:pt x="499776" y="16751"/>
                </a:cubicBezTo>
                <a:cubicBezTo>
                  <a:pt x="502849" y="18283"/>
                  <a:pt x="505310" y="20429"/>
                  <a:pt x="507001" y="23035"/>
                </a:cubicBezTo>
                <a:cubicBezTo>
                  <a:pt x="507308" y="23495"/>
                  <a:pt x="507463" y="24109"/>
                  <a:pt x="507616" y="24414"/>
                </a:cubicBezTo>
                <a:cubicBezTo>
                  <a:pt x="507770" y="25029"/>
                  <a:pt x="507770" y="25334"/>
                  <a:pt x="508078" y="25794"/>
                </a:cubicBezTo>
                <a:cubicBezTo>
                  <a:pt x="508078" y="26253"/>
                  <a:pt x="508385" y="26561"/>
                  <a:pt x="508692" y="26868"/>
                </a:cubicBezTo>
                <a:cubicBezTo>
                  <a:pt x="509152" y="27020"/>
                  <a:pt x="509614" y="27173"/>
                  <a:pt x="510383" y="27173"/>
                </a:cubicBezTo>
                <a:close/>
                <a:moveTo>
                  <a:pt x="599239" y="83733"/>
                </a:moveTo>
                <a:lnTo>
                  <a:pt x="555733" y="83733"/>
                </a:lnTo>
                <a:lnTo>
                  <a:pt x="555733" y="7783"/>
                </a:lnTo>
                <a:cubicBezTo>
                  <a:pt x="555885" y="6247"/>
                  <a:pt x="556192" y="5170"/>
                  <a:pt x="556655" y="4710"/>
                </a:cubicBezTo>
                <a:cubicBezTo>
                  <a:pt x="556962" y="4093"/>
                  <a:pt x="557117" y="3634"/>
                  <a:pt x="557117" y="3171"/>
                </a:cubicBezTo>
                <a:cubicBezTo>
                  <a:pt x="557117" y="2864"/>
                  <a:pt x="556962" y="2557"/>
                  <a:pt x="556809" y="2402"/>
                </a:cubicBezTo>
                <a:lnTo>
                  <a:pt x="538053" y="2402"/>
                </a:lnTo>
                <a:lnTo>
                  <a:pt x="538053" y="98182"/>
                </a:lnTo>
                <a:lnTo>
                  <a:pt x="599239" y="98182"/>
                </a:lnTo>
                <a:lnTo>
                  <a:pt x="599239" y="83733"/>
                </a:lnTo>
                <a:close/>
                <a:moveTo>
                  <a:pt x="614151" y="2402"/>
                </a:moveTo>
                <a:lnTo>
                  <a:pt x="614151" y="98182"/>
                </a:lnTo>
                <a:lnTo>
                  <a:pt x="676256" y="98182"/>
                </a:lnTo>
                <a:lnTo>
                  <a:pt x="676256" y="83425"/>
                </a:lnTo>
                <a:lnTo>
                  <a:pt x="630907" y="83425"/>
                </a:lnTo>
                <a:lnTo>
                  <a:pt x="630907" y="55901"/>
                </a:lnTo>
                <a:lnTo>
                  <a:pt x="668724" y="55901"/>
                </a:lnTo>
                <a:lnTo>
                  <a:pt x="668724" y="40834"/>
                </a:lnTo>
                <a:lnTo>
                  <a:pt x="630907" y="40834"/>
                </a:lnTo>
                <a:lnTo>
                  <a:pt x="630907" y="17161"/>
                </a:lnTo>
                <a:lnTo>
                  <a:pt x="676564" y="17161"/>
                </a:lnTo>
                <a:lnTo>
                  <a:pt x="676564" y="2402"/>
                </a:lnTo>
                <a:lnTo>
                  <a:pt x="614151" y="2402"/>
                </a:lnTo>
                <a:close/>
                <a:moveTo>
                  <a:pt x="691015" y="2402"/>
                </a:moveTo>
                <a:lnTo>
                  <a:pt x="691015" y="98182"/>
                </a:lnTo>
                <a:lnTo>
                  <a:pt x="753121" y="98182"/>
                </a:lnTo>
                <a:lnTo>
                  <a:pt x="753121" y="83425"/>
                </a:lnTo>
                <a:lnTo>
                  <a:pt x="707771" y="83425"/>
                </a:lnTo>
                <a:lnTo>
                  <a:pt x="707771" y="55901"/>
                </a:lnTo>
                <a:lnTo>
                  <a:pt x="745589" y="55901"/>
                </a:lnTo>
                <a:lnTo>
                  <a:pt x="745589" y="40834"/>
                </a:lnTo>
                <a:lnTo>
                  <a:pt x="707771" y="40834"/>
                </a:lnTo>
                <a:lnTo>
                  <a:pt x="707771" y="17161"/>
                </a:lnTo>
                <a:lnTo>
                  <a:pt x="753428" y="17161"/>
                </a:lnTo>
                <a:lnTo>
                  <a:pt x="753428" y="2402"/>
                </a:lnTo>
                <a:lnTo>
                  <a:pt x="691015" y="2402"/>
                </a:lnTo>
                <a:close/>
                <a:moveTo>
                  <a:pt x="818609" y="29493"/>
                </a:moveTo>
                <a:lnTo>
                  <a:pt x="834138" y="21818"/>
                </a:lnTo>
                <a:cubicBezTo>
                  <a:pt x="832754" y="18595"/>
                  <a:pt x="830908" y="15526"/>
                  <a:pt x="828757" y="12916"/>
                </a:cubicBezTo>
                <a:cubicBezTo>
                  <a:pt x="826603" y="10300"/>
                  <a:pt x="824145" y="7994"/>
                  <a:pt x="821377" y="5996"/>
                </a:cubicBezTo>
                <a:cubicBezTo>
                  <a:pt x="818456" y="3997"/>
                  <a:pt x="815381" y="2615"/>
                  <a:pt x="812154" y="1539"/>
                </a:cubicBezTo>
                <a:cubicBezTo>
                  <a:pt x="808926" y="462"/>
                  <a:pt x="805388" y="0"/>
                  <a:pt x="801853" y="0"/>
                </a:cubicBezTo>
                <a:cubicBezTo>
                  <a:pt x="798933" y="0"/>
                  <a:pt x="796013" y="462"/>
                  <a:pt x="793090" y="1077"/>
                </a:cubicBezTo>
                <a:cubicBezTo>
                  <a:pt x="790017" y="1999"/>
                  <a:pt x="787097" y="3230"/>
                  <a:pt x="784174" y="4767"/>
                </a:cubicBezTo>
                <a:cubicBezTo>
                  <a:pt x="781408" y="6613"/>
                  <a:pt x="778795" y="8764"/>
                  <a:pt x="776180" y="11224"/>
                </a:cubicBezTo>
                <a:cubicBezTo>
                  <a:pt x="773721" y="13990"/>
                  <a:pt x="771568" y="17060"/>
                  <a:pt x="769724" y="20898"/>
                </a:cubicBezTo>
                <a:cubicBezTo>
                  <a:pt x="767880" y="24736"/>
                  <a:pt x="766342" y="29033"/>
                  <a:pt x="765420" y="33943"/>
                </a:cubicBezTo>
                <a:cubicBezTo>
                  <a:pt x="764191" y="39009"/>
                  <a:pt x="763729" y="44533"/>
                  <a:pt x="763729" y="50827"/>
                </a:cubicBezTo>
                <a:cubicBezTo>
                  <a:pt x="763729" y="59269"/>
                  <a:pt x="764650" y="66635"/>
                  <a:pt x="766649" y="72928"/>
                </a:cubicBezTo>
                <a:cubicBezTo>
                  <a:pt x="768647" y="79222"/>
                  <a:pt x="771261" y="84439"/>
                  <a:pt x="774950" y="88588"/>
                </a:cubicBezTo>
                <a:cubicBezTo>
                  <a:pt x="778333" y="92738"/>
                  <a:pt x="782637" y="95966"/>
                  <a:pt x="787404" y="97812"/>
                </a:cubicBezTo>
                <a:cubicBezTo>
                  <a:pt x="792168" y="99963"/>
                  <a:pt x="797394" y="100885"/>
                  <a:pt x="803083" y="100885"/>
                </a:cubicBezTo>
                <a:cubicBezTo>
                  <a:pt x="809078" y="100885"/>
                  <a:pt x="814767" y="99348"/>
                  <a:pt x="819840" y="96273"/>
                </a:cubicBezTo>
                <a:cubicBezTo>
                  <a:pt x="825067" y="93045"/>
                  <a:pt x="829526" y="88434"/>
                  <a:pt x="833061" y="82138"/>
                </a:cubicBezTo>
                <a:lnTo>
                  <a:pt x="819993" y="73695"/>
                </a:lnTo>
                <a:cubicBezTo>
                  <a:pt x="817687" y="77533"/>
                  <a:pt x="815229" y="80604"/>
                  <a:pt x="812461" y="83060"/>
                </a:cubicBezTo>
                <a:cubicBezTo>
                  <a:pt x="809540" y="85208"/>
                  <a:pt x="806313" y="86435"/>
                  <a:pt x="802623" y="86435"/>
                </a:cubicBezTo>
                <a:cubicBezTo>
                  <a:pt x="799548" y="86435"/>
                  <a:pt x="796780" y="85515"/>
                  <a:pt x="794014" y="83672"/>
                </a:cubicBezTo>
                <a:cubicBezTo>
                  <a:pt x="791553" y="81830"/>
                  <a:pt x="789248" y="79374"/>
                  <a:pt x="787404" y="75999"/>
                </a:cubicBezTo>
                <a:cubicBezTo>
                  <a:pt x="785558" y="72928"/>
                  <a:pt x="784174" y="68938"/>
                  <a:pt x="783099" y="64641"/>
                </a:cubicBezTo>
                <a:cubicBezTo>
                  <a:pt x="782023" y="60036"/>
                  <a:pt x="781561" y="55277"/>
                  <a:pt x="781561" y="50060"/>
                </a:cubicBezTo>
                <a:cubicBezTo>
                  <a:pt x="781561" y="44688"/>
                  <a:pt x="782023" y="39776"/>
                  <a:pt x="782945" y="35172"/>
                </a:cubicBezTo>
                <a:cubicBezTo>
                  <a:pt x="784021" y="30874"/>
                  <a:pt x="785405" y="27037"/>
                  <a:pt x="787097" y="23814"/>
                </a:cubicBezTo>
                <a:cubicBezTo>
                  <a:pt x="788785" y="20743"/>
                  <a:pt x="790939" y="18287"/>
                  <a:pt x="793400" y="16601"/>
                </a:cubicBezTo>
                <a:cubicBezTo>
                  <a:pt x="795858" y="14912"/>
                  <a:pt x="798626" y="13990"/>
                  <a:pt x="801699" y="13990"/>
                </a:cubicBezTo>
                <a:cubicBezTo>
                  <a:pt x="805543" y="13990"/>
                  <a:pt x="808619" y="14912"/>
                  <a:pt x="811077" y="16753"/>
                </a:cubicBezTo>
                <a:cubicBezTo>
                  <a:pt x="813537" y="18749"/>
                  <a:pt x="815536" y="21358"/>
                  <a:pt x="816920" y="24581"/>
                </a:cubicBezTo>
                <a:cubicBezTo>
                  <a:pt x="817072" y="25195"/>
                  <a:pt x="817227" y="25810"/>
                  <a:pt x="817380" y="26270"/>
                </a:cubicBezTo>
                <a:cubicBezTo>
                  <a:pt x="817380" y="26884"/>
                  <a:pt x="817380" y="27344"/>
                  <a:pt x="817380" y="27804"/>
                </a:cubicBezTo>
                <a:cubicBezTo>
                  <a:pt x="817535" y="28266"/>
                  <a:pt x="817687" y="28571"/>
                  <a:pt x="817687" y="28878"/>
                </a:cubicBezTo>
                <a:cubicBezTo>
                  <a:pt x="817994" y="29185"/>
                  <a:pt x="818149" y="29340"/>
                  <a:pt x="818609" y="294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8C3E0-6382-4787-AA03-DBB52588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424" y="1548502"/>
            <a:ext cx="1754894" cy="583206"/>
          </a:xfrm>
          <a:custGeom xmlns:a="http://schemas.openxmlformats.org/drawingml/2006/main">
            <a:pathLst>
              <a:path w="1754894" h="583206">
                <a:moveTo>
                  <a:pt x="1686569" y="0"/>
                </a:moveTo>
                <a:lnTo>
                  <a:pt x="68325" y="0"/>
                </a:lnTo>
                <a:cubicBezTo>
                  <a:pt x="30590" y="0"/>
                  <a:pt x="0" y="30589"/>
                  <a:pt x="0" y="68325"/>
                </a:cubicBezTo>
                <a:lnTo>
                  <a:pt x="0" y="514881"/>
                </a:lnTo>
                <a:cubicBezTo>
                  <a:pt x="0" y="552616"/>
                  <a:pt x="30590" y="583206"/>
                  <a:pt x="68325" y="583206"/>
                </a:cubicBezTo>
                <a:lnTo>
                  <a:pt x="1686569" y="583206"/>
                </a:lnTo>
                <a:cubicBezTo>
                  <a:pt x="1724304" y="583206"/>
                  <a:pt x="1754894" y="552616"/>
                  <a:pt x="1754894" y="514881"/>
                </a:cubicBezTo>
                <a:lnTo>
                  <a:pt x="1754894" y="68325"/>
                </a:lnTo>
                <a:cubicBezTo>
                  <a:pt x="1754894" y="30589"/>
                  <a:pt x="1724304" y="0"/>
                  <a:pt x="1686569" y="0"/>
                </a:cubicBezTo>
                <a:close/>
                <a:moveTo>
                  <a:pt x="0" y="583206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40894-F379-47DE-86B2-B3490363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424" y="1548502"/>
            <a:ext cx="1754894" cy="583206"/>
          </a:xfrm>
          <a:custGeom xmlns:a="http://schemas.openxmlformats.org/drawingml/2006/main">
            <a:pathLst>
              <a:path w="1754894" h="583206" fill="none">
                <a:moveTo>
                  <a:pt x="1686569" y="0"/>
                </a:moveTo>
                <a:lnTo>
                  <a:pt x="68325" y="0"/>
                </a:lnTo>
                <a:cubicBezTo>
                  <a:pt x="30590" y="0"/>
                  <a:pt x="0" y="30589"/>
                  <a:pt x="0" y="68325"/>
                </a:cubicBezTo>
                <a:lnTo>
                  <a:pt x="0" y="514881"/>
                </a:lnTo>
                <a:cubicBezTo>
                  <a:pt x="0" y="552616"/>
                  <a:pt x="30590" y="583206"/>
                  <a:pt x="68325" y="583206"/>
                </a:cubicBezTo>
                <a:lnTo>
                  <a:pt x="1686569" y="583206"/>
                </a:lnTo>
                <a:cubicBezTo>
                  <a:pt x="1724304" y="583206"/>
                  <a:pt x="1754894" y="552616"/>
                  <a:pt x="1754894" y="514881"/>
                </a:cubicBezTo>
                <a:lnTo>
                  <a:pt x="1754894" y="68325"/>
                </a:lnTo>
                <a:cubicBezTo>
                  <a:pt x="1754894" y="30589"/>
                  <a:pt x="1724304" y="0"/>
                  <a:pt x="1686569" y="0"/>
                </a:cubicBezTo>
                <a:close/>
                <a:moveTo>
                  <a:pt x="0" y="583206"/>
                </a:moveTo>
              </a:path>
            </a:pathLst>
          </a:custGeom>
          <a:noFill xmlns:a="http://schemas.openxmlformats.org/drawingml/2006/main"/>
          <a:ln xmlns:a="http://schemas.openxmlformats.org/drawingml/2006/main" w="6832" cap="flat">
            <a:solidFill>
              <a:srgbClr val="CCCCFF"/>
            </a:solidFill>
            <a:miter/>
          </a:ln>
        </p:spPr>
      </p:sp>
      <p:sp>
        <p:nvSpPr>
          <p:cNvPr id="37" name="Text 1.TranslateSLEEC">
            <a:extLst xmlns:a="http://schemas.openxmlformats.org/drawingml/2006/main">
              <a:ext uri="{FF2B5EF4-FFF2-40B4-BE49-F238E27FC236}">
                <a16:creationId xmlns:a16="http://schemas.microsoft.com/office/drawing/2014/main" id="{89D47826-B666-4B37-AC1C-9D51E96C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297" y="1690976"/>
            <a:ext cx="1216360" cy="108841"/>
          </a:xfrm>
          <a:custGeom xmlns:a="http://schemas.openxmlformats.org/drawingml/2006/main">
            <a:pathLst>
              <a:path w="1216360" h="108841">
                <a:moveTo>
                  <a:pt x="34184" y="78258"/>
                </a:moveTo>
                <a:lnTo>
                  <a:pt x="34184" y="39188"/>
                </a:lnTo>
                <a:cubicBezTo>
                  <a:pt x="34184" y="22580"/>
                  <a:pt x="35124" y="16432"/>
                  <a:pt x="35440" y="14281"/>
                </a:cubicBezTo>
                <a:cubicBezTo>
                  <a:pt x="35440" y="13511"/>
                  <a:pt x="34968" y="13511"/>
                  <a:pt x="34341" y="13511"/>
                </a:cubicBezTo>
                <a:cubicBezTo>
                  <a:pt x="24149" y="16741"/>
                  <a:pt x="12231" y="22735"/>
                  <a:pt x="0" y="26422"/>
                </a:cubicBezTo>
                <a:lnTo>
                  <a:pt x="943" y="30881"/>
                </a:lnTo>
                <a:cubicBezTo>
                  <a:pt x="7999" y="30112"/>
                  <a:pt x="15681" y="28421"/>
                  <a:pt x="18818" y="28421"/>
                </a:cubicBezTo>
                <a:cubicBezTo>
                  <a:pt x="21639" y="28421"/>
                  <a:pt x="21639" y="34574"/>
                  <a:pt x="21639" y="40109"/>
                </a:cubicBezTo>
                <a:lnTo>
                  <a:pt x="21639" y="78258"/>
                </a:lnTo>
                <a:cubicBezTo>
                  <a:pt x="21639" y="90256"/>
                  <a:pt x="21483" y="98562"/>
                  <a:pt x="20385" y="107331"/>
                </a:cubicBezTo>
                <a:lnTo>
                  <a:pt x="20543" y="107790"/>
                </a:lnTo>
                <a:cubicBezTo>
                  <a:pt x="20543" y="107790"/>
                  <a:pt x="24934" y="107331"/>
                  <a:pt x="27755" y="107331"/>
                </a:cubicBezTo>
                <a:cubicBezTo>
                  <a:pt x="30891" y="107331"/>
                  <a:pt x="35282" y="107790"/>
                  <a:pt x="35282" y="107790"/>
                </a:cubicBezTo>
                <a:lnTo>
                  <a:pt x="35595" y="107331"/>
                </a:lnTo>
                <a:cubicBezTo>
                  <a:pt x="34497" y="98100"/>
                  <a:pt x="34184" y="90411"/>
                  <a:pt x="34184" y="78258"/>
                </a:cubicBezTo>
                <a:close/>
                <a:moveTo>
                  <a:pt x="64446" y="100542"/>
                </a:moveTo>
                <a:cubicBezTo>
                  <a:pt x="65826" y="105675"/>
                  <a:pt x="68023" y="107767"/>
                  <a:pt x="72913" y="108841"/>
                </a:cubicBezTo>
                <a:lnTo>
                  <a:pt x="73542" y="108841"/>
                </a:lnTo>
                <a:cubicBezTo>
                  <a:pt x="77964" y="107767"/>
                  <a:pt x="80409" y="105492"/>
                  <a:pt x="82008" y="100542"/>
                </a:cubicBezTo>
                <a:lnTo>
                  <a:pt x="82008" y="99925"/>
                </a:lnTo>
                <a:cubicBezTo>
                  <a:pt x="80567" y="95590"/>
                  <a:pt x="78088" y="93224"/>
                  <a:pt x="73542" y="91624"/>
                </a:cubicBezTo>
                <a:lnTo>
                  <a:pt x="72913" y="91624"/>
                </a:lnTo>
                <a:cubicBezTo>
                  <a:pt x="68178" y="93500"/>
                  <a:pt x="65888" y="95837"/>
                  <a:pt x="64446" y="99925"/>
                </a:cubicBezTo>
                <a:lnTo>
                  <a:pt x="64446" y="100542"/>
                </a:lnTo>
                <a:close/>
                <a:moveTo>
                  <a:pt x="177345" y="38983"/>
                </a:moveTo>
                <a:lnTo>
                  <a:pt x="177345" y="76613"/>
                </a:lnTo>
                <a:cubicBezTo>
                  <a:pt x="177345" y="88131"/>
                  <a:pt x="177032" y="99036"/>
                  <a:pt x="175778" y="107331"/>
                </a:cubicBezTo>
                <a:lnTo>
                  <a:pt x="176091" y="107790"/>
                </a:lnTo>
                <a:cubicBezTo>
                  <a:pt x="177972" y="107485"/>
                  <a:pt x="182207" y="107331"/>
                  <a:pt x="184088" y="107331"/>
                </a:cubicBezTo>
                <a:cubicBezTo>
                  <a:pt x="185971" y="107331"/>
                  <a:pt x="190203" y="107485"/>
                  <a:pt x="192086" y="107790"/>
                </a:cubicBezTo>
                <a:lnTo>
                  <a:pt x="192400" y="107331"/>
                </a:lnTo>
                <a:cubicBezTo>
                  <a:pt x="191143" y="98576"/>
                  <a:pt x="190830" y="88131"/>
                  <a:pt x="190830" y="76613"/>
                </a:cubicBezTo>
                <a:lnTo>
                  <a:pt x="190830" y="38983"/>
                </a:lnTo>
                <a:cubicBezTo>
                  <a:pt x="190830" y="36373"/>
                  <a:pt x="190988" y="20553"/>
                  <a:pt x="192086" y="16868"/>
                </a:cubicBezTo>
                <a:cubicBezTo>
                  <a:pt x="213096" y="16868"/>
                  <a:pt x="223760" y="19017"/>
                  <a:pt x="223760" y="19017"/>
                </a:cubicBezTo>
                <a:lnTo>
                  <a:pt x="224073" y="18402"/>
                </a:lnTo>
                <a:cubicBezTo>
                  <a:pt x="223760" y="16099"/>
                  <a:pt x="223760" y="12564"/>
                  <a:pt x="224073" y="8257"/>
                </a:cubicBezTo>
                <a:lnTo>
                  <a:pt x="223760" y="7797"/>
                </a:lnTo>
                <a:cubicBezTo>
                  <a:pt x="221250" y="8104"/>
                  <a:pt x="217644" y="8257"/>
                  <a:pt x="214352" y="8257"/>
                </a:cubicBezTo>
                <a:lnTo>
                  <a:pt x="153826" y="8257"/>
                </a:lnTo>
                <a:cubicBezTo>
                  <a:pt x="150533" y="8257"/>
                  <a:pt x="146925" y="8104"/>
                  <a:pt x="144418" y="7797"/>
                </a:cubicBezTo>
                <a:lnTo>
                  <a:pt x="144104" y="8257"/>
                </a:lnTo>
                <a:cubicBezTo>
                  <a:pt x="144418" y="12564"/>
                  <a:pt x="144418" y="16099"/>
                  <a:pt x="144104" y="18402"/>
                </a:cubicBezTo>
                <a:lnTo>
                  <a:pt x="144418" y="19017"/>
                </a:lnTo>
                <a:cubicBezTo>
                  <a:pt x="144418" y="19017"/>
                  <a:pt x="155079" y="16868"/>
                  <a:pt x="176091" y="16868"/>
                </a:cubicBezTo>
                <a:cubicBezTo>
                  <a:pt x="177190" y="20553"/>
                  <a:pt x="177345" y="36373"/>
                  <a:pt x="177345" y="38983"/>
                </a:cubicBezTo>
                <a:close/>
                <a:moveTo>
                  <a:pt x="249476" y="55931"/>
                </a:moveTo>
                <a:lnTo>
                  <a:pt x="249476" y="41937"/>
                </a:lnTo>
                <a:cubicBezTo>
                  <a:pt x="249476" y="40738"/>
                  <a:pt x="249287" y="40400"/>
                  <a:pt x="248535" y="40400"/>
                </a:cubicBezTo>
                <a:cubicBezTo>
                  <a:pt x="245023" y="41076"/>
                  <a:pt x="239410" y="41198"/>
                  <a:pt x="235833" y="40860"/>
                </a:cubicBezTo>
                <a:lnTo>
                  <a:pt x="235520" y="41322"/>
                </a:lnTo>
                <a:cubicBezTo>
                  <a:pt x="236618" y="47963"/>
                  <a:pt x="236931" y="59626"/>
                  <a:pt x="236931" y="71167"/>
                </a:cubicBezTo>
                <a:lnTo>
                  <a:pt x="236931" y="79630"/>
                </a:lnTo>
                <a:cubicBezTo>
                  <a:pt x="236931" y="91171"/>
                  <a:pt x="236745" y="99050"/>
                  <a:pt x="235520" y="107331"/>
                </a:cubicBezTo>
                <a:lnTo>
                  <a:pt x="235833" y="107790"/>
                </a:lnTo>
                <a:cubicBezTo>
                  <a:pt x="237716" y="107483"/>
                  <a:pt x="241322" y="107331"/>
                  <a:pt x="243205" y="107331"/>
                </a:cubicBezTo>
                <a:cubicBezTo>
                  <a:pt x="245085" y="107331"/>
                  <a:pt x="248691" y="107483"/>
                  <a:pt x="250574" y="107790"/>
                </a:cubicBezTo>
                <a:lnTo>
                  <a:pt x="250887" y="107331"/>
                </a:lnTo>
                <a:cubicBezTo>
                  <a:pt x="249727" y="98558"/>
                  <a:pt x="249476" y="91326"/>
                  <a:pt x="249476" y="79630"/>
                </a:cubicBezTo>
                <a:lnTo>
                  <a:pt x="249476" y="71629"/>
                </a:lnTo>
                <a:cubicBezTo>
                  <a:pt x="249476" y="65164"/>
                  <a:pt x="251452" y="61472"/>
                  <a:pt x="254807" y="56393"/>
                </a:cubicBezTo>
                <a:cubicBezTo>
                  <a:pt x="257096" y="52978"/>
                  <a:pt x="260609" y="51008"/>
                  <a:pt x="263588" y="51008"/>
                </a:cubicBezTo>
                <a:cubicBezTo>
                  <a:pt x="266724" y="51008"/>
                  <a:pt x="269703" y="51315"/>
                  <a:pt x="271742" y="53161"/>
                </a:cubicBezTo>
                <a:lnTo>
                  <a:pt x="272995" y="52854"/>
                </a:lnTo>
                <a:lnTo>
                  <a:pt x="276132" y="41475"/>
                </a:lnTo>
                <a:lnTo>
                  <a:pt x="275505" y="40860"/>
                </a:lnTo>
                <a:cubicBezTo>
                  <a:pt x="272840" y="40093"/>
                  <a:pt x="272682" y="39783"/>
                  <a:pt x="269861" y="39783"/>
                </a:cubicBezTo>
                <a:cubicBezTo>
                  <a:pt x="261393" y="39783"/>
                  <a:pt x="256845" y="44550"/>
                  <a:pt x="249947" y="56239"/>
                </a:cubicBezTo>
                <a:lnTo>
                  <a:pt x="249476" y="55931"/>
                </a:lnTo>
                <a:close/>
                <a:moveTo>
                  <a:pt x="327564" y="72698"/>
                </a:moveTo>
                <a:lnTo>
                  <a:pt x="326938" y="91004"/>
                </a:lnTo>
                <a:cubicBezTo>
                  <a:pt x="326938" y="93003"/>
                  <a:pt x="325995" y="94080"/>
                  <a:pt x="324741" y="95004"/>
                </a:cubicBezTo>
                <a:cubicBezTo>
                  <a:pt x="320351" y="98234"/>
                  <a:pt x="315020" y="101002"/>
                  <a:pt x="310316" y="101002"/>
                </a:cubicBezTo>
                <a:cubicBezTo>
                  <a:pt x="303260" y="101002"/>
                  <a:pt x="298712" y="96388"/>
                  <a:pt x="298712" y="91619"/>
                </a:cubicBezTo>
                <a:cubicBezTo>
                  <a:pt x="298712" y="84697"/>
                  <a:pt x="302004" y="79466"/>
                  <a:pt x="314235" y="76236"/>
                </a:cubicBezTo>
                <a:lnTo>
                  <a:pt x="327564" y="72698"/>
                </a:lnTo>
                <a:moveTo>
                  <a:pt x="327564" y="99925"/>
                </a:moveTo>
                <a:cubicBezTo>
                  <a:pt x="329383" y="105921"/>
                  <a:pt x="334056" y="108841"/>
                  <a:pt x="339796" y="108841"/>
                </a:cubicBezTo>
                <a:cubicBezTo>
                  <a:pt x="343746" y="108841"/>
                  <a:pt x="348577" y="107919"/>
                  <a:pt x="352276" y="104077"/>
                </a:cubicBezTo>
                <a:lnTo>
                  <a:pt x="351115" y="100263"/>
                </a:lnTo>
                <a:cubicBezTo>
                  <a:pt x="349390" y="100849"/>
                  <a:pt x="348074" y="101063"/>
                  <a:pt x="346883" y="101063"/>
                </a:cubicBezTo>
                <a:cubicBezTo>
                  <a:pt x="345313" y="101063"/>
                  <a:pt x="343243" y="100786"/>
                  <a:pt x="342272" y="99925"/>
                </a:cubicBezTo>
                <a:cubicBezTo>
                  <a:pt x="340674" y="98511"/>
                  <a:pt x="339669" y="94758"/>
                  <a:pt x="339669" y="87927"/>
                </a:cubicBezTo>
                <a:cubicBezTo>
                  <a:pt x="339669" y="83465"/>
                  <a:pt x="340109" y="66393"/>
                  <a:pt x="340109" y="64700"/>
                </a:cubicBezTo>
                <a:cubicBezTo>
                  <a:pt x="340109" y="43935"/>
                  <a:pt x="326153" y="39783"/>
                  <a:pt x="314235" y="39783"/>
                </a:cubicBezTo>
                <a:cubicBezTo>
                  <a:pt x="302317" y="39783"/>
                  <a:pt x="295106" y="45472"/>
                  <a:pt x="291184" y="48702"/>
                </a:cubicBezTo>
                <a:lnTo>
                  <a:pt x="290716" y="49319"/>
                </a:lnTo>
                <a:lnTo>
                  <a:pt x="293381" y="59623"/>
                </a:lnTo>
                <a:lnTo>
                  <a:pt x="295419" y="59778"/>
                </a:lnTo>
                <a:cubicBezTo>
                  <a:pt x="299810" y="52856"/>
                  <a:pt x="305141" y="46703"/>
                  <a:pt x="312668" y="46703"/>
                </a:cubicBezTo>
                <a:cubicBezTo>
                  <a:pt x="318312" y="46703"/>
                  <a:pt x="327720" y="47473"/>
                  <a:pt x="327720" y="64854"/>
                </a:cubicBezTo>
                <a:cubicBezTo>
                  <a:pt x="327720" y="65931"/>
                  <a:pt x="327093" y="66546"/>
                  <a:pt x="326622" y="66700"/>
                </a:cubicBezTo>
                <a:lnTo>
                  <a:pt x="312041" y="69931"/>
                </a:lnTo>
                <a:cubicBezTo>
                  <a:pt x="296046" y="73468"/>
                  <a:pt x="286012" y="81774"/>
                  <a:pt x="286012" y="92234"/>
                </a:cubicBezTo>
                <a:cubicBezTo>
                  <a:pt x="286012" y="103615"/>
                  <a:pt x="294008" y="108841"/>
                  <a:pt x="305612" y="108841"/>
                </a:cubicBezTo>
                <a:cubicBezTo>
                  <a:pt x="314235" y="108841"/>
                  <a:pt x="318626" y="106845"/>
                  <a:pt x="326938" y="99925"/>
                </a:cubicBezTo>
                <a:lnTo>
                  <a:pt x="327564" y="99925"/>
                </a:lnTo>
                <a:close/>
                <a:moveTo>
                  <a:pt x="426507" y="79630"/>
                </a:moveTo>
                <a:cubicBezTo>
                  <a:pt x="426507" y="74706"/>
                  <a:pt x="426820" y="69013"/>
                  <a:pt x="426820" y="64090"/>
                </a:cubicBezTo>
                <a:cubicBezTo>
                  <a:pt x="426820" y="48085"/>
                  <a:pt x="421489" y="39783"/>
                  <a:pt x="407378" y="39783"/>
                </a:cubicBezTo>
                <a:cubicBezTo>
                  <a:pt x="401417" y="39783"/>
                  <a:pt x="390285" y="42092"/>
                  <a:pt x="380250" y="53625"/>
                </a:cubicBezTo>
                <a:lnTo>
                  <a:pt x="379936" y="53163"/>
                </a:lnTo>
                <a:lnTo>
                  <a:pt x="379936" y="41937"/>
                </a:lnTo>
                <a:cubicBezTo>
                  <a:pt x="379905" y="40738"/>
                  <a:pt x="379747" y="40400"/>
                  <a:pt x="378996" y="40400"/>
                </a:cubicBezTo>
                <a:cubicBezTo>
                  <a:pt x="375484" y="41076"/>
                  <a:pt x="369868" y="41198"/>
                  <a:pt x="366294" y="40860"/>
                </a:cubicBezTo>
                <a:lnTo>
                  <a:pt x="365980" y="41322"/>
                </a:lnTo>
                <a:cubicBezTo>
                  <a:pt x="367078" y="47963"/>
                  <a:pt x="367392" y="59626"/>
                  <a:pt x="367392" y="71167"/>
                </a:cubicBezTo>
                <a:lnTo>
                  <a:pt x="367392" y="79630"/>
                </a:lnTo>
                <a:cubicBezTo>
                  <a:pt x="367392" y="91173"/>
                  <a:pt x="367234" y="99020"/>
                  <a:pt x="365980" y="107331"/>
                </a:cubicBezTo>
                <a:lnTo>
                  <a:pt x="366294" y="107790"/>
                </a:lnTo>
                <a:cubicBezTo>
                  <a:pt x="368177" y="107483"/>
                  <a:pt x="371782" y="107331"/>
                  <a:pt x="373663" y="107331"/>
                </a:cubicBezTo>
                <a:cubicBezTo>
                  <a:pt x="375546" y="107331"/>
                  <a:pt x="379152" y="107483"/>
                  <a:pt x="381035" y="107790"/>
                </a:cubicBezTo>
                <a:lnTo>
                  <a:pt x="381348" y="107331"/>
                </a:lnTo>
                <a:cubicBezTo>
                  <a:pt x="380092" y="98558"/>
                  <a:pt x="379936" y="91326"/>
                  <a:pt x="379936" y="79630"/>
                </a:cubicBezTo>
                <a:lnTo>
                  <a:pt x="379936" y="61627"/>
                </a:lnTo>
                <a:cubicBezTo>
                  <a:pt x="387933" y="52394"/>
                  <a:pt x="397027" y="49009"/>
                  <a:pt x="402674" y="49009"/>
                </a:cubicBezTo>
                <a:cubicBezTo>
                  <a:pt x="410670" y="49009"/>
                  <a:pt x="413962" y="52087"/>
                  <a:pt x="413962" y="64549"/>
                </a:cubicBezTo>
                <a:lnTo>
                  <a:pt x="413962" y="79630"/>
                </a:lnTo>
                <a:cubicBezTo>
                  <a:pt x="413962" y="91173"/>
                  <a:pt x="413680" y="99050"/>
                  <a:pt x="412550" y="107331"/>
                </a:cubicBezTo>
                <a:lnTo>
                  <a:pt x="412864" y="107790"/>
                </a:lnTo>
                <a:cubicBezTo>
                  <a:pt x="414747" y="107483"/>
                  <a:pt x="418353" y="107331"/>
                  <a:pt x="420236" y="107331"/>
                </a:cubicBezTo>
                <a:cubicBezTo>
                  <a:pt x="422116" y="107331"/>
                  <a:pt x="425722" y="107483"/>
                  <a:pt x="427605" y="107790"/>
                </a:cubicBezTo>
                <a:lnTo>
                  <a:pt x="427918" y="107331"/>
                </a:lnTo>
                <a:cubicBezTo>
                  <a:pt x="426696" y="98558"/>
                  <a:pt x="426507" y="91326"/>
                  <a:pt x="426507" y="79630"/>
                </a:cubicBezTo>
                <a:close/>
                <a:moveTo>
                  <a:pt x="446734" y="91772"/>
                </a:moveTo>
                <a:lnTo>
                  <a:pt x="444069" y="104692"/>
                </a:lnTo>
                <a:cubicBezTo>
                  <a:pt x="453007" y="107767"/>
                  <a:pt x="461788" y="108841"/>
                  <a:pt x="467746" y="108841"/>
                </a:cubicBezTo>
                <a:cubicBezTo>
                  <a:pt x="489385" y="108841"/>
                  <a:pt x="494402" y="96233"/>
                  <a:pt x="494402" y="87772"/>
                </a:cubicBezTo>
                <a:cubicBezTo>
                  <a:pt x="494402" y="75159"/>
                  <a:pt x="484210" y="70238"/>
                  <a:pt x="473077" y="67622"/>
                </a:cubicBezTo>
                <a:cubicBezTo>
                  <a:pt x="467150" y="66238"/>
                  <a:pt x="458496" y="63316"/>
                  <a:pt x="458496" y="55624"/>
                </a:cubicBezTo>
                <a:cubicBezTo>
                  <a:pt x="458496" y="49316"/>
                  <a:pt x="463669" y="45934"/>
                  <a:pt x="470411" y="45934"/>
                </a:cubicBezTo>
                <a:cubicBezTo>
                  <a:pt x="478566" y="45934"/>
                  <a:pt x="483583" y="52239"/>
                  <a:pt x="487191" y="56393"/>
                </a:cubicBezTo>
                <a:lnTo>
                  <a:pt x="489385" y="56239"/>
                </a:lnTo>
                <a:lnTo>
                  <a:pt x="492522" y="44857"/>
                </a:lnTo>
                <a:lnTo>
                  <a:pt x="492208" y="44397"/>
                </a:lnTo>
                <a:cubicBezTo>
                  <a:pt x="487660" y="42092"/>
                  <a:pt x="479037" y="39783"/>
                  <a:pt x="471038" y="39783"/>
                </a:cubicBezTo>
                <a:cubicBezTo>
                  <a:pt x="459436" y="39783"/>
                  <a:pt x="447361" y="45779"/>
                  <a:pt x="447361" y="58547"/>
                </a:cubicBezTo>
                <a:cubicBezTo>
                  <a:pt x="447361" y="70852"/>
                  <a:pt x="456740" y="74913"/>
                  <a:pt x="466179" y="77467"/>
                </a:cubicBezTo>
                <a:cubicBezTo>
                  <a:pt x="475273" y="79928"/>
                  <a:pt x="482016" y="82389"/>
                  <a:pt x="482016" y="89925"/>
                </a:cubicBezTo>
                <a:cubicBezTo>
                  <a:pt x="482016" y="98079"/>
                  <a:pt x="475900" y="102693"/>
                  <a:pt x="467591" y="102693"/>
                </a:cubicBezTo>
                <a:cubicBezTo>
                  <a:pt x="460063" y="102693"/>
                  <a:pt x="453476" y="97617"/>
                  <a:pt x="449086" y="91619"/>
                </a:cubicBezTo>
                <a:lnTo>
                  <a:pt x="446734" y="91772"/>
                </a:lnTo>
                <a:close/>
                <a:moveTo>
                  <a:pt x="515102" y="76576"/>
                </a:moveTo>
                <a:cubicBezTo>
                  <a:pt x="515102" y="88018"/>
                  <a:pt x="514882" y="99088"/>
                  <a:pt x="513690" y="107331"/>
                </a:cubicBezTo>
                <a:lnTo>
                  <a:pt x="514004" y="107790"/>
                </a:lnTo>
                <a:cubicBezTo>
                  <a:pt x="515884" y="107483"/>
                  <a:pt x="519492" y="107331"/>
                  <a:pt x="521373" y="107331"/>
                </a:cubicBezTo>
                <a:cubicBezTo>
                  <a:pt x="523256" y="107331"/>
                  <a:pt x="526862" y="107483"/>
                  <a:pt x="528742" y="107790"/>
                </a:cubicBezTo>
                <a:lnTo>
                  <a:pt x="529056" y="107331"/>
                </a:lnTo>
                <a:cubicBezTo>
                  <a:pt x="527833" y="98565"/>
                  <a:pt x="527646" y="88140"/>
                  <a:pt x="527646" y="76576"/>
                </a:cubicBezTo>
                <a:lnTo>
                  <a:pt x="527646" y="30447"/>
                </a:lnTo>
                <a:cubicBezTo>
                  <a:pt x="527646" y="18916"/>
                  <a:pt x="528304" y="11257"/>
                  <a:pt x="529056" y="1539"/>
                </a:cubicBezTo>
                <a:cubicBezTo>
                  <a:pt x="529056" y="462"/>
                  <a:pt x="528618" y="0"/>
                  <a:pt x="527646" y="0"/>
                </a:cubicBezTo>
                <a:cubicBezTo>
                  <a:pt x="523725" y="1539"/>
                  <a:pt x="520370" y="2615"/>
                  <a:pt x="514004" y="3078"/>
                </a:cubicBezTo>
                <a:lnTo>
                  <a:pt x="513690" y="3537"/>
                </a:lnTo>
                <a:cubicBezTo>
                  <a:pt x="514913" y="10119"/>
                  <a:pt x="515102" y="21529"/>
                  <a:pt x="515102" y="33215"/>
                </a:cubicBezTo>
                <a:lnTo>
                  <a:pt x="515102" y="76576"/>
                </a:lnTo>
                <a:close/>
                <a:moveTo>
                  <a:pt x="589113" y="72698"/>
                </a:moveTo>
                <a:lnTo>
                  <a:pt x="588487" y="91004"/>
                </a:lnTo>
                <a:cubicBezTo>
                  <a:pt x="588487" y="93003"/>
                  <a:pt x="587544" y="94080"/>
                  <a:pt x="586290" y="95004"/>
                </a:cubicBezTo>
                <a:cubicBezTo>
                  <a:pt x="581900" y="98234"/>
                  <a:pt x="576569" y="101002"/>
                  <a:pt x="571865" y="101002"/>
                </a:cubicBezTo>
                <a:cubicBezTo>
                  <a:pt x="564809" y="101002"/>
                  <a:pt x="560261" y="96388"/>
                  <a:pt x="560261" y="91619"/>
                </a:cubicBezTo>
                <a:cubicBezTo>
                  <a:pt x="560261" y="84697"/>
                  <a:pt x="563553" y="79466"/>
                  <a:pt x="575784" y="76236"/>
                </a:cubicBezTo>
                <a:lnTo>
                  <a:pt x="589113" y="72698"/>
                </a:lnTo>
                <a:moveTo>
                  <a:pt x="589113" y="99925"/>
                </a:moveTo>
                <a:cubicBezTo>
                  <a:pt x="590932" y="105921"/>
                  <a:pt x="595605" y="108841"/>
                  <a:pt x="601345" y="108841"/>
                </a:cubicBezTo>
                <a:cubicBezTo>
                  <a:pt x="605295" y="108841"/>
                  <a:pt x="610126" y="107919"/>
                  <a:pt x="613825" y="104077"/>
                </a:cubicBezTo>
                <a:lnTo>
                  <a:pt x="612664" y="100263"/>
                </a:lnTo>
                <a:cubicBezTo>
                  <a:pt x="610939" y="100849"/>
                  <a:pt x="609623" y="101063"/>
                  <a:pt x="608432" y="101063"/>
                </a:cubicBezTo>
                <a:cubicBezTo>
                  <a:pt x="606862" y="101063"/>
                  <a:pt x="604792" y="100786"/>
                  <a:pt x="603821" y="99925"/>
                </a:cubicBezTo>
                <a:cubicBezTo>
                  <a:pt x="602223" y="98511"/>
                  <a:pt x="601218" y="94758"/>
                  <a:pt x="601218" y="87927"/>
                </a:cubicBezTo>
                <a:cubicBezTo>
                  <a:pt x="601218" y="83465"/>
                  <a:pt x="601658" y="66393"/>
                  <a:pt x="601658" y="64700"/>
                </a:cubicBezTo>
                <a:cubicBezTo>
                  <a:pt x="601658" y="43935"/>
                  <a:pt x="587702" y="39783"/>
                  <a:pt x="575784" y="39783"/>
                </a:cubicBezTo>
                <a:cubicBezTo>
                  <a:pt x="563866" y="39783"/>
                  <a:pt x="556655" y="45472"/>
                  <a:pt x="552733" y="48702"/>
                </a:cubicBezTo>
                <a:lnTo>
                  <a:pt x="552265" y="49319"/>
                </a:lnTo>
                <a:lnTo>
                  <a:pt x="554930" y="59623"/>
                </a:lnTo>
                <a:lnTo>
                  <a:pt x="556968" y="59778"/>
                </a:lnTo>
                <a:cubicBezTo>
                  <a:pt x="561359" y="52856"/>
                  <a:pt x="566690" y="46703"/>
                  <a:pt x="574217" y="46703"/>
                </a:cubicBezTo>
                <a:cubicBezTo>
                  <a:pt x="579861" y="46703"/>
                  <a:pt x="589269" y="47473"/>
                  <a:pt x="589269" y="64854"/>
                </a:cubicBezTo>
                <a:cubicBezTo>
                  <a:pt x="589269" y="65931"/>
                  <a:pt x="588642" y="66546"/>
                  <a:pt x="588171" y="66700"/>
                </a:cubicBezTo>
                <a:lnTo>
                  <a:pt x="573590" y="69931"/>
                </a:lnTo>
                <a:cubicBezTo>
                  <a:pt x="557595" y="73468"/>
                  <a:pt x="547561" y="81774"/>
                  <a:pt x="547561" y="92234"/>
                </a:cubicBezTo>
                <a:cubicBezTo>
                  <a:pt x="547561" y="103615"/>
                  <a:pt x="555557" y="108841"/>
                  <a:pt x="567161" y="108841"/>
                </a:cubicBezTo>
                <a:cubicBezTo>
                  <a:pt x="575784" y="108841"/>
                  <a:pt x="580175" y="106845"/>
                  <a:pt x="588487" y="99925"/>
                </a:cubicBezTo>
                <a:lnTo>
                  <a:pt x="589113" y="99925"/>
                </a:lnTo>
                <a:close/>
                <a:moveTo>
                  <a:pt x="630822" y="41435"/>
                </a:moveTo>
                <a:cubicBezTo>
                  <a:pt x="627623" y="41435"/>
                  <a:pt x="624299" y="41374"/>
                  <a:pt x="622354" y="41127"/>
                </a:cubicBezTo>
                <a:cubicBezTo>
                  <a:pt x="621289" y="43649"/>
                  <a:pt x="620442" y="45125"/>
                  <a:pt x="618906" y="47430"/>
                </a:cubicBezTo>
                <a:lnTo>
                  <a:pt x="619689" y="48507"/>
                </a:lnTo>
                <a:cubicBezTo>
                  <a:pt x="622388" y="48322"/>
                  <a:pt x="627247" y="48230"/>
                  <a:pt x="630822" y="48200"/>
                </a:cubicBezTo>
                <a:lnTo>
                  <a:pt x="630822" y="69232"/>
                </a:lnTo>
                <a:cubicBezTo>
                  <a:pt x="630822" y="78443"/>
                  <a:pt x="630353" y="89499"/>
                  <a:pt x="630353" y="94103"/>
                </a:cubicBezTo>
                <a:cubicBezTo>
                  <a:pt x="630353" y="104087"/>
                  <a:pt x="636937" y="108841"/>
                  <a:pt x="644151" y="108841"/>
                </a:cubicBezTo>
                <a:cubicBezTo>
                  <a:pt x="650738" y="108841"/>
                  <a:pt x="655755" y="107307"/>
                  <a:pt x="662340" y="103167"/>
                </a:cubicBezTo>
                <a:lnTo>
                  <a:pt x="660428" y="99383"/>
                </a:lnTo>
                <a:cubicBezTo>
                  <a:pt x="655597" y="101014"/>
                  <a:pt x="651992" y="101168"/>
                  <a:pt x="648070" y="100554"/>
                </a:cubicBezTo>
                <a:cubicBezTo>
                  <a:pt x="644340" y="99970"/>
                  <a:pt x="642897" y="96282"/>
                  <a:pt x="642897" y="87962"/>
                </a:cubicBezTo>
                <a:cubicBezTo>
                  <a:pt x="642897" y="83357"/>
                  <a:pt x="643366" y="76754"/>
                  <a:pt x="643366" y="67545"/>
                </a:cubicBezTo>
                <a:lnTo>
                  <a:pt x="643366" y="48200"/>
                </a:lnTo>
                <a:lnTo>
                  <a:pt x="649326" y="48200"/>
                </a:lnTo>
                <a:cubicBezTo>
                  <a:pt x="653090" y="48200"/>
                  <a:pt x="658545" y="48322"/>
                  <a:pt x="660615" y="48507"/>
                </a:cubicBezTo>
                <a:cubicBezTo>
                  <a:pt x="661086" y="46049"/>
                  <a:pt x="661557" y="44479"/>
                  <a:pt x="662498" y="42204"/>
                </a:cubicBezTo>
                <a:lnTo>
                  <a:pt x="661713" y="41127"/>
                </a:lnTo>
                <a:cubicBezTo>
                  <a:pt x="658890" y="41252"/>
                  <a:pt x="654344" y="41435"/>
                  <a:pt x="650738" y="41435"/>
                </a:cubicBezTo>
                <a:lnTo>
                  <a:pt x="643366" y="41435"/>
                </a:lnTo>
                <a:cubicBezTo>
                  <a:pt x="643366" y="29936"/>
                  <a:pt x="643462" y="27907"/>
                  <a:pt x="644151" y="18991"/>
                </a:cubicBezTo>
                <a:cubicBezTo>
                  <a:pt x="644151" y="17884"/>
                  <a:pt x="643713" y="17454"/>
                  <a:pt x="642739" y="17454"/>
                </a:cubicBezTo>
                <a:cubicBezTo>
                  <a:pt x="638820" y="18991"/>
                  <a:pt x="636875" y="20621"/>
                  <a:pt x="631764" y="21297"/>
                </a:cubicBezTo>
                <a:lnTo>
                  <a:pt x="631451" y="21759"/>
                </a:lnTo>
                <a:cubicBezTo>
                  <a:pt x="631138" y="27109"/>
                  <a:pt x="630822" y="32519"/>
                  <a:pt x="630822" y="41435"/>
                </a:cubicBezTo>
                <a:close/>
                <a:moveTo>
                  <a:pt x="688842" y="65312"/>
                </a:moveTo>
                <a:cubicBezTo>
                  <a:pt x="691507" y="49316"/>
                  <a:pt x="701793" y="45934"/>
                  <a:pt x="706717" y="45934"/>
                </a:cubicBezTo>
                <a:cubicBezTo>
                  <a:pt x="712926" y="45934"/>
                  <a:pt x="719889" y="51625"/>
                  <a:pt x="719889" y="63158"/>
                </a:cubicBezTo>
                <a:cubicBezTo>
                  <a:pt x="719889" y="64542"/>
                  <a:pt x="719262" y="65312"/>
                  <a:pt x="717692" y="65312"/>
                </a:cubicBezTo>
                <a:lnTo>
                  <a:pt x="688842" y="65312"/>
                </a:lnTo>
                <a:moveTo>
                  <a:pt x="730708" y="91309"/>
                </a:moveTo>
                <a:cubicBezTo>
                  <a:pt x="725219" y="97157"/>
                  <a:pt x="717850" y="99773"/>
                  <a:pt x="709225" y="99773"/>
                </a:cubicBezTo>
                <a:cubicBezTo>
                  <a:pt x="703863" y="99773"/>
                  <a:pt x="696462" y="97772"/>
                  <a:pt x="692134" y="91002"/>
                </a:cubicBezTo>
                <a:cubicBezTo>
                  <a:pt x="689373" y="86693"/>
                  <a:pt x="688370" y="80416"/>
                  <a:pt x="688370" y="71460"/>
                </a:cubicBezTo>
                <a:lnTo>
                  <a:pt x="731022" y="71460"/>
                </a:lnTo>
                <a:cubicBezTo>
                  <a:pt x="732747" y="71460"/>
                  <a:pt x="733842" y="70538"/>
                  <a:pt x="733842" y="68847"/>
                </a:cubicBezTo>
                <a:cubicBezTo>
                  <a:pt x="733842" y="55931"/>
                  <a:pt x="727413" y="39783"/>
                  <a:pt x="706717" y="39783"/>
                </a:cubicBezTo>
                <a:cubicBezTo>
                  <a:pt x="690565" y="39783"/>
                  <a:pt x="674572" y="52546"/>
                  <a:pt x="674572" y="75154"/>
                </a:cubicBezTo>
                <a:cubicBezTo>
                  <a:pt x="674572" y="83892"/>
                  <a:pt x="676391" y="92510"/>
                  <a:pt x="681628" y="98696"/>
                </a:cubicBezTo>
                <a:cubicBezTo>
                  <a:pt x="687021" y="105060"/>
                  <a:pt x="695991" y="108841"/>
                  <a:pt x="706559" y="108841"/>
                </a:cubicBezTo>
                <a:cubicBezTo>
                  <a:pt x="717850" y="108841"/>
                  <a:pt x="727885" y="103155"/>
                  <a:pt x="733842" y="95156"/>
                </a:cubicBezTo>
                <a:lnTo>
                  <a:pt x="730708" y="91309"/>
                </a:lnTo>
                <a:close/>
                <a:moveTo>
                  <a:pt x="829493" y="102079"/>
                </a:moveTo>
                <a:cubicBezTo>
                  <a:pt x="820712" y="102079"/>
                  <a:pt x="809423" y="94546"/>
                  <a:pt x="804561" y="85476"/>
                </a:cubicBezTo>
                <a:lnTo>
                  <a:pt x="802994" y="85630"/>
                </a:lnTo>
                <a:cubicBezTo>
                  <a:pt x="802365" y="91164"/>
                  <a:pt x="800642" y="96852"/>
                  <a:pt x="799386" y="101464"/>
                </a:cubicBezTo>
                <a:lnTo>
                  <a:pt x="799700" y="101924"/>
                </a:lnTo>
                <a:cubicBezTo>
                  <a:pt x="799700" y="101924"/>
                  <a:pt x="809892" y="108841"/>
                  <a:pt x="828239" y="108841"/>
                </a:cubicBezTo>
                <a:cubicBezTo>
                  <a:pt x="847526" y="108841"/>
                  <a:pt x="862422" y="97312"/>
                  <a:pt x="862422" y="79482"/>
                </a:cubicBezTo>
                <a:cubicBezTo>
                  <a:pt x="862422" y="61650"/>
                  <a:pt x="847054" y="53379"/>
                  <a:pt x="834354" y="48737"/>
                </a:cubicBezTo>
                <a:cubicBezTo>
                  <a:pt x="826358" y="45817"/>
                  <a:pt x="815223" y="41360"/>
                  <a:pt x="815223" y="28601"/>
                </a:cubicBezTo>
                <a:cubicBezTo>
                  <a:pt x="815223" y="23065"/>
                  <a:pt x="818360" y="16917"/>
                  <a:pt x="822437" y="14766"/>
                </a:cubicBezTo>
                <a:cubicBezTo>
                  <a:pt x="825102" y="13382"/>
                  <a:pt x="828394" y="12920"/>
                  <a:pt x="832002" y="12920"/>
                </a:cubicBezTo>
                <a:cubicBezTo>
                  <a:pt x="840625" y="12920"/>
                  <a:pt x="849093" y="19530"/>
                  <a:pt x="853328" y="29061"/>
                </a:cubicBezTo>
                <a:lnTo>
                  <a:pt x="854895" y="28909"/>
                </a:lnTo>
                <a:cubicBezTo>
                  <a:pt x="855522" y="23373"/>
                  <a:pt x="857092" y="18146"/>
                  <a:pt x="858501" y="13535"/>
                </a:cubicBezTo>
                <a:lnTo>
                  <a:pt x="858187" y="13075"/>
                </a:lnTo>
                <a:cubicBezTo>
                  <a:pt x="858187" y="13075"/>
                  <a:pt x="851603" y="6155"/>
                  <a:pt x="833256" y="6155"/>
                </a:cubicBezTo>
                <a:cubicBezTo>
                  <a:pt x="829024" y="6155"/>
                  <a:pt x="824320" y="6925"/>
                  <a:pt x="819771" y="8771"/>
                </a:cubicBezTo>
                <a:cubicBezTo>
                  <a:pt x="810519" y="12613"/>
                  <a:pt x="802523" y="21529"/>
                  <a:pt x="802523" y="32751"/>
                </a:cubicBezTo>
                <a:cubicBezTo>
                  <a:pt x="802523" y="48892"/>
                  <a:pt x="816479" y="56424"/>
                  <a:pt x="829493" y="61803"/>
                </a:cubicBezTo>
                <a:cubicBezTo>
                  <a:pt x="839685" y="65955"/>
                  <a:pt x="847839" y="71026"/>
                  <a:pt x="847839" y="84094"/>
                </a:cubicBezTo>
                <a:cubicBezTo>
                  <a:pt x="847839" y="95623"/>
                  <a:pt x="838745" y="102079"/>
                  <a:pt x="829493" y="102079"/>
                </a:cubicBezTo>
                <a:close/>
                <a:moveTo>
                  <a:pt x="900839" y="38887"/>
                </a:moveTo>
                <a:cubicBezTo>
                  <a:pt x="900839" y="27349"/>
                  <a:pt x="901152" y="16272"/>
                  <a:pt x="902406" y="8119"/>
                </a:cubicBezTo>
                <a:lnTo>
                  <a:pt x="902251" y="7656"/>
                </a:lnTo>
                <a:cubicBezTo>
                  <a:pt x="900368" y="7966"/>
                  <a:pt x="895977" y="8119"/>
                  <a:pt x="894096" y="8119"/>
                </a:cubicBezTo>
                <a:cubicBezTo>
                  <a:pt x="892213" y="8119"/>
                  <a:pt x="887981" y="7966"/>
                  <a:pt x="886100" y="7656"/>
                </a:cubicBezTo>
                <a:lnTo>
                  <a:pt x="885784" y="8119"/>
                </a:lnTo>
                <a:cubicBezTo>
                  <a:pt x="887041" y="16889"/>
                  <a:pt x="887354" y="27349"/>
                  <a:pt x="887354" y="38887"/>
                </a:cubicBezTo>
                <a:lnTo>
                  <a:pt x="887354" y="76578"/>
                </a:lnTo>
                <a:cubicBezTo>
                  <a:pt x="887354" y="88117"/>
                  <a:pt x="887041" y="99041"/>
                  <a:pt x="885784" y="107340"/>
                </a:cubicBezTo>
                <a:lnTo>
                  <a:pt x="885942" y="107802"/>
                </a:lnTo>
                <a:cubicBezTo>
                  <a:pt x="885942" y="107802"/>
                  <a:pt x="888766" y="107340"/>
                  <a:pt x="894096" y="107340"/>
                </a:cubicBezTo>
                <a:lnTo>
                  <a:pt x="936903" y="107340"/>
                </a:lnTo>
                <a:cubicBezTo>
                  <a:pt x="940195" y="107340"/>
                  <a:pt x="943803" y="107495"/>
                  <a:pt x="946311" y="107802"/>
                </a:cubicBezTo>
                <a:lnTo>
                  <a:pt x="946624" y="107340"/>
                </a:lnTo>
                <a:cubicBezTo>
                  <a:pt x="946469" y="105189"/>
                  <a:pt x="946311" y="102114"/>
                  <a:pt x="946311" y="100577"/>
                </a:cubicBezTo>
                <a:cubicBezTo>
                  <a:pt x="946311" y="99041"/>
                  <a:pt x="946469" y="96425"/>
                  <a:pt x="946624" y="95194"/>
                </a:cubicBezTo>
                <a:lnTo>
                  <a:pt x="946311" y="94579"/>
                </a:lnTo>
                <a:cubicBezTo>
                  <a:pt x="946311" y="94579"/>
                  <a:pt x="923105" y="97964"/>
                  <a:pt x="902093" y="97964"/>
                </a:cubicBezTo>
                <a:cubicBezTo>
                  <a:pt x="900994" y="94272"/>
                  <a:pt x="900839" y="79194"/>
                  <a:pt x="900839" y="76578"/>
                </a:cubicBezTo>
                <a:lnTo>
                  <a:pt x="900839" y="38887"/>
                </a:lnTo>
                <a:close/>
                <a:moveTo>
                  <a:pt x="981434" y="76646"/>
                </a:moveTo>
                <a:lnTo>
                  <a:pt x="981434" y="58699"/>
                </a:lnTo>
                <a:cubicBezTo>
                  <a:pt x="988962" y="58699"/>
                  <a:pt x="1005583" y="59161"/>
                  <a:pt x="1016403" y="60233"/>
                </a:cubicBezTo>
                <a:lnTo>
                  <a:pt x="1016874" y="59774"/>
                </a:lnTo>
                <a:cubicBezTo>
                  <a:pt x="1016558" y="58392"/>
                  <a:pt x="1016403" y="56241"/>
                  <a:pt x="1016403" y="54857"/>
                </a:cubicBezTo>
                <a:cubicBezTo>
                  <a:pt x="1016403" y="53473"/>
                  <a:pt x="1016558" y="51322"/>
                  <a:pt x="1016874" y="49938"/>
                </a:cubicBezTo>
                <a:lnTo>
                  <a:pt x="1016403" y="49476"/>
                </a:lnTo>
                <a:cubicBezTo>
                  <a:pt x="1007150" y="50245"/>
                  <a:pt x="999939" y="51015"/>
                  <a:pt x="981434" y="51015"/>
                </a:cubicBezTo>
                <a:lnTo>
                  <a:pt x="981434" y="39016"/>
                </a:lnTo>
                <a:cubicBezTo>
                  <a:pt x="981434" y="36401"/>
                  <a:pt x="981592" y="20558"/>
                  <a:pt x="982691" y="16868"/>
                </a:cubicBezTo>
                <a:cubicBezTo>
                  <a:pt x="1003700" y="16868"/>
                  <a:pt x="1025339" y="18712"/>
                  <a:pt x="1025339" y="18712"/>
                </a:cubicBezTo>
                <a:lnTo>
                  <a:pt x="1025655" y="18097"/>
                </a:lnTo>
                <a:cubicBezTo>
                  <a:pt x="1025497" y="16868"/>
                  <a:pt x="1025339" y="15484"/>
                  <a:pt x="1025339" y="14100"/>
                </a:cubicBezTo>
                <a:cubicBezTo>
                  <a:pt x="1025339" y="12871"/>
                  <a:pt x="1025497" y="10410"/>
                  <a:pt x="1025655" y="8257"/>
                </a:cubicBezTo>
                <a:lnTo>
                  <a:pt x="1025339" y="7797"/>
                </a:lnTo>
                <a:cubicBezTo>
                  <a:pt x="1022832" y="8104"/>
                  <a:pt x="1019226" y="8257"/>
                  <a:pt x="1015931" y="8257"/>
                </a:cubicBezTo>
                <a:lnTo>
                  <a:pt x="974692" y="8257"/>
                </a:lnTo>
                <a:cubicBezTo>
                  <a:pt x="969361" y="8257"/>
                  <a:pt x="966696" y="7797"/>
                  <a:pt x="966696" y="7797"/>
                </a:cubicBezTo>
                <a:lnTo>
                  <a:pt x="966382" y="8257"/>
                </a:lnTo>
                <a:cubicBezTo>
                  <a:pt x="967636" y="17021"/>
                  <a:pt x="967950" y="27480"/>
                  <a:pt x="967950" y="39016"/>
                </a:cubicBezTo>
                <a:lnTo>
                  <a:pt x="967950" y="76646"/>
                </a:lnTo>
                <a:cubicBezTo>
                  <a:pt x="967950" y="88150"/>
                  <a:pt x="967636" y="99041"/>
                  <a:pt x="966382" y="107340"/>
                </a:cubicBezTo>
                <a:lnTo>
                  <a:pt x="966538" y="107802"/>
                </a:lnTo>
                <a:cubicBezTo>
                  <a:pt x="966538" y="107802"/>
                  <a:pt x="969206" y="107340"/>
                  <a:pt x="974692" y="107340"/>
                </a:cubicBezTo>
                <a:lnTo>
                  <a:pt x="1017501" y="107340"/>
                </a:lnTo>
                <a:cubicBezTo>
                  <a:pt x="1020793" y="107340"/>
                  <a:pt x="1024399" y="107495"/>
                  <a:pt x="1026909" y="107802"/>
                </a:cubicBezTo>
                <a:lnTo>
                  <a:pt x="1027222" y="107340"/>
                </a:lnTo>
                <a:cubicBezTo>
                  <a:pt x="1027064" y="105189"/>
                  <a:pt x="1026909" y="104112"/>
                  <a:pt x="1026909" y="102576"/>
                </a:cubicBezTo>
                <a:cubicBezTo>
                  <a:pt x="1026909" y="101039"/>
                  <a:pt x="1027064" y="98731"/>
                  <a:pt x="1027222" y="97504"/>
                </a:cubicBezTo>
                <a:lnTo>
                  <a:pt x="1026909" y="96892"/>
                </a:lnTo>
                <a:cubicBezTo>
                  <a:pt x="1026909" y="96892"/>
                  <a:pt x="1003700" y="98731"/>
                  <a:pt x="982691" y="98731"/>
                </a:cubicBezTo>
                <a:cubicBezTo>
                  <a:pt x="981592" y="95051"/>
                  <a:pt x="981434" y="79252"/>
                  <a:pt x="981434" y="76646"/>
                </a:cubicBezTo>
                <a:close/>
                <a:moveTo>
                  <a:pt x="1065795" y="76646"/>
                </a:moveTo>
                <a:lnTo>
                  <a:pt x="1065795" y="58699"/>
                </a:lnTo>
                <a:cubicBezTo>
                  <a:pt x="1073322" y="58699"/>
                  <a:pt x="1089944" y="59161"/>
                  <a:pt x="1100763" y="60233"/>
                </a:cubicBezTo>
                <a:lnTo>
                  <a:pt x="1101234" y="59774"/>
                </a:lnTo>
                <a:cubicBezTo>
                  <a:pt x="1100919" y="58392"/>
                  <a:pt x="1100763" y="56241"/>
                  <a:pt x="1100763" y="54857"/>
                </a:cubicBezTo>
                <a:cubicBezTo>
                  <a:pt x="1100763" y="53473"/>
                  <a:pt x="1100919" y="51322"/>
                  <a:pt x="1101234" y="49938"/>
                </a:cubicBezTo>
                <a:lnTo>
                  <a:pt x="1100763" y="49476"/>
                </a:lnTo>
                <a:cubicBezTo>
                  <a:pt x="1091511" y="50245"/>
                  <a:pt x="1084299" y="51015"/>
                  <a:pt x="1065795" y="51015"/>
                </a:cubicBezTo>
                <a:lnTo>
                  <a:pt x="1065795" y="39016"/>
                </a:lnTo>
                <a:cubicBezTo>
                  <a:pt x="1065795" y="36401"/>
                  <a:pt x="1065953" y="20558"/>
                  <a:pt x="1067051" y="16868"/>
                </a:cubicBezTo>
                <a:cubicBezTo>
                  <a:pt x="1088061" y="16868"/>
                  <a:pt x="1109700" y="18712"/>
                  <a:pt x="1109700" y="18712"/>
                </a:cubicBezTo>
                <a:lnTo>
                  <a:pt x="1110015" y="18097"/>
                </a:lnTo>
                <a:cubicBezTo>
                  <a:pt x="1109857" y="16868"/>
                  <a:pt x="1109700" y="15484"/>
                  <a:pt x="1109700" y="14100"/>
                </a:cubicBezTo>
                <a:cubicBezTo>
                  <a:pt x="1109700" y="12871"/>
                  <a:pt x="1109857" y="10410"/>
                  <a:pt x="1110015" y="8257"/>
                </a:cubicBezTo>
                <a:lnTo>
                  <a:pt x="1109700" y="7797"/>
                </a:lnTo>
                <a:cubicBezTo>
                  <a:pt x="1107192" y="8104"/>
                  <a:pt x="1103586" y="8257"/>
                  <a:pt x="1100292" y="8257"/>
                </a:cubicBezTo>
                <a:lnTo>
                  <a:pt x="1059052" y="8257"/>
                </a:lnTo>
                <a:cubicBezTo>
                  <a:pt x="1053722" y="8257"/>
                  <a:pt x="1051056" y="7797"/>
                  <a:pt x="1051056" y="7797"/>
                </a:cubicBezTo>
                <a:lnTo>
                  <a:pt x="1050743" y="8257"/>
                </a:lnTo>
                <a:cubicBezTo>
                  <a:pt x="1051996" y="17021"/>
                  <a:pt x="1052310" y="27480"/>
                  <a:pt x="1052310" y="39016"/>
                </a:cubicBezTo>
                <a:lnTo>
                  <a:pt x="1052310" y="76646"/>
                </a:lnTo>
                <a:cubicBezTo>
                  <a:pt x="1052310" y="88150"/>
                  <a:pt x="1051996" y="99041"/>
                  <a:pt x="1050743" y="107340"/>
                </a:cubicBezTo>
                <a:lnTo>
                  <a:pt x="1050898" y="107802"/>
                </a:lnTo>
                <a:cubicBezTo>
                  <a:pt x="1050898" y="107802"/>
                  <a:pt x="1053566" y="107340"/>
                  <a:pt x="1059052" y="107340"/>
                </a:cubicBezTo>
                <a:lnTo>
                  <a:pt x="1101861" y="107340"/>
                </a:lnTo>
                <a:cubicBezTo>
                  <a:pt x="1105154" y="107340"/>
                  <a:pt x="1108759" y="107495"/>
                  <a:pt x="1111269" y="107802"/>
                </a:cubicBezTo>
                <a:lnTo>
                  <a:pt x="1111583" y="107340"/>
                </a:lnTo>
                <a:cubicBezTo>
                  <a:pt x="1111425" y="105189"/>
                  <a:pt x="1111269" y="104112"/>
                  <a:pt x="1111269" y="102576"/>
                </a:cubicBezTo>
                <a:cubicBezTo>
                  <a:pt x="1111269" y="101039"/>
                  <a:pt x="1111425" y="98731"/>
                  <a:pt x="1111583" y="97504"/>
                </a:cubicBezTo>
                <a:lnTo>
                  <a:pt x="1111269" y="96892"/>
                </a:lnTo>
                <a:cubicBezTo>
                  <a:pt x="1111269" y="96892"/>
                  <a:pt x="1088061" y="98731"/>
                  <a:pt x="1067051" y="98731"/>
                </a:cubicBezTo>
                <a:cubicBezTo>
                  <a:pt x="1065953" y="95051"/>
                  <a:pt x="1065795" y="79252"/>
                  <a:pt x="1065795" y="76646"/>
                </a:cubicBezTo>
                <a:close/>
                <a:moveTo>
                  <a:pt x="1179949" y="6155"/>
                </a:moveTo>
                <a:cubicBezTo>
                  <a:pt x="1153451" y="6155"/>
                  <a:pt x="1128517" y="28599"/>
                  <a:pt x="1128517" y="58882"/>
                </a:cubicBezTo>
                <a:cubicBezTo>
                  <a:pt x="1128517" y="85476"/>
                  <a:pt x="1144040" y="108841"/>
                  <a:pt x="1177755" y="108841"/>
                </a:cubicBezTo>
                <a:cubicBezTo>
                  <a:pt x="1192242" y="108841"/>
                  <a:pt x="1205885" y="104415"/>
                  <a:pt x="1216360" y="91994"/>
                </a:cubicBezTo>
                <a:cubicBezTo>
                  <a:pt x="1216264" y="90242"/>
                  <a:pt x="1215951" y="86860"/>
                  <a:pt x="1215386" y="85476"/>
                </a:cubicBezTo>
                <a:lnTo>
                  <a:pt x="1214290" y="85016"/>
                </a:lnTo>
                <a:cubicBezTo>
                  <a:pt x="1203157" y="97005"/>
                  <a:pt x="1193747" y="101002"/>
                  <a:pt x="1179167" y="101002"/>
                </a:cubicBezTo>
                <a:cubicBezTo>
                  <a:pt x="1159284" y="101002"/>
                  <a:pt x="1144670" y="79942"/>
                  <a:pt x="1144670" y="55962"/>
                </a:cubicBezTo>
                <a:cubicBezTo>
                  <a:pt x="1144670" y="24757"/>
                  <a:pt x="1164897" y="13382"/>
                  <a:pt x="1177755" y="13382"/>
                </a:cubicBezTo>
                <a:cubicBezTo>
                  <a:pt x="1191867" y="13382"/>
                  <a:pt x="1203313" y="18916"/>
                  <a:pt x="1209742" y="31522"/>
                </a:cubicBezTo>
                <a:lnTo>
                  <a:pt x="1211625" y="31367"/>
                </a:lnTo>
                <a:cubicBezTo>
                  <a:pt x="1212187" y="23528"/>
                  <a:pt x="1212721" y="20823"/>
                  <a:pt x="1214446" y="14304"/>
                </a:cubicBezTo>
                <a:lnTo>
                  <a:pt x="1214132" y="13842"/>
                </a:lnTo>
                <a:cubicBezTo>
                  <a:pt x="1214132" y="13842"/>
                  <a:pt x="1199080" y="6155"/>
                  <a:pt x="1179949" y="61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Rules">
            <a:extLst xmlns:a="http://schemas.openxmlformats.org/drawingml/2006/main">
              <a:ext uri="{FF2B5EF4-FFF2-40B4-BE49-F238E27FC236}">
                <a16:creationId xmlns:a16="http://schemas.microsoft.com/office/drawing/2014/main" id="{F131C9CD-ED1C-4B63-8788-6937D699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23" y="1878868"/>
            <a:ext cx="326436" cy="108844"/>
          </a:xfrm>
          <a:custGeom xmlns:a="http://schemas.openxmlformats.org/drawingml/2006/main">
            <a:pathLst>
              <a:path w="326436" h="108844">
                <a:moveTo>
                  <a:pt x="47700" y="13052"/>
                </a:moveTo>
                <a:cubicBezTo>
                  <a:pt x="55822" y="13052"/>
                  <a:pt x="64008" y="17236"/>
                  <a:pt x="64008" y="28866"/>
                </a:cubicBezTo>
                <a:cubicBezTo>
                  <a:pt x="64008" y="40895"/>
                  <a:pt x="61436" y="43818"/>
                  <a:pt x="57234" y="48125"/>
                </a:cubicBezTo>
                <a:cubicBezTo>
                  <a:pt x="52090" y="53384"/>
                  <a:pt x="44783" y="54339"/>
                  <a:pt x="33243" y="54339"/>
                </a:cubicBezTo>
                <a:lnTo>
                  <a:pt x="26501" y="54339"/>
                </a:lnTo>
                <a:lnTo>
                  <a:pt x="33997" y="19821"/>
                </a:lnTo>
                <a:cubicBezTo>
                  <a:pt x="34968" y="15360"/>
                  <a:pt x="36567" y="13052"/>
                  <a:pt x="47700" y="13052"/>
                </a:cubicBezTo>
                <a:moveTo>
                  <a:pt x="25058" y="61101"/>
                </a:moveTo>
                <a:lnTo>
                  <a:pt x="29166" y="61101"/>
                </a:lnTo>
                <a:cubicBezTo>
                  <a:pt x="32523" y="64885"/>
                  <a:pt x="37665" y="72881"/>
                  <a:pt x="43027" y="81401"/>
                </a:cubicBezTo>
                <a:cubicBezTo>
                  <a:pt x="49520" y="91706"/>
                  <a:pt x="56514" y="103179"/>
                  <a:pt x="59179" y="107790"/>
                </a:cubicBezTo>
                <a:cubicBezTo>
                  <a:pt x="62251" y="107331"/>
                  <a:pt x="67113" y="107331"/>
                  <a:pt x="70092" y="107331"/>
                </a:cubicBezTo>
                <a:cubicBezTo>
                  <a:pt x="73229" y="107331"/>
                  <a:pt x="75110" y="107331"/>
                  <a:pt x="78153" y="107790"/>
                </a:cubicBezTo>
                <a:lnTo>
                  <a:pt x="78560" y="107331"/>
                </a:lnTo>
                <a:cubicBezTo>
                  <a:pt x="73260" y="102224"/>
                  <a:pt x="62472" y="87861"/>
                  <a:pt x="55385" y="76635"/>
                </a:cubicBezTo>
                <a:cubicBezTo>
                  <a:pt x="50554" y="69037"/>
                  <a:pt x="48015" y="65101"/>
                  <a:pt x="44503" y="60456"/>
                </a:cubicBezTo>
                <a:cubicBezTo>
                  <a:pt x="52750" y="59166"/>
                  <a:pt x="64103" y="55784"/>
                  <a:pt x="70719" y="48125"/>
                </a:cubicBezTo>
                <a:cubicBezTo>
                  <a:pt x="74923" y="43262"/>
                  <a:pt x="78904" y="37787"/>
                  <a:pt x="78904" y="29143"/>
                </a:cubicBezTo>
                <a:cubicBezTo>
                  <a:pt x="78904" y="12622"/>
                  <a:pt x="64352" y="7058"/>
                  <a:pt x="48860" y="7058"/>
                </a:cubicBezTo>
                <a:cubicBezTo>
                  <a:pt x="44941" y="7058"/>
                  <a:pt x="34528" y="8133"/>
                  <a:pt x="29824" y="8133"/>
                </a:cubicBezTo>
                <a:cubicBezTo>
                  <a:pt x="24493" y="8133"/>
                  <a:pt x="21921" y="7673"/>
                  <a:pt x="21921" y="7673"/>
                </a:cubicBezTo>
                <a:lnTo>
                  <a:pt x="21515" y="8133"/>
                </a:lnTo>
                <a:cubicBezTo>
                  <a:pt x="20857" y="16899"/>
                  <a:pt x="18911" y="27358"/>
                  <a:pt x="16401" y="38894"/>
                </a:cubicBezTo>
                <a:lnTo>
                  <a:pt x="8250" y="76574"/>
                </a:lnTo>
                <a:cubicBezTo>
                  <a:pt x="5740" y="88107"/>
                  <a:pt x="3075" y="99027"/>
                  <a:pt x="0" y="107331"/>
                </a:cubicBezTo>
                <a:lnTo>
                  <a:pt x="65" y="107793"/>
                </a:lnTo>
                <a:cubicBezTo>
                  <a:pt x="65" y="107793"/>
                  <a:pt x="2823" y="107331"/>
                  <a:pt x="8312" y="107331"/>
                </a:cubicBezTo>
                <a:cubicBezTo>
                  <a:pt x="13643" y="107331"/>
                  <a:pt x="16215" y="107793"/>
                  <a:pt x="16215" y="107793"/>
                </a:cubicBezTo>
                <a:lnTo>
                  <a:pt x="16622" y="107331"/>
                </a:lnTo>
                <a:cubicBezTo>
                  <a:pt x="17280" y="98565"/>
                  <a:pt x="19256" y="88107"/>
                  <a:pt x="21735" y="76574"/>
                </a:cubicBezTo>
                <a:lnTo>
                  <a:pt x="25058" y="61101"/>
                </a:lnTo>
                <a:close/>
                <a:moveTo>
                  <a:pt x="132751" y="97502"/>
                </a:moveTo>
                <a:lnTo>
                  <a:pt x="133064" y="97502"/>
                </a:lnTo>
                <a:lnTo>
                  <a:pt x="131715" y="107331"/>
                </a:lnTo>
                <a:cubicBezTo>
                  <a:pt x="131653" y="107638"/>
                  <a:pt x="132093" y="107790"/>
                  <a:pt x="133033" y="107790"/>
                </a:cubicBezTo>
                <a:cubicBezTo>
                  <a:pt x="135165" y="107516"/>
                  <a:pt x="136263" y="107331"/>
                  <a:pt x="138553" y="107331"/>
                </a:cubicBezTo>
                <a:cubicBezTo>
                  <a:pt x="140496" y="107331"/>
                  <a:pt x="143443" y="107485"/>
                  <a:pt x="145420" y="107790"/>
                </a:cubicBezTo>
                <a:lnTo>
                  <a:pt x="145829" y="107331"/>
                </a:lnTo>
                <a:cubicBezTo>
                  <a:pt x="145984" y="100727"/>
                  <a:pt x="147052" y="89362"/>
                  <a:pt x="149559" y="77845"/>
                </a:cubicBezTo>
                <a:lnTo>
                  <a:pt x="151442" y="69091"/>
                </a:lnTo>
                <a:cubicBezTo>
                  <a:pt x="153949" y="57571"/>
                  <a:pt x="155832" y="49586"/>
                  <a:pt x="159031" y="41446"/>
                </a:cubicBezTo>
                <a:lnTo>
                  <a:pt x="158967" y="40984"/>
                </a:lnTo>
                <a:cubicBezTo>
                  <a:pt x="158967" y="40984"/>
                  <a:pt x="156679" y="41446"/>
                  <a:pt x="151191" y="41446"/>
                </a:cubicBezTo>
                <a:cubicBezTo>
                  <a:pt x="145860" y="41446"/>
                  <a:pt x="143757" y="40984"/>
                  <a:pt x="143757" y="40984"/>
                </a:cubicBezTo>
                <a:lnTo>
                  <a:pt x="143350" y="41446"/>
                </a:lnTo>
                <a:cubicBezTo>
                  <a:pt x="142848" y="50201"/>
                  <a:pt x="141438" y="57418"/>
                  <a:pt x="138897" y="69091"/>
                </a:cubicBezTo>
                <a:lnTo>
                  <a:pt x="134569" y="89055"/>
                </a:lnTo>
                <a:cubicBezTo>
                  <a:pt x="129458" y="93756"/>
                  <a:pt x="121587" y="100387"/>
                  <a:pt x="114562" y="100387"/>
                </a:cubicBezTo>
                <a:cubicBezTo>
                  <a:pt x="106941" y="100387"/>
                  <a:pt x="103960" y="97931"/>
                  <a:pt x="106941" y="84270"/>
                </a:cubicBezTo>
                <a:lnTo>
                  <a:pt x="110234" y="69074"/>
                </a:lnTo>
                <a:cubicBezTo>
                  <a:pt x="112710" y="57562"/>
                  <a:pt x="114624" y="49581"/>
                  <a:pt x="117792" y="41446"/>
                </a:cubicBezTo>
                <a:lnTo>
                  <a:pt x="117727" y="40984"/>
                </a:lnTo>
                <a:cubicBezTo>
                  <a:pt x="117727" y="40984"/>
                  <a:pt x="115440" y="41446"/>
                  <a:pt x="109951" y="41446"/>
                </a:cubicBezTo>
                <a:cubicBezTo>
                  <a:pt x="104621" y="41446"/>
                  <a:pt x="102517" y="40984"/>
                  <a:pt x="102517" y="40984"/>
                </a:cubicBezTo>
                <a:lnTo>
                  <a:pt x="102111" y="41446"/>
                </a:lnTo>
                <a:cubicBezTo>
                  <a:pt x="101639" y="50196"/>
                  <a:pt x="100230" y="57409"/>
                  <a:pt x="97689" y="69074"/>
                </a:cubicBezTo>
                <a:lnTo>
                  <a:pt x="93581" y="87955"/>
                </a:lnTo>
                <a:cubicBezTo>
                  <a:pt x="91353" y="98239"/>
                  <a:pt x="93299" y="108841"/>
                  <a:pt x="107882" y="108841"/>
                </a:cubicBezTo>
                <a:cubicBezTo>
                  <a:pt x="114311" y="108841"/>
                  <a:pt x="121962" y="106690"/>
                  <a:pt x="132751" y="97472"/>
                </a:cubicBezTo>
                <a:lnTo>
                  <a:pt x="132751" y="97502"/>
                </a:lnTo>
                <a:close/>
                <a:moveTo>
                  <a:pt x="184402" y="94699"/>
                </a:moveTo>
                <a:cubicBezTo>
                  <a:pt x="184402" y="90857"/>
                  <a:pt x="185374" y="87197"/>
                  <a:pt x="186283" y="83015"/>
                </a:cubicBezTo>
                <a:lnTo>
                  <a:pt x="197574" y="30440"/>
                </a:lnTo>
                <a:cubicBezTo>
                  <a:pt x="200050" y="18909"/>
                  <a:pt x="201964" y="10823"/>
                  <a:pt x="204943" y="1539"/>
                </a:cubicBezTo>
                <a:cubicBezTo>
                  <a:pt x="205101" y="462"/>
                  <a:pt x="204787" y="0"/>
                  <a:pt x="203845" y="0"/>
                </a:cubicBezTo>
                <a:cubicBezTo>
                  <a:pt x="199612" y="1539"/>
                  <a:pt x="196320" y="2461"/>
                  <a:pt x="189891" y="2920"/>
                </a:cubicBezTo>
                <a:lnTo>
                  <a:pt x="189420" y="3383"/>
                </a:lnTo>
                <a:cubicBezTo>
                  <a:pt x="189262" y="9993"/>
                  <a:pt x="186879" y="21522"/>
                  <a:pt x="184402" y="33206"/>
                </a:cubicBezTo>
                <a:lnTo>
                  <a:pt x="174210" y="81479"/>
                </a:lnTo>
                <a:cubicBezTo>
                  <a:pt x="172956" y="87319"/>
                  <a:pt x="171073" y="95468"/>
                  <a:pt x="171073" y="97927"/>
                </a:cubicBezTo>
                <a:cubicBezTo>
                  <a:pt x="171073" y="104847"/>
                  <a:pt x="174616" y="108841"/>
                  <a:pt x="180796" y="108841"/>
                </a:cubicBezTo>
                <a:cubicBezTo>
                  <a:pt x="187068" y="108841"/>
                  <a:pt x="194846" y="106228"/>
                  <a:pt x="198201" y="104230"/>
                </a:cubicBezTo>
                <a:lnTo>
                  <a:pt x="198201" y="100233"/>
                </a:lnTo>
                <a:lnTo>
                  <a:pt x="197887" y="99773"/>
                </a:lnTo>
                <a:cubicBezTo>
                  <a:pt x="190204" y="101002"/>
                  <a:pt x="184402" y="102909"/>
                  <a:pt x="184402" y="94699"/>
                </a:cubicBezTo>
                <a:close/>
                <a:moveTo>
                  <a:pt x="255590" y="51378"/>
                </a:moveTo>
                <a:cubicBezTo>
                  <a:pt x="255590" y="64418"/>
                  <a:pt x="243203" y="69307"/>
                  <a:pt x="224919" y="70076"/>
                </a:cubicBezTo>
                <a:cubicBezTo>
                  <a:pt x="230345" y="49316"/>
                  <a:pt x="240380" y="45319"/>
                  <a:pt x="247845" y="45319"/>
                </a:cubicBezTo>
                <a:cubicBezTo>
                  <a:pt x="253176" y="45319"/>
                  <a:pt x="255590" y="47257"/>
                  <a:pt x="255590" y="51378"/>
                </a:cubicBezTo>
                <a:moveTo>
                  <a:pt x="224105" y="75366"/>
                </a:moveTo>
                <a:cubicBezTo>
                  <a:pt x="264529" y="73766"/>
                  <a:pt x="267352" y="57468"/>
                  <a:pt x="267352" y="51561"/>
                </a:cubicBezTo>
                <a:cubicBezTo>
                  <a:pt x="267352" y="44951"/>
                  <a:pt x="263055" y="39786"/>
                  <a:pt x="251451" y="39786"/>
                </a:cubicBezTo>
                <a:cubicBezTo>
                  <a:pt x="223758" y="39786"/>
                  <a:pt x="209804" y="65894"/>
                  <a:pt x="209804" y="85337"/>
                </a:cubicBezTo>
                <a:cubicBezTo>
                  <a:pt x="209804" y="97955"/>
                  <a:pt x="217801" y="108844"/>
                  <a:pt x="230972" y="108844"/>
                </a:cubicBezTo>
                <a:cubicBezTo>
                  <a:pt x="244175" y="108844"/>
                  <a:pt x="255903" y="103155"/>
                  <a:pt x="262083" y="94661"/>
                </a:cubicBezTo>
                <a:cubicBezTo>
                  <a:pt x="261237" y="93001"/>
                  <a:pt x="260923" y="88844"/>
                  <a:pt x="260514" y="86846"/>
                </a:cubicBezTo>
                <a:lnTo>
                  <a:pt x="259574" y="86691"/>
                </a:lnTo>
                <a:cubicBezTo>
                  <a:pt x="255121" y="94385"/>
                  <a:pt x="244270" y="101464"/>
                  <a:pt x="236774" y="101464"/>
                </a:cubicBezTo>
                <a:cubicBezTo>
                  <a:pt x="229781" y="101464"/>
                  <a:pt x="223665" y="95461"/>
                  <a:pt x="223665" y="81798"/>
                </a:cubicBezTo>
                <a:cubicBezTo>
                  <a:pt x="223665" y="80381"/>
                  <a:pt x="224010" y="76534"/>
                  <a:pt x="224105" y="75366"/>
                </a:cubicBezTo>
                <a:close/>
                <a:moveTo>
                  <a:pt x="274470" y="92541"/>
                </a:moveTo>
                <a:lnTo>
                  <a:pt x="270111" y="104692"/>
                </a:lnTo>
                <a:cubicBezTo>
                  <a:pt x="277920" y="107767"/>
                  <a:pt x="286010" y="108841"/>
                  <a:pt x="291656" y="108841"/>
                </a:cubicBezTo>
                <a:cubicBezTo>
                  <a:pt x="308560" y="108841"/>
                  <a:pt x="319002" y="99648"/>
                  <a:pt x="319002" y="87312"/>
                </a:cubicBezTo>
                <a:cubicBezTo>
                  <a:pt x="319002" y="81680"/>
                  <a:pt x="316305" y="75159"/>
                  <a:pt x="307117" y="70545"/>
                </a:cubicBezTo>
                <a:cubicBezTo>
                  <a:pt x="300217" y="67069"/>
                  <a:pt x="294949" y="63161"/>
                  <a:pt x="294949" y="55502"/>
                </a:cubicBezTo>
                <a:cubicBezTo>
                  <a:pt x="294949" y="48857"/>
                  <a:pt x="300688" y="45934"/>
                  <a:pt x="307117" y="45934"/>
                </a:cubicBezTo>
                <a:cubicBezTo>
                  <a:pt x="314800" y="45934"/>
                  <a:pt x="318846" y="51317"/>
                  <a:pt x="319942" y="55624"/>
                </a:cubicBezTo>
                <a:lnTo>
                  <a:pt x="322014" y="55469"/>
                </a:lnTo>
                <a:lnTo>
                  <a:pt x="326436" y="45164"/>
                </a:lnTo>
                <a:lnTo>
                  <a:pt x="326215" y="44705"/>
                </a:lnTo>
                <a:cubicBezTo>
                  <a:pt x="322483" y="42399"/>
                  <a:pt x="317090" y="39783"/>
                  <a:pt x="309563" y="39783"/>
                </a:cubicBezTo>
                <a:cubicBezTo>
                  <a:pt x="297803" y="39783"/>
                  <a:pt x="282780" y="44951"/>
                  <a:pt x="282780" y="60639"/>
                </a:cubicBezTo>
                <a:cubicBezTo>
                  <a:pt x="282780" y="62978"/>
                  <a:pt x="283282" y="65037"/>
                  <a:pt x="284067" y="66546"/>
                </a:cubicBezTo>
                <a:cubicBezTo>
                  <a:pt x="286357" y="71160"/>
                  <a:pt x="291467" y="74545"/>
                  <a:pt x="296233" y="77467"/>
                </a:cubicBezTo>
                <a:cubicBezTo>
                  <a:pt x="301784" y="80880"/>
                  <a:pt x="306522" y="85372"/>
                  <a:pt x="306522" y="90603"/>
                </a:cubicBezTo>
                <a:cubicBezTo>
                  <a:pt x="306522" y="99125"/>
                  <a:pt x="299497" y="102693"/>
                  <a:pt x="292690" y="102693"/>
                </a:cubicBezTo>
                <a:cubicBezTo>
                  <a:pt x="286481" y="102693"/>
                  <a:pt x="278703" y="99001"/>
                  <a:pt x="276698" y="92388"/>
                </a:cubicBezTo>
                <a:lnTo>
                  <a:pt x="274470" y="925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𝑡𝑜">
            <a:extLst xmlns:a="http://schemas.openxmlformats.org/drawingml/2006/main">
              <a:ext uri="{FF2B5EF4-FFF2-40B4-BE49-F238E27FC236}">
                <a16:creationId xmlns:a16="http://schemas.microsoft.com/office/drawing/2014/main" id="{F8CDD32E-4B7A-4E09-B471-1EF76CBC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93" y="1899872"/>
            <a:ext cx="110838" cy="87838"/>
          </a:xfrm>
          <a:custGeom xmlns:a="http://schemas.openxmlformats.org/drawingml/2006/main">
            <a:pathLst>
              <a:path w="110838" h="87838">
                <a:moveTo>
                  <a:pt x="13066" y="20293"/>
                </a:moveTo>
                <a:lnTo>
                  <a:pt x="4919" y="20753"/>
                </a:lnTo>
                <a:cubicBezTo>
                  <a:pt x="1999" y="20907"/>
                  <a:pt x="922" y="22137"/>
                  <a:pt x="615" y="23366"/>
                </a:cubicBezTo>
                <a:cubicBezTo>
                  <a:pt x="460" y="23828"/>
                  <a:pt x="0" y="25672"/>
                  <a:pt x="0" y="25979"/>
                </a:cubicBezTo>
                <a:cubicBezTo>
                  <a:pt x="0" y="26286"/>
                  <a:pt x="460" y="26286"/>
                  <a:pt x="922" y="26286"/>
                </a:cubicBezTo>
                <a:lnTo>
                  <a:pt x="11682" y="26286"/>
                </a:lnTo>
                <a:lnTo>
                  <a:pt x="2306" y="68150"/>
                </a:lnTo>
                <a:cubicBezTo>
                  <a:pt x="1229" y="73074"/>
                  <a:pt x="152" y="77845"/>
                  <a:pt x="152" y="80768"/>
                </a:cubicBezTo>
                <a:cubicBezTo>
                  <a:pt x="152" y="86301"/>
                  <a:pt x="2920" y="87838"/>
                  <a:pt x="7685" y="87838"/>
                </a:cubicBezTo>
                <a:cubicBezTo>
                  <a:pt x="14604" y="87838"/>
                  <a:pt x="24750" y="81537"/>
                  <a:pt x="29976" y="71997"/>
                </a:cubicBezTo>
                <a:cubicBezTo>
                  <a:pt x="29516" y="69996"/>
                  <a:pt x="28439" y="69072"/>
                  <a:pt x="26593" y="69072"/>
                </a:cubicBezTo>
                <a:cubicBezTo>
                  <a:pt x="19523" y="77076"/>
                  <a:pt x="16755" y="78614"/>
                  <a:pt x="14297" y="78614"/>
                </a:cubicBezTo>
                <a:cubicBezTo>
                  <a:pt x="13835" y="78614"/>
                  <a:pt x="12299" y="78307"/>
                  <a:pt x="12299" y="76461"/>
                </a:cubicBezTo>
                <a:cubicBezTo>
                  <a:pt x="12299" y="75075"/>
                  <a:pt x="12758" y="71997"/>
                  <a:pt x="13988" y="66764"/>
                </a:cubicBezTo>
                <a:lnTo>
                  <a:pt x="23058" y="26286"/>
                </a:lnTo>
                <a:lnTo>
                  <a:pt x="38125" y="26286"/>
                </a:lnTo>
                <a:cubicBezTo>
                  <a:pt x="39969" y="25519"/>
                  <a:pt x="41353" y="21522"/>
                  <a:pt x="39661" y="20293"/>
                </a:cubicBezTo>
                <a:lnTo>
                  <a:pt x="24442" y="20293"/>
                </a:lnTo>
                <a:lnTo>
                  <a:pt x="25979" y="13373"/>
                </a:lnTo>
                <a:cubicBezTo>
                  <a:pt x="26593" y="10453"/>
                  <a:pt x="27977" y="5996"/>
                  <a:pt x="27977" y="4150"/>
                </a:cubicBezTo>
                <a:cubicBezTo>
                  <a:pt x="27977" y="1536"/>
                  <a:pt x="26748" y="0"/>
                  <a:pt x="21829" y="0"/>
                </a:cubicBezTo>
                <a:cubicBezTo>
                  <a:pt x="16293" y="0"/>
                  <a:pt x="16603" y="6918"/>
                  <a:pt x="15064" y="12606"/>
                </a:cubicBezTo>
                <a:lnTo>
                  <a:pt x="13066" y="20293"/>
                </a:lnTo>
                <a:close/>
                <a:moveTo>
                  <a:pt x="64104" y="60168"/>
                </a:moveTo>
                <a:cubicBezTo>
                  <a:pt x="64104" y="46330"/>
                  <a:pt x="70100" y="23884"/>
                  <a:pt x="86396" y="23884"/>
                </a:cubicBezTo>
                <a:cubicBezTo>
                  <a:pt x="91007" y="23884"/>
                  <a:pt x="93466" y="26345"/>
                  <a:pt x="95619" y="30649"/>
                </a:cubicBezTo>
                <a:cubicBezTo>
                  <a:pt x="97617" y="34494"/>
                  <a:pt x="98077" y="40180"/>
                  <a:pt x="98077" y="44794"/>
                </a:cubicBezTo>
                <a:cubicBezTo>
                  <a:pt x="98077" y="50942"/>
                  <a:pt x="97155" y="64165"/>
                  <a:pt x="91467" y="72774"/>
                </a:cubicBezTo>
                <a:cubicBezTo>
                  <a:pt x="87163" y="79384"/>
                  <a:pt x="80860" y="82152"/>
                  <a:pt x="75171" y="82152"/>
                </a:cubicBezTo>
                <a:cubicBezTo>
                  <a:pt x="70714" y="82152"/>
                  <a:pt x="64104" y="76309"/>
                  <a:pt x="64104" y="60168"/>
                </a:cubicBezTo>
                <a:moveTo>
                  <a:pt x="51344" y="61397"/>
                </a:moveTo>
                <a:cubicBezTo>
                  <a:pt x="51344" y="69543"/>
                  <a:pt x="53342" y="87838"/>
                  <a:pt x="72865" y="87838"/>
                </a:cubicBezTo>
                <a:cubicBezTo>
                  <a:pt x="77787" y="87838"/>
                  <a:pt x="82551" y="87223"/>
                  <a:pt x="87010" y="84917"/>
                </a:cubicBezTo>
                <a:cubicBezTo>
                  <a:pt x="100383" y="78155"/>
                  <a:pt x="110838" y="61859"/>
                  <a:pt x="110838" y="43717"/>
                </a:cubicBezTo>
                <a:cubicBezTo>
                  <a:pt x="110838" y="32648"/>
                  <a:pt x="108070" y="18813"/>
                  <a:pt x="89161" y="18813"/>
                </a:cubicBezTo>
                <a:cubicBezTo>
                  <a:pt x="63490" y="18813"/>
                  <a:pt x="51344" y="42948"/>
                  <a:pt x="51344" y="613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FOL">
            <a:extLst xmlns:a="http://schemas.openxmlformats.org/drawingml/2006/main">
              <a:ext uri="{FF2B5EF4-FFF2-40B4-BE49-F238E27FC236}">
                <a16:creationId xmlns:a16="http://schemas.microsoft.com/office/drawing/2014/main" id="{DD4A11B5-7A5A-4CC0-8D5C-E9627064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571" y="1885024"/>
            <a:ext cx="256215" cy="102686"/>
          </a:xfrm>
          <a:custGeom xmlns:a="http://schemas.openxmlformats.org/drawingml/2006/main">
            <a:pathLst>
              <a:path w="256215" h="102686">
                <a:moveTo>
                  <a:pt x="49080" y="2102"/>
                </a:moveTo>
                <a:lnTo>
                  <a:pt x="8310" y="2102"/>
                </a:lnTo>
                <a:cubicBezTo>
                  <a:pt x="2979" y="2102"/>
                  <a:pt x="313" y="1642"/>
                  <a:pt x="313" y="1642"/>
                </a:cubicBezTo>
                <a:lnTo>
                  <a:pt x="0" y="2102"/>
                </a:lnTo>
                <a:cubicBezTo>
                  <a:pt x="1254" y="10865"/>
                  <a:pt x="1567" y="21325"/>
                  <a:pt x="1567" y="32861"/>
                </a:cubicBezTo>
                <a:lnTo>
                  <a:pt x="1567" y="70493"/>
                </a:lnTo>
                <a:cubicBezTo>
                  <a:pt x="1567" y="81999"/>
                  <a:pt x="1254" y="92893"/>
                  <a:pt x="0" y="101175"/>
                </a:cubicBezTo>
                <a:lnTo>
                  <a:pt x="156" y="101635"/>
                </a:lnTo>
                <a:cubicBezTo>
                  <a:pt x="156" y="101635"/>
                  <a:pt x="2823" y="101175"/>
                  <a:pt x="8310" y="101175"/>
                </a:cubicBezTo>
                <a:cubicBezTo>
                  <a:pt x="13643" y="101175"/>
                  <a:pt x="16308" y="101635"/>
                  <a:pt x="16308" y="101635"/>
                </a:cubicBezTo>
                <a:lnTo>
                  <a:pt x="16622" y="101175"/>
                </a:lnTo>
                <a:cubicBezTo>
                  <a:pt x="15365" y="92431"/>
                  <a:pt x="15052" y="81999"/>
                  <a:pt x="15052" y="70493"/>
                </a:cubicBezTo>
                <a:lnTo>
                  <a:pt x="15052" y="52544"/>
                </a:lnTo>
                <a:cubicBezTo>
                  <a:pt x="22579" y="52544"/>
                  <a:pt x="39201" y="53006"/>
                  <a:pt x="50020" y="54078"/>
                </a:cubicBezTo>
                <a:lnTo>
                  <a:pt x="50492" y="53618"/>
                </a:lnTo>
                <a:cubicBezTo>
                  <a:pt x="50176" y="52237"/>
                  <a:pt x="50020" y="50086"/>
                  <a:pt x="50020" y="48702"/>
                </a:cubicBezTo>
                <a:cubicBezTo>
                  <a:pt x="50020" y="47318"/>
                  <a:pt x="50176" y="45167"/>
                  <a:pt x="50492" y="43783"/>
                </a:cubicBezTo>
                <a:lnTo>
                  <a:pt x="50020" y="43321"/>
                </a:lnTo>
                <a:cubicBezTo>
                  <a:pt x="40768" y="44090"/>
                  <a:pt x="33557" y="44859"/>
                  <a:pt x="15052" y="44859"/>
                </a:cubicBezTo>
                <a:lnTo>
                  <a:pt x="15052" y="32861"/>
                </a:lnTo>
                <a:cubicBezTo>
                  <a:pt x="15052" y="30246"/>
                  <a:pt x="15210" y="14403"/>
                  <a:pt x="16308" y="10713"/>
                </a:cubicBezTo>
                <a:cubicBezTo>
                  <a:pt x="37318" y="10713"/>
                  <a:pt x="58957" y="12557"/>
                  <a:pt x="58957" y="12557"/>
                </a:cubicBezTo>
                <a:lnTo>
                  <a:pt x="59273" y="11942"/>
                </a:lnTo>
                <a:cubicBezTo>
                  <a:pt x="59115" y="10713"/>
                  <a:pt x="58957" y="8714"/>
                  <a:pt x="58957" y="7330"/>
                </a:cubicBezTo>
                <a:cubicBezTo>
                  <a:pt x="58957" y="6099"/>
                  <a:pt x="59115" y="4255"/>
                  <a:pt x="59273" y="2102"/>
                </a:cubicBezTo>
                <a:lnTo>
                  <a:pt x="58957" y="1642"/>
                </a:lnTo>
                <a:cubicBezTo>
                  <a:pt x="56449" y="1949"/>
                  <a:pt x="52844" y="2102"/>
                  <a:pt x="49080" y="2102"/>
                </a:cubicBezTo>
                <a:close/>
                <a:moveTo>
                  <a:pt x="119956" y="6765"/>
                </a:moveTo>
                <a:cubicBezTo>
                  <a:pt x="142063" y="6765"/>
                  <a:pt x="156178" y="21522"/>
                  <a:pt x="156178" y="53496"/>
                </a:cubicBezTo>
                <a:cubicBezTo>
                  <a:pt x="156178" y="81012"/>
                  <a:pt x="143162" y="95923"/>
                  <a:pt x="125286" y="95923"/>
                </a:cubicBezTo>
                <a:cubicBezTo>
                  <a:pt x="106471" y="95923"/>
                  <a:pt x="88595" y="80397"/>
                  <a:pt x="88595" y="50883"/>
                </a:cubicBezTo>
                <a:cubicBezTo>
                  <a:pt x="88595" y="18602"/>
                  <a:pt x="104901" y="6765"/>
                  <a:pt x="119956" y="6765"/>
                </a:cubicBezTo>
                <a:moveTo>
                  <a:pt x="172328" y="50576"/>
                </a:moveTo>
                <a:cubicBezTo>
                  <a:pt x="172328" y="20140"/>
                  <a:pt x="150218" y="0"/>
                  <a:pt x="121994" y="0"/>
                </a:cubicBezTo>
                <a:cubicBezTo>
                  <a:pt x="93926" y="0"/>
                  <a:pt x="72443" y="23368"/>
                  <a:pt x="72443" y="53496"/>
                </a:cubicBezTo>
                <a:cubicBezTo>
                  <a:pt x="72443" y="83780"/>
                  <a:pt x="95180" y="102686"/>
                  <a:pt x="122150" y="102686"/>
                </a:cubicBezTo>
                <a:cubicBezTo>
                  <a:pt x="152101" y="102686"/>
                  <a:pt x="172328" y="81319"/>
                  <a:pt x="172328" y="50576"/>
                </a:cubicBezTo>
                <a:close/>
                <a:moveTo>
                  <a:pt x="210430" y="32732"/>
                </a:moveTo>
                <a:cubicBezTo>
                  <a:pt x="210430" y="21194"/>
                  <a:pt x="210744" y="10117"/>
                  <a:pt x="211997" y="1963"/>
                </a:cubicBezTo>
                <a:lnTo>
                  <a:pt x="211842" y="1501"/>
                </a:lnTo>
                <a:cubicBezTo>
                  <a:pt x="209959" y="1811"/>
                  <a:pt x="205568" y="1963"/>
                  <a:pt x="203688" y="1963"/>
                </a:cubicBezTo>
                <a:cubicBezTo>
                  <a:pt x="201805" y="1963"/>
                  <a:pt x="197572" y="1811"/>
                  <a:pt x="195691" y="1501"/>
                </a:cubicBezTo>
                <a:lnTo>
                  <a:pt x="195376" y="1963"/>
                </a:lnTo>
                <a:cubicBezTo>
                  <a:pt x="196632" y="10734"/>
                  <a:pt x="196945" y="21194"/>
                  <a:pt x="196945" y="32732"/>
                </a:cubicBezTo>
                <a:lnTo>
                  <a:pt x="196945" y="70423"/>
                </a:lnTo>
                <a:cubicBezTo>
                  <a:pt x="196945" y="81962"/>
                  <a:pt x="196632" y="92886"/>
                  <a:pt x="195376" y="101185"/>
                </a:cubicBezTo>
                <a:lnTo>
                  <a:pt x="195534" y="101647"/>
                </a:lnTo>
                <a:cubicBezTo>
                  <a:pt x="195534" y="101647"/>
                  <a:pt x="198357" y="101185"/>
                  <a:pt x="203688" y="101185"/>
                </a:cubicBezTo>
                <a:lnTo>
                  <a:pt x="246494" y="101185"/>
                </a:lnTo>
                <a:cubicBezTo>
                  <a:pt x="249786" y="101185"/>
                  <a:pt x="253395" y="101340"/>
                  <a:pt x="255902" y="101647"/>
                </a:cubicBezTo>
                <a:lnTo>
                  <a:pt x="256215" y="101185"/>
                </a:lnTo>
                <a:cubicBezTo>
                  <a:pt x="256060" y="99034"/>
                  <a:pt x="255902" y="95959"/>
                  <a:pt x="255902" y="94422"/>
                </a:cubicBezTo>
                <a:cubicBezTo>
                  <a:pt x="255902" y="92886"/>
                  <a:pt x="256060" y="90270"/>
                  <a:pt x="256215" y="89039"/>
                </a:cubicBezTo>
                <a:lnTo>
                  <a:pt x="255902" y="88424"/>
                </a:lnTo>
                <a:cubicBezTo>
                  <a:pt x="255902" y="88424"/>
                  <a:pt x="232696" y="91809"/>
                  <a:pt x="211684" y="91809"/>
                </a:cubicBezTo>
                <a:cubicBezTo>
                  <a:pt x="210586" y="88117"/>
                  <a:pt x="210430" y="73039"/>
                  <a:pt x="210430" y="70423"/>
                </a:cubicBezTo>
                <a:lnTo>
                  <a:pt x="210430" y="32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∗">
            <a:extLst xmlns:a="http://schemas.openxmlformats.org/drawingml/2006/main">
              <a:ext uri="{FF2B5EF4-FFF2-40B4-BE49-F238E27FC236}">
                <a16:creationId xmlns:a16="http://schemas.microsoft.com/office/drawing/2014/main" id="{E9D37FAE-1E92-45B1-9ED6-70166EA4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529" y="1874285"/>
            <a:ext cx="43268" cy="48256"/>
          </a:xfrm>
          <a:custGeom xmlns:a="http://schemas.openxmlformats.org/drawingml/2006/main">
            <a:pathLst>
              <a:path w="43268" h="48256">
                <a:moveTo>
                  <a:pt x="43268" y="14464"/>
                </a:moveTo>
                <a:cubicBezTo>
                  <a:pt x="43268" y="12344"/>
                  <a:pt x="41521" y="10101"/>
                  <a:pt x="39278" y="10101"/>
                </a:cubicBezTo>
                <a:cubicBezTo>
                  <a:pt x="36409" y="10101"/>
                  <a:pt x="26184" y="20326"/>
                  <a:pt x="22569" y="22445"/>
                </a:cubicBezTo>
                <a:cubicBezTo>
                  <a:pt x="22569" y="15463"/>
                  <a:pt x="26060" y="8480"/>
                  <a:pt x="26060" y="4239"/>
                </a:cubicBezTo>
                <a:cubicBezTo>
                  <a:pt x="26060" y="1621"/>
                  <a:pt x="24314" y="0"/>
                  <a:pt x="21696" y="0"/>
                </a:cubicBezTo>
                <a:cubicBezTo>
                  <a:pt x="19201" y="0"/>
                  <a:pt x="17706" y="1747"/>
                  <a:pt x="17706" y="4239"/>
                </a:cubicBezTo>
                <a:cubicBezTo>
                  <a:pt x="17706" y="9102"/>
                  <a:pt x="20699" y="15712"/>
                  <a:pt x="20699" y="22445"/>
                </a:cubicBezTo>
                <a:cubicBezTo>
                  <a:pt x="16709" y="20077"/>
                  <a:pt x="6983" y="9601"/>
                  <a:pt x="4365" y="9601"/>
                </a:cubicBezTo>
                <a:cubicBezTo>
                  <a:pt x="2120" y="9601"/>
                  <a:pt x="124" y="11722"/>
                  <a:pt x="124" y="13965"/>
                </a:cubicBezTo>
                <a:cubicBezTo>
                  <a:pt x="124" y="18330"/>
                  <a:pt x="14839" y="21323"/>
                  <a:pt x="19700" y="24066"/>
                </a:cubicBezTo>
                <a:cubicBezTo>
                  <a:pt x="14464" y="27059"/>
                  <a:pt x="4738" y="28555"/>
                  <a:pt x="2243" y="30176"/>
                </a:cubicBezTo>
                <a:cubicBezTo>
                  <a:pt x="997" y="31049"/>
                  <a:pt x="0" y="32171"/>
                  <a:pt x="0" y="33793"/>
                </a:cubicBezTo>
                <a:cubicBezTo>
                  <a:pt x="0" y="36036"/>
                  <a:pt x="1745" y="38032"/>
                  <a:pt x="3990" y="38032"/>
                </a:cubicBezTo>
                <a:cubicBezTo>
                  <a:pt x="6857" y="38032"/>
                  <a:pt x="16958" y="27931"/>
                  <a:pt x="20699" y="25811"/>
                </a:cubicBezTo>
                <a:cubicBezTo>
                  <a:pt x="20699" y="32670"/>
                  <a:pt x="17207" y="39653"/>
                  <a:pt x="17207" y="44015"/>
                </a:cubicBezTo>
                <a:cubicBezTo>
                  <a:pt x="17207" y="46510"/>
                  <a:pt x="19078" y="48256"/>
                  <a:pt x="21570" y="48256"/>
                </a:cubicBezTo>
                <a:cubicBezTo>
                  <a:pt x="24064" y="48256"/>
                  <a:pt x="25562" y="46386"/>
                  <a:pt x="25562" y="44015"/>
                </a:cubicBezTo>
                <a:cubicBezTo>
                  <a:pt x="25562" y="38903"/>
                  <a:pt x="22693" y="32421"/>
                  <a:pt x="22693" y="25811"/>
                </a:cubicBezTo>
                <a:cubicBezTo>
                  <a:pt x="26559" y="28056"/>
                  <a:pt x="36409" y="38530"/>
                  <a:pt x="38903" y="38530"/>
                </a:cubicBezTo>
                <a:cubicBezTo>
                  <a:pt x="41148" y="38530"/>
                  <a:pt x="43142" y="36411"/>
                  <a:pt x="43142" y="34165"/>
                </a:cubicBezTo>
                <a:cubicBezTo>
                  <a:pt x="43142" y="32544"/>
                  <a:pt x="42019" y="31422"/>
                  <a:pt x="40773" y="30674"/>
                </a:cubicBezTo>
                <a:cubicBezTo>
                  <a:pt x="37531" y="28555"/>
                  <a:pt x="28928" y="27183"/>
                  <a:pt x="23566" y="24066"/>
                </a:cubicBezTo>
                <a:cubicBezTo>
                  <a:pt x="29426" y="20575"/>
                  <a:pt x="37408" y="20077"/>
                  <a:pt x="41023" y="17955"/>
                </a:cubicBezTo>
                <a:cubicBezTo>
                  <a:pt x="42394" y="17207"/>
                  <a:pt x="43268" y="16085"/>
                  <a:pt x="43268" y="144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022BD-39AB-48FF-9F98-8B70D576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424" y="2374711"/>
            <a:ext cx="1754894" cy="583206"/>
          </a:xfrm>
          <a:custGeom xmlns:a="http://schemas.openxmlformats.org/drawingml/2006/main">
            <a:pathLst>
              <a:path w="1754894" h="583206">
                <a:moveTo>
                  <a:pt x="1686569" y="0"/>
                </a:moveTo>
                <a:lnTo>
                  <a:pt x="68325" y="0"/>
                </a:lnTo>
                <a:cubicBezTo>
                  <a:pt x="30590" y="0"/>
                  <a:pt x="0" y="30589"/>
                  <a:pt x="0" y="68325"/>
                </a:cubicBezTo>
                <a:lnTo>
                  <a:pt x="0" y="514881"/>
                </a:lnTo>
                <a:cubicBezTo>
                  <a:pt x="0" y="552616"/>
                  <a:pt x="30590" y="583206"/>
                  <a:pt x="68325" y="583206"/>
                </a:cubicBezTo>
                <a:lnTo>
                  <a:pt x="1686569" y="583206"/>
                </a:lnTo>
                <a:cubicBezTo>
                  <a:pt x="1724304" y="583206"/>
                  <a:pt x="1754894" y="552616"/>
                  <a:pt x="1754894" y="514881"/>
                </a:cubicBezTo>
                <a:lnTo>
                  <a:pt x="1754894" y="68325"/>
                </a:lnTo>
                <a:cubicBezTo>
                  <a:pt x="1754894" y="30589"/>
                  <a:pt x="1724304" y="0"/>
                  <a:pt x="1686569" y="0"/>
                </a:cubicBezTo>
                <a:close/>
                <a:moveTo>
                  <a:pt x="0" y="583206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70319-675C-4122-8459-BA5DA51E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424" y="2374711"/>
            <a:ext cx="1754894" cy="583206"/>
          </a:xfrm>
          <a:custGeom xmlns:a="http://schemas.openxmlformats.org/drawingml/2006/main">
            <a:pathLst>
              <a:path w="1754894" h="583206" fill="none">
                <a:moveTo>
                  <a:pt x="1686569" y="0"/>
                </a:moveTo>
                <a:lnTo>
                  <a:pt x="68325" y="0"/>
                </a:lnTo>
                <a:cubicBezTo>
                  <a:pt x="30590" y="0"/>
                  <a:pt x="0" y="30589"/>
                  <a:pt x="0" y="68325"/>
                </a:cubicBezTo>
                <a:lnTo>
                  <a:pt x="0" y="514881"/>
                </a:lnTo>
                <a:cubicBezTo>
                  <a:pt x="0" y="552616"/>
                  <a:pt x="30590" y="583206"/>
                  <a:pt x="68325" y="583206"/>
                </a:cubicBezTo>
                <a:lnTo>
                  <a:pt x="1686569" y="583206"/>
                </a:lnTo>
                <a:cubicBezTo>
                  <a:pt x="1724304" y="583206"/>
                  <a:pt x="1754894" y="552616"/>
                  <a:pt x="1754894" y="514881"/>
                </a:cubicBezTo>
                <a:lnTo>
                  <a:pt x="1754894" y="68325"/>
                </a:lnTo>
                <a:cubicBezTo>
                  <a:pt x="1754894" y="30589"/>
                  <a:pt x="1724304" y="0"/>
                  <a:pt x="1686569" y="0"/>
                </a:cubicBezTo>
                <a:close/>
                <a:moveTo>
                  <a:pt x="0" y="583206"/>
                </a:moveTo>
              </a:path>
            </a:pathLst>
          </a:custGeom>
          <a:noFill xmlns:a="http://schemas.openxmlformats.org/drawingml/2006/main"/>
          <a:ln xmlns:a="http://schemas.openxmlformats.org/drawingml/2006/main" w="6832" cap="flat">
            <a:solidFill>
              <a:srgbClr val="CCCCFF"/>
            </a:solidFill>
            <a:miter/>
          </a:ln>
        </p:spPr>
      </p:sp>
      <p:sp>
        <p:nvSpPr>
          <p:cNvPr id="44" name="Text 2.CheckFOL">
            <a:extLst xmlns:a="http://schemas.openxmlformats.org/drawingml/2006/main">
              <a:ext uri="{FF2B5EF4-FFF2-40B4-BE49-F238E27FC236}">
                <a16:creationId xmlns:a16="http://schemas.microsoft.com/office/drawing/2014/main" id="{77C8F7FC-7B71-4E75-B715-E1F2A193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297" y="2503083"/>
            <a:ext cx="883022" cy="108841"/>
          </a:xfrm>
          <a:custGeom xmlns:a="http://schemas.openxmlformats.org/drawingml/2006/main">
            <a:pathLst>
              <a:path w="883022" h="108841">
                <a:moveTo>
                  <a:pt x="26563" y="22275"/>
                </a:moveTo>
                <a:cubicBezTo>
                  <a:pt x="34779" y="22275"/>
                  <a:pt x="43151" y="29683"/>
                  <a:pt x="43151" y="40471"/>
                </a:cubicBezTo>
                <a:cubicBezTo>
                  <a:pt x="43151" y="46898"/>
                  <a:pt x="41271" y="55075"/>
                  <a:pt x="37193" y="61071"/>
                </a:cubicBezTo>
                <a:cubicBezTo>
                  <a:pt x="25934" y="77519"/>
                  <a:pt x="7996" y="92921"/>
                  <a:pt x="282" y="100115"/>
                </a:cubicBezTo>
                <a:cubicBezTo>
                  <a:pt x="93" y="100699"/>
                  <a:pt x="0" y="101347"/>
                  <a:pt x="0" y="102053"/>
                </a:cubicBezTo>
                <a:cubicBezTo>
                  <a:pt x="0" y="104359"/>
                  <a:pt x="782" y="106789"/>
                  <a:pt x="1598" y="108109"/>
                </a:cubicBezTo>
                <a:cubicBezTo>
                  <a:pt x="13171" y="107802"/>
                  <a:pt x="19818" y="107342"/>
                  <a:pt x="31267" y="107342"/>
                </a:cubicBezTo>
                <a:cubicBezTo>
                  <a:pt x="42555" y="107342"/>
                  <a:pt x="47324" y="107650"/>
                  <a:pt x="58519" y="108109"/>
                </a:cubicBezTo>
                <a:cubicBezTo>
                  <a:pt x="58268" y="106512"/>
                  <a:pt x="58017" y="104696"/>
                  <a:pt x="58017" y="103036"/>
                </a:cubicBezTo>
                <a:cubicBezTo>
                  <a:pt x="58017" y="100547"/>
                  <a:pt x="58206" y="98147"/>
                  <a:pt x="58801" y="95811"/>
                </a:cubicBezTo>
                <a:cubicBezTo>
                  <a:pt x="49958" y="96580"/>
                  <a:pt x="45159" y="97042"/>
                  <a:pt x="30106" y="97042"/>
                </a:cubicBezTo>
                <a:cubicBezTo>
                  <a:pt x="24618" y="97042"/>
                  <a:pt x="21608" y="97042"/>
                  <a:pt x="17311" y="97350"/>
                </a:cubicBezTo>
                <a:cubicBezTo>
                  <a:pt x="17184" y="97103"/>
                  <a:pt x="17122" y="96888"/>
                  <a:pt x="17122" y="96580"/>
                </a:cubicBezTo>
                <a:cubicBezTo>
                  <a:pt x="17122" y="95135"/>
                  <a:pt x="18722" y="93505"/>
                  <a:pt x="19883" y="92431"/>
                </a:cubicBezTo>
                <a:cubicBezTo>
                  <a:pt x="27503" y="85206"/>
                  <a:pt x="34873" y="78288"/>
                  <a:pt x="45252" y="64606"/>
                </a:cubicBezTo>
                <a:cubicBezTo>
                  <a:pt x="51023" y="56952"/>
                  <a:pt x="56636" y="47081"/>
                  <a:pt x="56636" y="38381"/>
                </a:cubicBezTo>
                <a:cubicBezTo>
                  <a:pt x="56636" y="23725"/>
                  <a:pt x="46632" y="13514"/>
                  <a:pt x="29133" y="13514"/>
                </a:cubicBezTo>
                <a:cubicBezTo>
                  <a:pt x="14865" y="13514"/>
                  <a:pt x="5706" y="21353"/>
                  <a:pt x="2132" y="25979"/>
                </a:cubicBezTo>
                <a:lnTo>
                  <a:pt x="5520" y="36628"/>
                </a:lnTo>
                <a:lnTo>
                  <a:pt x="7589" y="36783"/>
                </a:lnTo>
                <a:cubicBezTo>
                  <a:pt x="9752" y="32153"/>
                  <a:pt x="10506" y="28941"/>
                  <a:pt x="14487" y="25824"/>
                </a:cubicBezTo>
                <a:cubicBezTo>
                  <a:pt x="17624" y="23356"/>
                  <a:pt x="22173" y="22275"/>
                  <a:pt x="26563" y="22275"/>
                </a:cubicBezTo>
                <a:close/>
                <a:moveTo>
                  <a:pt x="73131" y="100542"/>
                </a:moveTo>
                <a:cubicBezTo>
                  <a:pt x="74512" y="105675"/>
                  <a:pt x="76708" y="107767"/>
                  <a:pt x="81599" y="108841"/>
                </a:cubicBezTo>
                <a:lnTo>
                  <a:pt x="82228" y="108841"/>
                </a:lnTo>
                <a:cubicBezTo>
                  <a:pt x="86650" y="107767"/>
                  <a:pt x="89095" y="105492"/>
                  <a:pt x="90693" y="100542"/>
                </a:cubicBezTo>
                <a:lnTo>
                  <a:pt x="90693" y="99925"/>
                </a:lnTo>
                <a:cubicBezTo>
                  <a:pt x="89253" y="95590"/>
                  <a:pt x="86774" y="93224"/>
                  <a:pt x="82228" y="91624"/>
                </a:cubicBezTo>
                <a:lnTo>
                  <a:pt x="81599" y="91624"/>
                </a:lnTo>
                <a:cubicBezTo>
                  <a:pt x="76864" y="93500"/>
                  <a:pt x="74574" y="95837"/>
                  <a:pt x="73131" y="99925"/>
                </a:cubicBezTo>
                <a:lnTo>
                  <a:pt x="73131" y="100542"/>
                </a:lnTo>
                <a:close/>
                <a:moveTo>
                  <a:pt x="210022" y="6155"/>
                </a:moveTo>
                <a:cubicBezTo>
                  <a:pt x="183523" y="6155"/>
                  <a:pt x="158590" y="28599"/>
                  <a:pt x="158590" y="58882"/>
                </a:cubicBezTo>
                <a:cubicBezTo>
                  <a:pt x="158590" y="85476"/>
                  <a:pt x="174113" y="108841"/>
                  <a:pt x="207828" y="108841"/>
                </a:cubicBezTo>
                <a:cubicBezTo>
                  <a:pt x="222315" y="108841"/>
                  <a:pt x="235958" y="104415"/>
                  <a:pt x="246433" y="91994"/>
                </a:cubicBezTo>
                <a:cubicBezTo>
                  <a:pt x="246337" y="90242"/>
                  <a:pt x="246024" y="86860"/>
                  <a:pt x="245459" y="85476"/>
                </a:cubicBezTo>
                <a:lnTo>
                  <a:pt x="244363" y="85016"/>
                </a:lnTo>
                <a:cubicBezTo>
                  <a:pt x="233230" y="97005"/>
                  <a:pt x="223820" y="101002"/>
                  <a:pt x="209239" y="101002"/>
                </a:cubicBezTo>
                <a:cubicBezTo>
                  <a:pt x="189357" y="101002"/>
                  <a:pt x="174743" y="79942"/>
                  <a:pt x="174743" y="55962"/>
                </a:cubicBezTo>
                <a:cubicBezTo>
                  <a:pt x="174743" y="24757"/>
                  <a:pt x="194970" y="13382"/>
                  <a:pt x="207828" y="13382"/>
                </a:cubicBezTo>
                <a:cubicBezTo>
                  <a:pt x="221940" y="13382"/>
                  <a:pt x="233386" y="18916"/>
                  <a:pt x="239815" y="31522"/>
                </a:cubicBezTo>
                <a:lnTo>
                  <a:pt x="241698" y="31367"/>
                </a:lnTo>
                <a:cubicBezTo>
                  <a:pt x="242260" y="23528"/>
                  <a:pt x="242794" y="20823"/>
                  <a:pt x="244519" y="14304"/>
                </a:cubicBezTo>
                <a:lnTo>
                  <a:pt x="244205" y="13842"/>
                </a:lnTo>
                <a:cubicBezTo>
                  <a:pt x="244205" y="13842"/>
                  <a:pt x="229153" y="6155"/>
                  <a:pt x="210022" y="6155"/>
                </a:cubicBezTo>
                <a:close/>
                <a:moveTo>
                  <a:pt x="283251" y="53163"/>
                </a:moveTo>
                <a:lnTo>
                  <a:pt x="283251" y="30262"/>
                </a:lnTo>
                <a:cubicBezTo>
                  <a:pt x="283251" y="18895"/>
                  <a:pt x="283909" y="10969"/>
                  <a:pt x="284660" y="1536"/>
                </a:cubicBezTo>
                <a:cubicBezTo>
                  <a:pt x="284660" y="462"/>
                  <a:pt x="284222" y="0"/>
                  <a:pt x="283251" y="0"/>
                </a:cubicBezTo>
                <a:cubicBezTo>
                  <a:pt x="279329" y="1536"/>
                  <a:pt x="275975" y="2613"/>
                  <a:pt x="269608" y="3073"/>
                </a:cubicBezTo>
                <a:lnTo>
                  <a:pt x="269294" y="3535"/>
                </a:lnTo>
                <a:cubicBezTo>
                  <a:pt x="270517" y="10108"/>
                  <a:pt x="270706" y="21660"/>
                  <a:pt x="270706" y="33333"/>
                </a:cubicBezTo>
                <a:lnTo>
                  <a:pt x="270706" y="79630"/>
                </a:lnTo>
                <a:cubicBezTo>
                  <a:pt x="270706" y="91080"/>
                  <a:pt x="270517" y="98712"/>
                  <a:pt x="269294" y="107331"/>
                </a:cubicBezTo>
                <a:lnTo>
                  <a:pt x="269608" y="107790"/>
                </a:lnTo>
                <a:cubicBezTo>
                  <a:pt x="271488" y="107483"/>
                  <a:pt x="275096" y="107331"/>
                  <a:pt x="276977" y="107331"/>
                </a:cubicBezTo>
                <a:cubicBezTo>
                  <a:pt x="278860" y="107331"/>
                  <a:pt x="282466" y="107483"/>
                  <a:pt x="284346" y="107790"/>
                </a:cubicBezTo>
                <a:lnTo>
                  <a:pt x="284660" y="107331"/>
                </a:lnTo>
                <a:cubicBezTo>
                  <a:pt x="283502" y="98527"/>
                  <a:pt x="283251" y="91326"/>
                  <a:pt x="283251" y="79630"/>
                </a:cubicBezTo>
                <a:lnTo>
                  <a:pt x="283251" y="61627"/>
                </a:lnTo>
                <a:cubicBezTo>
                  <a:pt x="291247" y="52394"/>
                  <a:pt x="300434" y="49009"/>
                  <a:pt x="305985" y="49009"/>
                </a:cubicBezTo>
                <a:cubicBezTo>
                  <a:pt x="313984" y="49009"/>
                  <a:pt x="317276" y="52087"/>
                  <a:pt x="317276" y="64549"/>
                </a:cubicBezTo>
                <a:lnTo>
                  <a:pt x="317276" y="79630"/>
                </a:lnTo>
                <a:cubicBezTo>
                  <a:pt x="317276" y="91173"/>
                  <a:pt x="317118" y="99050"/>
                  <a:pt x="315865" y="107331"/>
                </a:cubicBezTo>
                <a:lnTo>
                  <a:pt x="316178" y="107790"/>
                </a:lnTo>
                <a:cubicBezTo>
                  <a:pt x="318061" y="107483"/>
                  <a:pt x="321667" y="107331"/>
                  <a:pt x="323547" y="107331"/>
                </a:cubicBezTo>
                <a:cubicBezTo>
                  <a:pt x="325430" y="107331"/>
                  <a:pt x="329036" y="107483"/>
                  <a:pt x="330919" y="107790"/>
                </a:cubicBezTo>
                <a:lnTo>
                  <a:pt x="331232" y="107331"/>
                </a:lnTo>
                <a:cubicBezTo>
                  <a:pt x="329976" y="98527"/>
                  <a:pt x="329821" y="91326"/>
                  <a:pt x="329821" y="79630"/>
                </a:cubicBezTo>
                <a:cubicBezTo>
                  <a:pt x="329821" y="74706"/>
                  <a:pt x="330134" y="69013"/>
                  <a:pt x="330134" y="64090"/>
                </a:cubicBezTo>
                <a:cubicBezTo>
                  <a:pt x="330134" y="48085"/>
                  <a:pt x="324803" y="39783"/>
                  <a:pt x="310689" y="39783"/>
                </a:cubicBezTo>
                <a:cubicBezTo>
                  <a:pt x="304732" y="39783"/>
                  <a:pt x="293599" y="42092"/>
                  <a:pt x="283564" y="53625"/>
                </a:cubicBezTo>
                <a:lnTo>
                  <a:pt x="283251" y="53163"/>
                </a:lnTo>
                <a:close/>
                <a:moveTo>
                  <a:pt x="362279" y="65312"/>
                </a:moveTo>
                <a:cubicBezTo>
                  <a:pt x="364945" y="49316"/>
                  <a:pt x="375231" y="45934"/>
                  <a:pt x="380155" y="45934"/>
                </a:cubicBezTo>
                <a:cubicBezTo>
                  <a:pt x="386363" y="45934"/>
                  <a:pt x="393326" y="51625"/>
                  <a:pt x="393326" y="63158"/>
                </a:cubicBezTo>
                <a:cubicBezTo>
                  <a:pt x="393326" y="64542"/>
                  <a:pt x="392699" y="65312"/>
                  <a:pt x="391130" y="65312"/>
                </a:cubicBezTo>
                <a:lnTo>
                  <a:pt x="362279" y="65312"/>
                </a:lnTo>
                <a:moveTo>
                  <a:pt x="404145" y="91309"/>
                </a:moveTo>
                <a:cubicBezTo>
                  <a:pt x="398657" y="97157"/>
                  <a:pt x="391287" y="99773"/>
                  <a:pt x="382662" y="99773"/>
                </a:cubicBezTo>
                <a:cubicBezTo>
                  <a:pt x="377300" y="99773"/>
                  <a:pt x="369900" y="97772"/>
                  <a:pt x="365571" y="91002"/>
                </a:cubicBezTo>
                <a:cubicBezTo>
                  <a:pt x="362810" y="86693"/>
                  <a:pt x="361808" y="80416"/>
                  <a:pt x="361808" y="71460"/>
                </a:cubicBezTo>
                <a:lnTo>
                  <a:pt x="404459" y="71460"/>
                </a:lnTo>
                <a:cubicBezTo>
                  <a:pt x="406184" y="71460"/>
                  <a:pt x="407280" y="70538"/>
                  <a:pt x="407280" y="68847"/>
                </a:cubicBezTo>
                <a:cubicBezTo>
                  <a:pt x="407280" y="55931"/>
                  <a:pt x="400851" y="39783"/>
                  <a:pt x="380155" y="39783"/>
                </a:cubicBezTo>
                <a:cubicBezTo>
                  <a:pt x="364002" y="39783"/>
                  <a:pt x="348010" y="52546"/>
                  <a:pt x="348010" y="75154"/>
                </a:cubicBezTo>
                <a:cubicBezTo>
                  <a:pt x="348010" y="83892"/>
                  <a:pt x="349828" y="92510"/>
                  <a:pt x="355065" y="98696"/>
                </a:cubicBezTo>
                <a:cubicBezTo>
                  <a:pt x="360458" y="105060"/>
                  <a:pt x="369428" y="108841"/>
                  <a:pt x="379997" y="108841"/>
                </a:cubicBezTo>
                <a:cubicBezTo>
                  <a:pt x="391287" y="108841"/>
                  <a:pt x="401322" y="103155"/>
                  <a:pt x="407280" y="95156"/>
                </a:cubicBezTo>
                <a:lnTo>
                  <a:pt x="404145" y="91309"/>
                </a:lnTo>
                <a:close/>
                <a:moveTo>
                  <a:pt x="454009" y="45934"/>
                </a:moveTo>
                <a:cubicBezTo>
                  <a:pt x="460060" y="45934"/>
                  <a:pt x="465549" y="50302"/>
                  <a:pt x="469688" y="57315"/>
                </a:cubicBezTo>
                <a:lnTo>
                  <a:pt x="471727" y="57163"/>
                </a:lnTo>
                <a:lnTo>
                  <a:pt x="475332" y="44550"/>
                </a:lnTo>
                <a:lnTo>
                  <a:pt x="475019" y="44090"/>
                </a:lnTo>
                <a:cubicBezTo>
                  <a:pt x="470159" y="41629"/>
                  <a:pt x="462005" y="39783"/>
                  <a:pt x="454165" y="39783"/>
                </a:cubicBezTo>
                <a:cubicBezTo>
                  <a:pt x="437857" y="39783"/>
                  <a:pt x="420766" y="52856"/>
                  <a:pt x="420766" y="73775"/>
                </a:cubicBezTo>
                <a:cubicBezTo>
                  <a:pt x="420766" y="95156"/>
                  <a:pt x="433153" y="108841"/>
                  <a:pt x="452284" y="108841"/>
                </a:cubicBezTo>
                <a:cubicBezTo>
                  <a:pt x="461692" y="108841"/>
                  <a:pt x="469061" y="105768"/>
                  <a:pt x="475332" y="97927"/>
                </a:cubicBezTo>
                <a:lnTo>
                  <a:pt x="472354" y="94694"/>
                </a:lnTo>
                <a:lnTo>
                  <a:pt x="471727" y="94694"/>
                </a:lnTo>
                <a:cubicBezTo>
                  <a:pt x="465769" y="99925"/>
                  <a:pt x="460783" y="101157"/>
                  <a:pt x="454950" y="101157"/>
                </a:cubicBezTo>
                <a:cubicBezTo>
                  <a:pt x="443503" y="101157"/>
                  <a:pt x="434564" y="91004"/>
                  <a:pt x="434564" y="73006"/>
                </a:cubicBezTo>
                <a:cubicBezTo>
                  <a:pt x="434564" y="56086"/>
                  <a:pt x="443659" y="45934"/>
                  <a:pt x="454009" y="45934"/>
                </a:cubicBezTo>
                <a:close/>
                <a:moveTo>
                  <a:pt x="496190" y="76602"/>
                </a:moveTo>
                <a:cubicBezTo>
                  <a:pt x="496190" y="88032"/>
                  <a:pt x="495970" y="99095"/>
                  <a:pt x="494778" y="107331"/>
                </a:cubicBezTo>
                <a:lnTo>
                  <a:pt x="495091" y="107790"/>
                </a:lnTo>
                <a:cubicBezTo>
                  <a:pt x="496972" y="107483"/>
                  <a:pt x="500580" y="107331"/>
                  <a:pt x="502461" y="107331"/>
                </a:cubicBezTo>
                <a:cubicBezTo>
                  <a:pt x="504344" y="107331"/>
                  <a:pt x="507949" y="107483"/>
                  <a:pt x="509830" y="107790"/>
                </a:cubicBezTo>
                <a:lnTo>
                  <a:pt x="510143" y="107331"/>
                </a:lnTo>
                <a:cubicBezTo>
                  <a:pt x="508921" y="98572"/>
                  <a:pt x="508734" y="88154"/>
                  <a:pt x="508734" y="76602"/>
                </a:cubicBezTo>
                <a:lnTo>
                  <a:pt x="508734" y="75063"/>
                </a:lnTo>
                <a:cubicBezTo>
                  <a:pt x="510019" y="75096"/>
                  <a:pt x="513814" y="75556"/>
                  <a:pt x="515163" y="76754"/>
                </a:cubicBezTo>
                <a:cubicBezTo>
                  <a:pt x="525353" y="87202"/>
                  <a:pt x="529117" y="92733"/>
                  <a:pt x="539781" y="107790"/>
                </a:cubicBezTo>
                <a:cubicBezTo>
                  <a:pt x="542164" y="107516"/>
                  <a:pt x="547464" y="107331"/>
                  <a:pt x="550129" y="107331"/>
                </a:cubicBezTo>
                <a:cubicBezTo>
                  <a:pt x="552763" y="107331"/>
                  <a:pt x="558128" y="107516"/>
                  <a:pt x="559537" y="107790"/>
                </a:cubicBezTo>
                <a:lnTo>
                  <a:pt x="559850" y="107331"/>
                </a:lnTo>
                <a:cubicBezTo>
                  <a:pt x="548186" y="95255"/>
                  <a:pt x="539843" y="88462"/>
                  <a:pt x="524884" y="70759"/>
                </a:cubicBezTo>
                <a:cubicBezTo>
                  <a:pt x="531062" y="64467"/>
                  <a:pt x="546366" y="49886"/>
                  <a:pt x="556558" y="41446"/>
                </a:cubicBezTo>
                <a:lnTo>
                  <a:pt x="556245" y="40984"/>
                </a:lnTo>
                <a:cubicBezTo>
                  <a:pt x="553266" y="41446"/>
                  <a:pt x="544640" y="41446"/>
                  <a:pt x="540408" y="41446"/>
                </a:cubicBezTo>
                <a:cubicBezTo>
                  <a:pt x="533634" y="51022"/>
                  <a:pt x="521841" y="63454"/>
                  <a:pt x="515632" y="68150"/>
                </a:cubicBezTo>
                <a:cubicBezTo>
                  <a:pt x="513625" y="69654"/>
                  <a:pt x="510773" y="70268"/>
                  <a:pt x="508734" y="70421"/>
                </a:cubicBezTo>
                <a:lnTo>
                  <a:pt x="508734" y="30508"/>
                </a:lnTo>
                <a:cubicBezTo>
                  <a:pt x="508734" y="18953"/>
                  <a:pt x="509392" y="11281"/>
                  <a:pt x="510143" y="1541"/>
                </a:cubicBezTo>
                <a:cubicBezTo>
                  <a:pt x="510143" y="462"/>
                  <a:pt x="509706" y="0"/>
                  <a:pt x="508734" y="0"/>
                </a:cubicBezTo>
                <a:cubicBezTo>
                  <a:pt x="504813" y="1541"/>
                  <a:pt x="501458" y="2620"/>
                  <a:pt x="495091" y="3082"/>
                </a:cubicBezTo>
                <a:lnTo>
                  <a:pt x="494778" y="3544"/>
                </a:lnTo>
                <a:cubicBezTo>
                  <a:pt x="496001" y="10108"/>
                  <a:pt x="496190" y="21571"/>
                  <a:pt x="496190" y="33281"/>
                </a:cubicBezTo>
                <a:lnTo>
                  <a:pt x="496190" y="76602"/>
                </a:lnTo>
                <a:close/>
                <a:moveTo>
                  <a:pt x="675886" y="8257"/>
                </a:moveTo>
                <a:lnTo>
                  <a:pt x="635115" y="8257"/>
                </a:lnTo>
                <a:cubicBezTo>
                  <a:pt x="629785" y="8257"/>
                  <a:pt x="627119" y="7797"/>
                  <a:pt x="627119" y="7797"/>
                </a:cubicBezTo>
                <a:lnTo>
                  <a:pt x="626806" y="8257"/>
                </a:lnTo>
                <a:cubicBezTo>
                  <a:pt x="628060" y="17021"/>
                  <a:pt x="628373" y="27480"/>
                  <a:pt x="628373" y="39016"/>
                </a:cubicBezTo>
                <a:lnTo>
                  <a:pt x="628373" y="76649"/>
                </a:lnTo>
                <a:cubicBezTo>
                  <a:pt x="628373" y="88154"/>
                  <a:pt x="628060" y="99048"/>
                  <a:pt x="626806" y="107331"/>
                </a:cubicBezTo>
                <a:lnTo>
                  <a:pt x="626961" y="107790"/>
                </a:lnTo>
                <a:cubicBezTo>
                  <a:pt x="626961" y="107790"/>
                  <a:pt x="629629" y="107331"/>
                  <a:pt x="635115" y="107331"/>
                </a:cubicBezTo>
                <a:cubicBezTo>
                  <a:pt x="640449" y="107331"/>
                  <a:pt x="643114" y="107790"/>
                  <a:pt x="643114" y="107790"/>
                </a:cubicBezTo>
                <a:lnTo>
                  <a:pt x="643427" y="107331"/>
                </a:lnTo>
                <a:cubicBezTo>
                  <a:pt x="642171" y="98586"/>
                  <a:pt x="641858" y="88154"/>
                  <a:pt x="641858" y="76649"/>
                </a:cubicBezTo>
                <a:lnTo>
                  <a:pt x="641858" y="58699"/>
                </a:lnTo>
                <a:cubicBezTo>
                  <a:pt x="649385" y="58699"/>
                  <a:pt x="666007" y="59161"/>
                  <a:pt x="676826" y="60233"/>
                </a:cubicBezTo>
                <a:lnTo>
                  <a:pt x="677298" y="59774"/>
                </a:lnTo>
                <a:cubicBezTo>
                  <a:pt x="676982" y="58392"/>
                  <a:pt x="676826" y="56241"/>
                  <a:pt x="676826" y="54857"/>
                </a:cubicBezTo>
                <a:cubicBezTo>
                  <a:pt x="676826" y="53473"/>
                  <a:pt x="676982" y="51322"/>
                  <a:pt x="677298" y="49938"/>
                </a:cubicBezTo>
                <a:lnTo>
                  <a:pt x="676826" y="49476"/>
                </a:lnTo>
                <a:cubicBezTo>
                  <a:pt x="667574" y="50245"/>
                  <a:pt x="660363" y="51015"/>
                  <a:pt x="641858" y="51015"/>
                </a:cubicBezTo>
                <a:lnTo>
                  <a:pt x="641858" y="39016"/>
                </a:lnTo>
                <a:cubicBezTo>
                  <a:pt x="641858" y="36401"/>
                  <a:pt x="642016" y="20558"/>
                  <a:pt x="643114" y="16868"/>
                </a:cubicBezTo>
                <a:cubicBezTo>
                  <a:pt x="664124" y="16868"/>
                  <a:pt x="685763" y="18712"/>
                  <a:pt x="685763" y="18712"/>
                </a:cubicBezTo>
                <a:lnTo>
                  <a:pt x="686079" y="18097"/>
                </a:lnTo>
                <a:cubicBezTo>
                  <a:pt x="685921" y="16868"/>
                  <a:pt x="685763" y="14870"/>
                  <a:pt x="685763" y="13486"/>
                </a:cubicBezTo>
                <a:cubicBezTo>
                  <a:pt x="685763" y="12254"/>
                  <a:pt x="685921" y="10410"/>
                  <a:pt x="686079" y="8257"/>
                </a:cubicBezTo>
                <a:lnTo>
                  <a:pt x="685763" y="7797"/>
                </a:lnTo>
                <a:cubicBezTo>
                  <a:pt x="683255" y="8104"/>
                  <a:pt x="679650" y="8257"/>
                  <a:pt x="675886" y="8257"/>
                </a:cubicBezTo>
                <a:close/>
                <a:moveTo>
                  <a:pt x="746761" y="12920"/>
                </a:moveTo>
                <a:cubicBezTo>
                  <a:pt x="768869" y="12920"/>
                  <a:pt x="782983" y="27677"/>
                  <a:pt x="782983" y="59652"/>
                </a:cubicBezTo>
                <a:cubicBezTo>
                  <a:pt x="782983" y="87167"/>
                  <a:pt x="769967" y="102079"/>
                  <a:pt x="752091" y="102079"/>
                </a:cubicBezTo>
                <a:cubicBezTo>
                  <a:pt x="733276" y="102079"/>
                  <a:pt x="715400" y="86552"/>
                  <a:pt x="715400" y="57038"/>
                </a:cubicBezTo>
                <a:cubicBezTo>
                  <a:pt x="715400" y="24757"/>
                  <a:pt x="731706" y="12920"/>
                  <a:pt x="746761" y="12920"/>
                </a:cubicBezTo>
                <a:moveTo>
                  <a:pt x="799133" y="56731"/>
                </a:moveTo>
                <a:cubicBezTo>
                  <a:pt x="799133" y="26295"/>
                  <a:pt x="777023" y="6155"/>
                  <a:pt x="748799" y="6155"/>
                </a:cubicBezTo>
                <a:cubicBezTo>
                  <a:pt x="720731" y="6155"/>
                  <a:pt x="699248" y="29523"/>
                  <a:pt x="699248" y="59652"/>
                </a:cubicBezTo>
                <a:cubicBezTo>
                  <a:pt x="699248" y="89935"/>
                  <a:pt x="721985" y="108841"/>
                  <a:pt x="748955" y="108841"/>
                </a:cubicBezTo>
                <a:cubicBezTo>
                  <a:pt x="778906" y="108841"/>
                  <a:pt x="799133" y="87474"/>
                  <a:pt x="799133" y="56731"/>
                </a:cubicBezTo>
                <a:close/>
                <a:moveTo>
                  <a:pt x="837236" y="38887"/>
                </a:moveTo>
                <a:cubicBezTo>
                  <a:pt x="837236" y="27349"/>
                  <a:pt x="837550" y="16272"/>
                  <a:pt x="838803" y="8119"/>
                </a:cubicBezTo>
                <a:lnTo>
                  <a:pt x="838648" y="7656"/>
                </a:lnTo>
                <a:cubicBezTo>
                  <a:pt x="836765" y="7966"/>
                  <a:pt x="832374" y="8119"/>
                  <a:pt x="830494" y="8119"/>
                </a:cubicBezTo>
                <a:cubicBezTo>
                  <a:pt x="828611" y="8119"/>
                  <a:pt x="824378" y="7966"/>
                  <a:pt x="822498" y="7656"/>
                </a:cubicBezTo>
                <a:lnTo>
                  <a:pt x="822182" y="8119"/>
                </a:lnTo>
                <a:cubicBezTo>
                  <a:pt x="823438" y="16889"/>
                  <a:pt x="823751" y="27349"/>
                  <a:pt x="823751" y="38887"/>
                </a:cubicBezTo>
                <a:lnTo>
                  <a:pt x="823751" y="76578"/>
                </a:lnTo>
                <a:cubicBezTo>
                  <a:pt x="823751" y="88117"/>
                  <a:pt x="823438" y="99041"/>
                  <a:pt x="822182" y="107340"/>
                </a:cubicBezTo>
                <a:lnTo>
                  <a:pt x="822340" y="107802"/>
                </a:lnTo>
                <a:cubicBezTo>
                  <a:pt x="822340" y="107802"/>
                  <a:pt x="825163" y="107340"/>
                  <a:pt x="830494" y="107340"/>
                </a:cubicBezTo>
                <a:lnTo>
                  <a:pt x="873300" y="107340"/>
                </a:lnTo>
                <a:cubicBezTo>
                  <a:pt x="876593" y="107340"/>
                  <a:pt x="880201" y="107495"/>
                  <a:pt x="882708" y="107802"/>
                </a:cubicBezTo>
                <a:lnTo>
                  <a:pt x="883022" y="107340"/>
                </a:lnTo>
                <a:cubicBezTo>
                  <a:pt x="882866" y="105189"/>
                  <a:pt x="882708" y="102114"/>
                  <a:pt x="882708" y="100577"/>
                </a:cubicBezTo>
                <a:cubicBezTo>
                  <a:pt x="882708" y="99041"/>
                  <a:pt x="882866" y="96425"/>
                  <a:pt x="883022" y="95194"/>
                </a:cubicBezTo>
                <a:lnTo>
                  <a:pt x="882708" y="94579"/>
                </a:lnTo>
                <a:cubicBezTo>
                  <a:pt x="882708" y="94579"/>
                  <a:pt x="859502" y="97964"/>
                  <a:pt x="838490" y="97964"/>
                </a:cubicBezTo>
                <a:cubicBezTo>
                  <a:pt x="837392" y="94272"/>
                  <a:pt x="837236" y="79194"/>
                  <a:pt x="837236" y="76578"/>
                </a:cubicBezTo>
                <a:lnTo>
                  <a:pt x="837236" y="388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∗">
            <a:extLst xmlns:a="http://schemas.openxmlformats.org/drawingml/2006/main">
              <a:ext uri="{FF2B5EF4-FFF2-40B4-BE49-F238E27FC236}">
                <a16:creationId xmlns:a16="http://schemas.microsoft.com/office/drawing/2014/main" id="{EA925574-25F0-4EE4-B70E-C69A8360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122" y="2498501"/>
            <a:ext cx="43268" cy="48256"/>
          </a:xfrm>
          <a:custGeom xmlns:a="http://schemas.openxmlformats.org/drawingml/2006/main">
            <a:pathLst>
              <a:path w="43268" h="48256">
                <a:moveTo>
                  <a:pt x="43268" y="14464"/>
                </a:moveTo>
                <a:cubicBezTo>
                  <a:pt x="43268" y="12344"/>
                  <a:pt x="41521" y="10101"/>
                  <a:pt x="39278" y="10101"/>
                </a:cubicBezTo>
                <a:cubicBezTo>
                  <a:pt x="36409" y="10101"/>
                  <a:pt x="26184" y="20326"/>
                  <a:pt x="22569" y="22445"/>
                </a:cubicBezTo>
                <a:cubicBezTo>
                  <a:pt x="22569" y="15463"/>
                  <a:pt x="26060" y="8480"/>
                  <a:pt x="26060" y="4239"/>
                </a:cubicBezTo>
                <a:cubicBezTo>
                  <a:pt x="26060" y="1621"/>
                  <a:pt x="24314" y="0"/>
                  <a:pt x="21696" y="0"/>
                </a:cubicBezTo>
                <a:cubicBezTo>
                  <a:pt x="19201" y="0"/>
                  <a:pt x="17706" y="1747"/>
                  <a:pt x="17706" y="4239"/>
                </a:cubicBezTo>
                <a:cubicBezTo>
                  <a:pt x="17706" y="9102"/>
                  <a:pt x="20699" y="15712"/>
                  <a:pt x="20699" y="22445"/>
                </a:cubicBezTo>
                <a:cubicBezTo>
                  <a:pt x="16709" y="20077"/>
                  <a:pt x="6983" y="9601"/>
                  <a:pt x="4365" y="9601"/>
                </a:cubicBezTo>
                <a:cubicBezTo>
                  <a:pt x="2120" y="9601"/>
                  <a:pt x="124" y="11722"/>
                  <a:pt x="124" y="13965"/>
                </a:cubicBezTo>
                <a:cubicBezTo>
                  <a:pt x="124" y="18330"/>
                  <a:pt x="14839" y="21323"/>
                  <a:pt x="19700" y="24066"/>
                </a:cubicBezTo>
                <a:cubicBezTo>
                  <a:pt x="14464" y="27059"/>
                  <a:pt x="4738" y="28555"/>
                  <a:pt x="2243" y="30176"/>
                </a:cubicBezTo>
                <a:cubicBezTo>
                  <a:pt x="997" y="31049"/>
                  <a:pt x="0" y="32171"/>
                  <a:pt x="0" y="33793"/>
                </a:cubicBezTo>
                <a:cubicBezTo>
                  <a:pt x="0" y="36036"/>
                  <a:pt x="1745" y="38032"/>
                  <a:pt x="3990" y="38032"/>
                </a:cubicBezTo>
                <a:cubicBezTo>
                  <a:pt x="6857" y="38032"/>
                  <a:pt x="16958" y="27931"/>
                  <a:pt x="20699" y="25811"/>
                </a:cubicBezTo>
                <a:cubicBezTo>
                  <a:pt x="20699" y="32670"/>
                  <a:pt x="17207" y="39653"/>
                  <a:pt x="17207" y="44015"/>
                </a:cubicBezTo>
                <a:cubicBezTo>
                  <a:pt x="17207" y="46510"/>
                  <a:pt x="19078" y="48256"/>
                  <a:pt x="21570" y="48256"/>
                </a:cubicBezTo>
                <a:cubicBezTo>
                  <a:pt x="24064" y="48256"/>
                  <a:pt x="25562" y="46386"/>
                  <a:pt x="25562" y="44015"/>
                </a:cubicBezTo>
                <a:cubicBezTo>
                  <a:pt x="25562" y="38903"/>
                  <a:pt x="22693" y="32421"/>
                  <a:pt x="22693" y="25811"/>
                </a:cubicBezTo>
                <a:cubicBezTo>
                  <a:pt x="26559" y="28056"/>
                  <a:pt x="36409" y="38530"/>
                  <a:pt x="38903" y="38530"/>
                </a:cubicBezTo>
                <a:cubicBezTo>
                  <a:pt x="41148" y="38530"/>
                  <a:pt x="43142" y="36411"/>
                  <a:pt x="43142" y="34165"/>
                </a:cubicBezTo>
                <a:cubicBezTo>
                  <a:pt x="43142" y="32544"/>
                  <a:pt x="42019" y="31422"/>
                  <a:pt x="40773" y="30674"/>
                </a:cubicBezTo>
                <a:cubicBezTo>
                  <a:pt x="37531" y="28555"/>
                  <a:pt x="28928" y="27183"/>
                  <a:pt x="23566" y="24066"/>
                </a:cubicBezTo>
                <a:cubicBezTo>
                  <a:pt x="29426" y="20575"/>
                  <a:pt x="37408" y="20077"/>
                  <a:pt x="41023" y="17955"/>
                </a:cubicBezTo>
                <a:cubicBezTo>
                  <a:pt x="42394" y="17207"/>
                  <a:pt x="43268" y="16085"/>
                  <a:pt x="43268" y="144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WFIsatisfiability">
            <a:extLst xmlns:a="http://schemas.openxmlformats.org/drawingml/2006/main">
              <a:ext uri="{FF2B5EF4-FFF2-40B4-BE49-F238E27FC236}">
                <a16:creationId xmlns:a16="http://schemas.microsoft.com/office/drawing/2014/main" id="{53187AF7-3C87-4D6A-84A9-1DEA5DB6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30" y="2690976"/>
            <a:ext cx="1110483" cy="143821"/>
          </a:xfrm>
          <a:custGeom xmlns:a="http://schemas.openxmlformats.org/drawingml/2006/main">
            <a:pathLst>
              <a:path w="1110483" h="143821">
                <a:moveTo>
                  <a:pt x="98474" y="87005"/>
                </a:moveTo>
                <a:lnTo>
                  <a:pt x="98160" y="87005"/>
                </a:lnTo>
                <a:cubicBezTo>
                  <a:pt x="82007" y="40412"/>
                  <a:pt x="75110" y="17344"/>
                  <a:pt x="72913" y="7656"/>
                </a:cubicBezTo>
                <a:cubicBezTo>
                  <a:pt x="70248" y="8119"/>
                  <a:pt x="66955" y="8119"/>
                  <a:pt x="64290" y="8119"/>
                </a:cubicBezTo>
                <a:cubicBezTo>
                  <a:pt x="61625" y="8119"/>
                  <a:pt x="57548" y="8119"/>
                  <a:pt x="54882" y="7656"/>
                </a:cubicBezTo>
                <a:cubicBezTo>
                  <a:pt x="57672" y="14393"/>
                  <a:pt x="62627" y="27217"/>
                  <a:pt x="68429" y="42411"/>
                </a:cubicBezTo>
                <a:cubicBezTo>
                  <a:pt x="62000" y="57911"/>
                  <a:pt x="54569" y="74488"/>
                  <a:pt x="48453" y="88389"/>
                </a:cubicBezTo>
                <a:lnTo>
                  <a:pt x="48140" y="88389"/>
                </a:lnTo>
                <a:cubicBezTo>
                  <a:pt x="26970" y="40564"/>
                  <a:pt x="18816" y="13040"/>
                  <a:pt x="17248" y="7656"/>
                </a:cubicBezTo>
                <a:cubicBezTo>
                  <a:pt x="14583" y="8119"/>
                  <a:pt x="12073" y="8119"/>
                  <a:pt x="9408" y="8119"/>
                </a:cubicBezTo>
                <a:cubicBezTo>
                  <a:pt x="6742" y="8119"/>
                  <a:pt x="2665" y="8119"/>
                  <a:pt x="0" y="7656"/>
                </a:cubicBezTo>
                <a:cubicBezTo>
                  <a:pt x="7841" y="23187"/>
                  <a:pt x="28539" y="75166"/>
                  <a:pt x="42964" y="108841"/>
                </a:cubicBezTo>
                <a:lnTo>
                  <a:pt x="47355" y="108841"/>
                </a:lnTo>
                <a:lnTo>
                  <a:pt x="72537" y="53236"/>
                </a:lnTo>
                <a:cubicBezTo>
                  <a:pt x="79500" y="71720"/>
                  <a:pt x="87089" y="92142"/>
                  <a:pt x="93143" y="108841"/>
                </a:cubicBezTo>
                <a:lnTo>
                  <a:pt x="97533" y="108841"/>
                </a:lnTo>
                <a:cubicBezTo>
                  <a:pt x="112585" y="74704"/>
                  <a:pt x="127953" y="41641"/>
                  <a:pt x="143790" y="7656"/>
                </a:cubicBezTo>
                <a:cubicBezTo>
                  <a:pt x="141907" y="8119"/>
                  <a:pt x="140026" y="8119"/>
                  <a:pt x="138301" y="8119"/>
                </a:cubicBezTo>
                <a:cubicBezTo>
                  <a:pt x="136576" y="8119"/>
                  <a:pt x="132344" y="8119"/>
                  <a:pt x="130461" y="7656"/>
                </a:cubicBezTo>
                <a:cubicBezTo>
                  <a:pt x="125130" y="27494"/>
                  <a:pt x="109762" y="61479"/>
                  <a:pt x="98474" y="87005"/>
                </a:cubicBezTo>
                <a:close/>
                <a:moveTo>
                  <a:pt x="210431" y="8257"/>
                </a:moveTo>
                <a:lnTo>
                  <a:pt x="169661" y="8257"/>
                </a:lnTo>
                <a:cubicBezTo>
                  <a:pt x="164330" y="8257"/>
                  <a:pt x="161664" y="7797"/>
                  <a:pt x="161664" y="7797"/>
                </a:cubicBezTo>
                <a:lnTo>
                  <a:pt x="161351" y="8257"/>
                </a:lnTo>
                <a:cubicBezTo>
                  <a:pt x="162605" y="17021"/>
                  <a:pt x="162918" y="27480"/>
                  <a:pt x="162918" y="39016"/>
                </a:cubicBezTo>
                <a:lnTo>
                  <a:pt x="162918" y="76649"/>
                </a:lnTo>
                <a:cubicBezTo>
                  <a:pt x="162918" y="88154"/>
                  <a:pt x="162605" y="99048"/>
                  <a:pt x="161351" y="107331"/>
                </a:cubicBezTo>
                <a:lnTo>
                  <a:pt x="161506" y="107790"/>
                </a:lnTo>
                <a:cubicBezTo>
                  <a:pt x="161506" y="107790"/>
                  <a:pt x="164174" y="107331"/>
                  <a:pt x="169661" y="107331"/>
                </a:cubicBezTo>
                <a:cubicBezTo>
                  <a:pt x="174994" y="107331"/>
                  <a:pt x="177659" y="107790"/>
                  <a:pt x="177659" y="107790"/>
                </a:cubicBezTo>
                <a:lnTo>
                  <a:pt x="177973" y="107331"/>
                </a:lnTo>
                <a:cubicBezTo>
                  <a:pt x="176716" y="98586"/>
                  <a:pt x="176403" y="88154"/>
                  <a:pt x="176403" y="76649"/>
                </a:cubicBezTo>
                <a:lnTo>
                  <a:pt x="176403" y="58699"/>
                </a:lnTo>
                <a:cubicBezTo>
                  <a:pt x="183930" y="58699"/>
                  <a:pt x="200552" y="59161"/>
                  <a:pt x="211371" y="60233"/>
                </a:cubicBezTo>
                <a:lnTo>
                  <a:pt x="211843" y="59774"/>
                </a:lnTo>
                <a:cubicBezTo>
                  <a:pt x="211527" y="58392"/>
                  <a:pt x="211371" y="56241"/>
                  <a:pt x="211371" y="54857"/>
                </a:cubicBezTo>
                <a:cubicBezTo>
                  <a:pt x="211371" y="53473"/>
                  <a:pt x="211527" y="51322"/>
                  <a:pt x="211843" y="49938"/>
                </a:cubicBezTo>
                <a:lnTo>
                  <a:pt x="211371" y="49476"/>
                </a:lnTo>
                <a:cubicBezTo>
                  <a:pt x="202119" y="50245"/>
                  <a:pt x="194908" y="51015"/>
                  <a:pt x="176403" y="51015"/>
                </a:cubicBezTo>
                <a:lnTo>
                  <a:pt x="176403" y="39016"/>
                </a:lnTo>
                <a:cubicBezTo>
                  <a:pt x="176403" y="36401"/>
                  <a:pt x="176561" y="20558"/>
                  <a:pt x="177659" y="16868"/>
                </a:cubicBezTo>
                <a:cubicBezTo>
                  <a:pt x="198669" y="16868"/>
                  <a:pt x="220308" y="18712"/>
                  <a:pt x="220308" y="18712"/>
                </a:cubicBezTo>
                <a:lnTo>
                  <a:pt x="220624" y="18097"/>
                </a:lnTo>
                <a:cubicBezTo>
                  <a:pt x="220466" y="16868"/>
                  <a:pt x="220308" y="14870"/>
                  <a:pt x="220308" y="13486"/>
                </a:cubicBezTo>
                <a:cubicBezTo>
                  <a:pt x="220308" y="12254"/>
                  <a:pt x="220466" y="10410"/>
                  <a:pt x="220624" y="8257"/>
                </a:cubicBezTo>
                <a:lnTo>
                  <a:pt x="220308" y="7797"/>
                </a:lnTo>
                <a:cubicBezTo>
                  <a:pt x="217800" y="8104"/>
                  <a:pt x="214195" y="8257"/>
                  <a:pt x="210431" y="8257"/>
                </a:cubicBezTo>
                <a:close/>
                <a:moveTo>
                  <a:pt x="241947" y="38883"/>
                </a:moveTo>
                <a:lnTo>
                  <a:pt x="241947" y="76567"/>
                </a:lnTo>
                <a:cubicBezTo>
                  <a:pt x="241947" y="88103"/>
                  <a:pt x="241633" y="99024"/>
                  <a:pt x="240380" y="107331"/>
                </a:cubicBezTo>
                <a:lnTo>
                  <a:pt x="240693" y="107790"/>
                </a:lnTo>
                <a:cubicBezTo>
                  <a:pt x="242574" y="107483"/>
                  <a:pt x="246809" y="107331"/>
                  <a:pt x="248689" y="107331"/>
                </a:cubicBezTo>
                <a:cubicBezTo>
                  <a:pt x="250572" y="107331"/>
                  <a:pt x="254805" y="107483"/>
                  <a:pt x="256688" y="107790"/>
                </a:cubicBezTo>
                <a:lnTo>
                  <a:pt x="257001" y="107331"/>
                </a:lnTo>
                <a:cubicBezTo>
                  <a:pt x="255745" y="98562"/>
                  <a:pt x="255432" y="88103"/>
                  <a:pt x="255432" y="76567"/>
                </a:cubicBezTo>
                <a:lnTo>
                  <a:pt x="255432" y="38883"/>
                </a:lnTo>
                <a:cubicBezTo>
                  <a:pt x="255432" y="27346"/>
                  <a:pt x="255745" y="16270"/>
                  <a:pt x="257001" y="8119"/>
                </a:cubicBezTo>
                <a:lnTo>
                  <a:pt x="256688" y="7656"/>
                </a:lnTo>
                <a:cubicBezTo>
                  <a:pt x="254805" y="7964"/>
                  <a:pt x="250572" y="8119"/>
                  <a:pt x="248689" y="8119"/>
                </a:cubicBezTo>
                <a:cubicBezTo>
                  <a:pt x="246809" y="8119"/>
                  <a:pt x="242574" y="7964"/>
                  <a:pt x="240693" y="7656"/>
                </a:cubicBezTo>
                <a:lnTo>
                  <a:pt x="240380" y="8119"/>
                </a:lnTo>
                <a:cubicBezTo>
                  <a:pt x="241633" y="16887"/>
                  <a:pt x="241947" y="27346"/>
                  <a:pt x="241947" y="38883"/>
                </a:cubicBezTo>
                <a:close/>
                <a:moveTo>
                  <a:pt x="330855" y="91772"/>
                </a:moveTo>
                <a:lnTo>
                  <a:pt x="328190" y="104692"/>
                </a:lnTo>
                <a:cubicBezTo>
                  <a:pt x="337128" y="107767"/>
                  <a:pt x="345909" y="108841"/>
                  <a:pt x="351867" y="108841"/>
                </a:cubicBezTo>
                <a:cubicBezTo>
                  <a:pt x="373506" y="108841"/>
                  <a:pt x="378523" y="96233"/>
                  <a:pt x="378523" y="87772"/>
                </a:cubicBezTo>
                <a:cubicBezTo>
                  <a:pt x="378523" y="75159"/>
                  <a:pt x="368331" y="70238"/>
                  <a:pt x="357198" y="67622"/>
                </a:cubicBezTo>
                <a:cubicBezTo>
                  <a:pt x="351271" y="66238"/>
                  <a:pt x="342617" y="63316"/>
                  <a:pt x="342617" y="55624"/>
                </a:cubicBezTo>
                <a:cubicBezTo>
                  <a:pt x="342617" y="49316"/>
                  <a:pt x="347790" y="45934"/>
                  <a:pt x="354532" y="45934"/>
                </a:cubicBezTo>
                <a:cubicBezTo>
                  <a:pt x="362686" y="45934"/>
                  <a:pt x="367704" y="52239"/>
                  <a:pt x="371312" y="56393"/>
                </a:cubicBezTo>
                <a:lnTo>
                  <a:pt x="373506" y="56239"/>
                </a:lnTo>
                <a:lnTo>
                  <a:pt x="376643" y="44857"/>
                </a:lnTo>
                <a:lnTo>
                  <a:pt x="376329" y="44397"/>
                </a:lnTo>
                <a:cubicBezTo>
                  <a:pt x="371781" y="42092"/>
                  <a:pt x="363158" y="39783"/>
                  <a:pt x="355159" y="39783"/>
                </a:cubicBezTo>
                <a:cubicBezTo>
                  <a:pt x="343557" y="39783"/>
                  <a:pt x="331482" y="45779"/>
                  <a:pt x="331482" y="58547"/>
                </a:cubicBezTo>
                <a:cubicBezTo>
                  <a:pt x="331482" y="70852"/>
                  <a:pt x="340861" y="74913"/>
                  <a:pt x="350300" y="77467"/>
                </a:cubicBezTo>
                <a:cubicBezTo>
                  <a:pt x="359394" y="79928"/>
                  <a:pt x="366137" y="82389"/>
                  <a:pt x="366137" y="89925"/>
                </a:cubicBezTo>
                <a:cubicBezTo>
                  <a:pt x="366137" y="98079"/>
                  <a:pt x="360021" y="102693"/>
                  <a:pt x="351711" y="102693"/>
                </a:cubicBezTo>
                <a:cubicBezTo>
                  <a:pt x="344184" y="102693"/>
                  <a:pt x="337597" y="97617"/>
                  <a:pt x="333207" y="91619"/>
                </a:cubicBezTo>
                <a:lnTo>
                  <a:pt x="330855" y="91772"/>
                </a:lnTo>
                <a:close/>
                <a:moveTo>
                  <a:pt x="433720" y="72698"/>
                </a:moveTo>
                <a:lnTo>
                  <a:pt x="433093" y="91004"/>
                </a:lnTo>
                <a:cubicBezTo>
                  <a:pt x="433093" y="93003"/>
                  <a:pt x="432150" y="94080"/>
                  <a:pt x="430896" y="95004"/>
                </a:cubicBezTo>
                <a:cubicBezTo>
                  <a:pt x="426506" y="98234"/>
                  <a:pt x="421175" y="101002"/>
                  <a:pt x="416471" y="101002"/>
                </a:cubicBezTo>
                <a:cubicBezTo>
                  <a:pt x="409415" y="101002"/>
                  <a:pt x="404867" y="96388"/>
                  <a:pt x="404867" y="91619"/>
                </a:cubicBezTo>
                <a:cubicBezTo>
                  <a:pt x="404867" y="84697"/>
                  <a:pt x="408159" y="79466"/>
                  <a:pt x="420390" y="76236"/>
                </a:cubicBezTo>
                <a:lnTo>
                  <a:pt x="433720" y="72698"/>
                </a:lnTo>
                <a:moveTo>
                  <a:pt x="433720" y="99925"/>
                </a:moveTo>
                <a:cubicBezTo>
                  <a:pt x="435538" y="105921"/>
                  <a:pt x="440211" y="108841"/>
                  <a:pt x="445951" y="108841"/>
                </a:cubicBezTo>
                <a:cubicBezTo>
                  <a:pt x="449901" y="108841"/>
                  <a:pt x="454732" y="107919"/>
                  <a:pt x="458431" y="104077"/>
                </a:cubicBezTo>
                <a:lnTo>
                  <a:pt x="457270" y="100263"/>
                </a:lnTo>
                <a:cubicBezTo>
                  <a:pt x="455545" y="100849"/>
                  <a:pt x="454229" y="101063"/>
                  <a:pt x="453038" y="101063"/>
                </a:cubicBezTo>
                <a:cubicBezTo>
                  <a:pt x="451468" y="101063"/>
                  <a:pt x="449399" y="100786"/>
                  <a:pt x="448427" y="99925"/>
                </a:cubicBezTo>
                <a:cubicBezTo>
                  <a:pt x="446829" y="98511"/>
                  <a:pt x="445824" y="94758"/>
                  <a:pt x="445824" y="87927"/>
                </a:cubicBezTo>
                <a:cubicBezTo>
                  <a:pt x="445824" y="83465"/>
                  <a:pt x="446264" y="66393"/>
                  <a:pt x="446264" y="64700"/>
                </a:cubicBezTo>
                <a:cubicBezTo>
                  <a:pt x="446264" y="43935"/>
                  <a:pt x="432308" y="39783"/>
                  <a:pt x="420390" y="39783"/>
                </a:cubicBezTo>
                <a:cubicBezTo>
                  <a:pt x="408473" y="39783"/>
                  <a:pt x="401261" y="45472"/>
                  <a:pt x="397340" y="48702"/>
                </a:cubicBezTo>
                <a:lnTo>
                  <a:pt x="396871" y="49319"/>
                </a:lnTo>
                <a:lnTo>
                  <a:pt x="399536" y="59623"/>
                </a:lnTo>
                <a:lnTo>
                  <a:pt x="401575" y="59778"/>
                </a:lnTo>
                <a:cubicBezTo>
                  <a:pt x="405965" y="52856"/>
                  <a:pt x="411296" y="46703"/>
                  <a:pt x="418823" y="46703"/>
                </a:cubicBezTo>
                <a:cubicBezTo>
                  <a:pt x="424467" y="46703"/>
                  <a:pt x="433875" y="47473"/>
                  <a:pt x="433875" y="64854"/>
                </a:cubicBezTo>
                <a:cubicBezTo>
                  <a:pt x="433875" y="65931"/>
                  <a:pt x="433248" y="66546"/>
                  <a:pt x="432777" y="66700"/>
                </a:cubicBezTo>
                <a:lnTo>
                  <a:pt x="418196" y="69931"/>
                </a:lnTo>
                <a:cubicBezTo>
                  <a:pt x="402202" y="73468"/>
                  <a:pt x="392167" y="81774"/>
                  <a:pt x="392167" y="92234"/>
                </a:cubicBezTo>
                <a:cubicBezTo>
                  <a:pt x="392167" y="103615"/>
                  <a:pt x="400163" y="108841"/>
                  <a:pt x="411767" y="108841"/>
                </a:cubicBezTo>
                <a:cubicBezTo>
                  <a:pt x="420390" y="108841"/>
                  <a:pt x="424781" y="106845"/>
                  <a:pt x="433093" y="99925"/>
                </a:cubicBezTo>
                <a:lnTo>
                  <a:pt x="433720" y="99925"/>
                </a:lnTo>
                <a:close/>
                <a:moveTo>
                  <a:pt x="475428" y="41435"/>
                </a:moveTo>
                <a:cubicBezTo>
                  <a:pt x="472229" y="41435"/>
                  <a:pt x="468906" y="41374"/>
                  <a:pt x="466960" y="41127"/>
                </a:cubicBezTo>
                <a:cubicBezTo>
                  <a:pt x="465896" y="43649"/>
                  <a:pt x="465049" y="45125"/>
                  <a:pt x="463513" y="47430"/>
                </a:cubicBezTo>
                <a:lnTo>
                  <a:pt x="464295" y="48507"/>
                </a:lnTo>
                <a:cubicBezTo>
                  <a:pt x="466994" y="48322"/>
                  <a:pt x="471853" y="48230"/>
                  <a:pt x="475428" y="48200"/>
                </a:cubicBezTo>
                <a:lnTo>
                  <a:pt x="475428" y="69232"/>
                </a:lnTo>
                <a:cubicBezTo>
                  <a:pt x="475428" y="78443"/>
                  <a:pt x="474959" y="89499"/>
                  <a:pt x="474959" y="94103"/>
                </a:cubicBezTo>
                <a:cubicBezTo>
                  <a:pt x="474959" y="104087"/>
                  <a:pt x="481544" y="108841"/>
                  <a:pt x="488757" y="108841"/>
                </a:cubicBezTo>
                <a:cubicBezTo>
                  <a:pt x="495344" y="108841"/>
                  <a:pt x="500362" y="107307"/>
                  <a:pt x="506946" y="103167"/>
                </a:cubicBezTo>
                <a:lnTo>
                  <a:pt x="505034" y="99383"/>
                </a:lnTo>
                <a:cubicBezTo>
                  <a:pt x="500204" y="101014"/>
                  <a:pt x="496598" y="101168"/>
                  <a:pt x="492676" y="100554"/>
                </a:cubicBezTo>
                <a:cubicBezTo>
                  <a:pt x="488946" y="99970"/>
                  <a:pt x="487504" y="96282"/>
                  <a:pt x="487504" y="87962"/>
                </a:cubicBezTo>
                <a:cubicBezTo>
                  <a:pt x="487504" y="83357"/>
                  <a:pt x="487973" y="76754"/>
                  <a:pt x="487973" y="67545"/>
                </a:cubicBezTo>
                <a:lnTo>
                  <a:pt x="487973" y="48200"/>
                </a:lnTo>
                <a:lnTo>
                  <a:pt x="493933" y="48200"/>
                </a:lnTo>
                <a:cubicBezTo>
                  <a:pt x="497696" y="48200"/>
                  <a:pt x="503151" y="48322"/>
                  <a:pt x="505221" y="48507"/>
                </a:cubicBezTo>
                <a:cubicBezTo>
                  <a:pt x="505692" y="46049"/>
                  <a:pt x="506164" y="44479"/>
                  <a:pt x="507104" y="42204"/>
                </a:cubicBezTo>
                <a:lnTo>
                  <a:pt x="506319" y="41127"/>
                </a:lnTo>
                <a:cubicBezTo>
                  <a:pt x="503496" y="41252"/>
                  <a:pt x="498950" y="41435"/>
                  <a:pt x="495344" y="41435"/>
                </a:cubicBezTo>
                <a:lnTo>
                  <a:pt x="487973" y="41435"/>
                </a:lnTo>
                <a:cubicBezTo>
                  <a:pt x="487973" y="29936"/>
                  <a:pt x="488068" y="27907"/>
                  <a:pt x="488757" y="18991"/>
                </a:cubicBezTo>
                <a:cubicBezTo>
                  <a:pt x="488757" y="17884"/>
                  <a:pt x="488319" y="17454"/>
                  <a:pt x="487346" y="17454"/>
                </a:cubicBezTo>
                <a:cubicBezTo>
                  <a:pt x="483427" y="18991"/>
                  <a:pt x="481481" y="20621"/>
                  <a:pt x="476371" y="21297"/>
                </a:cubicBezTo>
                <a:lnTo>
                  <a:pt x="476057" y="21759"/>
                </a:lnTo>
                <a:cubicBezTo>
                  <a:pt x="475744" y="27109"/>
                  <a:pt x="475428" y="32519"/>
                  <a:pt x="475428" y="41435"/>
                </a:cubicBezTo>
                <a:close/>
                <a:moveTo>
                  <a:pt x="526389" y="15498"/>
                </a:moveTo>
                <a:cubicBezTo>
                  <a:pt x="526389" y="19648"/>
                  <a:pt x="530153" y="23338"/>
                  <a:pt x="534388" y="23338"/>
                </a:cubicBezTo>
                <a:cubicBezTo>
                  <a:pt x="538620" y="23338"/>
                  <a:pt x="542384" y="19648"/>
                  <a:pt x="542384" y="15498"/>
                </a:cubicBezTo>
                <a:cubicBezTo>
                  <a:pt x="542384" y="11346"/>
                  <a:pt x="538620" y="7656"/>
                  <a:pt x="534388" y="7656"/>
                </a:cubicBezTo>
                <a:cubicBezTo>
                  <a:pt x="530153" y="7656"/>
                  <a:pt x="526389" y="11346"/>
                  <a:pt x="526389" y="15498"/>
                </a:cubicBezTo>
                <a:moveTo>
                  <a:pt x="527959" y="71242"/>
                </a:moveTo>
                <a:lnTo>
                  <a:pt x="527959" y="79689"/>
                </a:lnTo>
                <a:cubicBezTo>
                  <a:pt x="527959" y="91206"/>
                  <a:pt x="527676" y="99039"/>
                  <a:pt x="526547" y="107331"/>
                </a:cubicBezTo>
                <a:lnTo>
                  <a:pt x="526860" y="107790"/>
                </a:lnTo>
                <a:cubicBezTo>
                  <a:pt x="528741" y="107485"/>
                  <a:pt x="532349" y="107331"/>
                  <a:pt x="534230" y="107331"/>
                </a:cubicBezTo>
                <a:cubicBezTo>
                  <a:pt x="536113" y="107331"/>
                  <a:pt x="539718" y="107485"/>
                  <a:pt x="541599" y="107790"/>
                </a:cubicBezTo>
                <a:lnTo>
                  <a:pt x="541912" y="107331"/>
                </a:lnTo>
                <a:cubicBezTo>
                  <a:pt x="540785" y="98609"/>
                  <a:pt x="540503" y="91359"/>
                  <a:pt x="540503" y="79689"/>
                </a:cubicBezTo>
                <a:lnTo>
                  <a:pt x="540503" y="68786"/>
                </a:lnTo>
                <a:cubicBezTo>
                  <a:pt x="540503" y="57268"/>
                  <a:pt x="540910" y="51739"/>
                  <a:pt x="541912" y="42371"/>
                </a:cubicBezTo>
                <a:cubicBezTo>
                  <a:pt x="541912" y="40989"/>
                  <a:pt x="541726" y="40834"/>
                  <a:pt x="540503" y="40834"/>
                </a:cubicBezTo>
                <a:cubicBezTo>
                  <a:pt x="536926" y="41174"/>
                  <a:pt x="530184" y="41266"/>
                  <a:pt x="526860" y="40989"/>
                </a:cubicBezTo>
                <a:lnTo>
                  <a:pt x="526547" y="41449"/>
                </a:lnTo>
                <a:cubicBezTo>
                  <a:pt x="527518" y="48022"/>
                  <a:pt x="527959" y="59724"/>
                  <a:pt x="527959" y="71242"/>
                </a:cubicBezTo>
                <a:close/>
                <a:moveTo>
                  <a:pt x="562454" y="91772"/>
                </a:moveTo>
                <a:lnTo>
                  <a:pt x="559788" y="104692"/>
                </a:lnTo>
                <a:cubicBezTo>
                  <a:pt x="568727" y="107767"/>
                  <a:pt x="577508" y="108841"/>
                  <a:pt x="583466" y="108841"/>
                </a:cubicBezTo>
                <a:cubicBezTo>
                  <a:pt x="605105" y="108841"/>
                  <a:pt x="610122" y="96233"/>
                  <a:pt x="610122" y="87772"/>
                </a:cubicBezTo>
                <a:cubicBezTo>
                  <a:pt x="610122" y="75159"/>
                  <a:pt x="599930" y="70238"/>
                  <a:pt x="588797" y="67622"/>
                </a:cubicBezTo>
                <a:cubicBezTo>
                  <a:pt x="582870" y="66238"/>
                  <a:pt x="574216" y="63316"/>
                  <a:pt x="574216" y="55624"/>
                </a:cubicBezTo>
                <a:cubicBezTo>
                  <a:pt x="574216" y="49316"/>
                  <a:pt x="579389" y="45934"/>
                  <a:pt x="586131" y="45934"/>
                </a:cubicBezTo>
                <a:cubicBezTo>
                  <a:pt x="594285" y="45934"/>
                  <a:pt x="599303" y="52239"/>
                  <a:pt x="602911" y="56393"/>
                </a:cubicBezTo>
                <a:lnTo>
                  <a:pt x="605105" y="56239"/>
                </a:lnTo>
                <a:lnTo>
                  <a:pt x="608242" y="44857"/>
                </a:lnTo>
                <a:lnTo>
                  <a:pt x="607928" y="44397"/>
                </a:lnTo>
                <a:cubicBezTo>
                  <a:pt x="603380" y="42092"/>
                  <a:pt x="594757" y="39783"/>
                  <a:pt x="586758" y="39783"/>
                </a:cubicBezTo>
                <a:cubicBezTo>
                  <a:pt x="575156" y="39783"/>
                  <a:pt x="563081" y="45779"/>
                  <a:pt x="563081" y="58547"/>
                </a:cubicBezTo>
                <a:cubicBezTo>
                  <a:pt x="563081" y="70852"/>
                  <a:pt x="572460" y="74913"/>
                  <a:pt x="581899" y="77467"/>
                </a:cubicBezTo>
                <a:cubicBezTo>
                  <a:pt x="590993" y="79928"/>
                  <a:pt x="597736" y="82389"/>
                  <a:pt x="597736" y="89925"/>
                </a:cubicBezTo>
                <a:cubicBezTo>
                  <a:pt x="597736" y="98079"/>
                  <a:pt x="591620" y="102693"/>
                  <a:pt x="583310" y="102693"/>
                </a:cubicBezTo>
                <a:cubicBezTo>
                  <a:pt x="575783" y="102693"/>
                  <a:pt x="569196" y="97617"/>
                  <a:pt x="564806" y="91619"/>
                </a:cubicBezTo>
                <a:lnTo>
                  <a:pt x="562454" y="91772"/>
                </a:lnTo>
                <a:close/>
                <a:moveTo>
                  <a:pt x="632233" y="41435"/>
                </a:moveTo>
                <a:cubicBezTo>
                  <a:pt x="628814" y="41435"/>
                  <a:pt x="625209" y="41404"/>
                  <a:pt x="623137" y="41127"/>
                </a:cubicBezTo>
                <a:cubicBezTo>
                  <a:pt x="622072" y="43619"/>
                  <a:pt x="621225" y="45125"/>
                  <a:pt x="619689" y="47430"/>
                </a:cubicBezTo>
                <a:lnTo>
                  <a:pt x="620471" y="48507"/>
                </a:lnTo>
                <a:cubicBezTo>
                  <a:pt x="623294" y="48322"/>
                  <a:pt x="628470" y="48200"/>
                  <a:pt x="632075" y="48200"/>
                </a:cubicBezTo>
                <a:lnTo>
                  <a:pt x="632233" y="48200"/>
                </a:lnTo>
                <a:lnTo>
                  <a:pt x="632233" y="76766"/>
                </a:lnTo>
                <a:cubicBezTo>
                  <a:pt x="632233" y="88286"/>
                  <a:pt x="632013" y="99100"/>
                  <a:pt x="630664" y="107331"/>
                </a:cubicBezTo>
                <a:lnTo>
                  <a:pt x="630977" y="107790"/>
                </a:lnTo>
                <a:cubicBezTo>
                  <a:pt x="632860" y="107485"/>
                  <a:pt x="636624" y="107331"/>
                  <a:pt x="638504" y="107331"/>
                </a:cubicBezTo>
                <a:cubicBezTo>
                  <a:pt x="640385" y="107331"/>
                  <a:pt x="644149" y="107485"/>
                  <a:pt x="646032" y="107790"/>
                </a:cubicBezTo>
                <a:lnTo>
                  <a:pt x="646345" y="107331"/>
                </a:lnTo>
                <a:cubicBezTo>
                  <a:pt x="645027" y="98576"/>
                  <a:pt x="644775" y="88286"/>
                  <a:pt x="644775" y="76766"/>
                </a:cubicBezTo>
                <a:lnTo>
                  <a:pt x="644775" y="48200"/>
                </a:lnTo>
                <a:lnTo>
                  <a:pt x="650109" y="48200"/>
                </a:lnTo>
                <a:cubicBezTo>
                  <a:pt x="653872" y="48200"/>
                  <a:pt x="659327" y="48322"/>
                  <a:pt x="661397" y="48507"/>
                </a:cubicBezTo>
                <a:cubicBezTo>
                  <a:pt x="661868" y="46049"/>
                  <a:pt x="662340" y="44479"/>
                  <a:pt x="663280" y="42204"/>
                </a:cubicBezTo>
                <a:lnTo>
                  <a:pt x="662495" y="41127"/>
                </a:lnTo>
                <a:cubicBezTo>
                  <a:pt x="659861" y="41249"/>
                  <a:pt x="655126" y="41435"/>
                  <a:pt x="651520" y="41435"/>
                </a:cubicBezTo>
                <a:lnTo>
                  <a:pt x="644775" y="41435"/>
                </a:lnTo>
                <a:lnTo>
                  <a:pt x="644775" y="40046"/>
                </a:lnTo>
                <a:cubicBezTo>
                  <a:pt x="644775" y="34484"/>
                  <a:pt x="643993" y="26453"/>
                  <a:pt x="643993" y="23673"/>
                </a:cubicBezTo>
                <a:cubicBezTo>
                  <a:pt x="643993" y="15146"/>
                  <a:pt x="649606" y="9378"/>
                  <a:pt x="658576" y="9378"/>
                </a:cubicBezTo>
                <a:cubicBezTo>
                  <a:pt x="662620" y="9378"/>
                  <a:pt x="665945" y="11665"/>
                  <a:pt x="667671" y="14712"/>
                </a:cubicBezTo>
                <a:lnTo>
                  <a:pt x="669396" y="14562"/>
                </a:lnTo>
                <a:cubicBezTo>
                  <a:pt x="670491" y="10445"/>
                  <a:pt x="672185" y="5259"/>
                  <a:pt x="673786" y="1999"/>
                </a:cubicBezTo>
                <a:lnTo>
                  <a:pt x="673628" y="1539"/>
                </a:lnTo>
                <a:cubicBezTo>
                  <a:pt x="672374" y="769"/>
                  <a:pt x="669551" y="0"/>
                  <a:pt x="666572" y="0"/>
                </a:cubicBezTo>
                <a:cubicBezTo>
                  <a:pt x="656693" y="0"/>
                  <a:pt x="646783" y="4490"/>
                  <a:pt x="640856" y="11818"/>
                </a:cubicBezTo>
                <a:cubicBezTo>
                  <a:pt x="634899" y="19193"/>
                  <a:pt x="632233" y="26453"/>
                  <a:pt x="632233" y="35411"/>
                </a:cubicBezTo>
                <a:lnTo>
                  <a:pt x="632233" y="41435"/>
                </a:lnTo>
                <a:close/>
                <a:moveTo>
                  <a:pt x="678488" y="15498"/>
                </a:moveTo>
                <a:cubicBezTo>
                  <a:pt x="678488" y="19648"/>
                  <a:pt x="682252" y="23338"/>
                  <a:pt x="686487" y="23338"/>
                </a:cubicBezTo>
                <a:cubicBezTo>
                  <a:pt x="690719" y="23338"/>
                  <a:pt x="694483" y="19648"/>
                  <a:pt x="694483" y="15498"/>
                </a:cubicBezTo>
                <a:cubicBezTo>
                  <a:pt x="694483" y="11346"/>
                  <a:pt x="690719" y="7656"/>
                  <a:pt x="686487" y="7656"/>
                </a:cubicBezTo>
                <a:cubicBezTo>
                  <a:pt x="682252" y="7656"/>
                  <a:pt x="678488" y="11346"/>
                  <a:pt x="678488" y="15498"/>
                </a:cubicBezTo>
                <a:moveTo>
                  <a:pt x="680058" y="71242"/>
                </a:moveTo>
                <a:lnTo>
                  <a:pt x="680058" y="79689"/>
                </a:lnTo>
                <a:cubicBezTo>
                  <a:pt x="680058" y="91206"/>
                  <a:pt x="679775" y="99039"/>
                  <a:pt x="678646" y="107331"/>
                </a:cubicBezTo>
                <a:lnTo>
                  <a:pt x="678960" y="107790"/>
                </a:lnTo>
                <a:cubicBezTo>
                  <a:pt x="680840" y="107485"/>
                  <a:pt x="684448" y="107331"/>
                  <a:pt x="686329" y="107331"/>
                </a:cubicBezTo>
                <a:cubicBezTo>
                  <a:pt x="688212" y="107331"/>
                  <a:pt x="691818" y="107485"/>
                  <a:pt x="693698" y="107790"/>
                </a:cubicBezTo>
                <a:lnTo>
                  <a:pt x="694012" y="107331"/>
                </a:lnTo>
                <a:cubicBezTo>
                  <a:pt x="692885" y="98609"/>
                  <a:pt x="692602" y="91359"/>
                  <a:pt x="692602" y="79689"/>
                </a:cubicBezTo>
                <a:lnTo>
                  <a:pt x="692602" y="68786"/>
                </a:lnTo>
                <a:cubicBezTo>
                  <a:pt x="692602" y="57268"/>
                  <a:pt x="693009" y="51739"/>
                  <a:pt x="694012" y="42371"/>
                </a:cubicBezTo>
                <a:cubicBezTo>
                  <a:pt x="694012" y="40989"/>
                  <a:pt x="693825" y="40834"/>
                  <a:pt x="692602" y="40834"/>
                </a:cubicBezTo>
                <a:cubicBezTo>
                  <a:pt x="689025" y="41174"/>
                  <a:pt x="682283" y="41266"/>
                  <a:pt x="678960" y="40989"/>
                </a:cubicBezTo>
                <a:lnTo>
                  <a:pt x="678646" y="41449"/>
                </a:lnTo>
                <a:cubicBezTo>
                  <a:pt x="679618" y="48022"/>
                  <a:pt x="680058" y="59724"/>
                  <a:pt x="680058" y="71242"/>
                </a:cubicBezTo>
                <a:close/>
                <a:moveTo>
                  <a:pt x="755324" y="72698"/>
                </a:moveTo>
                <a:lnTo>
                  <a:pt x="754697" y="91004"/>
                </a:lnTo>
                <a:cubicBezTo>
                  <a:pt x="754697" y="93003"/>
                  <a:pt x="753754" y="94080"/>
                  <a:pt x="752500" y="95004"/>
                </a:cubicBezTo>
                <a:cubicBezTo>
                  <a:pt x="748110" y="98234"/>
                  <a:pt x="742779" y="101002"/>
                  <a:pt x="738075" y="101002"/>
                </a:cubicBezTo>
                <a:cubicBezTo>
                  <a:pt x="731019" y="101002"/>
                  <a:pt x="726471" y="96388"/>
                  <a:pt x="726471" y="91619"/>
                </a:cubicBezTo>
                <a:cubicBezTo>
                  <a:pt x="726471" y="84697"/>
                  <a:pt x="729763" y="79466"/>
                  <a:pt x="741994" y="76236"/>
                </a:cubicBezTo>
                <a:lnTo>
                  <a:pt x="755324" y="72698"/>
                </a:lnTo>
                <a:moveTo>
                  <a:pt x="755324" y="99925"/>
                </a:moveTo>
                <a:cubicBezTo>
                  <a:pt x="757142" y="105921"/>
                  <a:pt x="761815" y="108841"/>
                  <a:pt x="767555" y="108841"/>
                </a:cubicBezTo>
                <a:cubicBezTo>
                  <a:pt x="771505" y="108841"/>
                  <a:pt x="776336" y="107919"/>
                  <a:pt x="780035" y="104077"/>
                </a:cubicBezTo>
                <a:lnTo>
                  <a:pt x="778874" y="100263"/>
                </a:lnTo>
                <a:cubicBezTo>
                  <a:pt x="777149" y="100849"/>
                  <a:pt x="775833" y="101063"/>
                  <a:pt x="774642" y="101063"/>
                </a:cubicBezTo>
                <a:cubicBezTo>
                  <a:pt x="773072" y="101063"/>
                  <a:pt x="771003" y="100786"/>
                  <a:pt x="770031" y="99925"/>
                </a:cubicBezTo>
                <a:cubicBezTo>
                  <a:pt x="768433" y="98511"/>
                  <a:pt x="767428" y="94758"/>
                  <a:pt x="767428" y="87927"/>
                </a:cubicBezTo>
                <a:cubicBezTo>
                  <a:pt x="767428" y="83465"/>
                  <a:pt x="767868" y="66393"/>
                  <a:pt x="767868" y="64700"/>
                </a:cubicBezTo>
                <a:cubicBezTo>
                  <a:pt x="767868" y="43935"/>
                  <a:pt x="753912" y="39783"/>
                  <a:pt x="741994" y="39783"/>
                </a:cubicBezTo>
                <a:cubicBezTo>
                  <a:pt x="730077" y="39783"/>
                  <a:pt x="722865" y="45472"/>
                  <a:pt x="718944" y="48702"/>
                </a:cubicBezTo>
                <a:lnTo>
                  <a:pt x="718475" y="49319"/>
                </a:lnTo>
                <a:lnTo>
                  <a:pt x="721140" y="59623"/>
                </a:lnTo>
                <a:lnTo>
                  <a:pt x="723179" y="59778"/>
                </a:lnTo>
                <a:cubicBezTo>
                  <a:pt x="727569" y="52856"/>
                  <a:pt x="732900" y="46703"/>
                  <a:pt x="740427" y="46703"/>
                </a:cubicBezTo>
                <a:cubicBezTo>
                  <a:pt x="746071" y="46703"/>
                  <a:pt x="755479" y="47473"/>
                  <a:pt x="755479" y="64854"/>
                </a:cubicBezTo>
                <a:cubicBezTo>
                  <a:pt x="755479" y="65931"/>
                  <a:pt x="754852" y="66546"/>
                  <a:pt x="754381" y="66700"/>
                </a:cubicBezTo>
                <a:lnTo>
                  <a:pt x="739800" y="69931"/>
                </a:lnTo>
                <a:cubicBezTo>
                  <a:pt x="723805" y="73468"/>
                  <a:pt x="713771" y="81774"/>
                  <a:pt x="713771" y="92234"/>
                </a:cubicBezTo>
                <a:cubicBezTo>
                  <a:pt x="713771" y="103615"/>
                  <a:pt x="721767" y="108841"/>
                  <a:pt x="733371" y="108841"/>
                </a:cubicBezTo>
                <a:cubicBezTo>
                  <a:pt x="741994" y="108841"/>
                  <a:pt x="746385" y="106845"/>
                  <a:pt x="754697" y="99925"/>
                </a:cubicBezTo>
                <a:lnTo>
                  <a:pt x="755324" y="99925"/>
                </a:lnTo>
                <a:close/>
                <a:moveTo>
                  <a:pt x="807538" y="94849"/>
                </a:moveTo>
                <a:lnTo>
                  <a:pt x="807538" y="55009"/>
                </a:lnTo>
                <a:cubicBezTo>
                  <a:pt x="813653" y="48857"/>
                  <a:pt x="817575" y="45934"/>
                  <a:pt x="824004" y="45934"/>
                </a:cubicBezTo>
                <a:cubicBezTo>
                  <a:pt x="833567" y="45934"/>
                  <a:pt x="842035" y="53656"/>
                  <a:pt x="842035" y="72851"/>
                </a:cubicBezTo>
                <a:cubicBezTo>
                  <a:pt x="842035" y="91926"/>
                  <a:pt x="836233" y="102693"/>
                  <a:pt x="821339" y="102693"/>
                </a:cubicBezTo>
                <a:cubicBezTo>
                  <a:pt x="816477" y="102693"/>
                  <a:pt x="810675" y="98694"/>
                  <a:pt x="807538" y="94849"/>
                </a:cubicBezTo>
                <a:moveTo>
                  <a:pt x="807538" y="30415"/>
                </a:moveTo>
                <a:cubicBezTo>
                  <a:pt x="807538" y="19047"/>
                  <a:pt x="807727" y="10938"/>
                  <a:pt x="808481" y="1536"/>
                </a:cubicBezTo>
                <a:cubicBezTo>
                  <a:pt x="808481" y="462"/>
                  <a:pt x="808040" y="0"/>
                  <a:pt x="807069" y="0"/>
                </a:cubicBezTo>
                <a:cubicBezTo>
                  <a:pt x="803147" y="1536"/>
                  <a:pt x="799793" y="2613"/>
                  <a:pt x="793426" y="3073"/>
                </a:cubicBezTo>
                <a:lnTo>
                  <a:pt x="793113" y="3535"/>
                </a:lnTo>
                <a:cubicBezTo>
                  <a:pt x="794335" y="10108"/>
                  <a:pt x="794993" y="21506"/>
                  <a:pt x="794993" y="33180"/>
                </a:cubicBezTo>
                <a:lnTo>
                  <a:pt x="794993" y="96078"/>
                </a:lnTo>
                <a:cubicBezTo>
                  <a:pt x="794993" y="102079"/>
                  <a:pt x="794869" y="104262"/>
                  <a:pt x="794211" y="107612"/>
                </a:cubicBezTo>
                <a:cubicBezTo>
                  <a:pt x="795151" y="108534"/>
                  <a:pt x="796970" y="108841"/>
                  <a:pt x="798601" y="108841"/>
                </a:cubicBezTo>
                <a:cubicBezTo>
                  <a:pt x="800327" y="106998"/>
                  <a:pt x="802145" y="104384"/>
                  <a:pt x="803774" y="101309"/>
                </a:cubicBezTo>
                <a:cubicBezTo>
                  <a:pt x="808323" y="105154"/>
                  <a:pt x="815536" y="108841"/>
                  <a:pt x="822279" y="108841"/>
                </a:cubicBezTo>
                <a:cubicBezTo>
                  <a:pt x="838271" y="108841"/>
                  <a:pt x="855991" y="97772"/>
                  <a:pt x="855991" y="71622"/>
                </a:cubicBezTo>
                <a:cubicBezTo>
                  <a:pt x="855991" y="52856"/>
                  <a:pt x="842348" y="39783"/>
                  <a:pt x="827138" y="39783"/>
                </a:cubicBezTo>
                <a:cubicBezTo>
                  <a:pt x="819614" y="39783"/>
                  <a:pt x="812871" y="41782"/>
                  <a:pt x="807538" y="47473"/>
                </a:cubicBezTo>
                <a:lnTo>
                  <a:pt x="807538" y="30415"/>
                </a:lnTo>
                <a:close/>
                <a:moveTo>
                  <a:pt x="873708" y="15498"/>
                </a:moveTo>
                <a:cubicBezTo>
                  <a:pt x="873708" y="19648"/>
                  <a:pt x="877472" y="23338"/>
                  <a:pt x="881707" y="23338"/>
                </a:cubicBezTo>
                <a:cubicBezTo>
                  <a:pt x="885939" y="23338"/>
                  <a:pt x="889703" y="19648"/>
                  <a:pt x="889703" y="15498"/>
                </a:cubicBezTo>
                <a:cubicBezTo>
                  <a:pt x="889703" y="11346"/>
                  <a:pt x="885939" y="7656"/>
                  <a:pt x="881707" y="7656"/>
                </a:cubicBezTo>
                <a:cubicBezTo>
                  <a:pt x="877472" y="7656"/>
                  <a:pt x="873708" y="11346"/>
                  <a:pt x="873708" y="15498"/>
                </a:cubicBezTo>
                <a:moveTo>
                  <a:pt x="875278" y="71242"/>
                </a:moveTo>
                <a:lnTo>
                  <a:pt x="875278" y="79689"/>
                </a:lnTo>
                <a:cubicBezTo>
                  <a:pt x="875278" y="91206"/>
                  <a:pt x="874996" y="99039"/>
                  <a:pt x="873866" y="107331"/>
                </a:cubicBezTo>
                <a:lnTo>
                  <a:pt x="874180" y="107790"/>
                </a:lnTo>
                <a:cubicBezTo>
                  <a:pt x="876060" y="107485"/>
                  <a:pt x="879668" y="107331"/>
                  <a:pt x="881549" y="107331"/>
                </a:cubicBezTo>
                <a:cubicBezTo>
                  <a:pt x="883432" y="107331"/>
                  <a:pt x="887038" y="107485"/>
                  <a:pt x="888918" y="107790"/>
                </a:cubicBezTo>
                <a:lnTo>
                  <a:pt x="889232" y="107331"/>
                </a:lnTo>
                <a:cubicBezTo>
                  <a:pt x="888105" y="98609"/>
                  <a:pt x="887822" y="91359"/>
                  <a:pt x="887822" y="79689"/>
                </a:cubicBezTo>
                <a:lnTo>
                  <a:pt x="887822" y="68786"/>
                </a:lnTo>
                <a:cubicBezTo>
                  <a:pt x="887822" y="57268"/>
                  <a:pt x="888229" y="51739"/>
                  <a:pt x="889232" y="42371"/>
                </a:cubicBezTo>
                <a:cubicBezTo>
                  <a:pt x="889232" y="40989"/>
                  <a:pt x="889045" y="40834"/>
                  <a:pt x="887822" y="40834"/>
                </a:cubicBezTo>
                <a:cubicBezTo>
                  <a:pt x="884246" y="41174"/>
                  <a:pt x="877503" y="41266"/>
                  <a:pt x="874180" y="40989"/>
                </a:cubicBezTo>
                <a:lnTo>
                  <a:pt x="873866" y="41449"/>
                </a:lnTo>
                <a:cubicBezTo>
                  <a:pt x="874838" y="48022"/>
                  <a:pt x="875278" y="59724"/>
                  <a:pt x="875278" y="71242"/>
                </a:cubicBezTo>
                <a:close/>
                <a:moveTo>
                  <a:pt x="916047" y="76576"/>
                </a:moveTo>
                <a:cubicBezTo>
                  <a:pt x="916047" y="88018"/>
                  <a:pt x="915827" y="99088"/>
                  <a:pt x="914635" y="107331"/>
                </a:cubicBezTo>
                <a:lnTo>
                  <a:pt x="914949" y="107790"/>
                </a:lnTo>
                <a:cubicBezTo>
                  <a:pt x="916829" y="107483"/>
                  <a:pt x="920437" y="107331"/>
                  <a:pt x="922318" y="107331"/>
                </a:cubicBezTo>
                <a:cubicBezTo>
                  <a:pt x="924201" y="107331"/>
                  <a:pt x="927807" y="107483"/>
                  <a:pt x="929687" y="107790"/>
                </a:cubicBezTo>
                <a:lnTo>
                  <a:pt x="930001" y="107331"/>
                </a:lnTo>
                <a:cubicBezTo>
                  <a:pt x="928778" y="98565"/>
                  <a:pt x="928591" y="88140"/>
                  <a:pt x="928591" y="76576"/>
                </a:cubicBezTo>
                <a:lnTo>
                  <a:pt x="928591" y="30447"/>
                </a:lnTo>
                <a:cubicBezTo>
                  <a:pt x="928591" y="18916"/>
                  <a:pt x="929249" y="11257"/>
                  <a:pt x="930001" y="1539"/>
                </a:cubicBezTo>
                <a:cubicBezTo>
                  <a:pt x="930001" y="462"/>
                  <a:pt x="929563" y="0"/>
                  <a:pt x="928591" y="0"/>
                </a:cubicBezTo>
                <a:cubicBezTo>
                  <a:pt x="924670" y="1539"/>
                  <a:pt x="921315" y="2615"/>
                  <a:pt x="914949" y="3078"/>
                </a:cubicBezTo>
                <a:lnTo>
                  <a:pt x="914635" y="3537"/>
                </a:lnTo>
                <a:cubicBezTo>
                  <a:pt x="915858" y="10119"/>
                  <a:pt x="916047" y="21529"/>
                  <a:pt x="916047" y="33215"/>
                </a:cubicBezTo>
                <a:lnTo>
                  <a:pt x="916047" y="76576"/>
                </a:lnTo>
                <a:close/>
                <a:moveTo>
                  <a:pt x="953992" y="15498"/>
                </a:moveTo>
                <a:cubicBezTo>
                  <a:pt x="953992" y="19648"/>
                  <a:pt x="957755" y="23338"/>
                  <a:pt x="961990" y="23338"/>
                </a:cubicBezTo>
                <a:cubicBezTo>
                  <a:pt x="966223" y="23338"/>
                  <a:pt x="969987" y="19648"/>
                  <a:pt x="969987" y="15498"/>
                </a:cubicBezTo>
                <a:cubicBezTo>
                  <a:pt x="969987" y="11346"/>
                  <a:pt x="966223" y="7656"/>
                  <a:pt x="961990" y="7656"/>
                </a:cubicBezTo>
                <a:cubicBezTo>
                  <a:pt x="957755" y="7656"/>
                  <a:pt x="953992" y="11346"/>
                  <a:pt x="953992" y="15498"/>
                </a:cubicBezTo>
                <a:moveTo>
                  <a:pt x="955561" y="71242"/>
                </a:moveTo>
                <a:lnTo>
                  <a:pt x="955561" y="79689"/>
                </a:lnTo>
                <a:cubicBezTo>
                  <a:pt x="955561" y="91206"/>
                  <a:pt x="955279" y="99039"/>
                  <a:pt x="954150" y="107331"/>
                </a:cubicBezTo>
                <a:lnTo>
                  <a:pt x="954463" y="107790"/>
                </a:lnTo>
                <a:cubicBezTo>
                  <a:pt x="956344" y="107485"/>
                  <a:pt x="959952" y="107331"/>
                  <a:pt x="961832" y="107331"/>
                </a:cubicBezTo>
                <a:cubicBezTo>
                  <a:pt x="963715" y="107331"/>
                  <a:pt x="967321" y="107485"/>
                  <a:pt x="969202" y="107790"/>
                </a:cubicBezTo>
                <a:lnTo>
                  <a:pt x="969515" y="107331"/>
                </a:lnTo>
                <a:cubicBezTo>
                  <a:pt x="968388" y="98609"/>
                  <a:pt x="968106" y="91359"/>
                  <a:pt x="968106" y="79689"/>
                </a:cubicBezTo>
                <a:lnTo>
                  <a:pt x="968106" y="68786"/>
                </a:lnTo>
                <a:cubicBezTo>
                  <a:pt x="968106" y="57268"/>
                  <a:pt x="968513" y="51739"/>
                  <a:pt x="969515" y="42371"/>
                </a:cubicBezTo>
                <a:cubicBezTo>
                  <a:pt x="969515" y="40989"/>
                  <a:pt x="969329" y="40834"/>
                  <a:pt x="968106" y="40834"/>
                </a:cubicBezTo>
                <a:cubicBezTo>
                  <a:pt x="964529" y="41174"/>
                  <a:pt x="957787" y="41266"/>
                  <a:pt x="954463" y="40989"/>
                </a:cubicBezTo>
                <a:lnTo>
                  <a:pt x="954150" y="41449"/>
                </a:lnTo>
                <a:cubicBezTo>
                  <a:pt x="955121" y="48022"/>
                  <a:pt x="955561" y="59724"/>
                  <a:pt x="955561" y="71242"/>
                </a:cubicBezTo>
                <a:close/>
                <a:moveTo>
                  <a:pt x="997113" y="41435"/>
                </a:moveTo>
                <a:cubicBezTo>
                  <a:pt x="993914" y="41435"/>
                  <a:pt x="990590" y="41374"/>
                  <a:pt x="988645" y="41127"/>
                </a:cubicBezTo>
                <a:cubicBezTo>
                  <a:pt x="987580" y="43649"/>
                  <a:pt x="986733" y="45125"/>
                  <a:pt x="985197" y="47430"/>
                </a:cubicBezTo>
                <a:lnTo>
                  <a:pt x="985980" y="48507"/>
                </a:lnTo>
                <a:cubicBezTo>
                  <a:pt x="988679" y="48322"/>
                  <a:pt x="993538" y="48230"/>
                  <a:pt x="997113" y="48200"/>
                </a:cubicBezTo>
                <a:lnTo>
                  <a:pt x="997113" y="69232"/>
                </a:lnTo>
                <a:cubicBezTo>
                  <a:pt x="997113" y="78443"/>
                  <a:pt x="996644" y="89499"/>
                  <a:pt x="996644" y="94103"/>
                </a:cubicBezTo>
                <a:cubicBezTo>
                  <a:pt x="996644" y="104087"/>
                  <a:pt x="1003228" y="108841"/>
                  <a:pt x="1010442" y="108841"/>
                </a:cubicBezTo>
                <a:cubicBezTo>
                  <a:pt x="1017029" y="108841"/>
                  <a:pt x="1022046" y="107307"/>
                  <a:pt x="1028631" y="103167"/>
                </a:cubicBezTo>
                <a:lnTo>
                  <a:pt x="1026719" y="99383"/>
                </a:lnTo>
                <a:cubicBezTo>
                  <a:pt x="1021888" y="101014"/>
                  <a:pt x="1018283" y="101168"/>
                  <a:pt x="1014361" y="100554"/>
                </a:cubicBezTo>
                <a:cubicBezTo>
                  <a:pt x="1010631" y="99970"/>
                  <a:pt x="1009188" y="96282"/>
                  <a:pt x="1009188" y="87962"/>
                </a:cubicBezTo>
                <a:cubicBezTo>
                  <a:pt x="1009188" y="83357"/>
                  <a:pt x="1009657" y="76754"/>
                  <a:pt x="1009657" y="67545"/>
                </a:cubicBezTo>
                <a:lnTo>
                  <a:pt x="1009657" y="48200"/>
                </a:lnTo>
                <a:lnTo>
                  <a:pt x="1015617" y="48200"/>
                </a:lnTo>
                <a:cubicBezTo>
                  <a:pt x="1019381" y="48200"/>
                  <a:pt x="1024836" y="48322"/>
                  <a:pt x="1026906" y="48507"/>
                </a:cubicBezTo>
                <a:cubicBezTo>
                  <a:pt x="1027377" y="46049"/>
                  <a:pt x="1027848" y="44479"/>
                  <a:pt x="1028789" y="42204"/>
                </a:cubicBezTo>
                <a:lnTo>
                  <a:pt x="1028004" y="41127"/>
                </a:lnTo>
                <a:cubicBezTo>
                  <a:pt x="1025181" y="41252"/>
                  <a:pt x="1020635" y="41435"/>
                  <a:pt x="1017029" y="41435"/>
                </a:cubicBezTo>
                <a:lnTo>
                  <a:pt x="1009657" y="41435"/>
                </a:lnTo>
                <a:cubicBezTo>
                  <a:pt x="1009657" y="29936"/>
                  <a:pt x="1009753" y="27907"/>
                  <a:pt x="1010442" y="18991"/>
                </a:cubicBezTo>
                <a:cubicBezTo>
                  <a:pt x="1010442" y="17884"/>
                  <a:pt x="1010004" y="17454"/>
                  <a:pt x="1009030" y="17454"/>
                </a:cubicBezTo>
                <a:cubicBezTo>
                  <a:pt x="1005111" y="18991"/>
                  <a:pt x="1003166" y="20621"/>
                  <a:pt x="998055" y="21297"/>
                </a:cubicBezTo>
                <a:lnTo>
                  <a:pt x="997742" y="21759"/>
                </a:lnTo>
                <a:cubicBezTo>
                  <a:pt x="997428" y="27109"/>
                  <a:pt x="997113" y="32519"/>
                  <a:pt x="997113" y="41435"/>
                </a:cubicBezTo>
                <a:close/>
                <a:moveTo>
                  <a:pt x="1039922" y="40984"/>
                </a:moveTo>
                <a:cubicBezTo>
                  <a:pt x="1046162" y="54636"/>
                  <a:pt x="1064791" y="94296"/>
                  <a:pt x="1070342" y="108928"/>
                </a:cubicBezTo>
                <a:cubicBezTo>
                  <a:pt x="1065322" y="120396"/>
                  <a:pt x="1058924" y="132233"/>
                  <a:pt x="1051837" y="143821"/>
                </a:cubicBezTo>
                <a:cubicBezTo>
                  <a:pt x="1053407" y="143361"/>
                  <a:pt x="1055759" y="143054"/>
                  <a:pt x="1057326" y="143054"/>
                </a:cubicBezTo>
                <a:cubicBezTo>
                  <a:pt x="1058893" y="143054"/>
                  <a:pt x="1063441" y="143361"/>
                  <a:pt x="1065009" y="143821"/>
                </a:cubicBezTo>
                <a:cubicBezTo>
                  <a:pt x="1070969" y="124607"/>
                  <a:pt x="1105308" y="51284"/>
                  <a:pt x="1110483" y="40984"/>
                </a:cubicBezTo>
                <a:cubicBezTo>
                  <a:pt x="1108913" y="41446"/>
                  <a:pt x="1105308" y="41446"/>
                  <a:pt x="1103741" y="41446"/>
                </a:cubicBezTo>
                <a:cubicBezTo>
                  <a:pt x="1102171" y="41446"/>
                  <a:pt x="1099192" y="41446"/>
                  <a:pt x="1097625" y="40984"/>
                </a:cubicBezTo>
                <a:cubicBezTo>
                  <a:pt x="1091981" y="58357"/>
                  <a:pt x="1084640" y="78000"/>
                  <a:pt x="1077051" y="93925"/>
                </a:cubicBezTo>
                <a:lnTo>
                  <a:pt x="1076737" y="93925"/>
                </a:lnTo>
                <a:cubicBezTo>
                  <a:pt x="1069023" y="75633"/>
                  <a:pt x="1061623" y="58540"/>
                  <a:pt x="1055759" y="40987"/>
                </a:cubicBezTo>
                <a:cubicBezTo>
                  <a:pt x="1053720" y="41446"/>
                  <a:pt x="1050270" y="41446"/>
                  <a:pt x="1048074" y="41446"/>
                </a:cubicBezTo>
                <a:cubicBezTo>
                  <a:pt x="1046035" y="41446"/>
                  <a:pt x="1042116" y="41446"/>
                  <a:pt x="1039922" y="40987"/>
                </a:cubicBezTo>
                <a:lnTo>
                  <a:pt x="1039922" y="40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D9C0F-7ACA-4D51-8AB8-4F98B66D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424" y="3231087"/>
            <a:ext cx="1754894" cy="620078"/>
          </a:xfrm>
          <a:custGeom xmlns:a="http://schemas.openxmlformats.org/drawingml/2006/main">
            <a:pathLst>
              <a:path w="1754894" h="620078">
                <a:moveTo>
                  <a:pt x="1686569" y="0"/>
                </a:moveTo>
                <a:lnTo>
                  <a:pt x="68325" y="0"/>
                </a:lnTo>
                <a:cubicBezTo>
                  <a:pt x="30590" y="0"/>
                  <a:pt x="0" y="30589"/>
                  <a:pt x="0" y="68325"/>
                </a:cubicBezTo>
                <a:lnTo>
                  <a:pt x="0" y="551753"/>
                </a:lnTo>
                <a:cubicBezTo>
                  <a:pt x="0" y="589488"/>
                  <a:pt x="30590" y="620078"/>
                  <a:pt x="68325" y="620078"/>
                </a:cubicBezTo>
                <a:lnTo>
                  <a:pt x="1686569" y="620078"/>
                </a:lnTo>
                <a:cubicBezTo>
                  <a:pt x="1724304" y="620078"/>
                  <a:pt x="1754894" y="589488"/>
                  <a:pt x="1754894" y="551753"/>
                </a:cubicBezTo>
                <a:lnTo>
                  <a:pt x="1754894" y="68325"/>
                </a:lnTo>
                <a:cubicBezTo>
                  <a:pt x="1754894" y="30589"/>
                  <a:pt x="1724304" y="0"/>
                  <a:pt x="1686569" y="0"/>
                </a:cubicBezTo>
                <a:close/>
                <a:moveTo>
                  <a:pt x="0" y="620078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C6BD9-4432-4B5F-BDC5-47500256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424" y="3231087"/>
            <a:ext cx="1754894" cy="620078"/>
          </a:xfrm>
          <a:custGeom xmlns:a="http://schemas.openxmlformats.org/drawingml/2006/main">
            <a:pathLst>
              <a:path w="1754894" h="620078" fill="none">
                <a:moveTo>
                  <a:pt x="1686569" y="0"/>
                </a:moveTo>
                <a:lnTo>
                  <a:pt x="68325" y="0"/>
                </a:lnTo>
                <a:cubicBezTo>
                  <a:pt x="30590" y="0"/>
                  <a:pt x="0" y="30589"/>
                  <a:pt x="0" y="68325"/>
                </a:cubicBezTo>
                <a:lnTo>
                  <a:pt x="0" y="551753"/>
                </a:lnTo>
                <a:cubicBezTo>
                  <a:pt x="0" y="589488"/>
                  <a:pt x="30590" y="620078"/>
                  <a:pt x="68325" y="620078"/>
                </a:cubicBezTo>
                <a:lnTo>
                  <a:pt x="1686569" y="620078"/>
                </a:lnTo>
                <a:cubicBezTo>
                  <a:pt x="1724304" y="620078"/>
                  <a:pt x="1754894" y="589488"/>
                  <a:pt x="1754894" y="551753"/>
                </a:cubicBezTo>
                <a:lnTo>
                  <a:pt x="1754894" y="68325"/>
                </a:lnTo>
                <a:cubicBezTo>
                  <a:pt x="1754894" y="30589"/>
                  <a:pt x="1724304" y="0"/>
                  <a:pt x="1686569" y="0"/>
                </a:cubicBezTo>
                <a:close/>
                <a:moveTo>
                  <a:pt x="0" y="620078"/>
                </a:moveTo>
              </a:path>
            </a:pathLst>
          </a:custGeom>
          <a:noFill xmlns:a="http://schemas.openxmlformats.org/drawingml/2006/main"/>
          <a:ln xmlns:a="http://schemas.openxmlformats.org/drawingml/2006/main" w="6832" cap="flat">
            <a:solidFill>
              <a:srgbClr val="CCCCFF"/>
            </a:solidFill>
            <a:miter/>
          </a:ln>
        </p:spPr>
      </p:sp>
      <p:sp>
        <p:nvSpPr>
          <p:cNvPr id="49" name="Text 3.Computediagnosisvia">
            <a:extLst xmlns:a="http://schemas.openxmlformats.org/drawingml/2006/main">
              <a:ext uri="{FF2B5EF4-FFF2-40B4-BE49-F238E27FC236}">
                <a16:creationId xmlns:a16="http://schemas.microsoft.com/office/drawing/2014/main" id="{7795B77B-F646-42DE-8727-21CFC01D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256" y="3280351"/>
            <a:ext cx="1641690" cy="143821"/>
          </a:xfrm>
          <a:custGeom xmlns:a="http://schemas.openxmlformats.org/drawingml/2006/main">
            <a:pathLst>
              <a:path w="1641690" h="143821">
                <a:moveTo>
                  <a:pt x="24078" y="102848"/>
                </a:moveTo>
                <a:cubicBezTo>
                  <a:pt x="11725" y="102848"/>
                  <a:pt x="10005" y="98241"/>
                  <a:pt x="5785" y="89337"/>
                </a:cubicBezTo>
                <a:lnTo>
                  <a:pt x="3440" y="89491"/>
                </a:lnTo>
                <a:lnTo>
                  <a:pt x="0" y="101004"/>
                </a:lnTo>
                <a:lnTo>
                  <a:pt x="470" y="101466"/>
                </a:lnTo>
                <a:cubicBezTo>
                  <a:pt x="4535" y="104847"/>
                  <a:pt x="11258" y="108841"/>
                  <a:pt x="23763" y="108841"/>
                </a:cubicBezTo>
                <a:cubicBezTo>
                  <a:pt x="37053" y="108841"/>
                  <a:pt x="58003" y="99930"/>
                  <a:pt x="58003" y="79665"/>
                </a:cubicBezTo>
                <a:cubicBezTo>
                  <a:pt x="58003" y="67538"/>
                  <a:pt x="48466" y="58936"/>
                  <a:pt x="36428" y="57862"/>
                </a:cubicBezTo>
                <a:lnTo>
                  <a:pt x="36428" y="57092"/>
                </a:lnTo>
                <a:cubicBezTo>
                  <a:pt x="44558" y="55246"/>
                  <a:pt x="54876" y="46312"/>
                  <a:pt x="54876" y="33527"/>
                </a:cubicBezTo>
                <a:cubicBezTo>
                  <a:pt x="54876" y="22434"/>
                  <a:pt x="45183" y="13511"/>
                  <a:pt x="29705" y="13511"/>
                </a:cubicBezTo>
                <a:cubicBezTo>
                  <a:pt x="17668" y="13511"/>
                  <a:pt x="8913" y="18740"/>
                  <a:pt x="5003" y="22127"/>
                </a:cubicBezTo>
                <a:lnTo>
                  <a:pt x="4535" y="22589"/>
                </a:lnTo>
                <a:lnTo>
                  <a:pt x="7818" y="32448"/>
                </a:lnTo>
                <a:lnTo>
                  <a:pt x="10163" y="32603"/>
                </a:lnTo>
                <a:cubicBezTo>
                  <a:pt x="13915" y="23976"/>
                  <a:pt x="18918" y="19507"/>
                  <a:pt x="28298" y="19507"/>
                </a:cubicBezTo>
                <a:cubicBezTo>
                  <a:pt x="34396" y="19507"/>
                  <a:pt x="41276" y="25824"/>
                  <a:pt x="41276" y="35838"/>
                </a:cubicBezTo>
                <a:cubicBezTo>
                  <a:pt x="41276" y="42615"/>
                  <a:pt x="38928" y="47545"/>
                  <a:pt x="35333" y="50935"/>
                </a:cubicBezTo>
                <a:cubicBezTo>
                  <a:pt x="32206" y="53860"/>
                  <a:pt x="27673" y="55246"/>
                  <a:pt x="22358" y="55246"/>
                </a:cubicBezTo>
                <a:cubicBezTo>
                  <a:pt x="20480" y="55246"/>
                  <a:pt x="18760" y="55094"/>
                  <a:pt x="16573" y="54784"/>
                </a:cubicBezTo>
                <a:lnTo>
                  <a:pt x="16573" y="61549"/>
                </a:lnTo>
                <a:cubicBezTo>
                  <a:pt x="18448" y="61242"/>
                  <a:pt x="21733" y="61242"/>
                  <a:pt x="23138" y="61242"/>
                </a:cubicBezTo>
                <a:cubicBezTo>
                  <a:pt x="28140" y="61242"/>
                  <a:pt x="34083" y="62624"/>
                  <a:pt x="38461" y="66156"/>
                </a:cubicBezTo>
                <a:cubicBezTo>
                  <a:pt x="42526" y="69534"/>
                  <a:pt x="44558" y="74906"/>
                  <a:pt x="44558" y="80894"/>
                </a:cubicBezTo>
                <a:cubicBezTo>
                  <a:pt x="44558" y="99470"/>
                  <a:pt x="29705" y="102848"/>
                  <a:pt x="24078" y="102848"/>
                </a:cubicBezTo>
                <a:close/>
                <a:moveTo>
                  <a:pt x="72542" y="100542"/>
                </a:moveTo>
                <a:cubicBezTo>
                  <a:pt x="73919" y="105675"/>
                  <a:pt x="76109" y="107767"/>
                  <a:pt x="80985" y="108841"/>
                </a:cubicBezTo>
                <a:lnTo>
                  <a:pt x="81612" y="108841"/>
                </a:lnTo>
                <a:cubicBezTo>
                  <a:pt x="86021" y="107767"/>
                  <a:pt x="88459" y="105492"/>
                  <a:pt x="90052" y="100542"/>
                </a:cubicBezTo>
                <a:lnTo>
                  <a:pt x="90052" y="99925"/>
                </a:lnTo>
                <a:cubicBezTo>
                  <a:pt x="88616" y="95590"/>
                  <a:pt x="86145" y="93224"/>
                  <a:pt x="81612" y="91624"/>
                </a:cubicBezTo>
                <a:lnTo>
                  <a:pt x="80985" y="91624"/>
                </a:lnTo>
                <a:cubicBezTo>
                  <a:pt x="76264" y="93500"/>
                  <a:pt x="73981" y="95837"/>
                  <a:pt x="72542" y="99925"/>
                </a:cubicBezTo>
                <a:lnTo>
                  <a:pt x="72542" y="100542"/>
                </a:lnTo>
                <a:close/>
                <a:moveTo>
                  <a:pt x="209186" y="6155"/>
                </a:moveTo>
                <a:cubicBezTo>
                  <a:pt x="182765" y="6155"/>
                  <a:pt x="157905" y="28599"/>
                  <a:pt x="157905" y="58882"/>
                </a:cubicBezTo>
                <a:cubicBezTo>
                  <a:pt x="157905" y="85476"/>
                  <a:pt x="173383" y="108841"/>
                  <a:pt x="206998" y="108841"/>
                </a:cubicBezTo>
                <a:cubicBezTo>
                  <a:pt x="221443" y="108841"/>
                  <a:pt x="235046" y="104415"/>
                  <a:pt x="245490" y="91994"/>
                </a:cubicBezTo>
                <a:cubicBezTo>
                  <a:pt x="245394" y="90242"/>
                  <a:pt x="245082" y="86860"/>
                  <a:pt x="244519" y="85476"/>
                </a:cubicBezTo>
                <a:lnTo>
                  <a:pt x="243426" y="85016"/>
                </a:lnTo>
                <a:cubicBezTo>
                  <a:pt x="232326" y="97005"/>
                  <a:pt x="222943" y="101002"/>
                  <a:pt x="208406" y="101002"/>
                </a:cubicBezTo>
                <a:cubicBezTo>
                  <a:pt x="188581" y="101002"/>
                  <a:pt x="174010" y="79942"/>
                  <a:pt x="174010" y="55962"/>
                </a:cubicBezTo>
                <a:cubicBezTo>
                  <a:pt x="174010" y="24757"/>
                  <a:pt x="194178" y="13382"/>
                  <a:pt x="206998" y="13382"/>
                </a:cubicBezTo>
                <a:cubicBezTo>
                  <a:pt x="221068" y="13382"/>
                  <a:pt x="232481" y="18916"/>
                  <a:pt x="238891" y="31522"/>
                </a:cubicBezTo>
                <a:lnTo>
                  <a:pt x="240769" y="31367"/>
                </a:lnTo>
                <a:cubicBezTo>
                  <a:pt x="241329" y="23528"/>
                  <a:pt x="241861" y="20823"/>
                  <a:pt x="243581" y="14304"/>
                </a:cubicBezTo>
                <a:lnTo>
                  <a:pt x="243269" y="13842"/>
                </a:lnTo>
                <a:cubicBezTo>
                  <a:pt x="243269" y="13842"/>
                  <a:pt x="228261" y="6155"/>
                  <a:pt x="209186" y="6155"/>
                </a:cubicBezTo>
                <a:close/>
                <a:moveTo>
                  <a:pt x="261562" y="75774"/>
                </a:moveTo>
                <a:cubicBezTo>
                  <a:pt x="261562" y="94232"/>
                  <a:pt x="273912" y="108841"/>
                  <a:pt x="294707" y="108841"/>
                </a:cubicBezTo>
                <a:cubicBezTo>
                  <a:pt x="315343" y="108841"/>
                  <a:pt x="327851" y="94542"/>
                  <a:pt x="327851" y="74390"/>
                </a:cubicBezTo>
                <a:cubicBezTo>
                  <a:pt x="327851" y="53471"/>
                  <a:pt x="316438" y="39783"/>
                  <a:pt x="295333" y="39783"/>
                </a:cubicBezTo>
                <a:cubicBezTo>
                  <a:pt x="274850" y="39783"/>
                  <a:pt x="261562" y="53933"/>
                  <a:pt x="261562" y="75774"/>
                </a:cubicBezTo>
                <a:moveTo>
                  <a:pt x="294238" y="45934"/>
                </a:moveTo>
                <a:cubicBezTo>
                  <a:pt x="310810" y="45934"/>
                  <a:pt x="314093" y="58547"/>
                  <a:pt x="314093" y="77160"/>
                </a:cubicBezTo>
                <a:cubicBezTo>
                  <a:pt x="314093" y="91772"/>
                  <a:pt x="306588" y="102693"/>
                  <a:pt x="296113" y="102693"/>
                </a:cubicBezTo>
                <a:cubicBezTo>
                  <a:pt x="279542" y="102693"/>
                  <a:pt x="275320" y="85004"/>
                  <a:pt x="275320" y="73161"/>
                </a:cubicBezTo>
                <a:cubicBezTo>
                  <a:pt x="275320" y="59778"/>
                  <a:pt x="279542" y="45934"/>
                  <a:pt x="294238" y="45934"/>
                </a:cubicBezTo>
                <a:close/>
                <a:moveTo>
                  <a:pt x="359118" y="53163"/>
                </a:moveTo>
                <a:lnTo>
                  <a:pt x="359118" y="41937"/>
                </a:lnTo>
                <a:cubicBezTo>
                  <a:pt x="359118" y="40738"/>
                  <a:pt x="358932" y="40400"/>
                  <a:pt x="358180" y="40400"/>
                </a:cubicBezTo>
                <a:cubicBezTo>
                  <a:pt x="354678" y="41076"/>
                  <a:pt x="349082" y="41198"/>
                  <a:pt x="345518" y="40860"/>
                </a:cubicBezTo>
                <a:lnTo>
                  <a:pt x="345205" y="41322"/>
                </a:lnTo>
                <a:cubicBezTo>
                  <a:pt x="346298" y="47963"/>
                  <a:pt x="346610" y="59626"/>
                  <a:pt x="346610" y="71167"/>
                </a:cubicBezTo>
                <a:lnTo>
                  <a:pt x="346610" y="79630"/>
                </a:lnTo>
                <a:cubicBezTo>
                  <a:pt x="346610" y="91173"/>
                  <a:pt x="346455" y="99020"/>
                  <a:pt x="345205" y="107331"/>
                </a:cubicBezTo>
                <a:lnTo>
                  <a:pt x="345518" y="107790"/>
                </a:lnTo>
                <a:cubicBezTo>
                  <a:pt x="347393" y="107483"/>
                  <a:pt x="350988" y="107331"/>
                  <a:pt x="352865" y="107331"/>
                </a:cubicBezTo>
                <a:cubicBezTo>
                  <a:pt x="354740" y="107331"/>
                  <a:pt x="358338" y="107483"/>
                  <a:pt x="360213" y="107790"/>
                </a:cubicBezTo>
                <a:lnTo>
                  <a:pt x="360526" y="107331"/>
                </a:lnTo>
                <a:cubicBezTo>
                  <a:pt x="359275" y="98558"/>
                  <a:pt x="359118" y="91326"/>
                  <a:pt x="359118" y="79630"/>
                </a:cubicBezTo>
                <a:lnTo>
                  <a:pt x="359118" y="61012"/>
                </a:lnTo>
                <a:cubicBezTo>
                  <a:pt x="366468" y="53625"/>
                  <a:pt x="375223" y="49009"/>
                  <a:pt x="380693" y="49009"/>
                </a:cubicBezTo>
                <a:cubicBezTo>
                  <a:pt x="386636" y="49009"/>
                  <a:pt x="391013" y="52394"/>
                  <a:pt x="391013" y="62703"/>
                </a:cubicBezTo>
                <a:lnTo>
                  <a:pt x="391013" y="79630"/>
                </a:lnTo>
                <a:cubicBezTo>
                  <a:pt x="391013" y="91173"/>
                  <a:pt x="390856" y="99020"/>
                  <a:pt x="389606" y="107331"/>
                </a:cubicBezTo>
                <a:lnTo>
                  <a:pt x="389918" y="107790"/>
                </a:lnTo>
                <a:cubicBezTo>
                  <a:pt x="391794" y="107483"/>
                  <a:pt x="395391" y="107331"/>
                  <a:pt x="397266" y="107331"/>
                </a:cubicBezTo>
                <a:cubicBezTo>
                  <a:pt x="399144" y="107331"/>
                  <a:pt x="402739" y="107483"/>
                  <a:pt x="404614" y="107790"/>
                </a:cubicBezTo>
                <a:lnTo>
                  <a:pt x="404926" y="107331"/>
                </a:lnTo>
                <a:cubicBezTo>
                  <a:pt x="403676" y="98558"/>
                  <a:pt x="403521" y="91326"/>
                  <a:pt x="403521" y="79630"/>
                </a:cubicBezTo>
                <a:lnTo>
                  <a:pt x="403521" y="64090"/>
                </a:lnTo>
                <a:cubicBezTo>
                  <a:pt x="403521" y="61934"/>
                  <a:pt x="403521" y="60088"/>
                  <a:pt x="403364" y="58242"/>
                </a:cubicBezTo>
                <a:cubicBezTo>
                  <a:pt x="410869" y="50086"/>
                  <a:pt x="417121" y="49009"/>
                  <a:pt x="423219" y="49009"/>
                </a:cubicBezTo>
                <a:cubicBezTo>
                  <a:pt x="431662" y="49009"/>
                  <a:pt x="435727" y="52394"/>
                  <a:pt x="435727" y="62703"/>
                </a:cubicBezTo>
                <a:lnTo>
                  <a:pt x="435727" y="79630"/>
                </a:lnTo>
                <a:cubicBezTo>
                  <a:pt x="435727" y="91173"/>
                  <a:pt x="435572" y="99020"/>
                  <a:pt x="434319" y="107331"/>
                </a:cubicBezTo>
                <a:lnTo>
                  <a:pt x="434632" y="107790"/>
                </a:lnTo>
                <a:cubicBezTo>
                  <a:pt x="436509" y="107483"/>
                  <a:pt x="440104" y="107331"/>
                  <a:pt x="441982" y="107331"/>
                </a:cubicBezTo>
                <a:cubicBezTo>
                  <a:pt x="443857" y="107331"/>
                  <a:pt x="447452" y="107483"/>
                  <a:pt x="449329" y="107790"/>
                </a:cubicBezTo>
                <a:lnTo>
                  <a:pt x="449642" y="107331"/>
                </a:lnTo>
                <a:cubicBezTo>
                  <a:pt x="448389" y="98558"/>
                  <a:pt x="448234" y="91326"/>
                  <a:pt x="448234" y="79630"/>
                </a:cubicBezTo>
                <a:lnTo>
                  <a:pt x="448234" y="64242"/>
                </a:lnTo>
                <a:cubicBezTo>
                  <a:pt x="448234" y="50548"/>
                  <a:pt x="445732" y="39783"/>
                  <a:pt x="428847" y="39783"/>
                </a:cubicBezTo>
                <a:cubicBezTo>
                  <a:pt x="420406" y="39783"/>
                  <a:pt x="411336" y="42706"/>
                  <a:pt x="402426" y="51932"/>
                </a:cubicBezTo>
                <a:cubicBezTo>
                  <a:pt x="401019" y="44550"/>
                  <a:pt x="394608" y="39783"/>
                  <a:pt x="385853" y="39783"/>
                </a:cubicBezTo>
                <a:cubicBezTo>
                  <a:pt x="376161" y="39783"/>
                  <a:pt x="366936" y="45934"/>
                  <a:pt x="359588" y="53625"/>
                </a:cubicBezTo>
                <a:lnTo>
                  <a:pt x="359118" y="53163"/>
                </a:lnTo>
                <a:close/>
                <a:moveTo>
                  <a:pt x="485285" y="62084"/>
                </a:moveTo>
                <a:cubicBezTo>
                  <a:pt x="488726" y="53933"/>
                  <a:pt x="497951" y="46856"/>
                  <a:pt x="504048" y="46856"/>
                </a:cubicBezTo>
                <a:cubicBezTo>
                  <a:pt x="514678" y="46856"/>
                  <a:pt x="520151" y="56393"/>
                  <a:pt x="520151" y="73775"/>
                </a:cubicBezTo>
                <a:cubicBezTo>
                  <a:pt x="520151" y="86388"/>
                  <a:pt x="516556" y="102693"/>
                  <a:pt x="499826" y="102693"/>
                </a:cubicBezTo>
                <a:cubicBezTo>
                  <a:pt x="497326" y="102693"/>
                  <a:pt x="490758" y="102079"/>
                  <a:pt x="485285" y="95771"/>
                </a:cubicBezTo>
                <a:lnTo>
                  <a:pt x="485285" y="62084"/>
                </a:lnTo>
                <a:moveTo>
                  <a:pt x="485285" y="53163"/>
                </a:moveTo>
                <a:lnTo>
                  <a:pt x="485285" y="41937"/>
                </a:lnTo>
                <a:cubicBezTo>
                  <a:pt x="485285" y="40738"/>
                  <a:pt x="485099" y="40400"/>
                  <a:pt x="484348" y="40400"/>
                </a:cubicBezTo>
                <a:cubicBezTo>
                  <a:pt x="480846" y="41076"/>
                  <a:pt x="475249" y="41198"/>
                  <a:pt x="471685" y="40860"/>
                </a:cubicBezTo>
                <a:lnTo>
                  <a:pt x="471373" y="41322"/>
                </a:lnTo>
                <a:cubicBezTo>
                  <a:pt x="472465" y="47963"/>
                  <a:pt x="472778" y="59623"/>
                  <a:pt x="472778" y="71160"/>
                </a:cubicBezTo>
                <a:lnTo>
                  <a:pt x="472778" y="112233"/>
                </a:lnTo>
                <a:cubicBezTo>
                  <a:pt x="472778" y="123701"/>
                  <a:pt x="472496" y="134766"/>
                  <a:pt x="471373" y="143058"/>
                </a:cubicBezTo>
                <a:lnTo>
                  <a:pt x="471685" y="143520"/>
                </a:lnTo>
                <a:cubicBezTo>
                  <a:pt x="473560" y="143213"/>
                  <a:pt x="477155" y="143058"/>
                  <a:pt x="479033" y="143058"/>
                </a:cubicBezTo>
                <a:cubicBezTo>
                  <a:pt x="480908" y="143058"/>
                  <a:pt x="484505" y="143213"/>
                  <a:pt x="486380" y="143520"/>
                </a:cubicBezTo>
                <a:lnTo>
                  <a:pt x="486693" y="143058"/>
                </a:lnTo>
                <a:cubicBezTo>
                  <a:pt x="485567" y="134274"/>
                  <a:pt x="485285" y="123823"/>
                  <a:pt x="485285" y="112233"/>
                </a:cubicBezTo>
                <a:lnTo>
                  <a:pt x="485285" y="105461"/>
                </a:lnTo>
                <a:cubicBezTo>
                  <a:pt x="489351" y="107612"/>
                  <a:pt x="495136" y="108841"/>
                  <a:pt x="500763" y="108841"/>
                </a:cubicBezTo>
                <a:cubicBezTo>
                  <a:pt x="521401" y="108841"/>
                  <a:pt x="533909" y="93465"/>
                  <a:pt x="533909" y="71774"/>
                </a:cubicBezTo>
                <a:cubicBezTo>
                  <a:pt x="533909" y="55469"/>
                  <a:pt x="524216" y="39783"/>
                  <a:pt x="506706" y="39783"/>
                </a:cubicBezTo>
                <a:cubicBezTo>
                  <a:pt x="500608" y="39783"/>
                  <a:pt x="492791" y="42859"/>
                  <a:pt x="485598" y="53625"/>
                </a:cubicBezTo>
                <a:lnTo>
                  <a:pt x="485285" y="53163"/>
                </a:lnTo>
                <a:close/>
                <a:moveTo>
                  <a:pt x="598791" y="93202"/>
                </a:moveTo>
                <a:lnTo>
                  <a:pt x="599416" y="93662"/>
                </a:lnTo>
                <a:lnTo>
                  <a:pt x="600199" y="107331"/>
                </a:lnTo>
                <a:cubicBezTo>
                  <a:pt x="600199" y="107638"/>
                  <a:pt x="600387" y="107790"/>
                  <a:pt x="600824" y="107790"/>
                </a:cubicBezTo>
                <a:cubicBezTo>
                  <a:pt x="602887" y="107516"/>
                  <a:pt x="604734" y="107331"/>
                  <a:pt x="607014" y="107331"/>
                </a:cubicBezTo>
                <a:cubicBezTo>
                  <a:pt x="608954" y="107331"/>
                  <a:pt x="611924" y="107485"/>
                  <a:pt x="613956" y="107790"/>
                </a:cubicBezTo>
                <a:lnTo>
                  <a:pt x="614269" y="107331"/>
                </a:lnTo>
                <a:cubicBezTo>
                  <a:pt x="613019" y="100727"/>
                  <a:pt x="611611" y="89362"/>
                  <a:pt x="611611" y="77845"/>
                </a:cubicBezTo>
                <a:lnTo>
                  <a:pt x="611611" y="69091"/>
                </a:lnTo>
                <a:cubicBezTo>
                  <a:pt x="611611" y="57571"/>
                  <a:pt x="611769" y="49586"/>
                  <a:pt x="613019" y="41446"/>
                </a:cubicBezTo>
                <a:lnTo>
                  <a:pt x="612706" y="40984"/>
                </a:lnTo>
                <a:cubicBezTo>
                  <a:pt x="610829" y="41292"/>
                  <a:pt x="607234" y="41446"/>
                  <a:pt x="605359" y="41446"/>
                </a:cubicBezTo>
                <a:cubicBezTo>
                  <a:pt x="603481" y="41446"/>
                  <a:pt x="599886" y="41292"/>
                  <a:pt x="598011" y="40984"/>
                </a:cubicBezTo>
                <a:lnTo>
                  <a:pt x="597696" y="41446"/>
                </a:lnTo>
                <a:cubicBezTo>
                  <a:pt x="598918" y="50231"/>
                  <a:pt x="599104" y="57418"/>
                  <a:pt x="599104" y="69091"/>
                </a:cubicBezTo>
                <a:lnTo>
                  <a:pt x="599104" y="84141"/>
                </a:lnTo>
                <a:cubicBezTo>
                  <a:pt x="594352" y="92006"/>
                  <a:pt x="585346" y="100233"/>
                  <a:pt x="577686" y="100233"/>
                </a:cubicBezTo>
                <a:cubicBezTo>
                  <a:pt x="572306" y="100233"/>
                  <a:pt x="567211" y="98546"/>
                  <a:pt x="567211" y="84270"/>
                </a:cubicBezTo>
                <a:lnTo>
                  <a:pt x="567211" y="69074"/>
                </a:lnTo>
                <a:cubicBezTo>
                  <a:pt x="567211" y="57562"/>
                  <a:pt x="567366" y="49581"/>
                  <a:pt x="568618" y="41446"/>
                </a:cubicBezTo>
                <a:lnTo>
                  <a:pt x="568306" y="40984"/>
                </a:lnTo>
                <a:cubicBezTo>
                  <a:pt x="566428" y="41292"/>
                  <a:pt x="562833" y="41446"/>
                  <a:pt x="560956" y="41446"/>
                </a:cubicBezTo>
                <a:cubicBezTo>
                  <a:pt x="559080" y="41446"/>
                  <a:pt x="555485" y="41292"/>
                  <a:pt x="553608" y="40984"/>
                </a:cubicBezTo>
                <a:lnTo>
                  <a:pt x="553295" y="41446"/>
                </a:lnTo>
                <a:cubicBezTo>
                  <a:pt x="554545" y="50194"/>
                  <a:pt x="554703" y="57409"/>
                  <a:pt x="554703" y="69074"/>
                </a:cubicBezTo>
                <a:lnTo>
                  <a:pt x="554703" y="87493"/>
                </a:lnTo>
                <a:cubicBezTo>
                  <a:pt x="554703" y="98084"/>
                  <a:pt x="559706" y="108841"/>
                  <a:pt x="575183" y="108841"/>
                </a:cubicBezTo>
                <a:cubicBezTo>
                  <a:pt x="584876" y="108841"/>
                  <a:pt x="593631" y="101002"/>
                  <a:pt x="598791" y="93172"/>
                </a:cubicBezTo>
                <a:lnTo>
                  <a:pt x="598791" y="93202"/>
                </a:lnTo>
                <a:close/>
                <a:moveTo>
                  <a:pt x="640534" y="41435"/>
                </a:moveTo>
                <a:cubicBezTo>
                  <a:pt x="637344" y="41435"/>
                  <a:pt x="634031" y="41374"/>
                  <a:pt x="632091" y="41127"/>
                </a:cubicBezTo>
                <a:cubicBezTo>
                  <a:pt x="631029" y="43649"/>
                  <a:pt x="630185" y="45125"/>
                  <a:pt x="628653" y="47430"/>
                </a:cubicBezTo>
                <a:lnTo>
                  <a:pt x="629433" y="48507"/>
                </a:lnTo>
                <a:cubicBezTo>
                  <a:pt x="632124" y="48322"/>
                  <a:pt x="636970" y="48230"/>
                  <a:pt x="640534" y="48200"/>
                </a:cubicBezTo>
                <a:lnTo>
                  <a:pt x="640534" y="69232"/>
                </a:lnTo>
                <a:cubicBezTo>
                  <a:pt x="640534" y="78443"/>
                  <a:pt x="640066" y="89499"/>
                  <a:pt x="640066" y="94103"/>
                </a:cubicBezTo>
                <a:cubicBezTo>
                  <a:pt x="640066" y="104087"/>
                  <a:pt x="646631" y="108841"/>
                  <a:pt x="653824" y="108841"/>
                </a:cubicBezTo>
                <a:cubicBezTo>
                  <a:pt x="660391" y="108841"/>
                  <a:pt x="665394" y="107307"/>
                  <a:pt x="671959" y="103167"/>
                </a:cubicBezTo>
                <a:lnTo>
                  <a:pt x="670053" y="99383"/>
                </a:lnTo>
                <a:cubicBezTo>
                  <a:pt x="665236" y="101014"/>
                  <a:pt x="661641" y="101168"/>
                  <a:pt x="657731" y="100554"/>
                </a:cubicBezTo>
                <a:cubicBezTo>
                  <a:pt x="654012" y="99970"/>
                  <a:pt x="652574" y="96282"/>
                  <a:pt x="652574" y="87962"/>
                </a:cubicBezTo>
                <a:cubicBezTo>
                  <a:pt x="652574" y="83357"/>
                  <a:pt x="653041" y="76754"/>
                  <a:pt x="653041" y="67545"/>
                </a:cubicBezTo>
                <a:lnTo>
                  <a:pt x="653041" y="48200"/>
                </a:lnTo>
                <a:lnTo>
                  <a:pt x="658984" y="48200"/>
                </a:lnTo>
                <a:cubicBezTo>
                  <a:pt x="662736" y="48200"/>
                  <a:pt x="668176" y="48322"/>
                  <a:pt x="670239" y="48507"/>
                </a:cubicBezTo>
                <a:cubicBezTo>
                  <a:pt x="670709" y="46049"/>
                  <a:pt x="671179" y="44479"/>
                  <a:pt x="672117" y="42204"/>
                </a:cubicBezTo>
                <a:lnTo>
                  <a:pt x="671334" y="41127"/>
                </a:lnTo>
                <a:cubicBezTo>
                  <a:pt x="668519" y="41252"/>
                  <a:pt x="663986" y="41435"/>
                  <a:pt x="660391" y="41435"/>
                </a:cubicBezTo>
                <a:lnTo>
                  <a:pt x="653041" y="41435"/>
                </a:lnTo>
                <a:cubicBezTo>
                  <a:pt x="653041" y="29936"/>
                  <a:pt x="653137" y="27907"/>
                  <a:pt x="653824" y="18991"/>
                </a:cubicBezTo>
                <a:cubicBezTo>
                  <a:pt x="653824" y="17884"/>
                  <a:pt x="653387" y="17454"/>
                  <a:pt x="652416" y="17454"/>
                </a:cubicBezTo>
                <a:cubicBezTo>
                  <a:pt x="648509" y="18991"/>
                  <a:pt x="646569" y="20621"/>
                  <a:pt x="641474" y="21297"/>
                </a:cubicBezTo>
                <a:lnTo>
                  <a:pt x="641161" y="21759"/>
                </a:lnTo>
                <a:cubicBezTo>
                  <a:pt x="640849" y="27109"/>
                  <a:pt x="640534" y="32519"/>
                  <a:pt x="640534" y="41435"/>
                </a:cubicBezTo>
                <a:close/>
                <a:moveTo>
                  <a:pt x="698382" y="65312"/>
                </a:moveTo>
                <a:cubicBezTo>
                  <a:pt x="701040" y="49316"/>
                  <a:pt x="711295" y="45934"/>
                  <a:pt x="716205" y="45934"/>
                </a:cubicBezTo>
                <a:cubicBezTo>
                  <a:pt x="722396" y="45934"/>
                  <a:pt x="729338" y="51625"/>
                  <a:pt x="729338" y="63158"/>
                </a:cubicBezTo>
                <a:cubicBezTo>
                  <a:pt x="729338" y="64542"/>
                  <a:pt x="728713" y="65312"/>
                  <a:pt x="727148" y="65312"/>
                </a:cubicBezTo>
                <a:lnTo>
                  <a:pt x="698382" y="65312"/>
                </a:lnTo>
                <a:moveTo>
                  <a:pt x="740125" y="91309"/>
                </a:moveTo>
                <a:cubicBezTo>
                  <a:pt x="734653" y="97157"/>
                  <a:pt x="727305" y="99773"/>
                  <a:pt x="718705" y="99773"/>
                </a:cubicBezTo>
                <a:cubicBezTo>
                  <a:pt x="713359" y="99773"/>
                  <a:pt x="705980" y="97772"/>
                  <a:pt x="701665" y="91002"/>
                </a:cubicBezTo>
                <a:cubicBezTo>
                  <a:pt x="698912" y="86693"/>
                  <a:pt x="697912" y="80416"/>
                  <a:pt x="697912" y="71460"/>
                </a:cubicBezTo>
                <a:lnTo>
                  <a:pt x="740438" y="71460"/>
                </a:lnTo>
                <a:cubicBezTo>
                  <a:pt x="742158" y="71460"/>
                  <a:pt x="743250" y="70538"/>
                  <a:pt x="743250" y="68847"/>
                </a:cubicBezTo>
                <a:cubicBezTo>
                  <a:pt x="743250" y="55931"/>
                  <a:pt x="736840" y="39783"/>
                  <a:pt x="716205" y="39783"/>
                </a:cubicBezTo>
                <a:cubicBezTo>
                  <a:pt x="700100" y="39783"/>
                  <a:pt x="684154" y="52546"/>
                  <a:pt x="684154" y="75154"/>
                </a:cubicBezTo>
                <a:cubicBezTo>
                  <a:pt x="684154" y="83892"/>
                  <a:pt x="685968" y="92510"/>
                  <a:pt x="691190" y="98696"/>
                </a:cubicBezTo>
                <a:cubicBezTo>
                  <a:pt x="696567" y="105060"/>
                  <a:pt x="705510" y="108841"/>
                  <a:pt x="716047" y="108841"/>
                </a:cubicBezTo>
                <a:cubicBezTo>
                  <a:pt x="727305" y="108841"/>
                  <a:pt x="737310" y="103155"/>
                  <a:pt x="743250" y="95156"/>
                </a:cubicBezTo>
                <a:lnTo>
                  <a:pt x="740125" y="91309"/>
                </a:lnTo>
                <a:close/>
                <a:moveTo>
                  <a:pt x="857226" y="89928"/>
                </a:moveTo>
                <a:cubicBezTo>
                  <a:pt x="851536" y="97063"/>
                  <a:pt x="844343" y="100849"/>
                  <a:pt x="837995" y="100849"/>
                </a:cubicBezTo>
                <a:cubicBezTo>
                  <a:pt x="829553" y="100849"/>
                  <a:pt x="822360" y="92543"/>
                  <a:pt x="822360" y="73313"/>
                </a:cubicBezTo>
                <a:cubicBezTo>
                  <a:pt x="822360" y="50241"/>
                  <a:pt x="834806" y="45934"/>
                  <a:pt x="842373" y="45934"/>
                </a:cubicBezTo>
                <a:cubicBezTo>
                  <a:pt x="849721" y="45934"/>
                  <a:pt x="853473" y="49009"/>
                  <a:pt x="857226" y="54855"/>
                </a:cubicBezTo>
                <a:lnTo>
                  <a:pt x="857226" y="89928"/>
                </a:lnTo>
                <a:moveTo>
                  <a:pt x="857226" y="98386"/>
                </a:moveTo>
                <a:lnTo>
                  <a:pt x="857538" y="98386"/>
                </a:lnTo>
                <a:lnTo>
                  <a:pt x="858321" y="107305"/>
                </a:lnTo>
                <a:cubicBezTo>
                  <a:pt x="858321" y="107638"/>
                  <a:pt x="858788" y="107790"/>
                  <a:pt x="859728" y="107790"/>
                </a:cubicBezTo>
                <a:cubicBezTo>
                  <a:pt x="861792" y="107514"/>
                  <a:pt x="862853" y="107331"/>
                  <a:pt x="865136" y="107331"/>
                </a:cubicBezTo>
                <a:cubicBezTo>
                  <a:pt x="867076" y="107331"/>
                  <a:pt x="870046" y="107483"/>
                  <a:pt x="872078" y="107790"/>
                </a:cubicBezTo>
                <a:lnTo>
                  <a:pt x="872391" y="107331"/>
                </a:lnTo>
                <a:cubicBezTo>
                  <a:pt x="871141" y="100713"/>
                  <a:pt x="869733" y="89327"/>
                  <a:pt x="869733" y="77786"/>
                </a:cubicBezTo>
                <a:lnTo>
                  <a:pt x="869733" y="30415"/>
                </a:lnTo>
                <a:cubicBezTo>
                  <a:pt x="869733" y="19047"/>
                  <a:pt x="870358" y="11030"/>
                  <a:pt x="871141" y="1536"/>
                </a:cubicBezTo>
                <a:cubicBezTo>
                  <a:pt x="871141" y="462"/>
                  <a:pt x="870702" y="0"/>
                  <a:pt x="869733" y="0"/>
                </a:cubicBezTo>
                <a:cubicBezTo>
                  <a:pt x="865826" y="1536"/>
                  <a:pt x="862479" y="2613"/>
                  <a:pt x="856131" y="3073"/>
                </a:cubicBezTo>
                <a:lnTo>
                  <a:pt x="855818" y="3535"/>
                </a:lnTo>
                <a:cubicBezTo>
                  <a:pt x="857037" y="10108"/>
                  <a:pt x="857226" y="21506"/>
                  <a:pt x="857226" y="33180"/>
                </a:cubicBezTo>
                <a:lnTo>
                  <a:pt x="857226" y="43166"/>
                </a:lnTo>
                <a:cubicBezTo>
                  <a:pt x="853630" y="41167"/>
                  <a:pt x="847220" y="39783"/>
                  <a:pt x="844093" y="39783"/>
                </a:cubicBezTo>
                <a:cubicBezTo>
                  <a:pt x="823737" y="39783"/>
                  <a:pt x="808760" y="53628"/>
                  <a:pt x="808760" y="74554"/>
                </a:cubicBezTo>
                <a:cubicBezTo>
                  <a:pt x="808760" y="93465"/>
                  <a:pt x="820173" y="108841"/>
                  <a:pt x="837058" y="108841"/>
                </a:cubicBezTo>
                <a:cubicBezTo>
                  <a:pt x="844563" y="108841"/>
                  <a:pt x="851598" y="105522"/>
                  <a:pt x="857226" y="98386"/>
                </a:cubicBezTo>
                <a:close/>
                <a:moveTo>
                  <a:pt x="896155" y="15498"/>
                </a:moveTo>
                <a:cubicBezTo>
                  <a:pt x="896155" y="19648"/>
                  <a:pt x="899907" y="23338"/>
                  <a:pt x="904130" y="23338"/>
                </a:cubicBezTo>
                <a:cubicBezTo>
                  <a:pt x="908350" y="23338"/>
                  <a:pt x="912102" y="19648"/>
                  <a:pt x="912102" y="15498"/>
                </a:cubicBezTo>
                <a:cubicBezTo>
                  <a:pt x="912102" y="11346"/>
                  <a:pt x="908350" y="7656"/>
                  <a:pt x="904130" y="7656"/>
                </a:cubicBezTo>
                <a:cubicBezTo>
                  <a:pt x="899907" y="7656"/>
                  <a:pt x="896155" y="11346"/>
                  <a:pt x="896155" y="15498"/>
                </a:cubicBezTo>
                <a:moveTo>
                  <a:pt x="897719" y="71242"/>
                </a:moveTo>
                <a:lnTo>
                  <a:pt x="897719" y="79689"/>
                </a:lnTo>
                <a:cubicBezTo>
                  <a:pt x="897719" y="91206"/>
                  <a:pt x="897438" y="99039"/>
                  <a:pt x="896312" y="107331"/>
                </a:cubicBezTo>
                <a:lnTo>
                  <a:pt x="896625" y="107790"/>
                </a:lnTo>
                <a:cubicBezTo>
                  <a:pt x="898500" y="107485"/>
                  <a:pt x="902097" y="107331"/>
                  <a:pt x="903972" y="107331"/>
                </a:cubicBezTo>
                <a:cubicBezTo>
                  <a:pt x="905850" y="107331"/>
                  <a:pt x="909445" y="107485"/>
                  <a:pt x="911320" y="107790"/>
                </a:cubicBezTo>
                <a:lnTo>
                  <a:pt x="911632" y="107331"/>
                </a:lnTo>
                <a:cubicBezTo>
                  <a:pt x="910509" y="98609"/>
                  <a:pt x="910227" y="91359"/>
                  <a:pt x="910227" y="79689"/>
                </a:cubicBezTo>
                <a:lnTo>
                  <a:pt x="910227" y="68786"/>
                </a:lnTo>
                <a:cubicBezTo>
                  <a:pt x="910227" y="57268"/>
                  <a:pt x="910633" y="51739"/>
                  <a:pt x="911632" y="42371"/>
                </a:cubicBezTo>
                <a:cubicBezTo>
                  <a:pt x="911632" y="40989"/>
                  <a:pt x="911446" y="40834"/>
                  <a:pt x="910227" y="40834"/>
                </a:cubicBezTo>
                <a:cubicBezTo>
                  <a:pt x="906661" y="41174"/>
                  <a:pt x="899938" y="41266"/>
                  <a:pt x="896625" y="40989"/>
                </a:cubicBezTo>
                <a:lnTo>
                  <a:pt x="896312" y="41449"/>
                </a:lnTo>
                <a:cubicBezTo>
                  <a:pt x="897281" y="48022"/>
                  <a:pt x="897719" y="59724"/>
                  <a:pt x="897719" y="71242"/>
                </a:cubicBezTo>
                <a:close/>
                <a:moveTo>
                  <a:pt x="972764" y="72698"/>
                </a:moveTo>
                <a:lnTo>
                  <a:pt x="972139" y="91004"/>
                </a:lnTo>
                <a:cubicBezTo>
                  <a:pt x="972139" y="93003"/>
                  <a:pt x="971199" y="94080"/>
                  <a:pt x="969949" y="95004"/>
                </a:cubicBezTo>
                <a:cubicBezTo>
                  <a:pt x="965572" y="98234"/>
                  <a:pt x="960257" y="101002"/>
                  <a:pt x="955567" y="101002"/>
                </a:cubicBezTo>
                <a:cubicBezTo>
                  <a:pt x="948531" y="101002"/>
                  <a:pt x="943996" y="96388"/>
                  <a:pt x="943996" y="91619"/>
                </a:cubicBezTo>
                <a:cubicBezTo>
                  <a:pt x="943996" y="84697"/>
                  <a:pt x="947279" y="79466"/>
                  <a:pt x="959474" y="76236"/>
                </a:cubicBezTo>
                <a:lnTo>
                  <a:pt x="972764" y="72698"/>
                </a:lnTo>
                <a:moveTo>
                  <a:pt x="972764" y="99925"/>
                </a:moveTo>
                <a:cubicBezTo>
                  <a:pt x="974577" y="105921"/>
                  <a:pt x="979236" y="108841"/>
                  <a:pt x="984960" y="108841"/>
                </a:cubicBezTo>
                <a:cubicBezTo>
                  <a:pt x="988898" y="108841"/>
                  <a:pt x="993715" y="107919"/>
                  <a:pt x="997403" y="104077"/>
                </a:cubicBezTo>
                <a:lnTo>
                  <a:pt x="996246" y="100263"/>
                </a:lnTo>
                <a:cubicBezTo>
                  <a:pt x="994526" y="100849"/>
                  <a:pt x="993214" y="101063"/>
                  <a:pt x="992026" y="101063"/>
                </a:cubicBezTo>
                <a:cubicBezTo>
                  <a:pt x="990461" y="101063"/>
                  <a:pt x="988397" y="100786"/>
                  <a:pt x="987429" y="99925"/>
                </a:cubicBezTo>
                <a:cubicBezTo>
                  <a:pt x="985835" y="98511"/>
                  <a:pt x="984833" y="94758"/>
                  <a:pt x="984833" y="87927"/>
                </a:cubicBezTo>
                <a:cubicBezTo>
                  <a:pt x="984833" y="83465"/>
                  <a:pt x="985272" y="66393"/>
                  <a:pt x="985272" y="64700"/>
                </a:cubicBezTo>
                <a:cubicBezTo>
                  <a:pt x="985272" y="43935"/>
                  <a:pt x="971357" y="39783"/>
                  <a:pt x="959474" y="39783"/>
                </a:cubicBezTo>
                <a:cubicBezTo>
                  <a:pt x="947592" y="39783"/>
                  <a:pt x="940401" y="45472"/>
                  <a:pt x="936491" y="48702"/>
                </a:cubicBezTo>
                <a:lnTo>
                  <a:pt x="936024" y="49319"/>
                </a:lnTo>
                <a:lnTo>
                  <a:pt x="938681" y="59623"/>
                </a:lnTo>
                <a:lnTo>
                  <a:pt x="940714" y="59778"/>
                </a:lnTo>
                <a:cubicBezTo>
                  <a:pt x="945091" y="52856"/>
                  <a:pt x="950407" y="46703"/>
                  <a:pt x="957912" y="46703"/>
                </a:cubicBezTo>
                <a:cubicBezTo>
                  <a:pt x="963539" y="46703"/>
                  <a:pt x="972919" y="47473"/>
                  <a:pt x="972919" y="64854"/>
                </a:cubicBezTo>
                <a:cubicBezTo>
                  <a:pt x="972919" y="65931"/>
                  <a:pt x="972294" y="66546"/>
                  <a:pt x="971824" y="66700"/>
                </a:cubicBezTo>
                <a:lnTo>
                  <a:pt x="957287" y="69931"/>
                </a:lnTo>
                <a:cubicBezTo>
                  <a:pt x="941339" y="73468"/>
                  <a:pt x="931334" y="81774"/>
                  <a:pt x="931334" y="92234"/>
                </a:cubicBezTo>
                <a:cubicBezTo>
                  <a:pt x="931334" y="103615"/>
                  <a:pt x="939306" y="108841"/>
                  <a:pt x="950877" y="108841"/>
                </a:cubicBezTo>
                <a:cubicBezTo>
                  <a:pt x="959474" y="108841"/>
                  <a:pt x="963852" y="106845"/>
                  <a:pt x="972139" y="99925"/>
                </a:cubicBezTo>
                <a:lnTo>
                  <a:pt x="972764" y="99925"/>
                </a:lnTo>
                <a:close/>
                <a:moveTo>
                  <a:pt x="1015290" y="123326"/>
                </a:moveTo>
                <a:cubicBezTo>
                  <a:pt x="1015290" y="118234"/>
                  <a:pt x="1019980" y="112524"/>
                  <a:pt x="1025450" y="109592"/>
                </a:cubicBezTo>
                <a:cubicBezTo>
                  <a:pt x="1030078" y="109606"/>
                  <a:pt x="1037209" y="109142"/>
                  <a:pt x="1039365" y="109142"/>
                </a:cubicBezTo>
                <a:cubicBezTo>
                  <a:pt x="1046870" y="109142"/>
                  <a:pt x="1051654" y="109296"/>
                  <a:pt x="1055938" y="111764"/>
                </a:cubicBezTo>
                <a:cubicBezTo>
                  <a:pt x="1060473" y="114387"/>
                  <a:pt x="1062036" y="118860"/>
                  <a:pt x="1062036" y="122869"/>
                </a:cubicBezTo>
                <a:cubicBezTo>
                  <a:pt x="1062036" y="132277"/>
                  <a:pt x="1049216" y="137210"/>
                  <a:pt x="1035770" y="137210"/>
                </a:cubicBezTo>
                <a:cubicBezTo>
                  <a:pt x="1025608" y="137210"/>
                  <a:pt x="1015290" y="133818"/>
                  <a:pt x="1015290" y="123331"/>
                </a:cubicBezTo>
                <a:lnTo>
                  <a:pt x="1015290" y="123326"/>
                </a:lnTo>
                <a:moveTo>
                  <a:pt x="1060473" y="63438"/>
                </a:moveTo>
                <a:cubicBezTo>
                  <a:pt x="1060473" y="52842"/>
                  <a:pt x="1056251" y="47930"/>
                  <a:pt x="1052594" y="45566"/>
                </a:cubicBezTo>
                <a:cubicBezTo>
                  <a:pt x="1057284" y="45934"/>
                  <a:pt x="1062472" y="46516"/>
                  <a:pt x="1068916" y="47161"/>
                </a:cubicBezTo>
                <a:lnTo>
                  <a:pt x="1069383" y="46701"/>
                </a:lnTo>
                <a:cubicBezTo>
                  <a:pt x="1069071" y="45319"/>
                  <a:pt x="1068916" y="44090"/>
                  <a:pt x="1068916" y="42706"/>
                </a:cubicBezTo>
                <a:cubicBezTo>
                  <a:pt x="1068916" y="41322"/>
                  <a:pt x="1069071" y="40093"/>
                  <a:pt x="1069383" y="38709"/>
                </a:cubicBezTo>
                <a:lnTo>
                  <a:pt x="1068916" y="38247"/>
                </a:lnTo>
                <a:cubicBezTo>
                  <a:pt x="1061442" y="38862"/>
                  <a:pt x="1055907" y="40492"/>
                  <a:pt x="1044244" y="41106"/>
                </a:cubicBezTo>
                <a:cubicBezTo>
                  <a:pt x="1041460" y="40245"/>
                  <a:pt x="1038022" y="39783"/>
                  <a:pt x="1034675" y="39783"/>
                </a:cubicBezTo>
                <a:cubicBezTo>
                  <a:pt x="1022325" y="39783"/>
                  <a:pt x="1008097" y="47930"/>
                  <a:pt x="1008097" y="63130"/>
                </a:cubicBezTo>
                <a:cubicBezTo>
                  <a:pt x="1008097" y="74648"/>
                  <a:pt x="1014820" y="79867"/>
                  <a:pt x="1019198" y="82328"/>
                </a:cubicBezTo>
                <a:cubicBezTo>
                  <a:pt x="1014665" y="85401"/>
                  <a:pt x="1009192" y="89879"/>
                  <a:pt x="1009192" y="95133"/>
                </a:cubicBezTo>
                <a:cubicBezTo>
                  <a:pt x="1009192" y="101457"/>
                  <a:pt x="1012945" y="106991"/>
                  <a:pt x="1021354" y="108405"/>
                </a:cubicBezTo>
                <a:cubicBezTo>
                  <a:pt x="1017010" y="110192"/>
                  <a:pt x="1012131" y="113153"/>
                  <a:pt x="1008097" y="116237"/>
                </a:cubicBezTo>
                <a:cubicBezTo>
                  <a:pt x="1006127" y="119167"/>
                  <a:pt x="1004502" y="123516"/>
                  <a:pt x="1004502" y="126415"/>
                </a:cubicBezTo>
                <a:cubicBezTo>
                  <a:pt x="1004502" y="138564"/>
                  <a:pt x="1017948" y="143821"/>
                  <a:pt x="1034520" y="143821"/>
                </a:cubicBezTo>
                <a:cubicBezTo>
                  <a:pt x="1058908" y="143821"/>
                  <a:pt x="1073448" y="133788"/>
                  <a:pt x="1073448" y="119322"/>
                </a:cubicBezTo>
                <a:cubicBezTo>
                  <a:pt x="1073448" y="112536"/>
                  <a:pt x="1071261" y="107760"/>
                  <a:pt x="1066883" y="104070"/>
                </a:cubicBezTo>
                <a:cubicBezTo>
                  <a:pt x="1061003" y="99151"/>
                  <a:pt x="1050311" y="98996"/>
                  <a:pt x="1044838" y="98996"/>
                </a:cubicBezTo>
                <a:cubicBezTo>
                  <a:pt x="1042180" y="98996"/>
                  <a:pt x="1035925" y="99304"/>
                  <a:pt x="1032330" y="99766"/>
                </a:cubicBezTo>
                <a:cubicBezTo>
                  <a:pt x="1030143" y="99906"/>
                  <a:pt x="1028578" y="100061"/>
                  <a:pt x="1027798" y="100061"/>
                </a:cubicBezTo>
                <a:cubicBezTo>
                  <a:pt x="1023420" y="100061"/>
                  <a:pt x="1018728" y="99444"/>
                  <a:pt x="1018728" y="92806"/>
                </a:cubicBezTo>
                <a:cubicBezTo>
                  <a:pt x="1018728" y="89719"/>
                  <a:pt x="1019510" y="87096"/>
                  <a:pt x="1022950" y="84171"/>
                </a:cubicBezTo>
                <a:cubicBezTo>
                  <a:pt x="1024983" y="85248"/>
                  <a:pt x="1029797" y="86322"/>
                  <a:pt x="1034520" y="86322"/>
                </a:cubicBezTo>
                <a:cubicBezTo>
                  <a:pt x="1050778" y="86322"/>
                  <a:pt x="1060473" y="75537"/>
                  <a:pt x="1060473" y="63438"/>
                </a:cubicBezTo>
                <a:moveTo>
                  <a:pt x="1048278" y="63590"/>
                </a:moveTo>
                <a:cubicBezTo>
                  <a:pt x="1048278" y="72926"/>
                  <a:pt x="1044368" y="80174"/>
                  <a:pt x="1034988" y="80174"/>
                </a:cubicBezTo>
                <a:cubicBezTo>
                  <a:pt x="1023733" y="80174"/>
                  <a:pt x="1020293" y="72957"/>
                  <a:pt x="1020293" y="62363"/>
                </a:cubicBezTo>
                <a:cubicBezTo>
                  <a:pt x="1020293" y="52230"/>
                  <a:pt x="1024983" y="45627"/>
                  <a:pt x="1034050" y="45627"/>
                </a:cubicBezTo>
                <a:cubicBezTo>
                  <a:pt x="1044213" y="45627"/>
                  <a:pt x="1048278" y="52690"/>
                  <a:pt x="1048278" y="63590"/>
                </a:cubicBezTo>
                <a:close/>
                <a:moveTo>
                  <a:pt x="1149430" y="79630"/>
                </a:moveTo>
                <a:cubicBezTo>
                  <a:pt x="1149430" y="74706"/>
                  <a:pt x="1149743" y="69013"/>
                  <a:pt x="1149743" y="64090"/>
                </a:cubicBezTo>
                <a:cubicBezTo>
                  <a:pt x="1149743" y="48085"/>
                  <a:pt x="1144428" y="39783"/>
                  <a:pt x="1130358" y="39783"/>
                </a:cubicBezTo>
                <a:cubicBezTo>
                  <a:pt x="1124415" y="39783"/>
                  <a:pt x="1113315" y="42092"/>
                  <a:pt x="1103310" y="53625"/>
                </a:cubicBezTo>
                <a:lnTo>
                  <a:pt x="1102997" y="53163"/>
                </a:lnTo>
                <a:lnTo>
                  <a:pt x="1102997" y="41937"/>
                </a:lnTo>
                <a:cubicBezTo>
                  <a:pt x="1102966" y="40738"/>
                  <a:pt x="1102809" y="40400"/>
                  <a:pt x="1102060" y="40400"/>
                </a:cubicBezTo>
                <a:cubicBezTo>
                  <a:pt x="1098558" y="41076"/>
                  <a:pt x="1092959" y="41198"/>
                  <a:pt x="1089395" y="40860"/>
                </a:cubicBezTo>
                <a:lnTo>
                  <a:pt x="1089082" y="41322"/>
                </a:lnTo>
                <a:cubicBezTo>
                  <a:pt x="1090177" y="47963"/>
                  <a:pt x="1090490" y="59626"/>
                  <a:pt x="1090490" y="71167"/>
                </a:cubicBezTo>
                <a:lnTo>
                  <a:pt x="1090490" y="79630"/>
                </a:lnTo>
                <a:cubicBezTo>
                  <a:pt x="1090490" y="91173"/>
                  <a:pt x="1090332" y="99020"/>
                  <a:pt x="1089082" y="107331"/>
                </a:cubicBezTo>
                <a:lnTo>
                  <a:pt x="1089395" y="107790"/>
                </a:lnTo>
                <a:cubicBezTo>
                  <a:pt x="1091272" y="107483"/>
                  <a:pt x="1094867" y="107331"/>
                  <a:pt x="1096742" y="107331"/>
                </a:cubicBezTo>
                <a:cubicBezTo>
                  <a:pt x="1098620" y="107331"/>
                  <a:pt x="1102215" y="107483"/>
                  <a:pt x="1104092" y="107790"/>
                </a:cubicBezTo>
                <a:lnTo>
                  <a:pt x="1104405" y="107331"/>
                </a:lnTo>
                <a:cubicBezTo>
                  <a:pt x="1103152" y="98558"/>
                  <a:pt x="1102997" y="91326"/>
                  <a:pt x="1102997" y="79630"/>
                </a:cubicBezTo>
                <a:lnTo>
                  <a:pt x="1102997" y="61627"/>
                </a:lnTo>
                <a:cubicBezTo>
                  <a:pt x="1110970" y="52394"/>
                  <a:pt x="1120038" y="49009"/>
                  <a:pt x="1125668" y="49009"/>
                </a:cubicBezTo>
                <a:cubicBezTo>
                  <a:pt x="1133640" y="49009"/>
                  <a:pt x="1136923" y="52087"/>
                  <a:pt x="1136923" y="64549"/>
                </a:cubicBezTo>
                <a:lnTo>
                  <a:pt x="1136923" y="79630"/>
                </a:lnTo>
                <a:cubicBezTo>
                  <a:pt x="1136923" y="91173"/>
                  <a:pt x="1136641" y="99050"/>
                  <a:pt x="1135515" y="107331"/>
                </a:cubicBezTo>
                <a:lnTo>
                  <a:pt x="1135828" y="107790"/>
                </a:lnTo>
                <a:cubicBezTo>
                  <a:pt x="1137705" y="107483"/>
                  <a:pt x="1141300" y="107331"/>
                  <a:pt x="1143178" y="107331"/>
                </a:cubicBezTo>
                <a:cubicBezTo>
                  <a:pt x="1145053" y="107331"/>
                  <a:pt x="1148648" y="107483"/>
                  <a:pt x="1150525" y="107790"/>
                </a:cubicBezTo>
                <a:lnTo>
                  <a:pt x="1150838" y="107331"/>
                </a:lnTo>
                <a:cubicBezTo>
                  <a:pt x="1149619" y="98558"/>
                  <a:pt x="1149430" y="91326"/>
                  <a:pt x="1149430" y="79630"/>
                </a:cubicBezTo>
                <a:close/>
                <a:moveTo>
                  <a:pt x="1167723" y="75774"/>
                </a:moveTo>
                <a:cubicBezTo>
                  <a:pt x="1167723" y="94232"/>
                  <a:pt x="1180073" y="108841"/>
                  <a:pt x="1200868" y="108841"/>
                </a:cubicBezTo>
                <a:cubicBezTo>
                  <a:pt x="1221504" y="108841"/>
                  <a:pt x="1234012" y="94542"/>
                  <a:pt x="1234012" y="74390"/>
                </a:cubicBezTo>
                <a:cubicBezTo>
                  <a:pt x="1234012" y="53471"/>
                  <a:pt x="1222599" y="39783"/>
                  <a:pt x="1201493" y="39783"/>
                </a:cubicBezTo>
                <a:cubicBezTo>
                  <a:pt x="1181011" y="39783"/>
                  <a:pt x="1167723" y="53933"/>
                  <a:pt x="1167723" y="75774"/>
                </a:cubicBezTo>
                <a:moveTo>
                  <a:pt x="1200399" y="45934"/>
                </a:moveTo>
                <a:cubicBezTo>
                  <a:pt x="1216971" y="45934"/>
                  <a:pt x="1220254" y="58547"/>
                  <a:pt x="1220254" y="77160"/>
                </a:cubicBezTo>
                <a:cubicBezTo>
                  <a:pt x="1220254" y="91772"/>
                  <a:pt x="1212749" y="102693"/>
                  <a:pt x="1202274" y="102693"/>
                </a:cubicBezTo>
                <a:cubicBezTo>
                  <a:pt x="1185703" y="102693"/>
                  <a:pt x="1181481" y="85004"/>
                  <a:pt x="1181481" y="73161"/>
                </a:cubicBezTo>
                <a:cubicBezTo>
                  <a:pt x="1181481" y="59778"/>
                  <a:pt x="1185703" y="45934"/>
                  <a:pt x="1200399" y="45934"/>
                </a:cubicBezTo>
                <a:close/>
                <a:moveTo>
                  <a:pt x="1247769" y="91772"/>
                </a:moveTo>
                <a:lnTo>
                  <a:pt x="1245111" y="104692"/>
                </a:lnTo>
                <a:cubicBezTo>
                  <a:pt x="1254024" y="107767"/>
                  <a:pt x="1262779" y="108841"/>
                  <a:pt x="1268719" y="108841"/>
                </a:cubicBezTo>
                <a:cubicBezTo>
                  <a:pt x="1290294" y="108841"/>
                  <a:pt x="1295297" y="96233"/>
                  <a:pt x="1295297" y="87772"/>
                </a:cubicBezTo>
                <a:cubicBezTo>
                  <a:pt x="1295297" y="75159"/>
                  <a:pt x="1285134" y="70238"/>
                  <a:pt x="1274034" y="67622"/>
                </a:cubicBezTo>
                <a:cubicBezTo>
                  <a:pt x="1268125" y="66238"/>
                  <a:pt x="1259496" y="63316"/>
                  <a:pt x="1259496" y="55624"/>
                </a:cubicBezTo>
                <a:cubicBezTo>
                  <a:pt x="1259496" y="49316"/>
                  <a:pt x="1264654" y="45934"/>
                  <a:pt x="1271377" y="45934"/>
                </a:cubicBezTo>
                <a:cubicBezTo>
                  <a:pt x="1279507" y="45934"/>
                  <a:pt x="1284509" y="52239"/>
                  <a:pt x="1288107" y="56393"/>
                </a:cubicBezTo>
                <a:lnTo>
                  <a:pt x="1290294" y="56239"/>
                </a:lnTo>
                <a:lnTo>
                  <a:pt x="1293422" y="44857"/>
                </a:lnTo>
                <a:lnTo>
                  <a:pt x="1293109" y="44397"/>
                </a:lnTo>
                <a:cubicBezTo>
                  <a:pt x="1288574" y="42092"/>
                  <a:pt x="1279977" y="39783"/>
                  <a:pt x="1272002" y="39783"/>
                </a:cubicBezTo>
                <a:cubicBezTo>
                  <a:pt x="1260434" y="39783"/>
                  <a:pt x="1248394" y="45779"/>
                  <a:pt x="1248394" y="58547"/>
                </a:cubicBezTo>
                <a:cubicBezTo>
                  <a:pt x="1248394" y="70852"/>
                  <a:pt x="1257745" y="74913"/>
                  <a:pt x="1267156" y="77467"/>
                </a:cubicBezTo>
                <a:cubicBezTo>
                  <a:pt x="1276224" y="79928"/>
                  <a:pt x="1282947" y="82389"/>
                  <a:pt x="1282947" y="89925"/>
                </a:cubicBezTo>
                <a:cubicBezTo>
                  <a:pt x="1282947" y="98079"/>
                  <a:pt x="1276849" y="102693"/>
                  <a:pt x="1268564" y="102693"/>
                </a:cubicBezTo>
                <a:cubicBezTo>
                  <a:pt x="1261059" y="102693"/>
                  <a:pt x="1254491" y="97617"/>
                  <a:pt x="1250114" y="91619"/>
                </a:cubicBezTo>
                <a:lnTo>
                  <a:pt x="1247769" y="91772"/>
                </a:lnTo>
                <a:close/>
                <a:moveTo>
                  <a:pt x="1314371" y="15498"/>
                </a:moveTo>
                <a:cubicBezTo>
                  <a:pt x="1314371" y="19648"/>
                  <a:pt x="1318123" y="23338"/>
                  <a:pt x="1322346" y="23338"/>
                </a:cubicBezTo>
                <a:cubicBezTo>
                  <a:pt x="1326566" y="23338"/>
                  <a:pt x="1330319" y="19648"/>
                  <a:pt x="1330319" y="15498"/>
                </a:cubicBezTo>
                <a:cubicBezTo>
                  <a:pt x="1330319" y="11346"/>
                  <a:pt x="1326566" y="7656"/>
                  <a:pt x="1322346" y="7656"/>
                </a:cubicBezTo>
                <a:cubicBezTo>
                  <a:pt x="1318123" y="7656"/>
                  <a:pt x="1314371" y="11346"/>
                  <a:pt x="1314371" y="15498"/>
                </a:cubicBezTo>
                <a:moveTo>
                  <a:pt x="1315936" y="71242"/>
                </a:moveTo>
                <a:lnTo>
                  <a:pt x="1315936" y="79689"/>
                </a:lnTo>
                <a:cubicBezTo>
                  <a:pt x="1315936" y="91206"/>
                  <a:pt x="1315654" y="99039"/>
                  <a:pt x="1314528" y="107331"/>
                </a:cubicBezTo>
                <a:lnTo>
                  <a:pt x="1314841" y="107790"/>
                </a:lnTo>
                <a:cubicBezTo>
                  <a:pt x="1316716" y="107485"/>
                  <a:pt x="1320313" y="107331"/>
                  <a:pt x="1322188" y="107331"/>
                </a:cubicBezTo>
                <a:cubicBezTo>
                  <a:pt x="1324066" y="107331"/>
                  <a:pt x="1327661" y="107485"/>
                  <a:pt x="1329536" y="107790"/>
                </a:cubicBezTo>
                <a:lnTo>
                  <a:pt x="1329849" y="107331"/>
                </a:lnTo>
                <a:cubicBezTo>
                  <a:pt x="1328725" y="98609"/>
                  <a:pt x="1328443" y="91359"/>
                  <a:pt x="1328443" y="79689"/>
                </a:cubicBezTo>
                <a:lnTo>
                  <a:pt x="1328443" y="68786"/>
                </a:lnTo>
                <a:cubicBezTo>
                  <a:pt x="1328443" y="57268"/>
                  <a:pt x="1328849" y="51739"/>
                  <a:pt x="1329849" y="42371"/>
                </a:cubicBezTo>
                <a:cubicBezTo>
                  <a:pt x="1329849" y="40989"/>
                  <a:pt x="1329662" y="40834"/>
                  <a:pt x="1328443" y="40834"/>
                </a:cubicBezTo>
                <a:cubicBezTo>
                  <a:pt x="1324877" y="41174"/>
                  <a:pt x="1318154" y="41266"/>
                  <a:pt x="1314841" y="40989"/>
                </a:cubicBezTo>
                <a:lnTo>
                  <a:pt x="1314528" y="41449"/>
                </a:lnTo>
                <a:cubicBezTo>
                  <a:pt x="1315497" y="48022"/>
                  <a:pt x="1315936" y="59724"/>
                  <a:pt x="1315936" y="71242"/>
                </a:cubicBezTo>
                <a:close/>
                <a:moveTo>
                  <a:pt x="1350330" y="91772"/>
                </a:moveTo>
                <a:lnTo>
                  <a:pt x="1347673" y="104692"/>
                </a:lnTo>
                <a:cubicBezTo>
                  <a:pt x="1356585" y="107767"/>
                  <a:pt x="1365340" y="108841"/>
                  <a:pt x="1371280" y="108841"/>
                </a:cubicBezTo>
                <a:cubicBezTo>
                  <a:pt x="1392856" y="108841"/>
                  <a:pt x="1397858" y="96233"/>
                  <a:pt x="1397858" y="87772"/>
                </a:cubicBezTo>
                <a:cubicBezTo>
                  <a:pt x="1397858" y="75159"/>
                  <a:pt x="1387696" y="70238"/>
                  <a:pt x="1376596" y="67622"/>
                </a:cubicBezTo>
                <a:cubicBezTo>
                  <a:pt x="1370686" y="66238"/>
                  <a:pt x="1362058" y="63316"/>
                  <a:pt x="1362058" y="55624"/>
                </a:cubicBezTo>
                <a:cubicBezTo>
                  <a:pt x="1362058" y="49316"/>
                  <a:pt x="1367215" y="45934"/>
                  <a:pt x="1373938" y="45934"/>
                </a:cubicBezTo>
                <a:cubicBezTo>
                  <a:pt x="1382068" y="45934"/>
                  <a:pt x="1387071" y="52239"/>
                  <a:pt x="1390668" y="56393"/>
                </a:cubicBezTo>
                <a:lnTo>
                  <a:pt x="1392856" y="56239"/>
                </a:lnTo>
                <a:lnTo>
                  <a:pt x="1395983" y="44857"/>
                </a:lnTo>
                <a:lnTo>
                  <a:pt x="1395671" y="44397"/>
                </a:lnTo>
                <a:cubicBezTo>
                  <a:pt x="1391136" y="42092"/>
                  <a:pt x="1382538" y="39783"/>
                  <a:pt x="1374563" y="39783"/>
                </a:cubicBezTo>
                <a:cubicBezTo>
                  <a:pt x="1362995" y="39783"/>
                  <a:pt x="1350955" y="45779"/>
                  <a:pt x="1350955" y="58547"/>
                </a:cubicBezTo>
                <a:cubicBezTo>
                  <a:pt x="1350955" y="70852"/>
                  <a:pt x="1360307" y="74913"/>
                  <a:pt x="1369718" y="77467"/>
                </a:cubicBezTo>
                <a:cubicBezTo>
                  <a:pt x="1378785" y="79928"/>
                  <a:pt x="1385508" y="82389"/>
                  <a:pt x="1385508" y="89925"/>
                </a:cubicBezTo>
                <a:cubicBezTo>
                  <a:pt x="1385508" y="98079"/>
                  <a:pt x="1379411" y="102693"/>
                  <a:pt x="1371125" y="102693"/>
                </a:cubicBezTo>
                <a:cubicBezTo>
                  <a:pt x="1363620" y="102693"/>
                  <a:pt x="1357053" y="97617"/>
                  <a:pt x="1352675" y="91619"/>
                </a:cubicBezTo>
                <a:lnTo>
                  <a:pt x="1350330" y="91772"/>
                </a:lnTo>
                <a:close/>
                <a:moveTo>
                  <a:pt x="1487287" y="107790"/>
                </a:moveTo>
                <a:cubicBezTo>
                  <a:pt x="1488850" y="107331"/>
                  <a:pt x="1490570" y="107331"/>
                  <a:pt x="1492132" y="107331"/>
                </a:cubicBezTo>
                <a:cubicBezTo>
                  <a:pt x="1493697" y="107331"/>
                  <a:pt x="1495417" y="107331"/>
                  <a:pt x="1496825" y="107790"/>
                </a:cubicBezTo>
                <a:cubicBezTo>
                  <a:pt x="1504952" y="85370"/>
                  <a:pt x="1514647" y="63562"/>
                  <a:pt x="1524808" y="40984"/>
                </a:cubicBezTo>
                <a:cubicBezTo>
                  <a:pt x="1523402" y="41446"/>
                  <a:pt x="1520430" y="41446"/>
                  <a:pt x="1518867" y="41446"/>
                </a:cubicBezTo>
                <a:cubicBezTo>
                  <a:pt x="1517305" y="41446"/>
                  <a:pt x="1514960" y="41446"/>
                  <a:pt x="1513552" y="40984"/>
                </a:cubicBezTo>
                <a:cubicBezTo>
                  <a:pt x="1507235" y="58340"/>
                  <a:pt x="1501796" y="78427"/>
                  <a:pt x="1494604" y="93479"/>
                </a:cubicBezTo>
                <a:lnTo>
                  <a:pt x="1494291" y="93479"/>
                </a:lnTo>
                <a:cubicBezTo>
                  <a:pt x="1486473" y="75910"/>
                  <a:pt x="1481378" y="58584"/>
                  <a:pt x="1475717" y="40984"/>
                </a:cubicBezTo>
                <a:cubicBezTo>
                  <a:pt x="1473684" y="41446"/>
                  <a:pt x="1470089" y="41446"/>
                  <a:pt x="1467899" y="41446"/>
                </a:cubicBezTo>
                <a:cubicBezTo>
                  <a:pt x="1465399" y="41446"/>
                  <a:pt x="1461334" y="41446"/>
                  <a:pt x="1458832" y="40984"/>
                </a:cubicBezTo>
                <a:cubicBezTo>
                  <a:pt x="1469307" y="63562"/>
                  <a:pt x="1478532" y="85370"/>
                  <a:pt x="1487287" y="107790"/>
                </a:cubicBezTo>
                <a:close/>
                <a:moveTo>
                  <a:pt x="1540442" y="15498"/>
                </a:moveTo>
                <a:cubicBezTo>
                  <a:pt x="1540442" y="19648"/>
                  <a:pt x="1544194" y="23338"/>
                  <a:pt x="1548417" y="23338"/>
                </a:cubicBezTo>
                <a:cubicBezTo>
                  <a:pt x="1552637" y="23338"/>
                  <a:pt x="1556390" y="19648"/>
                  <a:pt x="1556390" y="15498"/>
                </a:cubicBezTo>
                <a:cubicBezTo>
                  <a:pt x="1556390" y="11346"/>
                  <a:pt x="1552637" y="7656"/>
                  <a:pt x="1548417" y="7656"/>
                </a:cubicBezTo>
                <a:cubicBezTo>
                  <a:pt x="1544194" y="7656"/>
                  <a:pt x="1540442" y="11346"/>
                  <a:pt x="1540442" y="15498"/>
                </a:cubicBezTo>
                <a:moveTo>
                  <a:pt x="1542007" y="71242"/>
                </a:moveTo>
                <a:lnTo>
                  <a:pt x="1542007" y="79689"/>
                </a:lnTo>
                <a:cubicBezTo>
                  <a:pt x="1542007" y="91206"/>
                  <a:pt x="1541725" y="99039"/>
                  <a:pt x="1540599" y="107331"/>
                </a:cubicBezTo>
                <a:lnTo>
                  <a:pt x="1540912" y="107790"/>
                </a:lnTo>
                <a:cubicBezTo>
                  <a:pt x="1542787" y="107485"/>
                  <a:pt x="1546384" y="107331"/>
                  <a:pt x="1548260" y="107331"/>
                </a:cubicBezTo>
                <a:cubicBezTo>
                  <a:pt x="1550137" y="107331"/>
                  <a:pt x="1553732" y="107485"/>
                  <a:pt x="1555607" y="107790"/>
                </a:cubicBezTo>
                <a:lnTo>
                  <a:pt x="1555920" y="107331"/>
                </a:lnTo>
                <a:cubicBezTo>
                  <a:pt x="1554796" y="98609"/>
                  <a:pt x="1554515" y="91359"/>
                  <a:pt x="1554515" y="79689"/>
                </a:cubicBezTo>
                <a:lnTo>
                  <a:pt x="1554515" y="68786"/>
                </a:lnTo>
                <a:cubicBezTo>
                  <a:pt x="1554515" y="57268"/>
                  <a:pt x="1554920" y="51739"/>
                  <a:pt x="1555920" y="42371"/>
                </a:cubicBezTo>
                <a:cubicBezTo>
                  <a:pt x="1555920" y="40989"/>
                  <a:pt x="1555734" y="40834"/>
                  <a:pt x="1554515" y="40834"/>
                </a:cubicBezTo>
                <a:cubicBezTo>
                  <a:pt x="1550948" y="41174"/>
                  <a:pt x="1544225" y="41266"/>
                  <a:pt x="1540912" y="40989"/>
                </a:cubicBezTo>
                <a:lnTo>
                  <a:pt x="1540599" y="41449"/>
                </a:lnTo>
                <a:cubicBezTo>
                  <a:pt x="1541568" y="48022"/>
                  <a:pt x="1542007" y="59724"/>
                  <a:pt x="1542007" y="71242"/>
                </a:cubicBezTo>
                <a:close/>
                <a:moveTo>
                  <a:pt x="1617052" y="72698"/>
                </a:moveTo>
                <a:lnTo>
                  <a:pt x="1616427" y="91004"/>
                </a:lnTo>
                <a:cubicBezTo>
                  <a:pt x="1616427" y="93003"/>
                  <a:pt x="1615487" y="94080"/>
                  <a:pt x="1614237" y="95004"/>
                </a:cubicBezTo>
                <a:cubicBezTo>
                  <a:pt x="1609859" y="98234"/>
                  <a:pt x="1604544" y="101002"/>
                  <a:pt x="1599854" y="101002"/>
                </a:cubicBezTo>
                <a:cubicBezTo>
                  <a:pt x="1592819" y="101002"/>
                  <a:pt x="1588284" y="96388"/>
                  <a:pt x="1588284" y="91619"/>
                </a:cubicBezTo>
                <a:cubicBezTo>
                  <a:pt x="1588284" y="84697"/>
                  <a:pt x="1591566" y="79466"/>
                  <a:pt x="1603762" y="76236"/>
                </a:cubicBezTo>
                <a:lnTo>
                  <a:pt x="1617052" y="72698"/>
                </a:lnTo>
                <a:moveTo>
                  <a:pt x="1617052" y="99925"/>
                </a:moveTo>
                <a:cubicBezTo>
                  <a:pt x="1618865" y="105921"/>
                  <a:pt x="1623524" y="108841"/>
                  <a:pt x="1629247" y="108841"/>
                </a:cubicBezTo>
                <a:cubicBezTo>
                  <a:pt x="1633186" y="108841"/>
                  <a:pt x="1638002" y="107919"/>
                  <a:pt x="1641690" y="104077"/>
                </a:cubicBezTo>
                <a:lnTo>
                  <a:pt x="1640533" y="100263"/>
                </a:lnTo>
                <a:cubicBezTo>
                  <a:pt x="1638813" y="100849"/>
                  <a:pt x="1637501" y="101063"/>
                  <a:pt x="1636313" y="101063"/>
                </a:cubicBezTo>
                <a:cubicBezTo>
                  <a:pt x="1634748" y="101063"/>
                  <a:pt x="1632685" y="100786"/>
                  <a:pt x="1631716" y="99925"/>
                </a:cubicBezTo>
                <a:cubicBezTo>
                  <a:pt x="1630122" y="98511"/>
                  <a:pt x="1629120" y="94758"/>
                  <a:pt x="1629120" y="87927"/>
                </a:cubicBezTo>
                <a:cubicBezTo>
                  <a:pt x="1629120" y="83465"/>
                  <a:pt x="1629559" y="66393"/>
                  <a:pt x="1629559" y="64700"/>
                </a:cubicBezTo>
                <a:cubicBezTo>
                  <a:pt x="1629559" y="43935"/>
                  <a:pt x="1615644" y="39783"/>
                  <a:pt x="1603762" y="39783"/>
                </a:cubicBezTo>
                <a:cubicBezTo>
                  <a:pt x="1591879" y="39783"/>
                  <a:pt x="1584689" y="45472"/>
                  <a:pt x="1580779" y="48702"/>
                </a:cubicBezTo>
                <a:lnTo>
                  <a:pt x="1580311" y="49319"/>
                </a:lnTo>
                <a:lnTo>
                  <a:pt x="1582969" y="59623"/>
                </a:lnTo>
                <a:lnTo>
                  <a:pt x="1585001" y="59778"/>
                </a:lnTo>
                <a:cubicBezTo>
                  <a:pt x="1589379" y="52856"/>
                  <a:pt x="1594694" y="46703"/>
                  <a:pt x="1602199" y="46703"/>
                </a:cubicBezTo>
                <a:cubicBezTo>
                  <a:pt x="1607827" y="46703"/>
                  <a:pt x="1617207" y="47473"/>
                  <a:pt x="1617207" y="64854"/>
                </a:cubicBezTo>
                <a:cubicBezTo>
                  <a:pt x="1617207" y="65931"/>
                  <a:pt x="1616582" y="66546"/>
                  <a:pt x="1616112" y="66700"/>
                </a:cubicBezTo>
                <a:lnTo>
                  <a:pt x="1601574" y="69931"/>
                </a:lnTo>
                <a:cubicBezTo>
                  <a:pt x="1585626" y="73468"/>
                  <a:pt x="1575621" y="81774"/>
                  <a:pt x="1575621" y="92234"/>
                </a:cubicBezTo>
                <a:cubicBezTo>
                  <a:pt x="1575621" y="103615"/>
                  <a:pt x="1583594" y="108841"/>
                  <a:pt x="1595164" y="108841"/>
                </a:cubicBezTo>
                <a:cubicBezTo>
                  <a:pt x="1603762" y="108841"/>
                  <a:pt x="1608139" y="106845"/>
                  <a:pt x="1616427" y="99925"/>
                </a:cubicBezTo>
                <a:lnTo>
                  <a:pt x="1617052" y="99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causal(un)satisfiability">
            <a:extLst xmlns:a="http://schemas.openxmlformats.org/drawingml/2006/main">
              <a:ext uri="{FF2B5EF4-FFF2-40B4-BE49-F238E27FC236}">
                <a16:creationId xmlns:a16="http://schemas.microsoft.com/office/drawing/2014/main" id="{45FC6432-E04A-4D70-899F-3F8F84DE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825" y="3466745"/>
            <a:ext cx="1499513" cy="145320"/>
          </a:xfrm>
          <a:custGeom xmlns:a="http://schemas.openxmlformats.org/drawingml/2006/main">
            <a:pathLst>
              <a:path w="1499513" h="145320">
                <a:moveTo>
                  <a:pt x="33243" y="47433"/>
                </a:moveTo>
                <a:cubicBezTo>
                  <a:pt x="39294" y="47433"/>
                  <a:pt x="44783" y="51800"/>
                  <a:pt x="48922" y="58814"/>
                </a:cubicBezTo>
                <a:lnTo>
                  <a:pt x="50961" y="58662"/>
                </a:lnTo>
                <a:lnTo>
                  <a:pt x="54566" y="46049"/>
                </a:lnTo>
                <a:lnTo>
                  <a:pt x="54253" y="45589"/>
                </a:lnTo>
                <a:cubicBezTo>
                  <a:pt x="49393" y="43128"/>
                  <a:pt x="41239" y="41282"/>
                  <a:pt x="33399" y="41282"/>
                </a:cubicBezTo>
                <a:cubicBezTo>
                  <a:pt x="17091" y="41282"/>
                  <a:pt x="0" y="54355"/>
                  <a:pt x="0" y="75274"/>
                </a:cubicBezTo>
                <a:cubicBezTo>
                  <a:pt x="0" y="96655"/>
                  <a:pt x="12387" y="110340"/>
                  <a:pt x="31518" y="110340"/>
                </a:cubicBezTo>
                <a:cubicBezTo>
                  <a:pt x="40926" y="110340"/>
                  <a:pt x="48295" y="107267"/>
                  <a:pt x="54566" y="99426"/>
                </a:cubicBezTo>
                <a:lnTo>
                  <a:pt x="51588" y="96193"/>
                </a:lnTo>
                <a:lnTo>
                  <a:pt x="50961" y="96193"/>
                </a:lnTo>
                <a:cubicBezTo>
                  <a:pt x="45003" y="101424"/>
                  <a:pt x="40017" y="102656"/>
                  <a:pt x="34184" y="102656"/>
                </a:cubicBezTo>
                <a:cubicBezTo>
                  <a:pt x="22737" y="102656"/>
                  <a:pt x="13798" y="92503"/>
                  <a:pt x="13798" y="74505"/>
                </a:cubicBezTo>
                <a:cubicBezTo>
                  <a:pt x="13798" y="57585"/>
                  <a:pt x="22893" y="47433"/>
                  <a:pt x="33243" y="47433"/>
                </a:cubicBezTo>
                <a:close/>
                <a:moveTo>
                  <a:pt x="109920" y="74197"/>
                </a:moveTo>
                <a:lnTo>
                  <a:pt x="109293" y="92503"/>
                </a:lnTo>
                <a:cubicBezTo>
                  <a:pt x="109293" y="94502"/>
                  <a:pt x="108351" y="95579"/>
                  <a:pt x="107097" y="96503"/>
                </a:cubicBezTo>
                <a:cubicBezTo>
                  <a:pt x="102707" y="99733"/>
                  <a:pt x="97376" y="102501"/>
                  <a:pt x="92672" y="102501"/>
                </a:cubicBezTo>
                <a:cubicBezTo>
                  <a:pt x="85616" y="102501"/>
                  <a:pt x="81068" y="97887"/>
                  <a:pt x="81068" y="93118"/>
                </a:cubicBezTo>
                <a:cubicBezTo>
                  <a:pt x="81068" y="86196"/>
                  <a:pt x="84360" y="80965"/>
                  <a:pt x="96591" y="77735"/>
                </a:cubicBezTo>
                <a:lnTo>
                  <a:pt x="109920" y="74197"/>
                </a:lnTo>
                <a:moveTo>
                  <a:pt x="109920" y="101424"/>
                </a:moveTo>
                <a:cubicBezTo>
                  <a:pt x="111739" y="107420"/>
                  <a:pt x="116412" y="110340"/>
                  <a:pt x="122151" y="110340"/>
                </a:cubicBezTo>
                <a:cubicBezTo>
                  <a:pt x="126102" y="110340"/>
                  <a:pt x="130932" y="109418"/>
                  <a:pt x="134631" y="105576"/>
                </a:cubicBezTo>
                <a:lnTo>
                  <a:pt x="133471" y="101762"/>
                </a:lnTo>
                <a:cubicBezTo>
                  <a:pt x="131746" y="102348"/>
                  <a:pt x="130430" y="102562"/>
                  <a:pt x="129238" y="102562"/>
                </a:cubicBezTo>
                <a:cubicBezTo>
                  <a:pt x="127669" y="102562"/>
                  <a:pt x="125599" y="102285"/>
                  <a:pt x="124628" y="101424"/>
                </a:cubicBezTo>
                <a:cubicBezTo>
                  <a:pt x="123030" y="100010"/>
                  <a:pt x="122025" y="96257"/>
                  <a:pt x="122025" y="89426"/>
                </a:cubicBezTo>
                <a:cubicBezTo>
                  <a:pt x="122025" y="84964"/>
                  <a:pt x="122465" y="67892"/>
                  <a:pt x="122465" y="66198"/>
                </a:cubicBezTo>
                <a:cubicBezTo>
                  <a:pt x="122465" y="45434"/>
                  <a:pt x="108509" y="41282"/>
                  <a:pt x="96591" y="41282"/>
                </a:cubicBezTo>
                <a:cubicBezTo>
                  <a:pt x="84673" y="41282"/>
                  <a:pt x="77462" y="46971"/>
                  <a:pt x="73540" y="50201"/>
                </a:cubicBezTo>
                <a:lnTo>
                  <a:pt x="73071" y="50818"/>
                </a:lnTo>
                <a:lnTo>
                  <a:pt x="75737" y="61122"/>
                </a:lnTo>
                <a:lnTo>
                  <a:pt x="77775" y="61277"/>
                </a:lnTo>
                <a:cubicBezTo>
                  <a:pt x="82166" y="54355"/>
                  <a:pt x="87497" y="48202"/>
                  <a:pt x="95024" y="48202"/>
                </a:cubicBezTo>
                <a:cubicBezTo>
                  <a:pt x="100668" y="48202"/>
                  <a:pt x="110076" y="48972"/>
                  <a:pt x="110076" y="66353"/>
                </a:cubicBezTo>
                <a:cubicBezTo>
                  <a:pt x="110076" y="67430"/>
                  <a:pt x="109449" y="68045"/>
                  <a:pt x="108978" y="68199"/>
                </a:cubicBezTo>
                <a:lnTo>
                  <a:pt x="94397" y="71429"/>
                </a:lnTo>
                <a:cubicBezTo>
                  <a:pt x="78402" y="74967"/>
                  <a:pt x="68367" y="83273"/>
                  <a:pt x="68367" y="93733"/>
                </a:cubicBezTo>
                <a:cubicBezTo>
                  <a:pt x="68367" y="105114"/>
                  <a:pt x="76364" y="110340"/>
                  <a:pt x="87968" y="110340"/>
                </a:cubicBezTo>
                <a:cubicBezTo>
                  <a:pt x="96591" y="110340"/>
                  <a:pt x="100981" y="108344"/>
                  <a:pt x="109293" y="101424"/>
                </a:cubicBezTo>
                <a:lnTo>
                  <a:pt x="109920" y="101424"/>
                </a:lnTo>
                <a:close/>
                <a:moveTo>
                  <a:pt x="193966" y="94701"/>
                </a:moveTo>
                <a:lnTo>
                  <a:pt x="194593" y="95161"/>
                </a:lnTo>
                <a:lnTo>
                  <a:pt x="195378" y="108830"/>
                </a:lnTo>
                <a:cubicBezTo>
                  <a:pt x="195378" y="109137"/>
                  <a:pt x="195567" y="109289"/>
                  <a:pt x="196004" y="109289"/>
                </a:cubicBezTo>
                <a:cubicBezTo>
                  <a:pt x="198074" y="109015"/>
                  <a:pt x="199926" y="108830"/>
                  <a:pt x="202213" y="108830"/>
                </a:cubicBezTo>
                <a:cubicBezTo>
                  <a:pt x="204159" y="108830"/>
                  <a:pt x="207137" y="108984"/>
                  <a:pt x="209176" y="109289"/>
                </a:cubicBezTo>
                <a:lnTo>
                  <a:pt x="209489" y="108830"/>
                </a:lnTo>
                <a:cubicBezTo>
                  <a:pt x="208236" y="102226"/>
                  <a:pt x="206824" y="90861"/>
                  <a:pt x="206824" y="79344"/>
                </a:cubicBezTo>
                <a:lnTo>
                  <a:pt x="206824" y="70590"/>
                </a:lnTo>
                <a:cubicBezTo>
                  <a:pt x="206824" y="59070"/>
                  <a:pt x="206982" y="51085"/>
                  <a:pt x="208236" y="42945"/>
                </a:cubicBezTo>
                <a:lnTo>
                  <a:pt x="207922" y="42483"/>
                </a:lnTo>
                <a:cubicBezTo>
                  <a:pt x="206039" y="42791"/>
                  <a:pt x="202433" y="42945"/>
                  <a:pt x="200553" y="42945"/>
                </a:cubicBezTo>
                <a:cubicBezTo>
                  <a:pt x="198670" y="42945"/>
                  <a:pt x="195064" y="42791"/>
                  <a:pt x="193184" y="42483"/>
                </a:cubicBezTo>
                <a:lnTo>
                  <a:pt x="192868" y="42945"/>
                </a:lnTo>
                <a:cubicBezTo>
                  <a:pt x="194093" y="51730"/>
                  <a:pt x="194279" y="58917"/>
                  <a:pt x="194279" y="70590"/>
                </a:cubicBezTo>
                <a:lnTo>
                  <a:pt x="194279" y="85640"/>
                </a:lnTo>
                <a:cubicBezTo>
                  <a:pt x="189513" y="93505"/>
                  <a:pt x="180481" y="101731"/>
                  <a:pt x="172798" y="101731"/>
                </a:cubicBezTo>
                <a:cubicBezTo>
                  <a:pt x="167403" y="101731"/>
                  <a:pt x="162292" y="100045"/>
                  <a:pt x="162292" y="85769"/>
                </a:cubicBezTo>
                <a:lnTo>
                  <a:pt x="162292" y="70573"/>
                </a:lnTo>
                <a:cubicBezTo>
                  <a:pt x="162292" y="59060"/>
                  <a:pt x="162448" y="51080"/>
                  <a:pt x="163704" y="42945"/>
                </a:cubicBezTo>
                <a:lnTo>
                  <a:pt x="163390" y="42483"/>
                </a:lnTo>
                <a:cubicBezTo>
                  <a:pt x="161507" y="42791"/>
                  <a:pt x="157902" y="42945"/>
                  <a:pt x="156019" y="42945"/>
                </a:cubicBezTo>
                <a:cubicBezTo>
                  <a:pt x="154138" y="42945"/>
                  <a:pt x="150532" y="42791"/>
                  <a:pt x="148649" y="42483"/>
                </a:cubicBezTo>
                <a:lnTo>
                  <a:pt x="148336" y="42945"/>
                </a:lnTo>
                <a:cubicBezTo>
                  <a:pt x="149590" y="51693"/>
                  <a:pt x="149748" y="58908"/>
                  <a:pt x="149748" y="70573"/>
                </a:cubicBezTo>
                <a:lnTo>
                  <a:pt x="149748" y="88992"/>
                </a:lnTo>
                <a:cubicBezTo>
                  <a:pt x="149748" y="99583"/>
                  <a:pt x="154765" y="110340"/>
                  <a:pt x="170288" y="110340"/>
                </a:cubicBezTo>
                <a:cubicBezTo>
                  <a:pt x="180010" y="110340"/>
                  <a:pt x="188791" y="102501"/>
                  <a:pt x="193966" y="94671"/>
                </a:cubicBezTo>
                <a:lnTo>
                  <a:pt x="193966" y="94701"/>
                </a:lnTo>
                <a:close/>
                <a:moveTo>
                  <a:pt x="228776" y="93270"/>
                </a:moveTo>
                <a:lnTo>
                  <a:pt x="226110" y="106191"/>
                </a:lnTo>
                <a:cubicBezTo>
                  <a:pt x="235049" y="109266"/>
                  <a:pt x="243830" y="110340"/>
                  <a:pt x="249788" y="110340"/>
                </a:cubicBezTo>
                <a:cubicBezTo>
                  <a:pt x="271427" y="110340"/>
                  <a:pt x="276444" y="97732"/>
                  <a:pt x="276444" y="89271"/>
                </a:cubicBezTo>
                <a:cubicBezTo>
                  <a:pt x="276444" y="76658"/>
                  <a:pt x="266252" y="71737"/>
                  <a:pt x="255119" y="69121"/>
                </a:cubicBezTo>
                <a:cubicBezTo>
                  <a:pt x="249192" y="67737"/>
                  <a:pt x="240538" y="64815"/>
                  <a:pt x="240538" y="57123"/>
                </a:cubicBezTo>
                <a:cubicBezTo>
                  <a:pt x="240538" y="50815"/>
                  <a:pt x="245711" y="47433"/>
                  <a:pt x="252453" y="47433"/>
                </a:cubicBezTo>
                <a:cubicBezTo>
                  <a:pt x="260607" y="47433"/>
                  <a:pt x="265625" y="53738"/>
                  <a:pt x="269233" y="57892"/>
                </a:cubicBezTo>
                <a:lnTo>
                  <a:pt x="271427" y="57737"/>
                </a:lnTo>
                <a:lnTo>
                  <a:pt x="274564" y="46356"/>
                </a:lnTo>
                <a:lnTo>
                  <a:pt x="274250" y="45896"/>
                </a:lnTo>
                <a:cubicBezTo>
                  <a:pt x="269702" y="43590"/>
                  <a:pt x="261079" y="41282"/>
                  <a:pt x="253080" y="41282"/>
                </a:cubicBezTo>
                <a:cubicBezTo>
                  <a:pt x="241478" y="41282"/>
                  <a:pt x="229403" y="47278"/>
                  <a:pt x="229403" y="60046"/>
                </a:cubicBezTo>
                <a:cubicBezTo>
                  <a:pt x="229403" y="72351"/>
                  <a:pt x="238782" y="76412"/>
                  <a:pt x="248221" y="78966"/>
                </a:cubicBezTo>
                <a:cubicBezTo>
                  <a:pt x="257315" y="81427"/>
                  <a:pt x="264058" y="83888"/>
                  <a:pt x="264058" y="91424"/>
                </a:cubicBezTo>
                <a:cubicBezTo>
                  <a:pt x="264058" y="99578"/>
                  <a:pt x="257942" y="104192"/>
                  <a:pt x="249632" y="104192"/>
                </a:cubicBezTo>
                <a:cubicBezTo>
                  <a:pt x="242105" y="104192"/>
                  <a:pt x="235518" y="99116"/>
                  <a:pt x="231128" y="93118"/>
                </a:cubicBezTo>
                <a:lnTo>
                  <a:pt x="228776" y="93270"/>
                </a:lnTo>
                <a:close/>
                <a:moveTo>
                  <a:pt x="331641" y="74197"/>
                </a:moveTo>
                <a:lnTo>
                  <a:pt x="331014" y="92503"/>
                </a:lnTo>
                <a:cubicBezTo>
                  <a:pt x="331014" y="94502"/>
                  <a:pt x="330071" y="95579"/>
                  <a:pt x="328817" y="96503"/>
                </a:cubicBezTo>
                <a:cubicBezTo>
                  <a:pt x="324427" y="99733"/>
                  <a:pt x="319096" y="102501"/>
                  <a:pt x="314392" y="102501"/>
                </a:cubicBezTo>
                <a:cubicBezTo>
                  <a:pt x="307336" y="102501"/>
                  <a:pt x="302788" y="97887"/>
                  <a:pt x="302788" y="93118"/>
                </a:cubicBezTo>
                <a:cubicBezTo>
                  <a:pt x="302788" y="86196"/>
                  <a:pt x="306080" y="80965"/>
                  <a:pt x="318311" y="77735"/>
                </a:cubicBezTo>
                <a:lnTo>
                  <a:pt x="331641" y="74197"/>
                </a:lnTo>
                <a:moveTo>
                  <a:pt x="331641" y="101424"/>
                </a:moveTo>
                <a:cubicBezTo>
                  <a:pt x="333459" y="107420"/>
                  <a:pt x="338132" y="110340"/>
                  <a:pt x="343872" y="110340"/>
                </a:cubicBezTo>
                <a:cubicBezTo>
                  <a:pt x="347822" y="110340"/>
                  <a:pt x="352653" y="109418"/>
                  <a:pt x="356352" y="105576"/>
                </a:cubicBezTo>
                <a:lnTo>
                  <a:pt x="355191" y="101762"/>
                </a:lnTo>
                <a:cubicBezTo>
                  <a:pt x="353466" y="102348"/>
                  <a:pt x="352150" y="102562"/>
                  <a:pt x="350959" y="102562"/>
                </a:cubicBezTo>
                <a:cubicBezTo>
                  <a:pt x="349389" y="102562"/>
                  <a:pt x="347320" y="102285"/>
                  <a:pt x="346348" y="101424"/>
                </a:cubicBezTo>
                <a:cubicBezTo>
                  <a:pt x="344750" y="100010"/>
                  <a:pt x="343745" y="96257"/>
                  <a:pt x="343745" y="89426"/>
                </a:cubicBezTo>
                <a:cubicBezTo>
                  <a:pt x="343745" y="84964"/>
                  <a:pt x="344185" y="67892"/>
                  <a:pt x="344185" y="66198"/>
                </a:cubicBezTo>
                <a:cubicBezTo>
                  <a:pt x="344185" y="45434"/>
                  <a:pt x="330229" y="41282"/>
                  <a:pt x="318311" y="41282"/>
                </a:cubicBezTo>
                <a:cubicBezTo>
                  <a:pt x="306394" y="41282"/>
                  <a:pt x="299182" y="46971"/>
                  <a:pt x="295261" y="50201"/>
                </a:cubicBezTo>
                <a:lnTo>
                  <a:pt x="294792" y="50818"/>
                </a:lnTo>
                <a:lnTo>
                  <a:pt x="297457" y="61122"/>
                </a:lnTo>
                <a:lnTo>
                  <a:pt x="299496" y="61277"/>
                </a:lnTo>
                <a:cubicBezTo>
                  <a:pt x="303886" y="54355"/>
                  <a:pt x="309217" y="48202"/>
                  <a:pt x="316744" y="48202"/>
                </a:cubicBezTo>
                <a:cubicBezTo>
                  <a:pt x="322388" y="48202"/>
                  <a:pt x="331796" y="48972"/>
                  <a:pt x="331796" y="66353"/>
                </a:cubicBezTo>
                <a:cubicBezTo>
                  <a:pt x="331796" y="67430"/>
                  <a:pt x="331169" y="68045"/>
                  <a:pt x="330698" y="68199"/>
                </a:cubicBezTo>
                <a:lnTo>
                  <a:pt x="316117" y="71429"/>
                </a:lnTo>
                <a:cubicBezTo>
                  <a:pt x="300122" y="74967"/>
                  <a:pt x="290088" y="83273"/>
                  <a:pt x="290088" y="93733"/>
                </a:cubicBezTo>
                <a:cubicBezTo>
                  <a:pt x="290088" y="105114"/>
                  <a:pt x="298084" y="110340"/>
                  <a:pt x="309688" y="110340"/>
                </a:cubicBezTo>
                <a:cubicBezTo>
                  <a:pt x="318311" y="110340"/>
                  <a:pt x="322702" y="108344"/>
                  <a:pt x="331014" y="101424"/>
                </a:cubicBezTo>
                <a:lnTo>
                  <a:pt x="331641" y="101424"/>
                </a:lnTo>
                <a:close/>
                <a:moveTo>
                  <a:pt x="372566" y="78075"/>
                </a:moveTo>
                <a:cubicBezTo>
                  <a:pt x="372566" y="89517"/>
                  <a:pt x="372346" y="100587"/>
                  <a:pt x="371155" y="108830"/>
                </a:cubicBezTo>
                <a:lnTo>
                  <a:pt x="371468" y="109289"/>
                </a:lnTo>
                <a:cubicBezTo>
                  <a:pt x="373349" y="108982"/>
                  <a:pt x="376957" y="108830"/>
                  <a:pt x="378838" y="108830"/>
                </a:cubicBezTo>
                <a:cubicBezTo>
                  <a:pt x="380721" y="108830"/>
                  <a:pt x="384326" y="108982"/>
                  <a:pt x="386207" y="109289"/>
                </a:cubicBezTo>
                <a:lnTo>
                  <a:pt x="386520" y="108830"/>
                </a:lnTo>
                <a:cubicBezTo>
                  <a:pt x="385298" y="100064"/>
                  <a:pt x="385111" y="89639"/>
                  <a:pt x="385111" y="78075"/>
                </a:cubicBezTo>
                <a:lnTo>
                  <a:pt x="385111" y="31946"/>
                </a:lnTo>
                <a:cubicBezTo>
                  <a:pt x="385111" y="20415"/>
                  <a:pt x="385769" y="12756"/>
                  <a:pt x="386520" y="3038"/>
                </a:cubicBezTo>
                <a:cubicBezTo>
                  <a:pt x="386520" y="1961"/>
                  <a:pt x="386082" y="1499"/>
                  <a:pt x="385111" y="1499"/>
                </a:cubicBezTo>
                <a:cubicBezTo>
                  <a:pt x="381190" y="3038"/>
                  <a:pt x="377835" y="4114"/>
                  <a:pt x="371468" y="4576"/>
                </a:cubicBezTo>
                <a:lnTo>
                  <a:pt x="371155" y="5036"/>
                </a:lnTo>
                <a:cubicBezTo>
                  <a:pt x="372377" y="11618"/>
                  <a:pt x="372566" y="23028"/>
                  <a:pt x="372566" y="34714"/>
                </a:cubicBezTo>
                <a:lnTo>
                  <a:pt x="372566" y="78075"/>
                </a:lnTo>
                <a:close/>
                <a:moveTo>
                  <a:pt x="456143" y="70099"/>
                </a:moveTo>
                <a:cubicBezTo>
                  <a:pt x="456143" y="77019"/>
                  <a:pt x="456769" y="112529"/>
                  <a:pt x="489386" y="140201"/>
                </a:cubicBezTo>
                <a:lnTo>
                  <a:pt x="492992" y="137588"/>
                </a:lnTo>
                <a:cubicBezTo>
                  <a:pt x="487816" y="131745"/>
                  <a:pt x="469159" y="110530"/>
                  <a:pt x="469159" y="70099"/>
                </a:cubicBezTo>
                <a:cubicBezTo>
                  <a:pt x="469159" y="29669"/>
                  <a:pt x="487974" y="8454"/>
                  <a:pt x="492992" y="2920"/>
                </a:cubicBezTo>
                <a:lnTo>
                  <a:pt x="489386" y="152"/>
                </a:lnTo>
                <a:cubicBezTo>
                  <a:pt x="470726" y="15834"/>
                  <a:pt x="456143" y="41507"/>
                  <a:pt x="456143" y="70099"/>
                </a:cubicBezTo>
                <a:close/>
                <a:moveTo>
                  <a:pt x="553517" y="94701"/>
                </a:moveTo>
                <a:lnTo>
                  <a:pt x="554144" y="95161"/>
                </a:lnTo>
                <a:lnTo>
                  <a:pt x="554929" y="108830"/>
                </a:lnTo>
                <a:cubicBezTo>
                  <a:pt x="554929" y="109137"/>
                  <a:pt x="555118" y="109289"/>
                  <a:pt x="555555" y="109289"/>
                </a:cubicBezTo>
                <a:cubicBezTo>
                  <a:pt x="557625" y="109015"/>
                  <a:pt x="559477" y="108830"/>
                  <a:pt x="561764" y="108830"/>
                </a:cubicBezTo>
                <a:cubicBezTo>
                  <a:pt x="563709" y="108830"/>
                  <a:pt x="566688" y="108984"/>
                  <a:pt x="568727" y="109289"/>
                </a:cubicBezTo>
                <a:lnTo>
                  <a:pt x="569040" y="108830"/>
                </a:lnTo>
                <a:cubicBezTo>
                  <a:pt x="567787" y="102226"/>
                  <a:pt x="566375" y="90861"/>
                  <a:pt x="566375" y="79344"/>
                </a:cubicBezTo>
                <a:lnTo>
                  <a:pt x="566375" y="70590"/>
                </a:lnTo>
                <a:cubicBezTo>
                  <a:pt x="566375" y="59070"/>
                  <a:pt x="566533" y="51085"/>
                  <a:pt x="567787" y="42945"/>
                </a:cubicBezTo>
                <a:lnTo>
                  <a:pt x="567473" y="42483"/>
                </a:lnTo>
                <a:cubicBezTo>
                  <a:pt x="565590" y="42791"/>
                  <a:pt x="561984" y="42945"/>
                  <a:pt x="560104" y="42945"/>
                </a:cubicBezTo>
                <a:cubicBezTo>
                  <a:pt x="558221" y="42945"/>
                  <a:pt x="554615" y="42791"/>
                  <a:pt x="552734" y="42483"/>
                </a:cubicBezTo>
                <a:lnTo>
                  <a:pt x="552419" y="42945"/>
                </a:lnTo>
                <a:cubicBezTo>
                  <a:pt x="553644" y="51730"/>
                  <a:pt x="553830" y="58917"/>
                  <a:pt x="553830" y="70590"/>
                </a:cubicBezTo>
                <a:lnTo>
                  <a:pt x="553830" y="85640"/>
                </a:lnTo>
                <a:cubicBezTo>
                  <a:pt x="549064" y="93505"/>
                  <a:pt x="540032" y="101731"/>
                  <a:pt x="532349" y="101731"/>
                </a:cubicBezTo>
                <a:cubicBezTo>
                  <a:pt x="526954" y="101731"/>
                  <a:pt x="521843" y="100045"/>
                  <a:pt x="521843" y="85769"/>
                </a:cubicBezTo>
                <a:lnTo>
                  <a:pt x="521843" y="70573"/>
                </a:lnTo>
                <a:cubicBezTo>
                  <a:pt x="521843" y="59060"/>
                  <a:pt x="521999" y="51080"/>
                  <a:pt x="523255" y="42945"/>
                </a:cubicBezTo>
                <a:lnTo>
                  <a:pt x="522941" y="42483"/>
                </a:lnTo>
                <a:cubicBezTo>
                  <a:pt x="521058" y="42791"/>
                  <a:pt x="517453" y="42945"/>
                  <a:pt x="515570" y="42945"/>
                </a:cubicBezTo>
                <a:cubicBezTo>
                  <a:pt x="513689" y="42945"/>
                  <a:pt x="510083" y="42791"/>
                  <a:pt x="508200" y="42483"/>
                </a:cubicBezTo>
                <a:lnTo>
                  <a:pt x="507887" y="42945"/>
                </a:lnTo>
                <a:cubicBezTo>
                  <a:pt x="509141" y="51693"/>
                  <a:pt x="509299" y="58908"/>
                  <a:pt x="509299" y="70573"/>
                </a:cubicBezTo>
                <a:lnTo>
                  <a:pt x="509299" y="88992"/>
                </a:lnTo>
                <a:cubicBezTo>
                  <a:pt x="509299" y="99583"/>
                  <a:pt x="514316" y="110340"/>
                  <a:pt x="529839" y="110340"/>
                </a:cubicBezTo>
                <a:cubicBezTo>
                  <a:pt x="539561" y="110340"/>
                  <a:pt x="548342" y="102501"/>
                  <a:pt x="553517" y="94671"/>
                </a:cubicBezTo>
                <a:lnTo>
                  <a:pt x="553517" y="94701"/>
                </a:lnTo>
                <a:close/>
                <a:moveTo>
                  <a:pt x="652616" y="81129"/>
                </a:moveTo>
                <a:cubicBezTo>
                  <a:pt x="652616" y="76205"/>
                  <a:pt x="652930" y="70512"/>
                  <a:pt x="652930" y="65589"/>
                </a:cubicBezTo>
                <a:cubicBezTo>
                  <a:pt x="652930" y="49584"/>
                  <a:pt x="647599" y="41282"/>
                  <a:pt x="633487" y="41282"/>
                </a:cubicBezTo>
                <a:cubicBezTo>
                  <a:pt x="627527" y="41282"/>
                  <a:pt x="616394" y="43590"/>
                  <a:pt x="606360" y="55124"/>
                </a:cubicBezTo>
                <a:lnTo>
                  <a:pt x="606046" y="54662"/>
                </a:lnTo>
                <a:lnTo>
                  <a:pt x="606046" y="43436"/>
                </a:lnTo>
                <a:cubicBezTo>
                  <a:pt x="606015" y="42237"/>
                  <a:pt x="605857" y="41899"/>
                  <a:pt x="605106" y="41899"/>
                </a:cubicBezTo>
                <a:cubicBezTo>
                  <a:pt x="601594" y="42575"/>
                  <a:pt x="595978" y="42697"/>
                  <a:pt x="592404" y="42359"/>
                </a:cubicBezTo>
                <a:lnTo>
                  <a:pt x="592090" y="42821"/>
                </a:lnTo>
                <a:cubicBezTo>
                  <a:pt x="593188" y="49462"/>
                  <a:pt x="593502" y="61125"/>
                  <a:pt x="593502" y="72666"/>
                </a:cubicBezTo>
                <a:lnTo>
                  <a:pt x="593502" y="81129"/>
                </a:lnTo>
                <a:cubicBezTo>
                  <a:pt x="593502" y="92672"/>
                  <a:pt x="593344" y="100519"/>
                  <a:pt x="592090" y="108830"/>
                </a:cubicBezTo>
                <a:lnTo>
                  <a:pt x="592404" y="109289"/>
                </a:lnTo>
                <a:cubicBezTo>
                  <a:pt x="594287" y="108982"/>
                  <a:pt x="597892" y="108830"/>
                  <a:pt x="599773" y="108830"/>
                </a:cubicBezTo>
                <a:cubicBezTo>
                  <a:pt x="601656" y="108830"/>
                  <a:pt x="605262" y="108982"/>
                  <a:pt x="607145" y="109289"/>
                </a:cubicBezTo>
                <a:lnTo>
                  <a:pt x="607458" y="108830"/>
                </a:lnTo>
                <a:cubicBezTo>
                  <a:pt x="606202" y="100057"/>
                  <a:pt x="606046" y="92825"/>
                  <a:pt x="606046" y="81129"/>
                </a:cubicBezTo>
                <a:lnTo>
                  <a:pt x="606046" y="63126"/>
                </a:lnTo>
                <a:cubicBezTo>
                  <a:pt x="614042" y="53893"/>
                  <a:pt x="623137" y="50508"/>
                  <a:pt x="628783" y="50508"/>
                </a:cubicBezTo>
                <a:cubicBezTo>
                  <a:pt x="636780" y="50508"/>
                  <a:pt x="640072" y="53586"/>
                  <a:pt x="640072" y="66048"/>
                </a:cubicBezTo>
                <a:lnTo>
                  <a:pt x="640072" y="81129"/>
                </a:lnTo>
                <a:cubicBezTo>
                  <a:pt x="640072" y="92672"/>
                  <a:pt x="639790" y="100549"/>
                  <a:pt x="638660" y="108830"/>
                </a:cubicBezTo>
                <a:lnTo>
                  <a:pt x="638974" y="109289"/>
                </a:lnTo>
                <a:cubicBezTo>
                  <a:pt x="640857" y="108982"/>
                  <a:pt x="644462" y="108830"/>
                  <a:pt x="646345" y="108830"/>
                </a:cubicBezTo>
                <a:cubicBezTo>
                  <a:pt x="648226" y="108830"/>
                  <a:pt x="651832" y="108982"/>
                  <a:pt x="653715" y="109289"/>
                </a:cubicBezTo>
                <a:lnTo>
                  <a:pt x="654028" y="108830"/>
                </a:lnTo>
                <a:cubicBezTo>
                  <a:pt x="652806" y="100057"/>
                  <a:pt x="652616" y="92825"/>
                  <a:pt x="652616" y="81129"/>
                </a:cubicBezTo>
                <a:close/>
                <a:moveTo>
                  <a:pt x="705148" y="70099"/>
                </a:moveTo>
                <a:cubicBezTo>
                  <a:pt x="705148" y="63182"/>
                  <a:pt x="704521" y="27670"/>
                  <a:pt x="671904" y="0"/>
                </a:cubicBezTo>
                <a:lnTo>
                  <a:pt x="668299" y="2613"/>
                </a:lnTo>
                <a:cubicBezTo>
                  <a:pt x="673472" y="8454"/>
                  <a:pt x="692132" y="29669"/>
                  <a:pt x="692132" y="70099"/>
                </a:cubicBezTo>
                <a:cubicBezTo>
                  <a:pt x="692132" y="110530"/>
                  <a:pt x="673316" y="131745"/>
                  <a:pt x="668299" y="137281"/>
                </a:cubicBezTo>
                <a:lnTo>
                  <a:pt x="671904" y="140046"/>
                </a:lnTo>
                <a:cubicBezTo>
                  <a:pt x="690565" y="124368"/>
                  <a:pt x="705148" y="98694"/>
                  <a:pt x="705148" y="70099"/>
                </a:cubicBezTo>
                <a:close/>
                <a:moveTo>
                  <a:pt x="719885" y="93270"/>
                </a:moveTo>
                <a:lnTo>
                  <a:pt x="717220" y="106191"/>
                </a:lnTo>
                <a:cubicBezTo>
                  <a:pt x="726158" y="109266"/>
                  <a:pt x="734939" y="110340"/>
                  <a:pt x="740897" y="110340"/>
                </a:cubicBezTo>
                <a:cubicBezTo>
                  <a:pt x="762536" y="110340"/>
                  <a:pt x="767553" y="97732"/>
                  <a:pt x="767553" y="89271"/>
                </a:cubicBezTo>
                <a:cubicBezTo>
                  <a:pt x="767553" y="76658"/>
                  <a:pt x="757361" y="71737"/>
                  <a:pt x="746228" y="69121"/>
                </a:cubicBezTo>
                <a:cubicBezTo>
                  <a:pt x="740301" y="67737"/>
                  <a:pt x="731647" y="64815"/>
                  <a:pt x="731647" y="57123"/>
                </a:cubicBezTo>
                <a:cubicBezTo>
                  <a:pt x="731647" y="50815"/>
                  <a:pt x="736820" y="47433"/>
                  <a:pt x="743562" y="47433"/>
                </a:cubicBezTo>
                <a:cubicBezTo>
                  <a:pt x="751716" y="47433"/>
                  <a:pt x="756734" y="53738"/>
                  <a:pt x="760342" y="57892"/>
                </a:cubicBezTo>
                <a:lnTo>
                  <a:pt x="762536" y="57737"/>
                </a:lnTo>
                <a:lnTo>
                  <a:pt x="765673" y="46356"/>
                </a:lnTo>
                <a:lnTo>
                  <a:pt x="765359" y="45896"/>
                </a:lnTo>
                <a:cubicBezTo>
                  <a:pt x="760811" y="43590"/>
                  <a:pt x="752188" y="41282"/>
                  <a:pt x="744189" y="41282"/>
                </a:cubicBezTo>
                <a:cubicBezTo>
                  <a:pt x="732587" y="41282"/>
                  <a:pt x="720512" y="47278"/>
                  <a:pt x="720512" y="60046"/>
                </a:cubicBezTo>
                <a:cubicBezTo>
                  <a:pt x="720512" y="72351"/>
                  <a:pt x="729891" y="76412"/>
                  <a:pt x="739330" y="78966"/>
                </a:cubicBezTo>
                <a:cubicBezTo>
                  <a:pt x="748424" y="81427"/>
                  <a:pt x="755167" y="83888"/>
                  <a:pt x="755167" y="91424"/>
                </a:cubicBezTo>
                <a:cubicBezTo>
                  <a:pt x="755167" y="99578"/>
                  <a:pt x="749051" y="104192"/>
                  <a:pt x="740741" y="104192"/>
                </a:cubicBezTo>
                <a:cubicBezTo>
                  <a:pt x="733214" y="104192"/>
                  <a:pt x="726627" y="99116"/>
                  <a:pt x="722237" y="93118"/>
                </a:cubicBezTo>
                <a:lnTo>
                  <a:pt x="719885" y="93270"/>
                </a:lnTo>
                <a:close/>
                <a:moveTo>
                  <a:pt x="822750" y="74197"/>
                </a:moveTo>
                <a:lnTo>
                  <a:pt x="822123" y="92503"/>
                </a:lnTo>
                <a:cubicBezTo>
                  <a:pt x="822123" y="94502"/>
                  <a:pt x="821180" y="95579"/>
                  <a:pt x="819927" y="96503"/>
                </a:cubicBezTo>
                <a:cubicBezTo>
                  <a:pt x="815536" y="99733"/>
                  <a:pt x="810205" y="102501"/>
                  <a:pt x="805502" y="102501"/>
                </a:cubicBezTo>
                <a:cubicBezTo>
                  <a:pt x="798446" y="102501"/>
                  <a:pt x="793897" y="97887"/>
                  <a:pt x="793897" y="93118"/>
                </a:cubicBezTo>
                <a:cubicBezTo>
                  <a:pt x="793897" y="86196"/>
                  <a:pt x="797189" y="80965"/>
                  <a:pt x="809421" y="77735"/>
                </a:cubicBezTo>
                <a:lnTo>
                  <a:pt x="822750" y="74197"/>
                </a:lnTo>
                <a:moveTo>
                  <a:pt x="822750" y="101424"/>
                </a:moveTo>
                <a:cubicBezTo>
                  <a:pt x="824568" y="107420"/>
                  <a:pt x="829241" y="110340"/>
                  <a:pt x="834981" y="110340"/>
                </a:cubicBezTo>
                <a:cubicBezTo>
                  <a:pt x="838931" y="110340"/>
                  <a:pt x="843762" y="109418"/>
                  <a:pt x="847461" y="105576"/>
                </a:cubicBezTo>
                <a:lnTo>
                  <a:pt x="846301" y="101762"/>
                </a:lnTo>
                <a:cubicBezTo>
                  <a:pt x="844576" y="102348"/>
                  <a:pt x="843260" y="102562"/>
                  <a:pt x="842068" y="102562"/>
                </a:cubicBezTo>
                <a:cubicBezTo>
                  <a:pt x="840499" y="102562"/>
                  <a:pt x="838429" y="102285"/>
                  <a:pt x="837457" y="101424"/>
                </a:cubicBezTo>
                <a:cubicBezTo>
                  <a:pt x="835859" y="100010"/>
                  <a:pt x="834854" y="96257"/>
                  <a:pt x="834854" y="89426"/>
                </a:cubicBezTo>
                <a:cubicBezTo>
                  <a:pt x="834854" y="84964"/>
                  <a:pt x="835295" y="67892"/>
                  <a:pt x="835295" y="66198"/>
                </a:cubicBezTo>
                <a:cubicBezTo>
                  <a:pt x="835295" y="45434"/>
                  <a:pt x="821338" y="41282"/>
                  <a:pt x="809421" y="41282"/>
                </a:cubicBezTo>
                <a:cubicBezTo>
                  <a:pt x="797503" y="41282"/>
                  <a:pt x="790292" y="46971"/>
                  <a:pt x="786370" y="50201"/>
                </a:cubicBezTo>
                <a:lnTo>
                  <a:pt x="785901" y="50818"/>
                </a:lnTo>
                <a:lnTo>
                  <a:pt x="788566" y="61122"/>
                </a:lnTo>
                <a:lnTo>
                  <a:pt x="790605" y="61277"/>
                </a:lnTo>
                <a:cubicBezTo>
                  <a:pt x="794995" y="54355"/>
                  <a:pt x="800326" y="48202"/>
                  <a:pt x="807853" y="48202"/>
                </a:cubicBezTo>
                <a:cubicBezTo>
                  <a:pt x="813498" y="48202"/>
                  <a:pt x="822906" y="48972"/>
                  <a:pt x="822906" y="66353"/>
                </a:cubicBezTo>
                <a:cubicBezTo>
                  <a:pt x="822906" y="67430"/>
                  <a:pt x="822279" y="68045"/>
                  <a:pt x="821807" y="68199"/>
                </a:cubicBezTo>
                <a:lnTo>
                  <a:pt x="807227" y="71429"/>
                </a:lnTo>
                <a:cubicBezTo>
                  <a:pt x="791232" y="74967"/>
                  <a:pt x="781197" y="83273"/>
                  <a:pt x="781197" y="93733"/>
                </a:cubicBezTo>
                <a:cubicBezTo>
                  <a:pt x="781197" y="105114"/>
                  <a:pt x="789193" y="110340"/>
                  <a:pt x="800798" y="110340"/>
                </a:cubicBezTo>
                <a:cubicBezTo>
                  <a:pt x="809421" y="110340"/>
                  <a:pt x="813811" y="108344"/>
                  <a:pt x="822123" y="101424"/>
                </a:cubicBezTo>
                <a:lnTo>
                  <a:pt x="822750" y="101424"/>
                </a:lnTo>
                <a:close/>
                <a:moveTo>
                  <a:pt x="864458" y="42934"/>
                </a:moveTo>
                <a:cubicBezTo>
                  <a:pt x="861259" y="42934"/>
                  <a:pt x="857936" y="42873"/>
                  <a:pt x="855990" y="42626"/>
                </a:cubicBezTo>
                <a:cubicBezTo>
                  <a:pt x="854926" y="45148"/>
                  <a:pt x="854079" y="46623"/>
                  <a:pt x="852543" y="48929"/>
                </a:cubicBezTo>
                <a:lnTo>
                  <a:pt x="853325" y="50006"/>
                </a:lnTo>
                <a:cubicBezTo>
                  <a:pt x="856024" y="49821"/>
                  <a:pt x="860883" y="49729"/>
                  <a:pt x="864458" y="49699"/>
                </a:cubicBezTo>
                <a:lnTo>
                  <a:pt x="864458" y="70730"/>
                </a:lnTo>
                <a:cubicBezTo>
                  <a:pt x="864458" y="79942"/>
                  <a:pt x="863989" y="90997"/>
                  <a:pt x="863989" y="95602"/>
                </a:cubicBezTo>
                <a:cubicBezTo>
                  <a:pt x="863989" y="105585"/>
                  <a:pt x="870574" y="110340"/>
                  <a:pt x="877787" y="110340"/>
                </a:cubicBezTo>
                <a:cubicBezTo>
                  <a:pt x="884374" y="110340"/>
                  <a:pt x="889392" y="108806"/>
                  <a:pt x="895976" y="104666"/>
                </a:cubicBezTo>
                <a:lnTo>
                  <a:pt x="894064" y="100882"/>
                </a:lnTo>
                <a:cubicBezTo>
                  <a:pt x="889234" y="102513"/>
                  <a:pt x="885628" y="102667"/>
                  <a:pt x="881706" y="102053"/>
                </a:cubicBezTo>
                <a:cubicBezTo>
                  <a:pt x="877976" y="101469"/>
                  <a:pt x="876534" y="97781"/>
                  <a:pt x="876534" y="89461"/>
                </a:cubicBezTo>
                <a:cubicBezTo>
                  <a:pt x="876534" y="84856"/>
                  <a:pt x="877003" y="78253"/>
                  <a:pt x="877003" y="69044"/>
                </a:cubicBezTo>
                <a:lnTo>
                  <a:pt x="877003" y="49699"/>
                </a:lnTo>
                <a:lnTo>
                  <a:pt x="882963" y="49699"/>
                </a:lnTo>
                <a:cubicBezTo>
                  <a:pt x="886726" y="49699"/>
                  <a:pt x="892181" y="49821"/>
                  <a:pt x="894251" y="50006"/>
                </a:cubicBezTo>
                <a:cubicBezTo>
                  <a:pt x="894722" y="47548"/>
                  <a:pt x="895194" y="45978"/>
                  <a:pt x="896134" y="43703"/>
                </a:cubicBezTo>
                <a:lnTo>
                  <a:pt x="895349" y="42626"/>
                </a:lnTo>
                <a:cubicBezTo>
                  <a:pt x="892526" y="42751"/>
                  <a:pt x="887980" y="42934"/>
                  <a:pt x="884374" y="42934"/>
                </a:cubicBezTo>
                <a:lnTo>
                  <a:pt x="877003" y="42934"/>
                </a:lnTo>
                <a:cubicBezTo>
                  <a:pt x="877003" y="31435"/>
                  <a:pt x="877098" y="29406"/>
                  <a:pt x="877787" y="20490"/>
                </a:cubicBezTo>
                <a:cubicBezTo>
                  <a:pt x="877787" y="19383"/>
                  <a:pt x="877349" y="18953"/>
                  <a:pt x="876376" y="18953"/>
                </a:cubicBezTo>
                <a:cubicBezTo>
                  <a:pt x="872457" y="20490"/>
                  <a:pt x="870511" y="22120"/>
                  <a:pt x="865401" y="22796"/>
                </a:cubicBezTo>
                <a:lnTo>
                  <a:pt x="865087" y="23258"/>
                </a:lnTo>
                <a:cubicBezTo>
                  <a:pt x="864774" y="28608"/>
                  <a:pt x="864458" y="34018"/>
                  <a:pt x="864458" y="42934"/>
                </a:cubicBezTo>
                <a:close/>
                <a:moveTo>
                  <a:pt x="915419" y="16997"/>
                </a:moveTo>
                <a:cubicBezTo>
                  <a:pt x="915419" y="21147"/>
                  <a:pt x="919183" y="24836"/>
                  <a:pt x="923418" y="24836"/>
                </a:cubicBezTo>
                <a:cubicBezTo>
                  <a:pt x="927650" y="24836"/>
                  <a:pt x="931414" y="21147"/>
                  <a:pt x="931414" y="16997"/>
                </a:cubicBezTo>
                <a:cubicBezTo>
                  <a:pt x="931414" y="12845"/>
                  <a:pt x="927650" y="9155"/>
                  <a:pt x="923418" y="9155"/>
                </a:cubicBezTo>
                <a:cubicBezTo>
                  <a:pt x="919183" y="9155"/>
                  <a:pt x="915419" y="12845"/>
                  <a:pt x="915419" y="16997"/>
                </a:cubicBezTo>
                <a:moveTo>
                  <a:pt x="916989" y="72741"/>
                </a:moveTo>
                <a:lnTo>
                  <a:pt x="916989" y="81188"/>
                </a:lnTo>
                <a:cubicBezTo>
                  <a:pt x="916989" y="92705"/>
                  <a:pt x="916706" y="100537"/>
                  <a:pt x="915577" y="108830"/>
                </a:cubicBezTo>
                <a:lnTo>
                  <a:pt x="915891" y="109289"/>
                </a:lnTo>
                <a:cubicBezTo>
                  <a:pt x="917771" y="108984"/>
                  <a:pt x="921379" y="108830"/>
                  <a:pt x="923260" y="108830"/>
                </a:cubicBezTo>
                <a:cubicBezTo>
                  <a:pt x="925143" y="108830"/>
                  <a:pt x="928749" y="108984"/>
                  <a:pt x="930629" y="109289"/>
                </a:cubicBezTo>
                <a:lnTo>
                  <a:pt x="930943" y="108830"/>
                </a:lnTo>
                <a:cubicBezTo>
                  <a:pt x="929816" y="100108"/>
                  <a:pt x="929533" y="92858"/>
                  <a:pt x="929533" y="81188"/>
                </a:cubicBezTo>
                <a:lnTo>
                  <a:pt x="929533" y="70285"/>
                </a:lnTo>
                <a:cubicBezTo>
                  <a:pt x="929533" y="58767"/>
                  <a:pt x="929940" y="53238"/>
                  <a:pt x="930943" y="43870"/>
                </a:cubicBezTo>
                <a:cubicBezTo>
                  <a:pt x="930943" y="42488"/>
                  <a:pt x="930756" y="42333"/>
                  <a:pt x="929533" y="42333"/>
                </a:cubicBezTo>
                <a:cubicBezTo>
                  <a:pt x="925956" y="42673"/>
                  <a:pt x="919214" y="42765"/>
                  <a:pt x="915891" y="42488"/>
                </a:cubicBezTo>
                <a:lnTo>
                  <a:pt x="915577" y="42948"/>
                </a:lnTo>
                <a:cubicBezTo>
                  <a:pt x="916549" y="49520"/>
                  <a:pt x="916989" y="61223"/>
                  <a:pt x="916989" y="72741"/>
                </a:cubicBezTo>
                <a:close/>
                <a:moveTo>
                  <a:pt x="951484" y="93270"/>
                </a:moveTo>
                <a:lnTo>
                  <a:pt x="948819" y="106191"/>
                </a:lnTo>
                <a:cubicBezTo>
                  <a:pt x="957758" y="109266"/>
                  <a:pt x="966539" y="110340"/>
                  <a:pt x="972496" y="110340"/>
                </a:cubicBezTo>
                <a:cubicBezTo>
                  <a:pt x="994135" y="110340"/>
                  <a:pt x="999153" y="97732"/>
                  <a:pt x="999153" y="89271"/>
                </a:cubicBezTo>
                <a:cubicBezTo>
                  <a:pt x="999153" y="76658"/>
                  <a:pt x="988960" y="71737"/>
                  <a:pt x="977827" y="69121"/>
                </a:cubicBezTo>
                <a:cubicBezTo>
                  <a:pt x="971900" y="67737"/>
                  <a:pt x="963246" y="64815"/>
                  <a:pt x="963246" y="57123"/>
                </a:cubicBezTo>
                <a:cubicBezTo>
                  <a:pt x="963246" y="50815"/>
                  <a:pt x="968419" y="47433"/>
                  <a:pt x="975162" y="47433"/>
                </a:cubicBezTo>
                <a:cubicBezTo>
                  <a:pt x="983316" y="47433"/>
                  <a:pt x="988333" y="53738"/>
                  <a:pt x="991941" y="57892"/>
                </a:cubicBezTo>
                <a:lnTo>
                  <a:pt x="994135" y="57737"/>
                </a:lnTo>
                <a:lnTo>
                  <a:pt x="997272" y="46356"/>
                </a:lnTo>
                <a:lnTo>
                  <a:pt x="996959" y="45896"/>
                </a:lnTo>
                <a:cubicBezTo>
                  <a:pt x="992410" y="43590"/>
                  <a:pt x="983787" y="41282"/>
                  <a:pt x="975789" y="41282"/>
                </a:cubicBezTo>
                <a:cubicBezTo>
                  <a:pt x="964187" y="41282"/>
                  <a:pt x="952111" y="47278"/>
                  <a:pt x="952111" y="60046"/>
                </a:cubicBezTo>
                <a:cubicBezTo>
                  <a:pt x="952111" y="72351"/>
                  <a:pt x="961490" y="76412"/>
                  <a:pt x="970929" y="78966"/>
                </a:cubicBezTo>
                <a:cubicBezTo>
                  <a:pt x="980023" y="81427"/>
                  <a:pt x="986766" y="83888"/>
                  <a:pt x="986766" y="91424"/>
                </a:cubicBezTo>
                <a:cubicBezTo>
                  <a:pt x="986766" y="99578"/>
                  <a:pt x="980650" y="104192"/>
                  <a:pt x="972341" y="104192"/>
                </a:cubicBezTo>
                <a:cubicBezTo>
                  <a:pt x="964814" y="104192"/>
                  <a:pt x="958227" y="99116"/>
                  <a:pt x="953836" y="93118"/>
                </a:cubicBezTo>
                <a:lnTo>
                  <a:pt x="951484" y="93270"/>
                </a:lnTo>
                <a:close/>
                <a:moveTo>
                  <a:pt x="1021264" y="42934"/>
                </a:moveTo>
                <a:cubicBezTo>
                  <a:pt x="1017845" y="42934"/>
                  <a:pt x="1014239" y="42903"/>
                  <a:pt x="1012167" y="42626"/>
                </a:cubicBezTo>
                <a:cubicBezTo>
                  <a:pt x="1011102" y="45118"/>
                  <a:pt x="1010255" y="46623"/>
                  <a:pt x="1008719" y="48929"/>
                </a:cubicBezTo>
                <a:lnTo>
                  <a:pt x="1009501" y="50006"/>
                </a:lnTo>
                <a:cubicBezTo>
                  <a:pt x="1012325" y="49821"/>
                  <a:pt x="1017500" y="49699"/>
                  <a:pt x="1021106" y="49699"/>
                </a:cubicBezTo>
                <a:lnTo>
                  <a:pt x="1021264" y="49699"/>
                </a:lnTo>
                <a:lnTo>
                  <a:pt x="1021264" y="78265"/>
                </a:lnTo>
                <a:cubicBezTo>
                  <a:pt x="1021264" y="89785"/>
                  <a:pt x="1021043" y="100598"/>
                  <a:pt x="1019694" y="108830"/>
                </a:cubicBezTo>
                <a:lnTo>
                  <a:pt x="1020007" y="109289"/>
                </a:lnTo>
                <a:cubicBezTo>
                  <a:pt x="1021890" y="108984"/>
                  <a:pt x="1025654" y="108830"/>
                  <a:pt x="1027535" y="108830"/>
                </a:cubicBezTo>
                <a:cubicBezTo>
                  <a:pt x="1029415" y="108830"/>
                  <a:pt x="1033179" y="108984"/>
                  <a:pt x="1035062" y="109289"/>
                </a:cubicBezTo>
                <a:lnTo>
                  <a:pt x="1035375" y="108830"/>
                </a:lnTo>
                <a:cubicBezTo>
                  <a:pt x="1034057" y="100075"/>
                  <a:pt x="1033806" y="89785"/>
                  <a:pt x="1033806" y="78265"/>
                </a:cubicBezTo>
                <a:lnTo>
                  <a:pt x="1033806" y="49699"/>
                </a:lnTo>
                <a:lnTo>
                  <a:pt x="1039139" y="49699"/>
                </a:lnTo>
                <a:cubicBezTo>
                  <a:pt x="1042903" y="49699"/>
                  <a:pt x="1048358" y="49821"/>
                  <a:pt x="1050427" y="50006"/>
                </a:cubicBezTo>
                <a:cubicBezTo>
                  <a:pt x="1050899" y="47548"/>
                  <a:pt x="1051370" y="45978"/>
                  <a:pt x="1052310" y="43703"/>
                </a:cubicBezTo>
                <a:lnTo>
                  <a:pt x="1051526" y="42626"/>
                </a:lnTo>
                <a:cubicBezTo>
                  <a:pt x="1048891" y="42748"/>
                  <a:pt x="1044156" y="42934"/>
                  <a:pt x="1040551" y="42934"/>
                </a:cubicBezTo>
                <a:lnTo>
                  <a:pt x="1033806" y="42934"/>
                </a:lnTo>
                <a:lnTo>
                  <a:pt x="1033806" y="41545"/>
                </a:lnTo>
                <a:cubicBezTo>
                  <a:pt x="1033806" y="35983"/>
                  <a:pt x="1033023" y="27952"/>
                  <a:pt x="1033023" y="25172"/>
                </a:cubicBezTo>
                <a:cubicBezTo>
                  <a:pt x="1033023" y="16645"/>
                  <a:pt x="1038637" y="10877"/>
                  <a:pt x="1047606" y="10877"/>
                </a:cubicBezTo>
                <a:cubicBezTo>
                  <a:pt x="1051650" y="10877"/>
                  <a:pt x="1054976" y="13164"/>
                  <a:pt x="1056701" y="16211"/>
                </a:cubicBezTo>
                <a:lnTo>
                  <a:pt x="1058426" y="16061"/>
                </a:lnTo>
                <a:cubicBezTo>
                  <a:pt x="1059522" y="11944"/>
                  <a:pt x="1061216" y="6758"/>
                  <a:pt x="1062816" y="3497"/>
                </a:cubicBezTo>
                <a:lnTo>
                  <a:pt x="1062659" y="3038"/>
                </a:lnTo>
                <a:cubicBezTo>
                  <a:pt x="1061405" y="2268"/>
                  <a:pt x="1058581" y="1499"/>
                  <a:pt x="1055603" y="1499"/>
                </a:cubicBezTo>
                <a:cubicBezTo>
                  <a:pt x="1045723" y="1499"/>
                  <a:pt x="1035813" y="5989"/>
                  <a:pt x="1029887" y="13317"/>
                </a:cubicBezTo>
                <a:cubicBezTo>
                  <a:pt x="1023929" y="20692"/>
                  <a:pt x="1021264" y="27952"/>
                  <a:pt x="1021264" y="36910"/>
                </a:cubicBezTo>
                <a:lnTo>
                  <a:pt x="1021264" y="42934"/>
                </a:lnTo>
                <a:close/>
                <a:moveTo>
                  <a:pt x="1067519" y="16997"/>
                </a:moveTo>
                <a:cubicBezTo>
                  <a:pt x="1067519" y="21147"/>
                  <a:pt x="1071282" y="24836"/>
                  <a:pt x="1075517" y="24836"/>
                </a:cubicBezTo>
                <a:cubicBezTo>
                  <a:pt x="1079750" y="24836"/>
                  <a:pt x="1083513" y="21147"/>
                  <a:pt x="1083513" y="16997"/>
                </a:cubicBezTo>
                <a:cubicBezTo>
                  <a:pt x="1083513" y="12845"/>
                  <a:pt x="1079750" y="9155"/>
                  <a:pt x="1075517" y="9155"/>
                </a:cubicBezTo>
                <a:cubicBezTo>
                  <a:pt x="1071282" y="9155"/>
                  <a:pt x="1067519" y="12845"/>
                  <a:pt x="1067519" y="16997"/>
                </a:cubicBezTo>
                <a:moveTo>
                  <a:pt x="1069088" y="72741"/>
                </a:moveTo>
                <a:lnTo>
                  <a:pt x="1069088" y="81188"/>
                </a:lnTo>
                <a:cubicBezTo>
                  <a:pt x="1069088" y="92705"/>
                  <a:pt x="1068806" y="100537"/>
                  <a:pt x="1067676" y="108830"/>
                </a:cubicBezTo>
                <a:lnTo>
                  <a:pt x="1067990" y="109289"/>
                </a:lnTo>
                <a:cubicBezTo>
                  <a:pt x="1069871" y="108984"/>
                  <a:pt x="1073479" y="108830"/>
                  <a:pt x="1075359" y="108830"/>
                </a:cubicBezTo>
                <a:cubicBezTo>
                  <a:pt x="1077242" y="108830"/>
                  <a:pt x="1080848" y="108984"/>
                  <a:pt x="1082729" y="109289"/>
                </a:cubicBezTo>
                <a:lnTo>
                  <a:pt x="1083042" y="108830"/>
                </a:lnTo>
                <a:cubicBezTo>
                  <a:pt x="1081915" y="100108"/>
                  <a:pt x="1081633" y="92858"/>
                  <a:pt x="1081633" y="81188"/>
                </a:cubicBezTo>
                <a:lnTo>
                  <a:pt x="1081633" y="70285"/>
                </a:lnTo>
                <a:cubicBezTo>
                  <a:pt x="1081633" y="58767"/>
                  <a:pt x="1082039" y="53238"/>
                  <a:pt x="1083042" y="43870"/>
                </a:cubicBezTo>
                <a:cubicBezTo>
                  <a:pt x="1083042" y="42488"/>
                  <a:pt x="1082855" y="42333"/>
                  <a:pt x="1081633" y="42333"/>
                </a:cubicBezTo>
                <a:cubicBezTo>
                  <a:pt x="1078056" y="42673"/>
                  <a:pt x="1071313" y="42765"/>
                  <a:pt x="1067990" y="42488"/>
                </a:cubicBezTo>
                <a:lnTo>
                  <a:pt x="1067676" y="42948"/>
                </a:lnTo>
                <a:cubicBezTo>
                  <a:pt x="1068648" y="49520"/>
                  <a:pt x="1069088" y="61223"/>
                  <a:pt x="1069088" y="72741"/>
                </a:cubicBezTo>
                <a:close/>
                <a:moveTo>
                  <a:pt x="1144354" y="74197"/>
                </a:moveTo>
                <a:lnTo>
                  <a:pt x="1143727" y="92503"/>
                </a:lnTo>
                <a:cubicBezTo>
                  <a:pt x="1143727" y="94502"/>
                  <a:pt x="1142784" y="95579"/>
                  <a:pt x="1141531" y="96503"/>
                </a:cubicBezTo>
                <a:cubicBezTo>
                  <a:pt x="1137140" y="99733"/>
                  <a:pt x="1131809" y="102501"/>
                  <a:pt x="1127105" y="102501"/>
                </a:cubicBezTo>
                <a:cubicBezTo>
                  <a:pt x="1120050" y="102501"/>
                  <a:pt x="1115501" y="97887"/>
                  <a:pt x="1115501" y="93118"/>
                </a:cubicBezTo>
                <a:cubicBezTo>
                  <a:pt x="1115501" y="86196"/>
                  <a:pt x="1118793" y="80965"/>
                  <a:pt x="1131025" y="77735"/>
                </a:cubicBezTo>
                <a:lnTo>
                  <a:pt x="1144354" y="74197"/>
                </a:lnTo>
                <a:moveTo>
                  <a:pt x="1144354" y="101424"/>
                </a:moveTo>
                <a:cubicBezTo>
                  <a:pt x="1146172" y="107420"/>
                  <a:pt x="1150845" y="110340"/>
                  <a:pt x="1156585" y="110340"/>
                </a:cubicBezTo>
                <a:cubicBezTo>
                  <a:pt x="1160535" y="110340"/>
                  <a:pt x="1165366" y="109418"/>
                  <a:pt x="1169065" y="105576"/>
                </a:cubicBezTo>
                <a:lnTo>
                  <a:pt x="1167905" y="101762"/>
                </a:lnTo>
                <a:cubicBezTo>
                  <a:pt x="1166179" y="102348"/>
                  <a:pt x="1164864" y="102562"/>
                  <a:pt x="1163672" y="102562"/>
                </a:cubicBezTo>
                <a:cubicBezTo>
                  <a:pt x="1162102" y="102562"/>
                  <a:pt x="1160033" y="102285"/>
                  <a:pt x="1159061" y="101424"/>
                </a:cubicBezTo>
                <a:cubicBezTo>
                  <a:pt x="1157463" y="100010"/>
                  <a:pt x="1156458" y="96257"/>
                  <a:pt x="1156458" y="89426"/>
                </a:cubicBezTo>
                <a:cubicBezTo>
                  <a:pt x="1156458" y="84964"/>
                  <a:pt x="1156898" y="67892"/>
                  <a:pt x="1156898" y="66198"/>
                </a:cubicBezTo>
                <a:cubicBezTo>
                  <a:pt x="1156898" y="45434"/>
                  <a:pt x="1142942" y="41282"/>
                  <a:pt x="1131025" y="41282"/>
                </a:cubicBezTo>
                <a:cubicBezTo>
                  <a:pt x="1119107" y="41282"/>
                  <a:pt x="1111895" y="46971"/>
                  <a:pt x="1107974" y="50201"/>
                </a:cubicBezTo>
                <a:lnTo>
                  <a:pt x="1107505" y="50818"/>
                </a:lnTo>
                <a:lnTo>
                  <a:pt x="1110170" y="61122"/>
                </a:lnTo>
                <a:lnTo>
                  <a:pt x="1112209" y="61277"/>
                </a:lnTo>
                <a:cubicBezTo>
                  <a:pt x="1116599" y="54355"/>
                  <a:pt x="1121930" y="48202"/>
                  <a:pt x="1129457" y="48202"/>
                </a:cubicBezTo>
                <a:cubicBezTo>
                  <a:pt x="1135102" y="48202"/>
                  <a:pt x="1144509" y="48972"/>
                  <a:pt x="1144509" y="66353"/>
                </a:cubicBezTo>
                <a:cubicBezTo>
                  <a:pt x="1144509" y="67430"/>
                  <a:pt x="1143883" y="68045"/>
                  <a:pt x="1143411" y="68199"/>
                </a:cubicBezTo>
                <a:lnTo>
                  <a:pt x="1128830" y="71429"/>
                </a:lnTo>
                <a:cubicBezTo>
                  <a:pt x="1112836" y="74967"/>
                  <a:pt x="1102801" y="83273"/>
                  <a:pt x="1102801" y="93733"/>
                </a:cubicBezTo>
                <a:cubicBezTo>
                  <a:pt x="1102801" y="105114"/>
                  <a:pt x="1110797" y="110340"/>
                  <a:pt x="1122401" y="110340"/>
                </a:cubicBezTo>
                <a:cubicBezTo>
                  <a:pt x="1131025" y="110340"/>
                  <a:pt x="1135415" y="108344"/>
                  <a:pt x="1143727" y="101424"/>
                </a:cubicBezTo>
                <a:lnTo>
                  <a:pt x="1144354" y="101424"/>
                </a:lnTo>
                <a:close/>
                <a:moveTo>
                  <a:pt x="1196568" y="96348"/>
                </a:moveTo>
                <a:lnTo>
                  <a:pt x="1196568" y="56508"/>
                </a:lnTo>
                <a:cubicBezTo>
                  <a:pt x="1202684" y="50356"/>
                  <a:pt x="1206605" y="47433"/>
                  <a:pt x="1213034" y="47433"/>
                </a:cubicBezTo>
                <a:cubicBezTo>
                  <a:pt x="1222598" y="47433"/>
                  <a:pt x="1231065" y="55155"/>
                  <a:pt x="1231065" y="74350"/>
                </a:cubicBezTo>
                <a:cubicBezTo>
                  <a:pt x="1231065" y="93425"/>
                  <a:pt x="1225263" y="104192"/>
                  <a:pt x="1210369" y="104192"/>
                </a:cubicBezTo>
                <a:cubicBezTo>
                  <a:pt x="1205507" y="104192"/>
                  <a:pt x="1199705" y="100193"/>
                  <a:pt x="1196568" y="96348"/>
                </a:cubicBezTo>
                <a:moveTo>
                  <a:pt x="1196568" y="31913"/>
                </a:moveTo>
                <a:cubicBezTo>
                  <a:pt x="1196568" y="20546"/>
                  <a:pt x="1196757" y="12437"/>
                  <a:pt x="1197511" y="3035"/>
                </a:cubicBezTo>
                <a:cubicBezTo>
                  <a:pt x="1197511" y="1961"/>
                  <a:pt x="1197071" y="1499"/>
                  <a:pt x="1196099" y="1499"/>
                </a:cubicBezTo>
                <a:cubicBezTo>
                  <a:pt x="1192178" y="3035"/>
                  <a:pt x="1188823" y="4112"/>
                  <a:pt x="1182456" y="4572"/>
                </a:cubicBezTo>
                <a:lnTo>
                  <a:pt x="1182143" y="5034"/>
                </a:lnTo>
                <a:cubicBezTo>
                  <a:pt x="1183366" y="11607"/>
                  <a:pt x="1184024" y="23004"/>
                  <a:pt x="1184024" y="34679"/>
                </a:cubicBezTo>
                <a:lnTo>
                  <a:pt x="1184024" y="97577"/>
                </a:lnTo>
                <a:cubicBezTo>
                  <a:pt x="1184024" y="103578"/>
                  <a:pt x="1183899" y="105761"/>
                  <a:pt x="1183241" y="109111"/>
                </a:cubicBezTo>
                <a:cubicBezTo>
                  <a:pt x="1184182" y="110033"/>
                  <a:pt x="1186000" y="110340"/>
                  <a:pt x="1187632" y="110340"/>
                </a:cubicBezTo>
                <a:cubicBezTo>
                  <a:pt x="1189357" y="108496"/>
                  <a:pt x="1191175" y="105883"/>
                  <a:pt x="1192805" y="102808"/>
                </a:cubicBezTo>
                <a:cubicBezTo>
                  <a:pt x="1197353" y="106653"/>
                  <a:pt x="1204567" y="110340"/>
                  <a:pt x="1211309" y="110340"/>
                </a:cubicBezTo>
                <a:cubicBezTo>
                  <a:pt x="1227302" y="110340"/>
                  <a:pt x="1245021" y="99271"/>
                  <a:pt x="1245021" y="73121"/>
                </a:cubicBezTo>
                <a:cubicBezTo>
                  <a:pt x="1245021" y="54355"/>
                  <a:pt x="1231379" y="41282"/>
                  <a:pt x="1216169" y="41282"/>
                </a:cubicBezTo>
                <a:cubicBezTo>
                  <a:pt x="1208644" y="41282"/>
                  <a:pt x="1201901" y="43281"/>
                  <a:pt x="1196568" y="48972"/>
                </a:cubicBezTo>
                <a:lnTo>
                  <a:pt x="1196568" y="31913"/>
                </a:lnTo>
                <a:close/>
                <a:moveTo>
                  <a:pt x="1262739" y="16997"/>
                </a:moveTo>
                <a:cubicBezTo>
                  <a:pt x="1262739" y="21147"/>
                  <a:pt x="1266502" y="24836"/>
                  <a:pt x="1270737" y="24836"/>
                </a:cubicBezTo>
                <a:cubicBezTo>
                  <a:pt x="1274970" y="24836"/>
                  <a:pt x="1278733" y="21147"/>
                  <a:pt x="1278733" y="16997"/>
                </a:cubicBezTo>
                <a:cubicBezTo>
                  <a:pt x="1278733" y="12845"/>
                  <a:pt x="1274970" y="9155"/>
                  <a:pt x="1270737" y="9155"/>
                </a:cubicBezTo>
                <a:cubicBezTo>
                  <a:pt x="1266502" y="9155"/>
                  <a:pt x="1262739" y="12845"/>
                  <a:pt x="1262739" y="16997"/>
                </a:cubicBezTo>
                <a:moveTo>
                  <a:pt x="1264308" y="72741"/>
                </a:moveTo>
                <a:lnTo>
                  <a:pt x="1264308" y="81188"/>
                </a:lnTo>
                <a:cubicBezTo>
                  <a:pt x="1264308" y="92705"/>
                  <a:pt x="1264026" y="100537"/>
                  <a:pt x="1262897" y="108830"/>
                </a:cubicBezTo>
                <a:lnTo>
                  <a:pt x="1263210" y="109289"/>
                </a:lnTo>
                <a:cubicBezTo>
                  <a:pt x="1265091" y="108984"/>
                  <a:pt x="1268699" y="108830"/>
                  <a:pt x="1270579" y="108830"/>
                </a:cubicBezTo>
                <a:cubicBezTo>
                  <a:pt x="1272462" y="108830"/>
                  <a:pt x="1276068" y="108984"/>
                  <a:pt x="1277949" y="109289"/>
                </a:cubicBezTo>
                <a:lnTo>
                  <a:pt x="1278262" y="108830"/>
                </a:lnTo>
                <a:cubicBezTo>
                  <a:pt x="1277135" y="100108"/>
                  <a:pt x="1276853" y="92858"/>
                  <a:pt x="1276853" y="81188"/>
                </a:cubicBezTo>
                <a:lnTo>
                  <a:pt x="1276853" y="70285"/>
                </a:lnTo>
                <a:cubicBezTo>
                  <a:pt x="1276853" y="58767"/>
                  <a:pt x="1277260" y="53238"/>
                  <a:pt x="1278262" y="43870"/>
                </a:cubicBezTo>
                <a:cubicBezTo>
                  <a:pt x="1278262" y="42488"/>
                  <a:pt x="1278075" y="42333"/>
                  <a:pt x="1276853" y="42333"/>
                </a:cubicBezTo>
                <a:cubicBezTo>
                  <a:pt x="1273276" y="42673"/>
                  <a:pt x="1266533" y="42765"/>
                  <a:pt x="1263210" y="42488"/>
                </a:cubicBezTo>
                <a:lnTo>
                  <a:pt x="1262897" y="42948"/>
                </a:lnTo>
                <a:cubicBezTo>
                  <a:pt x="1263868" y="49520"/>
                  <a:pt x="1264308" y="61223"/>
                  <a:pt x="1264308" y="72741"/>
                </a:cubicBezTo>
                <a:close/>
                <a:moveTo>
                  <a:pt x="1305077" y="78075"/>
                </a:moveTo>
                <a:cubicBezTo>
                  <a:pt x="1305077" y="89517"/>
                  <a:pt x="1304857" y="100587"/>
                  <a:pt x="1303665" y="108830"/>
                </a:cubicBezTo>
                <a:lnTo>
                  <a:pt x="1303979" y="109289"/>
                </a:lnTo>
                <a:cubicBezTo>
                  <a:pt x="1305859" y="108982"/>
                  <a:pt x="1309468" y="108830"/>
                  <a:pt x="1311348" y="108830"/>
                </a:cubicBezTo>
                <a:cubicBezTo>
                  <a:pt x="1313231" y="108830"/>
                  <a:pt x="1316837" y="108982"/>
                  <a:pt x="1318717" y="109289"/>
                </a:cubicBezTo>
                <a:lnTo>
                  <a:pt x="1319031" y="108830"/>
                </a:lnTo>
                <a:cubicBezTo>
                  <a:pt x="1317808" y="100064"/>
                  <a:pt x="1317622" y="89639"/>
                  <a:pt x="1317622" y="78075"/>
                </a:cubicBezTo>
                <a:lnTo>
                  <a:pt x="1317622" y="31946"/>
                </a:lnTo>
                <a:cubicBezTo>
                  <a:pt x="1317622" y="20415"/>
                  <a:pt x="1318280" y="12756"/>
                  <a:pt x="1319031" y="3038"/>
                </a:cubicBezTo>
                <a:cubicBezTo>
                  <a:pt x="1319031" y="1961"/>
                  <a:pt x="1318593" y="1499"/>
                  <a:pt x="1317622" y="1499"/>
                </a:cubicBezTo>
                <a:cubicBezTo>
                  <a:pt x="1313700" y="3038"/>
                  <a:pt x="1310346" y="4114"/>
                  <a:pt x="1303979" y="4576"/>
                </a:cubicBezTo>
                <a:lnTo>
                  <a:pt x="1303665" y="5036"/>
                </a:lnTo>
                <a:cubicBezTo>
                  <a:pt x="1304888" y="11618"/>
                  <a:pt x="1305077" y="23028"/>
                  <a:pt x="1305077" y="34714"/>
                </a:cubicBezTo>
                <a:lnTo>
                  <a:pt x="1305077" y="78075"/>
                </a:lnTo>
                <a:close/>
                <a:moveTo>
                  <a:pt x="1343022" y="16997"/>
                </a:moveTo>
                <a:cubicBezTo>
                  <a:pt x="1343022" y="21147"/>
                  <a:pt x="1346786" y="24836"/>
                  <a:pt x="1351021" y="24836"/>
                </a:cubicBezTo>
                <a:cubicBezTo>
                  <a:pt x="1355253" y="24836"/>
                  <a:pt x="1359017" y="21147"/>
                  <a:pt x="1359017" y="16997"/>
                </a:cubicBezTo>
                <a:cubicBezTo>
                  <a:pt x="1359017" y="12845"/>
                  <a:pt x="1355253" y="9155"/>
                  <a:pt x="1351021" y="9155"/>
                </a:cubicBezTo>
                <a:cubicBezTo>
                  <a:pt x="1346786" y="9155"/>
                  <a:pt x="1343022" y="12845"/>
                  <a:pt x="1343022" y="16997"/>
                </a:cubicBezTo>
                <a:moveTo>
                  <a:pt x="1344592" y="72741"/>
                </a:moveTo>
                <a:lnTo>
                  <a:pt x="1344592" y="81188"/>
                </a:lnTo>
                <a:cubicBezTo>
                  <a:pt x="1344592" y="92705"/>
                  <a:pt x="1344309" y="100537"/>
                  <a:pt x="1343180" y="108830"/>
                </a:cubicBezTo>
                <a:lnTo>
                  <a:pt x="1343493" y="109289"/>
                </a:lnTo>
                <a:cubicBezTo>
                  <a:pt x="1345374" y="108984"/>
                  <a:pt x="1348982" y="108830"/>
                  <a:pt x="1350863" y="108830"/>
                </a:cubicBezTo>
                <a:cubicBezTo>
                  <a:pt x="1352746" y="108830"/>
                  <a:pt x="1356351" y="108984"/>
                  <a:pt x="1358232" y="109289"/>
                </a:cubicBezTo>
                <a:lnTo>
                  <a:pt x="1358546" y="108830"/>
                </a:lnTo>
                <a:cubicBezTo>
                  <a:pt x="1357419" y="100108"/>
                  <a:pt x="1357136" y="92858"/>
                  <a:pt x="1357136" y="81188"/>
                </a:cubicBezTo>
                <a:lnTo>
                  <a:pt x="1357136" y="70285"/>
                </a:lnTo>
                <a:cubicBezTo>
                  <a:pt x="1357136" y="58767"/>
                  <a:pt x="1357543" y="53238"/>
                  <a:pt x="1358546" y="43870"/>
                </a:cubicBezTo>
                <a:cubicBezTo>
                  <a:pt x="1358546" y="42488"/>
                  <a:pt x="1358359" y="42333"/>
                  <a:pt x="1357136" y="42333"/>
                </a:cubicBezTo>
                <a:cubicBezTo>
                  <a:pt x="1353559" y="42673"/>
                  <a:pt x="1346817" y="42765"/>
                  <a:pt x="1343493" y="42488"/>
                </a:cubicBezTo>
                <a:lnTo>
                  <a:pt x="1343180" y="42948"/>
                </a:lnTo>
                <a:cubicBezTo>
                  <a:pt x="1344151" y="49520"/>
                  <a:pt x="1344592" y="61223"/>
                  <a:pt x="1344592" y="72741"/>
                </a:cubicBezTo>
                <a:close/>
                <a:moveTo>
                  <a:pt x="1386143" y="42934"/>
                </a:moveTo>
                <a:cubicBezTo>
                  <a:pt x="1382944" y="42934"/>
                  <a:pt x="1379621" y="42873"/>
                  <a:pt x="1377675" y="42626"/>
                </a:cubicBezTo>
                <a:cubicBezTo>
                  <a:pt x="1376611" y="45148"/>
                  <a:pt x="1375764" y="46623"/>
                  <a:pt x="1374228" y="48929"/>
                </a:cubicBezTo>
                <a:lnTo>
                  <a:pt x="1375010" y="50006"/>
                </a:lnTo>
                <a:cubicBezTo>
                  <a:pt x="1377709" y="49821"/>
                  <a:pt x="1382568" y="49729"/>
                  <a:pt x="1386143" y="49699"/>
                </a:cubicBezTo>
                <a:lnTo>
                  <a:pt x="1386143" y="70730"/>
                </a:lnTo>
                <a:cubicBezTo>
                  <a:pt x="1386143" y="79942"/>
                  <a:pt x="1385674" y="90997"/>
                  <a:pt x="1385674" y="95602"/>
                </a:cubicBezTo>
                <a:cubicBezTo>
                  <a:pt x="1385674" y="105585"/>
                  <a:pt x="1392258" y="110340"/>
                  <a:pt x="1399472" y="110340"/>
                </a:cubicBezTo>
                <a:cubicBezTo>
                  <a:pt x="1406059" y="110340"/>
                  <a:pt x="1411077" y="108806"/>
                  <a:pt x="1417661" y="104666"/>
                </a:cubicBezTo>
                <a:lnTo>
                  <a:pt x="1415749" y="100882"/>
                </a:lnTo>
                <a:cubicBezTo>
                  <a:pt x="1410919" y="102513"/>
                  <a:pt x="1407313" y="102667"/>
                  <a:pt x="1403391" y="102053"/>
                </a:cubicBezTo>
                <a:cubicBezTo>
                  <a:pt x="1399661" y="101469"/>
                  <a:pt x="1398219" y="97781"/>
                  <a:pt x="1398219" y="89461"/>
                </a:cubicBezTo>
                <a:cubicBezTo>
                  <a:pt x="1398219" y="84856"/>
                  <a:pt x="1398687" y="78253"/>
                  <a:pt x="1398687" y="69044"/>
                </a:cubicBezTo>
                <a:lnTo>
                  <a:pt x="1398687" y="49699"/>
                </a:lnTo>
                <a:lnTo>
                  <a:pt x="1404648" y="49699"/>
                </a:lnTo>
                <a:cubicBezTo>
                  <a:pt x="1408411" y="49699"/>
                  <a:pt x="1413866" y="49821"/>
                  <a:pt x="1415936" y="50006"/>
                </a:cubicBezTo>
                <a:cubicBezTo>
                  <a:pt x="1416407" y="47548"/>
                  <a:pt x="1416879" y="45978"/>
                  <a:pt x="1417819" y="43703"/>
                </a:cubicBezTo>
                <a:lnTo>
                  <a:pt x="1417034" y="42626"/>
                </a:lnTo>
                <a:cubicBezTo>
                  <a:pt x="1414211" y="42751"/>
                  <a:pt x="1409665" y="42934"/>
                  <a:pt x="1406059" y="42934"/>
                </a:cubicBezTo>
                <a:lnTo>
                  <a:pt x="1398687" y="42934"/>
                </a:lnTo>
                <a:cubicBezTo>
                  <a:pt x="1398687" y="31435"/>
                  <a:pt x="1398783" y="29406"/>
                  <a:pt x="1399472" y="20490"/>
                </a:cubicBezTo>
                <a:cubicBezTo>
                  <a:pt x="1399472" y="19383"/>
                  <a:pt x="1399034" y="18953"/>
                  <a:pt x="1398061" y="18953"/>
                </a:cubicBezTo>
                <a:cubicBezTo>
                  <a:pt x="1394141" y="20490"/>
                  <a:pt x="1392196" y="22120"/>
                  <a:pt x="1387086" y="22796"/>
                </a:cubicBezTo>
                <a:lnTo>
                  <a:pt x="1386772" y="23258"/>
                </a:lnTo>
                <a:cubicBezTo>
                  <a:pt x="1386459" y="28608"/>
                  <a:pt x="1386143" y="34018"/>
                  <a:pt x="1386143" y="42934"/>
                </a:cubicBezTo>
                <a:close/>
                <a:moveTo>
                  <a:pt x="1428952" y="42483"/>
                </a:moveTo>
                <a:cubicBezTo>
                  <a:pt x="1435192" y="56135"/>
                  <a:pt x="1453821" y="95794"/>
                  <a:pt x="1459372" y="110427"/>
                </a:cubicBezTo>
                <a:cubicBezTo>
                  <a:pt x="1454352" y="121895"/>
                  <a:pt x="1447954" y="133732"/>
                  <a:pt x="1440867" y="145320"/>
                </a:cubicBezTo>
                <a:cubicBezTo>
                  <a:pt x="1442437" y="144860"/>
                  <a:pt x="1444789" y="144553"/>
                  <a:pt x="1446356" y="144553"/>
                </a:cubicBezTo>
                <a:cubicBezTo>
                  <a:pt x="1447923" y="144553"/>
                  <a:pt x="1452472" y="144860"/>
                  <a:pt x="1454039" y="145320"/>
                </a:cubicBezTo>
                <a:cubicBezTo>
                  <a:pt x="1459999" y="126106"/>
                  <a:pt x="1494338" y="52783"/>
                  <a:pt x="1499513" y="42483"/>
                </a:cubicBezTo>
                <a:cubicBezTo>
                  <a:pt x="1497944" y="42945"/>
                  <a:pt x="1494338" y="42945"/>
                  <a:pt x="1492771" y="42945"/>
                </a:cubicBezTo>
                <a:cubicBezTo>
                  <a:pt x="1491201" y="42945"/>
                  <a:pt x="1488222" y="42945"/>
                  <a:pt x="1486655" y="42483"/>
                </a:cubicBezTo>
                <a:cubicBezTo>
                  <a:pt x="1481011" y="59856"/>
                  <a:pt x="1473670" y="79499"/>
                  <a:pt x="1466081" y="95424"/>
                </a:cubicBezTo>
                <a:lnTo>
                  <a:pt x="1465768" y="95424"/>
                </a:lnTo>
                <a:cubicBezTo>
                  <a:pt x="1458054" y="77132"/>
                  <a:pt x="1450653" y="60039"/>
                  <a:pt x="1444789" y="42486"/>
                </a:cubicBezTo>
                <a:cubicBezTo>
                  <a:pt x="1442750" y="42945"/>
                  <a:pt x="1439300" y="42945"/>
                  <a:pt x="1437104" y="42945"/>
                </a:cubicBezTo>
                <a:cubicBezTo>
                  <a:pt x="1435065" y="42945"/>
                  <a:pt x="1431146" y="42945"/>
                  <a:pt x="1428952" y="42486"/>
                </a:cubicBezTo>
                <a:lnTo>
                  <a:pt x="1428952" y="42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proofanalysis">
            <a:extLst xmlns:a="http://schemas.openxmlformats.org/drawingml/2006/main">
              <a:ext uri="{FF2B5EF4-FFF2-40B4-BE49-F238E27FC236}">
                <a16:creationId xmlns:a16="http://schemas.microsoft.com/office/drawing/2014/main" id="{7FAFF819-8FB5-443F-8EC5-E73A423B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22" y="3656136"/>
            <a:ext cx="895975" cy="143821"/>
          </a:xfrm>
          <a:custGeom xmlns:a="http://schemas.openxmlformats.org/drawingml/2006/main">
            <a:pathLst>
              <a:path w="895975" h="143821">
                <a:moveTo>
                  <a:pt x="13954" y="62084"/>
                </a:moveTo>
                <a:cubicBezTo>
                  <a:pt x="17404" y="53933"/>
                  <a:pt x="26656" y="46856"/>
                  <a:pt x="32772" y="46856"/>
                </a:cubicBezTo>
                <a:cubicBezTo>
                  <a:pt x="43433" y="46856"/>
                  <a:pt x="48922" y="56393"/>
                  <a:pt x="48922" y="73775"/>
                </a:cubicBezTo>
                <a:cubicBezTo>
                  <a:pt x="48922" y="86388"/>
                  <a:pt x="45316" y="102693"/>
                  <a:pt x="28537" y="102693"/>
                </a:cubicBezTo>
                <a:cubicBezTo>
                  <a:pt x="26029" y="102693"/>
                  <a:pt x="19443" y="102079"/>
                  <a:pt x="13954" y="95771"/>
                </a:cubicBezTo>
                <a:lnTo>
                  <a:pt x="13954" y="62084"/>
                </a:lnTo>
                <a:moveTo>
                  <a:pt x="13954" y="53163"/>
                </a:moveTo>
                <a:lnTo>
                  <a:pt x="13954" y="41937"/>
                </a:lnTo>
                <a:cubicBezTo>
                  <a:pt x="13954" y="40738"/>
                  <a:pt x="13767" y="40400"/>
                  <a:pt x="13014" y="40400"/>
                </a:cubicBezTo>
                <a:cubicBezTo>
                  <a:pt x="9501" y="41076"/>
                  <a:pt x="3888" y="41198"/>
                  <a:pt x="313" y="40860"/>
                </a:cubicBezTo>
                <a:lnTo>
                  <a:pt x="0" y="41322"/>
                </a:lnTo>
                <a:cubicBezTo>
                  <a:pt x="1096" y="47963"/>
                  <a:pt x="1409" y="59623"/>
                  <a:pt x="1409" y="71160"/>
                </a:cubicBezTo>
                <a:lnTo>
                  <a:pt x="1409" y="112233"/>
                </a:lnTo>
                <a:cubicBezTo>
                  <a:pt x="1409" y="123701"/>
                  <a:pt x="1127" y="134766"/>
                  <a:pt x="0" y="143058"/>
                </a:cubicBezTo>
                <a:lnTo>
                  <a:pt x="313" y="143520"/>
                </a:lnTo>
                <a:cubicBezTo>
                  <a:pt x="2194" y="143213"/>
                  <a:pt x="5800" y="143058"/>
                  <a:pt x="7683" y="143058"/>
                </a:cubicBezTo>
                <a:cubicBezTo>
                  <a:pt x="9563" y="143058"/>
                  <a:pt x="13171" y="143213"/>
                  <a:pt x="15052" y="143520"/>
                </a:cubicBezTo>
                <a:lnTo>
                  <a:pt x="15365" y="143058"/>
                </a:lnTo>
                <a:cubicBezTo>
                  <a:pt x="14236" y="134274"/>
                  <a:pt x="13954" y="123823"/>
                  <a:pt x="13954" y="112233"/>
                </a:cubicBezTo>
                <a:lnTo>
                  <a:pt x="13954" y="105461"/>
                </a:lnTo>
                <a:cubicBezTo>
                  <a:pt x="18031" y="107612"/>
                  <a:pt x="23833" y="108841"/>
                  <a:pt x="29477" y="108841"/>
                </a:cubicBezTo>
                <a:cubicBezTo>
                  <a:pt x="50176" y="108841"/>
                  <a:pt x="62720" y="93465"/>
                  <a:pt x="62720" y="71774"/>
                </a:cubicBezTo>
                <a:cubicBezTo>
                  <a:pt x="62720" y="55469"/>
                  <a:pt x="52999" y="39783"/>
                  <a:pt x="35437" y="39783"/>
                </a:cubicBezTo>
                <a:cubicBezTo>
                  <a:pt x="29322" y="39783"/>
                  <a:pt x="21481" y="42859"/>
                  <a:pt x="14267" y="53625"/>
                </a:cubicBezTo>
                <a:lnTo>
                  <a:pt x="13954" y="53163"/>
                </a:lnTo>
                <a:close/>
                <a:moveTo>
                  <a:pt x="96747" y="55931"/>
                </a:moveTo>
                <a:lnTo>
                  <a:pt x="96747" y="41937"/>
                </a:lnTo>
                <a:cubicBezTo>
                  <a:pt x="96747" y="40738"/>
                  <a:pt x="96558" y="40400"/>
                  <a:pt x="95807" y="40400"/>
                </a:cubicBezTo>
                <a:cubicBezTo>
                  <a:pt x="92294" y="41076"/>
                  <a:pt x="86681" y="41198"/>
                  <a:pt x="83104" y="40860"/>
                </a:cubicBezTo>
                <a:lnTo>
                  <a:pt x="82791" y="41322"/>
                </a:lnTo>
                <a:cubicBezTo>
                  <a:pt x="83889" y="47963"/>
                  <a:pt x="84202" y="59626"/>
                  <a:pt x="84202" y="71167"/>
                </a:cubicBezTo>
                <a:lnTo>
                  <a:pt x="84202" y="79630"/>
                </a:lnTo>
                <a:cubicBezTo>
                  <a:pt x="84202" y="91171"/>
                  <a:pt x="84016" y="99050"/>
                  <a:pt x="82791" y="107331"/>
                </a:cubicBezTo>
                <a:lnTo>
                  <a:pt x="83104" y="107790"/>
                </a:lnTo>
                <a:cubicBezTo>
                  <a:pt x="84987" y="107483"/>
                  <a:pt x="88593" y="107331"/>
                  <a:pt x="90476" y="107331"/>
                </a:cubicBezTo>
                <a:cubicBezTo>
                  <a:pt x="92356" y="107331"/>
                  <a:pt x="95962" y="107483"/>
                  <a:pt x="97845" y="107790"/>
                </a:cubicBezTo>
                <a:lnTo>
                  <a:pt x="98159" y="107331"/>
                </a:lnTo>
                <a:cubicBezTo>
                  <a:pt x="96998" y="98558"/>
                  <a:pt x="96747" y="91326"/>
                  <a:pt x="96747" y="79630"/>
                </a:cubicBezTo>
                <a:lnTo>
                  <a:pt x="96747" y="71629"/>
                </a:lnTo>
                <a:cubicBezTo>
                  <a:pt x="96747" y="65164"/>
                  <a:pt x="98723" y="61472"/>
                  <a:pt x="102078" y="56393"/>
                </a:cubicBezTo>
                <a:cubicBezTo>
                  <a:pt x="104367" y="52978"/>
                  <a:pt x="107880" y="51008"/>
                  <a:pt x="110859" y="51008"/>
                </a:cubicBezTo>
                <a:cubicBezTo>
                  <a:pt x="113995" y="51008"/>
                  <a:pt x="116974" y="51315"/>
                  <a:pt x="119013" y="53161"/>
                </a:cubicBezTo>
                <a:lnTo>
                  <a:pt x="120266" y="52854"/>
                </a:lnTo>
                <a:lnTo>
                  <a:pt x="123403" y="41475"/>
                </a:lnTo>
                <a:lnTo>
                  <a:pt x="122776" y="40860"/>
                </a:lnTo>
                <a:cubicBezTo>
                  <a:pt x="120111" y="40093"/>
                  <a:pt x="119953" y="39783"/>
                  <a:pt x="117132" y="39783"/>
                </a:cubicBezTo>
                <a:cubicBezTo>
                  <a:pt x="108665" y="39783"/>
                  <a:pt x="104116" y="44550"/>
                  <a:pt x="97218" y="56239"/>
                </a:cubicBezTo>
                <a:lnTo>
                  <a:pt x="96747" y="55931"/>
                </a:lnTo>
                <a:close/>
                <a:moveTo>
                  <a:pt x="130930" y="75774"/>
                </a:moveTo>
                <a:cubicBezTo>
                  <a:pt x="130930" y="94232"/>
                  <a:pt x="143316" y="108841"/>
                  <a:pt x="164173" y="108841"/>
                </a:cubicBezTo>
                <a:cubicBezTo>
                  <a:pt x="184869" y="108841"/>
                  <a:pt x="197414" y="94542"/>
                  <a:pt x="197414" y="74390"/>
                </a:cubicBezTo>
                <a:cubicBezTo>
                  <a:pt x="197414" y="53471"/>
                  <a:pt x="185967" y="39783"/>
                  <a:pt x="164800" y="39783"/>
                </a:cubicBezTo>
                <a:cubicBezTo>
                  <a:pt x="144257" y="39783"/>
                  <a:pt x="130930" y="53933"/>
                  <a:pt x="130930" y="75774"/>
                </a:cubicBezTo>
                <a:moveTo>
                  <a:pt x="163702" y="45934"/>
                </a:moveTo>
                <a:cubicBezTo>
                  <a:pt x="180323" y="45934"/>
                  <a:pt x="183616" y="58547"/>
                  <a:pt x="183616" y="77160"/>
                </a:cubicBezTo>
                <a:cubicBezTo>
                  <a:pt x="183616" y="91772"/>
                  <a:pt x="176088" y="102693"/>
                  <a:pt x="165582" y="102693"/>
                </a:cubicBezTo>
                <a:cubicBezTo>
                  <a:pt x="148963" y="102693"/>
                  <a:pt x="144728" y="85004"/>
                  <a:pt x="144728" y="73161"/>
                </a:cubicBezTo>
                <a:cubicBezTo>
                  <a:pt x="144728" y="59778"/>
                  <a:pt x="148963" y="45934"/>
                  <a:pt x="163702" y="45934"/>
                </a:cubicBezTo>
                <a:close/>
                <a:moveTo>
                  <a:pt x="210429" y="75774"/>
                </a:moveTo>
                <a:cubicBezTo>
                  <a:pt x="210429" y="94232"/>
                  <a:pt x="222816" y="108841"/>
                  <a:pt x="243672" y="108841"/>
                </a:cubicBezTo>
                <a:cubicBezTo>
                  <a:pt x="264369" y="108841"/>
                  <a:pt x="276913" y="94542"/>
                  <a:pt x="276913" y="74390"/>
                </a:cubicBezTo>
                <a:cubicBezTo>
                  <a:pt x="276913" y="53471"/>
                  <a:pt x="265467" y="39783"/>
                  <a:pt x="244299" y="39783"/>
                </a:cubicBezTo>
                <a:cubicBezTo>
                  <a:pt x="223756" y="39783"/>
                  <a:pt x="210429" y="53933"/>
                  <a:pt x="210429" y="75774"/>
                </a:cubicBezTo>
                <a:moveTo>
                  <a:pt x="243201" y="45934"/>
                </a:moveTo>
                <a:cubicBezTo>
                  <a:pt x="259823" y="45934"/>
                  <a:pt x="263115" y="58547"/>
                  <a:pt x="263115" y="77160"/>
                </a:cubicBezTo>
                <a:cubicBezTo>
                  <a:pt x="263115" y="91772"/>
                  <a:pt x="255588" y="102693"/>
                  <a:pt x="245082" y="102693"/>
                </a:cubicBezTo>
                <a:cubicBezTo>
                  <a:pt x="228462" y="102693"/>
                  <a:pt x="224227" y="85004"/>
                  <a:pt x="224227" y="73161"/>
                </a:cubicBezTo>
                <a:cubicBezTo>
                  <a:pt x="224227" y="59778"/>
                  <a:pt x="228462" y="45934"/>
                  <a:pt x="243201" y="45934"/>
                </a:cubicBezTo>
                <a:close/>
                <a:moveTo>
                  <a:pt x="298397" y="41435"/>
                </a:moveTo>
                <a:cubicBezTo>
                  <a:pt x="294978" y="41435"/>
                  <a:pt x="291372" y="41404"/>
                  <a:pt x="289300" y="41127"/>
                </a:cubicBezTo>
                <a:cubicBezTo>
                  <a:pt x="288235" y="43619"/>
                  <a:pt x="287388" y="45125"/>
                  <a:pt x="285852" y="47430"/>
                </a:cubicBezTo>
                <a:lnTo>
                  <a:pt x="286635" y="48507"/>
                </a:lnTo>
                <a:cubicBezTo>
                  <a:pt x="289458" y="48322"/>
                  <a:pt x="294633" y="48200"/>
                  <a:pt x="298239" y="48200"/>
                </a:cubicBezTo>
                <a:lnTo>
                  <a:pt x="298397" y="48200"/>
                </a:lnTo>
                <a:lnTo>
                  <a:pt x="298397" y="76766"/>
                </a:lnTo>
                <a:cubicBezTo>
                  <a:pt x="298397" y="88286"/>
                  <a:pt x="298177" y="99100"/>
                  <a:pt x="296827" y="107331"/>
                </a:cubicBezTo>
                <a:lnTo>
                  <a:pt x="297141" y="107790"/>
                </a:lnTo>
                <a:cubicBezTo>
                  <a:pt x="299024" y="107485"/>
                  <a:pt x="302787" y="107331"/>
                  <a:pt x="304668" y="107331"/>
                </a:cubicBezTo>
                <a:cubicBezTo>
                  <a:pt x="306548" y="107331"/>
                  <a:pt x="310312" y="107485"/>
                  <a:pt x="312195" y="107790"/>
                </a:cubicBezTo>
                <a:lnTo>
                  <a:pt x="312508" y="107331"/>
                </a:lnTo>
                <a:cubicBezTo>
                  <a:pt x="311190" y="98576"/>
                  <a:pt x="310939" y="88286"/>
                  <a:pt x="310939" y="76766"/>
                </a:cubicBezTo>
                <a:lnTo>
                  <a:pt x="310939" y="48200"/>
                </a:lnTo>
                <a:lnTo>
                  <a:pt x="316272" y="48200"/>
                </a:lnTo>
                <a:cubicBezTo>
                  <a:pt x="320036" y="48200"/>
                  <a:pt x="325491" y="48322"/>
                  <a:pt x="327560" y="48507"/>
                </a:cubicBezTo>
                <a:cubicBezTo>
                  <a:pt x="328032" y="46049"/>
                  <a:pt x="328503" y="44479"/>
                  <a:pt x="329443" y="42204"/>
                </a:cubicBezTo>
                <a:lnTo>
                  <a:pt x="328659" y="41127"/>
                </a:lnTo>
                <a:cubicBezTo>
                  <a:pt x="326024" y="41249"/>
                  <a:pt x="321289" y="41435"/>
                  <a:pt x="317684" y="41435"/>
                </a:cubicBezTo>
                <a:lnTo>
                  <a:pt x="310939" y="41435"/>
                </a:lnTo>
                <a:lnTo>
                  <a:pt x="310939" y="40046"/>
                </a:lnTo>
                <a:cubicBezTo>
                  <a:pt x="310939" y="34484"/>
                  <a:pt x="310156" y="26453"/>
                  <a:pt x="310156" y="23673"/>
                </a:cubicBezTo>
                <a:cubicBezTo>
                  <a:pt x="310156" y="15146"/>
                  <a:pt x="315770" y="9378"/>
                  <a:pt x="324740" y="9378"/>
                </a:cubicBezTo>
                <a:cubicBezTo>
                  <a:pt x="328783" y="9378"/>
                  <a:pt x="332109" y="11665"/>
                  <a:pt x="333834" y="14712"/>
                </a:cubicBezTo>
                <a:lnTo>
                  <a:pt x="335559" y="14562"/>
                </a:lnTo>
                <a:cubicBezTo>
                  <a:pt x="336655" y="10445"/>
                  <a:pt x="338349" y="5259"/>
                  <a:pt x="339950" y="1999"/>
                </a:cubicBezTo>
                <a:lnTo>
                  <a:pt x="339792" y="1539"/>
                </a:lnTo>
                <a:cubicBezTo>
                  <a:pt x="338538" y="769"/>
                  <a:pt x="335715" y="0"/>
                  <a:pt x="332736" y="0"/>
                </a:cubicBezTo>
                <a:cubicBezTo>
                  <a:pt x="322857" y="0"/>
                  <a:pt x="312946" y="4490"/>
                  <a:pt x="307020" y="11818"/>
                </a:cubicBezTo>
                <a:cubicBezTo>
                  <a:pt x="301062" y="19193"/>
                  <a:pt x="298397" y="26453"/>
                  <a:pt x="298397" y="35411"/>
                </a:cubicBezTo>
                <a:lnTo>
                  <a:pt x="298397" y="41435"/>
                </a:lnTo>
                <a:close/>
                <a:moveTo>
                  <a:pt x="431993" y="72698"/>
                </a:moveTo>
                <a:lnTo>
                  <a:pt x="431366" y="91004"/>
                </a:lnTo>
                <a:cubicBezTo>
                  <a:pt x="431366" y="93003"/>
                  <a:pt x="430424" y="94080"/>
                  <a:pt x="429170" y="95004"/>
                </a:cubicBezTo>
                <a:cubicBezTo>
                  <a:pt x="424779" y="98234"/>
                  <a:pt x="419449" y="101002"/>
                  <a:pt x="414745" y="101002"/>
                </a:cubicBezTo>
                <a:cubicBezTo>
                  <a:pt x="407689" y="101002"/>
                  <a:pt x="403140" y="96388"/>
                  <a:pt x="403140" y="91619"/>
                </a:cubicBezTo>
                <a:cubicBezTo>
                  <a:pt x="403140" y="84697"/>
                  <a:pt x="406433" y="79466"/>
                  <a:pt x="418664" y="76236"/>
                </a:cubicBezTo>
                <a:lnTo>
                  <a:pt x="431993" y="72698"/>
                </a:lnTo>
                <a:moveTo>
                  <a:pt x="431993" y="99925"/>
                </a:moveTo>
                <a:cubicBezTo>
                  <a:pt x="433812" y="105921"/>
                  <a:pt x="438484" y="108841"/>
                  <a:pt x="444224" y="108841"/>
                </a:cubicBezTo>
                <a:cubicBezTo>
                  <a:pt x="448175" y="108841"/>
                  <a:pt x="453005" y="107919"/>
                  <a:pt x="456704" y="104077"/>
                </a:cubicBezTo>
                <a:lnTo>
                  <a:pt x="455544" y="100263"/>
                </a:lnTo>
                <a:cubicBezTo>
                  <a:pt x="453819" y="100849"/>
                  <a:pt x="452503" y="101063"/>
                  <a:pt x="451311" y="101063"/>
                </a:cubicBezTo>
                <a:cubicBezTo>
                  <a:pt x="449742" y="101063"/>
                  <a:pt x="447672" y="100786"/>
                  <a:pt x="446701" y="99925"/>
                </a:cubicBezTo>
                <a:cubicBezTo>
                  <a:pt x="445102" y="98511"/>
                  <a:pt x="444097" y="94758"/>
                  <a:pt x="444097" y="87927"/>
                </a:cubicBezTo>
                <a:cubicBezTo>
                  <a:pt x="444097" y="83465"/>
                  <a:pt x="444538" y="66393"/>
                  <a:pt x="444538" y="64700"/>
                </a:cubicBezTo>
                <a:cubicBezTo>
                  <a:pt x="444538" y="43935"/>
                  <a:pt x="430581" y="39783"/>
                  <a:pt x="418664" y="39783"/>
                </a:cubicBezTo>
                <a:cubicBezTo>
                  <a:pt x="406746" y="39783"/>
                  <a:pt x="399535" y="45472"/>
                  <a:pt x="395613" y="48702"/>
                </a:cubicBezTo>
                <a:lnTo>
                  <a:pt x="395144" y="49319"/>
                </a:lnTo>
                <a:lnTo>
                  <a:pt x="397810" y="59623"/>
                </a:lnTo>
                <a:lnTo>
                  <a:pt x="399848" y="59778"/>
                </a:lnTo>
                <a:cubicBezTo>
                  <a:pt x="404239" y="52856"/>
                  <a:pt x="409569" y="46703"/>
                  <a:pt x="417097" y="46703"/>
                </a:cubicBezTo>
                <a:cubicBezTo>
                  <a:pt x="422741" y="46703"/>
                  <a:pt x="432149" y="47473"/>
                  <a:pt x="432149" y="64854"/>
                </a:cubicBezTo>
                <a:cubicBezTo>
                  <a:pt x="432149" y="65931"/>
                  <a:pt x="431522" y="66546"/>
                  <a:pt x="431050" y="66700"/>
                </a:cubicBezTo>
                <a:lnTo>
                  <a:pt x="416470" y="69931"/>
                </a:lnTo>
                <a:cubicBezTo>
                  <a:pt x="400475" y="73468"/>
                  <a:pt x="390440" y="81774"/>
                  <a:pt x="390440" y="92234"/>
                </a:cubicBezTo>
                <a:cubicBezTo>
                  <a:pt x="390440" y="103615"/>
                  <a:pt x="398436" y="108841"/>
                  <a:pt x="410041" y="108841"/>
                </a:cubicBezTo>
                <a:cubicBezTo>
                  <a:pt x="418664" y="108841"/>
                  <a:pt x="423054" y="106845"/>
                  <a:pt x="431366" y="99925"/>
                </a:cubicBezTo>
                <a:lnTo>
                  <a:pt x="431993" y="99925"/>
                </a:lnTo>
                <a:close/>
                <a:moveTo>
                  <a:pt x="530936" y="79630"/>
                </a:moveTo>
                <a:cubicBezTo>
                  <a:pt x="530936" y="74706"/>
                  <a:pt x="531249" y="69013"/>
                  <a:pt x="531249" y="64090"/>
                </a:cubicBezTo>
                <a:cubicBezTo>
                  <a:pt x="531249" y="48085"/>
                  <a:pt x="525918" y="39783"/>
                  <a:pt x="511806" y="39783"/>
                </a:cubicBezTo>
                <a:cubicBezTo>
                  <a:pt x="505846" y="39783"/>
                  <a:pt x="494714" y="42092"/>
                  <a:pt x="484679" y="53625"/>
                </a:cubicBezTo>
                <a:lnTo>
                  <a:pt x="484365" y="53163"/>
                </a:lnTo>
                <a:lnTo>
                  <a:pt x="484365" y="41937"/>
                </a:lnTo>
                <a:cubicBezTo>
                  <a:pt x="484334" y="40738"/>
                  <a:pt x="484176" y="40400"/>
                  <a:pt x="483425" y="40400"/>
                </a:cubicBezTo>
                <a:cubicBezTo>
                  <a:pt x="479913" y="41076"/>
                  <a:pt x="474297" y="41198"/>
                  <a:pt x="470723" y="40860"/>
                </a:cubicBezTo>
                <a:lnTo>
                  <a:pt x="470409" y="41322"/>
                </a:lnTo>
                <a:cubicBezTo>
                  <a:pt x="471507" y="47963"/>
                  <a:pt x="471821" y="59626"/>
                  <a:pt x="471821" y="71167"/>
                </a:cubicBezTo>
                <a:lnTo>
                  <a:pt x="471821" y="79630"/>
                </a:lnTo>
                <a:cubicBezTo>
                  <a:pt x="471821" y="91173"/>
                  <a:pt x="471663" y="99020"/>
                  <a:pt x="470409" y="107331"/>
                </a:cubicBezTo>
                <a:lnTo>
                  <a:pt x="470723" y="107790"/>
                </a:lnTo>
                <a:cubicBezTo>
                  <a:pt x="472606" y="107483"/>
                  <a:pt x="476211" y="107331"/>
                  <a:pt x="478092" y="107331"/>
                </a:cubicBezTo>
                <a:cubicBezTo>
                  <a:pt x="479975" y="107331"/>
                  <a:pt x="483581" y="107483"/>
                  <a:pt x="485464" y="107790"/>
                </a:cubicBezTo>
                <a:lnTo>
                  <a:pt x="485777" y="107331"/>
                </a:lnTo>
                <a:cubicBezTo>
                  <a:pt x="484521" y="98558"/>
                  <a:pt x="484365" y="91326"/>
                  <a:pt x="484365" y="79630"/>
                </a:cubicBezTo>
                <a:lnTo>
                  <a:pt x="484365" y="61627"/>
                </a:lnTo>
                <a:cubicBezTo>
                  <a:pt x="492362" y="52394"/>
                  <a:pt x="501456" y="49009"/>
                  <a:pt x="507103" y="49009"/>
                </a:cubicBezTo>
                <a:cubicBezTo>
                  <a:pt x="515099" y="49009"/>
                  <a:pt x="518391" y="52087"/>
                  <a:pt x="518391" y="64549"/>
                </a:cubicBezTo>
                <a:lnTo>
                  <a:pt x="518391" y="79630"/>
                </a:lnTo>
                <a:cubicBezTo>
                  <a:pt x="518391" y="91173"/>
                  <a:pt x="518109" y="99050"/>
                  <a:pt x="516979" y="107331"/>
                </a:cubicBezTo>
                <a:lnTo>
                  <a:pt x="517293" y="107790"/>
                </a:lnTo>
                <a:cubicBezTo>
                  <a:pt x="519176" y="107483"/>
                  <a:pt x="522781" y="107331"/>
                  <a:pt x="524664" y="107331"/>
                </a:cubicBezTo>
                <a:cubicBezTo>
                  <a:pt x="526545" y="107331"/>
                  <a:pt x="530151" y="107483"/>
                  <a:pt x="532034" y="107790"/>
                </a:cubicBezTo>
                <a:lnTo>
                  <a:pt x="532347" y="107331"/>
                </a:lnTo>
                <a:cubicBezTo>
                  <a:pt x="531125" y="98558"/>
                  <a:pt x="530936" y="91326"/>
                  <a:pt x="530936" y="79630"/>
                </a:cubicBezTo>
                <a:close/>
                <a:moveTo>
                  <a:pt x="591934" y="72698"/>
                </a:moveTo>
                <a:lnTo>
                  <a:pt x="591307" y="91004"/>
                </a:lnTo>
                <a:cubicBezTo>
                  <a:pt x="591307" y="93003"/>
                  <a:pt x="590364" y="94080"/>
                  <a:pt x="589111" y="95004"/>
                </a:cubicBezTo>
                <a:cubicBezTo>
                  <a:pt x="584720" y="98234"/>
                  <a:pt x="579389" y="101002"/>
                  <a:pt x="574685" y="101002"/>
                </a:cubicBezTo>
                <a:cubicBezTo>
                  <a:pt x="567630" y="101002"/>
                  <a:pt x="563081" y="96388"/>
                  <a:pt x="563081" y="91619"/>
                </a:cubicBezTo>
                <a:cubicBezTo>
                  <a:pt x="563081" y="84697"/>
                  <a:pt x="566373" y="79466"/>
                  <a:pt x="578605" y="76236"/>
                </a:cubicBezTo>
                <a:lnTo>
                  <a:pt x="591934" y="72698"/>
                </a:lnTo>
                <a:moveTo>
                  <a:pt x="591934" y="99925"/>
                </a:moveTo>
                <a:cubicBezTo>
                  <a:pt x="593752" y="105921"/>
                  <a:pt x="598425" y="108841"/>
                  <a:pt x="604165" y="108841"/>
                </a:cubicBezTo>
                <a:cubicBezTo>
                  <a:pt x="608115" y="108841"/>
                  <a:pt x="612946" y="107919"/>
                  <a:pt x="616645" y="104077"/>
                </a:cubicBezTo>
                <a:lnTo>
                  <a:pt x="615485" y="100263"/>
                </a:lnTo>
                <a:cubicBezTo>
                  <a:pt x="613760" y="100849"/>
                  <a:pt x="612444" y="101063"/>
                  <a:pt x="611252" y="101063"/>
                </a:cubicBezTo>
                <a:cubicBezTo>
                  <a:pt x="609683" y="101063"/>
                  <a:pt x="607613" y="100786"/>
                  <a:pt x="606641" y="99925"/>
                </a:cubicBezTo>
                <a:cubicBezTo>
                  <a:pt x="605043" y="98511"/>
                  <a:pt x="604038" y="94758"/>
                  <a:pt x="604038" y="87927"/>
                </a:cubicBezTo>
                <a:cubicBezTo>
                  <a:pt x="604038" y="83465"/>
                  <a:pt x="604479" y="66393"/>
                  <a:pt x="604479" y="64700"/>
                </a:cubicBezTo>
                <a:cubicBezTo>
                  <a:pt x="604479" y="43935"/>
                  <a:pt x="590522" y="39783"/>
                  <a:pt x="578605" y="39783"/>
                </a:cubicBezTo>
                <a:cubicBezTo>
                  <a:pt x="566687" y="39783"/>
                  <a:pt x="559476" y="45472"/>
                  <a:pt x="555554" y="48702"/>
                </a:cubicBezTo>
                <a:lnTo>
                  <a:pt x="555085" y="49319"/>
                </a:lnTo>
                <a:lnTo>
                  <a:pt x="557750" y="59623"/>
                </a:lnTo>
                <a:lnTo>
                  <a:pt x="559789" y="59778"/>
                </a:lnTo>
                <a:cubicBezTo>
                  <a:pt x="564179" y="52856"/>
                  <a:pt x="569510" y="46703"/>
                  <a:pt x="577037" y="46703"/>
                </a:cubicBezTo>
                <a:cubicBezTo>
                  <a:pt x="582682" y="46703"/>
                  <a:pt x="592090" y="47473"/>
                  <a:pt x="592090" y="64854"/>
                </a:cubicBezTo>
                <a:cubicBezTo>
                  <a:pt x="592090" y="65931"/>
                  <a:pt x="591463" y="66546"/>
                  <a:pt x="590991" y="66700"/>
                </a:cubicBezTo>
                <a:lnTo>
                  <a:pt x="576411" y="69931"/>
                </a:lnTo>
                <a:cubicBezTo>
                  <a:pt x="560416" y="73468"/>
                  <a:pt x="550381" y="81774"/>
                  <a:pt x="550381" y="92234"/>
                </a:cubicBezTo>
                <a:cubicBezTo>
                  <a:pt x="550381" y="103615"/>
                  <a:pt x="558377" y="108841"/>
                  <a:pt x="569982" y="108841"/>
                </a:cubicBezTo>
                <a:cubicBezTo>
                  <a:pt x="578605" y="108841"/>
                  <a:pt x="582995" y="106845"/>
                  <a:pt x="591307" y="99925"/>
                </a:cubicBezTo>
                <a:lnTo>
                  <a:pt x="591934" y="99925"/>
                </a:lnTo>
                <a:close/>
                <a:moveTo>
                  <a:pt x="632860" y="76576"/>
                </a:moveTo>
                <a:cubicBezTo>
                  <a:pt x="632860" y="88018"/>
                  <a:pt x="632640" y="99088"/>
                  <a:pt x="631448" y="107331"/>
                </a:cubicBezTo>
                <a:lnTo>
                  <a:pt x="631762" y="107790"/>
                </a:lnTo>
                <a:cubicBezTo>
                  <a:pt x="633642" y="107483"/>
                  <a:pt x="637250" y="107331"/>
                  <a:pt x="639131" y="107331"/>
                </a:cubicBezTo>
                <a:cubicBezTo>
                  <a:pt x="641014" y="107331"/>
                  <a:pt x="644620" y="107483"/>
                  <a:pt x="646500" y="107790"/>
                </a:cubicBezTo>
                <a:lnTo>
                  <a:pt x="646814" y="107331"/>
                </a:lnTo>
                <a:cubicBezTo>
                  <a:pt x="645591" y="98565"/>
                  <a:pt x="645404" y="88140"/>
                  <a:pt x="645404" y="76576"/>
                </a:cubicBezTo>
                <a:lnTo>
                  <a:pt x="645404" y="30447"/>
                </a:lnTo>
                <a:cubicBezTo>
                  <a:pt x="645404" y="18916"/>
                  <a:pt x="646062" y="11257"/>
                  <a:pt x="646814" y="1539"/>
                </a:cubicBezTo>
                <a:cubicBezTo>
                  <a:pt x="646814" y="462"/>
                  <a:pt x="646376" y="0"/>
                  <a:pt x="645404" y="0"/>
                </a:cubicBezTo>
                <a:cubicBezTo>
                  <a:pt x="641483" y="1539"/>
                  <a:pt x="638128" y="2615"/>
                  <a:pt x="631762" y="3078"/>
                </a:cubicBezTo>
                <a:lnTo>
                  <a:pt x="631448" y="3537"/>
                </a:lnTo>
                <a:cubicBezTo>
                  <a:pt x="632671" y="10119"/>
                  <a:pt x="632860" y="21529"/>
                  <a:pt x="632860" y="33215"/>
                </a:cubicBezTo>
                <a:lnTo>
                  <a:pt x="632860" y="76576"/>
                </a:lnTo>
                <a:close/>
                <a:moveTo>
                  <a:pt x="662653" y="40984"/>
                </a:moveTo>
                <a:cubicBezTo>
                  <a:pt x="668893" y="54636"/>
                  <a:pt x="687522" y="94296"/>
                  <a:pt x="693073" y="108928"/>
                </a:cubicBezTo>
                <a:cubicBezTo>
                  <a:pt x="688053" y="120396"/>
                  <a:pt x="681656" y="132233"/>
                  <a:pt x="674569" y="143821"/>
                </a:cubicBezTo>
                <a:cubicBezTo>
                  <a:pt x="676138" y="143361"/>
                  <a:pt x="678490" y="143054"/>
                  <a:pt x="680057" y="143054"/>
                </a:cubicBezTo>
                <a:cubicBezTo>
                  <a:pt x="681624" y="143054"/>
                  <a:pt x="686173" y="143361"/>
                  <a:pt x="687740" y="143821"/>
                </a:cubicBezTo>
                <a:cubicBezTo>
                  <a:pt x="693700" y="124607"/>
                  <a:pt x="728039" y="51284"/>
                  <a:pt x="733214" y="40984"/>
                </a:cubicBezTo>
                <a:cubicBezTo>
                  <a:pt x="731645" y="41446"/>
                  <a:pt x="728039" y="41446"/>
                  <a:pt x="726472" y="41446"/>
                </a:cubicBezTo>
                <a:cubicBezTo>
                  <a:pt x="724902" y="41446"/>
                  <a:pt x="721924" y="41446"/>
                  <a:pt x="720356" y="40984"/>
                </a:cubicBezTo>
                <a:cubicBezTo>
                  <a:pt x="714712" y="58357"/>
                  <a:pt x="707372" y="78000"/>
                  <a:pt x="699782" y="93925"/>
                </a:cubicBezTo>
                <a:lnTo>
                  <a:pt x="699469" y="93925"/>
                </a:lnTo>
                <a:cubicBezTo>
                  <a:pt x="691755" y="75633"/>
                  <a:pt x="684354" y="58540"/>
                  <a:pt x="678490" y="40987"/>
                </a:cubicBezTo>
                <a:cubicBezTo>
                  <a:pt x="676452" y="41446"/>
                  <a:pt x="673001" y="41446"/>
                  <a:pt x="670805" y="41446"/>
                </a:cubicBezTo>
                <a:cubicBezTo>
                  <a:pt x="668766" y="41446"/>
                  <a:pt x="664847" y="41446"/>
                  <a:pt x="662653" y="40987"/>
                </a:cubicBezTo>
                <a:lnTo>
                  <a:pt x="662653" y="40984"/>
                </a:lnTo>
                <a:close/>
                <a:moveTo>
                  <a:pt x="745444" y="91772"/>
                </a:moveTo>
                <a:lnTo>
                  <a:pt x="742778" y="104692"/>
                </a:lnTo>
                <a:cubicBezTo>
                  <a:pt x="751717" y="107767"/>
                  <a:pt x="760498" y="108841"/>
                  <a:pt x="766456" y="108841"/>
                </a:cubicBezTo>
                <a:cubicBezTo>
                  <a:pt x="788095" y="108841"/>
                  <a:pt x="793112" y="96233"/>
                  <a:pt x="793112" y="87772"/>
                </a:cubicBezTo>
                <a:cubicBezTo>
                  <a:pt x="793112" y="75159"/>
                  <a:pt x="782919" y="70238"/>
                  <a:pt x="771786" y="67622"/>
                </a:cubicBezTo>
                <a:cubicBezTo>
                  <a:pt x="765860" y="66238"/>
                  <a:pt x="757206" y="63316"/>
                  <a:pt x="757206" y="55624"/>
                </a:cubicBezTo>
                <a:cubicBezTo>
                  <a:pt x="757206" y="49316"/>
                  <a:pt x="762379" y="45934"/>
                  <a:pt x="769121" y="45934"/>
                </a:cubicBezTo>
                <a:cubicBezTo>
                  <a:pt x="777275" y="45934"/>
                  <a:pt x="782292" y="52239"/>
                  <a:pt x="785901" y="56393"/>
                </a:cubicBezTo>
                <a:lnTo>
                  <a:pt x="788095" y="56239"/>
                </a:lnTo>
                <a:lnTo>
                  <a:pt x="791231" y="44857"/>
                </a:lnTo>
                <a:lnTo>
                  <a:pt x="790918" y="44397"/>
                </a:lnTo>
                <a:cubicBezTo>
                  <a:pt x="786370" y="42092"/>
                  <a:pt x="777746" y="39783"/>
                  <a:pt x="769748" y="39783"/>
                </a:cubicBezTo>
                <a:cubicBezTo>
                  <a:pt x="758146" y="39783"/>
                  <a:pt x="746070" y="45779"/>
                  <a:pt x="746070" y="58547"/>
                </a:cubicBezTo>
                <a:cubicBezTo>
                  <a:pt x="746070" y="70852"/>
                  <a:pt x="755450" y="74913"/>
                  <a:pt x="764888" y="77467"/>
                </a:cubicBezTo>
                <a:cubicBezTo>
                  <a:pt x="773983" y="79928"/>
                  <a:pt x="780725" y="82389"/>
                  <a:pt x="780725" y="89925"/>
                </a:cubicBezTo>
                <a:cubicBezTo>
                  <a:pt x="780725" y="98079"/>
                  <a:pt x="774610" y="102693"/>
                  <a:pt x="766300" y="102693"/>
                </a:cubicBezTo>
                <a:cubicBezTo>
                  <a:pt x="758773" y="102693"/>
                  <a:pt x="752186" y="97617"/>
                  <a:pt x="747795" y="91619"/>
                </a:cubicBezTo>
                <a:lnTo>
                  <a:pt x="745444" y="91772"/>
                </a:lnTo>
                <a:close/>
                <a:moveTo>
                  <a:pt x="812242" y="15498"/>
                </a:moveTo>
                <a:cubicBezTo>
                  <a:pt x="812242" y="19648"/>
                  <a:pt x="816006" y="23338"/>
                  <a:pt x="820241" y="23338"/>
                </a:cubicBezTo>
                <a:cubicBezTo>
                  <a:pt x="824473" y="23338"/>
                  <a:pt x="828237" y="19648"/>
                  <a:pt x="828237" y="15498"/>
                </a:cubicBezTo>
                <a:cubicBezTo>
                  <a:pt x="828237" y="11346"/>
                  <a:pt x="824473" y="7656"/>
                  <a:pt x="820241" y="7656"/>
                </a:cubicBezTo>
                <a:cubicBezTo>
                  <a:pt x="816006" y="7656"/>
                  <a:pt x="812242" y="11346"/>
                  <a:pt x="812242" y="15498"/>
                </a:cubicBezTo>
                <a:moveTo>
                  <a:pt x="813812" y="71242"/>
                </a:moveTo>
                <a:lnTo>
                  <a:pt x="813812" y="79689"/>
                </a:lnTo>
                <a:cubicBezTo>
                  <a:pt x="813812" y="91206"/>
                  <a:pt x="813529" y="99039"/>
                  <a:pt x="812400" y="107331"/>
                </a:cubicBezTo>
                <a:lnTo>
                  <a:pt x="812713" y="107790"/>
                </a:lnTo>
                <a:cubicBezTo>
                  <a:pt x="814594" y="107485"/>
                  <a:pt x="818202" y="107331"/>
                  <a:pt x="820083" y="107331"/>
                </a:cubicBezTo>
                <a:cubicBezTo>
                  <a:pt x="821966" y="107331"/>
                  <a:pt x="825571" y="107485"/>
                  <a:pt x="827452" y="107790"/>
                </a:cubicBezTo>
                <a:lnTo>
                  <a:pt x="827765" y="107331"/>
                </a:lnTo>
                <a:cubicBezTo>
                  <a:pt x="826639" y="98609"/>
                  <a:pt x="826356" y="91359"/>
                  <a:pt x="826356" y="79689"/>
                </a:cubicBezTo>
                <a:lnTo>
                  <a:pt x="826356" y="68786"/>
                </a:lnTo>
                <a:cubicBezTo>
                  <a:pt x="826356" y="57268"/>
                  <a:pt x="826763" y="51739"/>
                  <a:pt x="827765" y="42371"/>
                </a:cubicBezTo>
                <a:cubicBezTo>
                  <a:pt x="827765" y="40989"/>
                  <a:pt x="827579" y="40834"/>
                  <a:pt x="826356" y="40834"/>
                </a:cubicBezTo>
                <a:cubicBezTo>
                  <a:pt x="822779" y="41174"/>
                  <a:pt x="816037" y="41266"/>
                  <a:pt x="812713" y="40989"/>
                </a:cubicBezTo>
                <a:lnTo>
                  <a:pt x="812400" y="41449"/>
                </a:lnTo>
                <a:cubicBezTo>
                  <a:pt x="813371" y="48022"/>
                  <a:pt x="813812" y="59724"/>
                  <a:pt x="813812" y="71242"/>
                </a:cubicBezTo>
                <a:close/>
                <a:moveTo>
                  <a:pt x="848307" y="91772"/>
                </a:moveTo>
                <a:lnTo>
                  <a:pt x="845641" y="104692"/>
                </a:lnTo>
                <a:cubicBezTo>
                  <a:pt x="854580" y="107767"/>
                  <a:pt x="863361" y="108841"/>
                  <a:pt x="869319" y="108841"/>
                </a:cubicBezTo>
                <a:cubicBezTo>
                  <a:pt x="890958" y="108841"/>
                  <a:pt x="895975" y="96233"/>
                  <a:pt x="895975" y="87772"/>
                </a:cubicBezTo>
                <a:cubicBezTo>
                  <a:pt x="895975" y="75159"/>
                  <a:pt x="885782" y="70238"/>
                  <a:pt x="874650" y="67622"/>
                </a:cubicBezTo>
                <a:cubicBezTo>
                  <a:pt x="868723" y="66238"/>
                  <a:pt x="860069" y="63316"/>
                  <a:pt x="860069" y="55624"/>
                </a:cubicBezTo>
                <a:cubicBezTo>
                  <a:pt x="860069" y="49316"/>
                  <a:pt x="865242" y="45934"/>
                  <a:pt x="871984" y="45934"/>
                </a:cubicBezTo>
                <a:cubicBezTo>
                  <a:pt x="880138" y="45934"/>
                  <a:pt x="885156" y="52239"/>
                  <a:pt x="888764" y="56393"/>
                </a:cubicBezTo>
                <a:lnTo>
                  <a:pt x="890958" y="56239"/>
                </a:lnTo>
                <a:lnTo>
                  <a:pt x="894094" y="44857"/>
                </a:lnTo>
                <a:lnTo>
                  <a:pt x="893781" y="44397"/>
                </a:lnTo>
                <a:cubicBezTo>
                  <a:pt x="889233" y="42092"/>
                  <a:pt x="880610" y="39783"/>
                  <a:pt x="872611" y="39783"/>
                </a:cubicBezTo>
                <a:cubicBezTo>
                  <a:pt x="861009" y="39783"/>
                  <a:pt x="848934" y="45779"/>
                  <a:pt x="848934" y="58547"/>
                </a:cubicBezTo>
                <a:cubicBezTo>
                  <a:pt x="848934" y="70852"/>
                  <a:pt x="858313" y="74913"/>
                  <a:pt x="867752" y="77467"/>
                </a:cubicBezTo>
                <a:cubicBezTo>
                  <a:pt x="876846" y="79928"/>
                  <a:pt x="883588" y="82389"/>
                  <a:pt x="883588" y="89925"/>
                </a:cubicBezTo>
                <a:cubicBezTo>
                  <a:pt x="883588" y="98079"/>
                  <a:pt x="877473" y="102693"/>
                  <a:pt x="869163" y="102693"/>
                </a:cubicBezTo>
                <a:cubicBezTo>
                  <a:pt x="861636" y="102693"/>
                  <a:pt x="855049" y="97617"/>
                  <a:pt x="850659" y="91619"/>
                </a:cubicBezTo>
                <a:lnTo>
                  <a:pt x="848307" y="91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53259-7BE0-4ED9-BEBB-BCAED0BC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877" y="1840608"/>
            <a:ext cx="745595" cy="159908"/>
          </a:xfrm>
          <a:custGeom xmlns:a="http://schemas.openxmlformats.org/drawingml/2006/main">
            <a:pathLst>
              <a:path w="745595" h="159908" fill="none">
                <a:moveTo>
                  <a:pt x="0" y="0"/>
                </a:moveTo>
                <a:cubicBezTo>
                  <a:pt x="306855" y="2386"/>
                  <a:pt x="486149" y="41967"/>
                  <a:pt x="745595" y="15990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870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0C7CD-B0F4-4E38-8267-006A0870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455" y="1920827"/>
            <a:ext cx="76972" cy="124092"/>
          </a:xfrm>
          <a:custGeom xmlns:a="http://schemas.openxmlformats.org/drawingml/2006/main">
            <a:pathLst>
              <a:path w="76972" h="124092" fill="none">
                <a:moveTo>
                  <a:pt x="56407" y="0"/>
                </a:moveTo>
                <a:cubicBezTo>
                  <a:pt x="48395" y="41278"/>
                  <a:pt x="60258" y="67883"/>
                  <a:pt x="76972" y="84214"/>
                </a:cubicBezTo>
                <a:cubicBezTo>
                  <a:pt x="53678" y="82360"/>
                  <a:pt x="25832" y="90914"/>
                  <a:pt x="0" y="1240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869" cap="rnd">
            <a:solidFill>
              <a:srgbClr val="000000"/>
            </a:solidFill>
            <a:round/>
          </a:ln>
        </p:spPr>
      </p:sp>
      <p:sp>
        <p:nvSpPr>
          <p:cNvPr id="54" name="Text specify">
            <a:extLst xmlns:a="http://schemas.openxmlformats.org/drawingml/2006/main">
              <a:ext uri="{FF2B5EF4-FFF2-40B4-BE49-F238E27FC236}">
                <a16:creationId xmlns:a16="http://schemas.microsoft.com/office/drawing/2014/main" id="{CCA01721-0E5A-4107-8096-BF042A63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604" y="1645747"/>
            <a:ext cx="435669" cy="143821"/>
          </a:xfrm>
          <a:custGeom xmlns:a="http://schemas.openxmlformats.org/drawingml/2006/main">
            <a:pathLst>
              <a:path w="435669" h="143821">
                <a:moveTo>
                  <a:pt x="2613" y="91772"/>
                </a:moveTo>
                <a:lnTo>
                  <a:pt x="0" y="104692"/>
                </a:lnTo>
                <a:cubicBezTo>
                  <a:pt x="8764" y="107767"/>
                  <a:pt x="17372" y="108841"/>
                  <a:pt x="23213" y="108841"/>
                </a:cubicBezTo>
                <a:cubicBezTo>
                  <a:pt x="44428" y="108841"/>
                  <a:pt x="49347" y="96233"/>
                  <a:pt x="49347" y="87772"/>
                </a:cubicBezTo>
                <a:cubicBezTo>
                  <a:pt x="49347" y="75159"/>
                  <a:pt x="39354" y="70238"/>
                  <a:pt x="28439" y="67622"/>
                </a:cubicBezTo>
                <a:cubicBezTo>
                  <a:pt x="22629" y="66238"/>
                  <a:pt x="14145" y="63316"/>
                  <a:pt x="14145" y="55624"/>
                </a:cubicBezTo>
                <a:cubicBezTo>
                  <a:pt x="14145" y="49316"/>
                  <a:pt x="19216" y="45934"/>
                  <a:pt x="25826" y="45934"/>
                </a:cubicBezTo>
                <a:cubicBezTo>
                  <a:pt x="33821" y="45934"/>
                  <a:pt x="38740" y="52239"/>
                  <a:pt x="42277" y="56393"/>
                </a:cubicBezTo>
                <a:lnTo>
                  <a:pt x="44428" y="56239"/>
                </a:lnTo>
                <a:lnTo>
                  <a:pt x="47503" y="44857"/>
                </a:lnTo>
                <a:lnTo>
                  <a:pt x="47196" y="44397"/>
                </a:lnTo>
                <a:cubicBezTo>
                  <a:pt x="42737" y="42092"/>
                  <a:pt x="34283" y="39783"/>
                  <a:pt x="26441" y="39783"/>
                </a:cubicBezTo>
                <a:cubicBezTo>
                  <a:pt x="15067" y="39783"/>
                  <a:pt x="3228" y="45779"/>
                  <a:pt x="3228" y="58547"/>
                </a:cubicBezTo>
                <a:cubicBezTo>
                  <a:pt x="3228" y="70852"/>
                  <a:pt x="12423" y="74913"/>
                  <a:pt x="21677" y="77467"/>
                </a:cubicBezTo>
                <a:cubicBezTo>
                  <a:pt x="30593" y="79928"/>
                  <a:pt x="37203" y="82389"/>
                  <a:pt x="37203" y="89925"/>
                </a:cubicBezTo>
                <a:cubicBezTo>
                  <a:pt x="37203" y="98079"/>
                  <a:pt x="31207" y="102693"/>
                  <a:pt x="23061" y="102693"/>
                </a:cubicBezTo>
                <a:cubicBezTo>
                  <a:pt x="15681" y="102693"/>
                  <a:pt x="9223" y="97617"/>
                  <a:pt x="4919" y="91619"/>
                </a:cubicBezTo>
                <a:lnTo>
                  <a:pt x="2613" y="91772"/>
                </a:lnTo>
                <a:close/>
                <a:moveTo>
                  <a:pt x="80707" y="62084"/>
                </a:moveTo>
                <a:cubicBezTo>
                  <a:pt x="84089" y="53933"/>
                  <a:pt x="93160" y="46856"/>
                  <a:pt x="99156" y="46856"/>
                </a:cubicBezTo>
                <a:cubicBezTo>
                  <a:pt x="109608" y="46856"/>
                  <a:pt x="114990" y="56393"/>
                  <a:pt x="114990" y="73775"/>
                </a:cubicBezTo>
                <a:cubicBezTo>
                  <a:pt x="114990" y="86388"/>
                  <a:pt x="111455" y="102693"/>
                  <a:pt x="95004" y="102693"/>
                </a:cubicBezTo>
                <a:cubicBezTo>
                  <a:pt x="92546" y="102693"/>
                  <a:pt x="86088" y="102079"/>
                  <a:pt x="80707" y="95771"/>
                </a:cubicBezTo>
                <a:lnTo>
                  <a:pt x="80707" y="62084"/>
                </a:lnTo>
                <a:moveTo>
                  <a:pt x="80707" y="53163"/>
                </a:moveTo>
                <a:lnTo>
                  <a:pt x="80707" y="41937"/>
                </a:lnTo>
                <a:cubicBezTo>
                  <a:pt x="80707" y="40738"/>
                  <a:pt x="80524" y="40400"/>
                  <a:pt x="79785" y="40400"/>
                </a:cubicBezTo>
                <a:cubicBezTo>
                  <a:pt x="76342" y="41076"/>
                  <a:pt x="70838" y="41198"/>
                  <a:pt x="67334" y="40860"/>
                </a:cubicBezTo>
                <a:lnTo>
                  <a:pt x="67027" y="41322"/>
                </a:lnTo>
                <a:cubicBezTo>
                  <a:pt x="68101" y="47963"/>
                  <a:pt x="68408" y="59623"/>
                  <a:pt x="68408" y="71160"/>
                </a:cubicBezTo>
                <a:lnTo>
                  <a:pt x="68408" y="112233"/>
                </a:lnTo>
                <a:cubicBezTo>
                  <a:pt x="68408" y="123701"/>
                  <a:pt x="68132" y="134766"/>
                  <a:pt x="67027" y="143058"/>
                </a:cubicBezTo>
                <a:lnTo>
                  <a:pt x="67334" y="143520"/>
                </a:lnTo>
                <a:cubicBezTo>
                  <a:pt x="69178" y="143213"/>
                  <a:pt x="72713" y="143058"/>
                  <a:pt x="74559" y="143058"/>
                </a:cubicBezTo>
                <a:cubicBezTo>
                  <a:pt x="76403" y="143058"/>
                  <a:pt x="79940" y="143213"/>
                  <a:pt x="81784" y="143520"/>
                </a:cubicBezTo>
                <a:lnTo>
                  <a:pt x="82091" y="143058"/>
                </a:lnTo>
                <a:cubicBezTo>
                  <a:pt x="80984" y="134274"/>
                  <a:pt x="80707" y="123823"/>
                  <a:pt x="80707" y="112233"/>
                </a:cubicBezTo>
                <a:lnTo>
                  <a:pt x="80707" y="105461"/>
                </a:lnTo>
                <a:cubicBezTo>
                  <a:pt x="84704" y="107612"/>
                  <a:pt x="90392" y="108841"/>
                  <a:pt x="95926" y="108841"/>
                </a:cubicBezTo>
                <a:cubicBezTo>
                  <a:pt x="116219" y="108841"/>
                  <a:pt x="128517" y="93465"/>
                  <a:pt x="128517" y="71774"/>
                </a:cubicBezTo>
                <a:cubicBezTo>
                  <a:pt x="128517" y="55469"/>
                  <a:pt x="118987" y="39783"/>
                  <a:pt x="101769" y="39783"/>
                </a:cubicBezTo>
                <a:cubicBezTo>
                  <a:pt x="95773" y="39783"/>
                  <a:pt x="88087" y="42859"/>
                  <a:pt x="81014" y="53625"/>
                </a:cubicBezTo>
                <a:lnTo>
                  <a:pt x="80707" y="53163"/>
                </a:lnTo>
                <a:close/>
                <a:moveTo>
                  <a:pt x="156497" y="65312"/>
                </a:moveTo>
                <a:cubicBezTo>
                  <a:pt x="159110" y="49316"/>
                  <a:pt x="169195" y="45934"/>
                  <a:pt x="174022" y="45934"/>
                </a:cubicBezTo>
                <a:cubicBezTo>
                  <a:pt x="180109" y="45934"/>
                  <a:pt x="186935" y="51625"/>
                  <a:pt x="186935" y="63158"/>
                </a:cubicBezTo>
                <a:cubicBezTo>
                  <a:pt x="186935" y="64542"/>
                  <a:pt x="186321" y="65312"/>
                  <a:pt x="184782" y="65312"/>
                </a:cubicBezTo>
                <a:lnTo>
                  <a:pt x="156497" y="65312"/>
                </a:lnTo>
                <a:moveTo>
                  <a:pt x="197543" y="91309"/>
                </a:moveTo>
                <a:cubicBezTo>
                  <a:pt x="192162" y="97157"/>
                  <a:pt x="184937" y="99773"/>
                  <a:pt x="176480" y="99773"/>
                </a:cubicBezTo>
                <a:cubicBezTo>
                  <a:pt x="171224" y="99773"/>
                  <a:pt x="163968" y="97772"/>
                  <a:pt x="159725" y="91002"/>
                </a:cubicBezTo>
                <a:cubicBezTo>
                  <a:pt x="157018" y="86693"/>
                  <a:pt x="156035" y="80416"/>
                  <a:pt x="156035" y="71460"/>
                </a:cubicBezTo>
                <a:lnTo>
                  <a:pt x="197850" y="71460"/>
                </a:lnTo>
                <a:cubicBezTo>
                  <a:pt x="199541" y="71460"/>
                  <a:pt x="200616" y="70538"/>
                  <a:pt x="200616" y="68847"/>
                </a:cubicBezTo>
                <a:cubicBezTo>
                  <a:pt x="200616" y="55931"/>
                  <a:pt x="194313" y="39783"/>
                  <a:pt x="174022" y="39783"/>
                </a:cubicBezTo>
                <a:cubicBezTo>
                  <a:pt x="158186" y="39783"/>
                  <a:pt x="142507" y="52546"/>
                  <a:pt x="142507" y="75154"/>
                </a:cubicBezTo>
                <a:cubicBezTo>
                  <a:pt x="142507" y="83892"/>
                  <a:pt x="144290" y="92510"/>
                  <a:pt x="149425" y="98696"/>
                </a:cubicBezTo>
                <a:cubicBezTo>
                  <a:pt x="154712" y="105060"/>
                  <a:pt x="163506" y="108841"/>
                  <a:pt x="173867" y="108841"/>
                </a:cubicBezTo>
                <a:cubicBezTo>
                  <a:pt x="184937" y="108841"/>
                  <a:pt x="194775" y="103155"/>
                  <a:pt x="200616" y="95156"/>
                </a:cubicBezTo>
                <a:lnTo>
                  <a:pt x="197543" y="91309"/>
                </a:lnTo>
                <a:close/>
                <a:moveTo>
                  <a:pt x="246429" y="45934"/>
                </a:moveTo>
                <a:cubicBezTo>
                  <a:pt x="252361" y="45934"/>
                  <a:pt x="257742" y="50302"/>
                  <a:pt x="261800" y="57315"/>
                </a:cubicBezTo>
                <a:lnTo>
                  <a:pt x="263799" y="57163"/>
                </a:lnTo>
                <a:lnTo>
                  <a:pt x="267334" y="44550"/>
                </a:lnTo>
                <a:lnTo>
                  <a:pt x="267027" y="44090"/>
                </a:lnTo>
                <a:cubicBezTo>
                  <a:pt x="262262" y="41629"/>
                  <a:pt x="254268" y="39783"/>
                  <a:pt x="246581" y="39783"/>
                </a:cubicBezTo>
                <a:cubicBezTo>
                  <a:pt x="230593" y="39783"/>
                  <a:pt x="213837" y="52856"/>
                  <a:pt x="213837" y="73775"/>
                </a:cubicBezTo>
                <a:cubicBezTo>
                  <a:pt x="213837" y="95156"/>
                  <a:pt x="225981" y="108841"/>
                  <a:pt x="244738" y="108841"/>
                </a:cubicBezTo>
                <a:cubicBezTo>
                  <a:pt x="253961" y="108841"/>
                  <a:pt x="261186" y="105768"/>
                  <a:pt x="267334" y="97927"/>
                </a:cubicBezTo>
                <a:lnTo>
                  <a:pt x="264414" y="94694"/>
                </a:lnTo>
                <a:lnTo>
                  <a:pt x="263799" y="94694"/>
                </a:lnTo>
                <a:cubicBezTo>
                  <a:pt x="257958" y="99925"/>
                  <a:pt x="253070" y="101157"/>
                  <a:pt x="247351" y="101157"/>
                </a:cubicBezTo>
                <a:cubicBezTo>
                  <a:pt x="236129" y="101157"/>
                  <a:pt x="227365" y="91004"/>
                  <a:pt x="227365" y="73006"/>
                </a:cubicBezTo>
                <a:cubicBezTo>
                  <a:pt x="227365" y="56086"/>
                  <a:pt x="236281" y="45934"/>
                  <a:pt x="246429" y="45934"/>
                </a:cubicBezTo>
                <a:close/>
                <a:moveTo>
                  <a:pt x="286243" y="15498"/>
                </a:moveTo>
                <a:cubicBezTo>
                  <a:pt x="286243" y="19648"/>
                  <a:pt x="289932" y="23338"/>
                  <a:pt x="294084" y="23338"/>
                </a:cubicBezTo>
                <a:cubicBezTo>
                  <a:pt x="298234" y="23338"/>
                  <a:pt x="301924" y="19648"/>
                  <a:pt x="301924" y="15498"/>
                </a:cubicBezTo>
                <a:cubicBezTo>
                  <a:pt x="301924" y="11346"/>
                  <a:pt x="298234" y="7656"/>
                  <a:pt x="294084" y="7656"/>
                </a:cubicBezTo>
                <a:cubicBezTo>
                  <a:pt x="289932" y="7656"/>
                  <a:pt x="286243" y="11346"/>
                  <a:pt x="286243" y="15498"/>
                </a:cubicBezTo>
                <a:moveTo>
                  <a:pt x="287781" y="71242"/>
                </a:moveTo>
                <a:lnTo>
                  <a:pt x="287781" y="79689"/>
                </a:lnTo>
                <a:cubicBezTo>
                  <a:pt x="287781" y="91206"/>
                  <a:pt x="287505" y="99039"/>
                  <a:pt x="286397" y="107331"/>
                </a:cubicBezTo>
                <a:lnTo>
                  <a:pt x="286705" y="107790"/>
                </a:lnTo>
                <a:cubicBezTo>
                  <a:pt x="288548" y="107485"/>
                  <a:pt x="292086" y="107331"/>
                  <a:pt x="293930" y="107331"/>
                </a:cubicBezTo>
                <a:cubicBezTo>
                  <a:pt x="295776" y="107331"/>
                  <a:pt x="299311" y="107485"/>
                  <a:pt x="301154" y="107790"/>
                </a:cubicBezTo>
                <a:lnTo>
                  <a:pt x="301462" y="107331"/>
                </a:lnTo>
                <a:cubicBezTo>
                  <a:pt x="300357" y="98609"/>
                  <a:pt x="300080" y="91359"/>
                  <a:pt x="300080" y="79689"/>
                </a:cubicBezTo>
                <a:lnTo>
                  <a:pt x="300080" y="68786"/>
                </a:lnTo>
                <a:cubicBezTo>
                  <a:pt x="300080" y="57268"/>
                  <a:pt x="300479" y="51739"/>
                  <a:pt x="301462" y="42371"/>
                </a:cubicBezTo>
                <a:cubicBezTo>
                  <a:pt x="301462" y="40989"/>
                  <a:pt x="301279" y="40834"/>
                  <a:pt x="300080" y="40834"/>
                </a:cubicBezTo>
                <a:cubicBezTo>
                  <a:pt x="296573" y="41174"/>
                  <a:pt x="289963" y="41266"/>
                  <a:pt x="286705" y="40989"/>
                </a:cubicBezTo>
                <a:lnTo>
                  <a:pt x="286397" y="41449"/>
                </a:lnTo>
                <a:cubicBezTo>
                  <a:pt x="287350" y="48022"/>
                  <a:pt x="287781" y="59724"/>
                  <a:pt x="287781" y="71242"/>
                </a:cubicBezTo>
                <a:close/>
                <a:moveTo>
                  <a:pt x="329134" y="41435"/>
                </a:moveTo>
                <a:cubicBezTo>
                  <a:pt x="325782" y="41435"/>
                  <a:pt x="322247" y="41404"/>
                  <a:pt x="320216" y="41127"/>
                </a:cubicBezTo>
                <a:cubicBezTo>
                  <a:pt x="319172" y="43619"/>
                  <a:pt x="318342" y="45125"/>
                  <a:pt x="316836" y="47430"/>
                </a:cubicBezTo>
                <a:lnTo>
                  <a:pt x="317603" y="48507"/>
                </a:lnTo>
                <a:cubicBezTo>
                  <a:pt x="320371" y="48322"/>
                  <a:pt x="325445" y="48200"/>
                  <a:pt x="328980" y="48200"/>
                </a:cubicBezTo>
                <a:lnTo>
                  <a:pt x="329134" y="48200"/>
                </a:lnTo>
                <a:lnTo>
                  <a:pt x="329134" y="76766"/>
                </a:lnTo>
                <a:cubicBezTo>
                  <a:pt x="329134" y="88286"/>
                  <a:pt x="328919" y="99100"/>
                  <a:pt x="327596" y="107331"/>
                </a:cubicBezTo>
                <a:lnTo>
                  <a:pt x="327903" y="107790"/>
                </a:lnTo>
                <a:cubicBezTo>
                  <a:pt x="329749" y="107485"/>
                  <a:pt x="333439" y="107331"/>
                  <a:pt x="335282" y="107331"/>
                </a:cubicBezTo>
                <a:cubicBezTo>
                  <a:pt x="337126" y="107331"/>
                  <a:pt x="340816" y="107485"/>
                  <a:pt x="342662" y="107790"/>
                </a:cubicBezTo>
                <a:lnTo>
                  <a:pt x="342969" y="107331"/>
                </a:lnTo>
                <a:cubicBezTo>
                  <a:pt x="341677" y="98576"/>
                  <a:pt x="341431" y="88286"/>
                  <a:pt x="341431" y="76766"/>
                </a:cubicBezTo>
                <a:lnTo>
                  <a:pt x="341431" y="48200"/>
                </a:lnTo>
                <a:lnTo>
                  <a:pt x="346659" y="48200"/>
                </a:lnTo>
                <a:cubicBezTo>
                  <a:pt x="350349" y="48200"/>
                  <a:pt x="355697" y="48322"/>
                  <a:pt x="357726" y="48507"/>
                </a:cubicBezTo>
                <a:cubicBezTo>
                  <a:pt x="358188" y="46049"/>
                  <a:pt x="358651" y="44479"/>
                  <a:pt x="359572" y="42204"/>
                </a:cubicBezTo>
                <a:lnTo>
                  <a:pt x="358803" y="41127"/>
                </a:lnTo>
                <a:cubicBezTo>
                  <a:pt x="356220" y="41249"/>
                  <a:pt x="351578" y="41435"/>
                  <a:pt x="348043" y="41435"/>
                </a:cubicBezTo>
                <a:lnTo>
                  <a:pt x="341431" y="41435"/>
                </a:lnTo>
                <a:lnTo>
                  <a:pt x="341431" y="40046"/>
                </a:lnTo>
                <a:cubicBezTo>
                  <a:pt x="341431" y="34484"/>
                  <a:pt x="340664" y="26453"/>
                  <a:pt x="340664" y="23673"/>
                </a:cubicBezTo>
                <a:cubicBezTo>
                  <a:pt x="340664" y="15146"/>
                  <a:pt x="346167" y="9378"/>
                  <a:pt x="354961" y="9378"/>
                </a:cubicBezTo>
                <a:cubicBezTo>
                  <a:pt x="358925" y="9378"/>
                  <a:pt x="362186" y="11665"/>
                  <a:pt x="363877" y="14712"/>
                </a:cubicBezTo>
                <a:lnTo>
                  <a:pt x="365568" y="14562"/>
                </a:lnTo>
                <a:cubicBezTo>
                  <a:pt x="366642" y="10445"/>
                  <a:pt x="368303" y="5259"/>
                  <a:pt x="369872" y="1999"/>
                </a:cubicBezTo>
                <a:lnTo>
                  <a:pt x="369718" y="1539"/>
                </a:lnTo>
                <a:cubicBezTo>
                  <a:pt x="368488" y="769"/>
                  <a:pt x="365721" y="0"/>
                  <a:pt x="362800" y="0"/>
                </a:cubicBezTo>
                <a:cubicBezTo>
                  <a:pt x="353115" y="0"/>
                  <a:pt x="343399" y="4490"/>
                  <a:pt x="337588" y="11818"/>
                </a:cubicBezTo>
                <a:cubicBezTo>
                  <a:pt x="331747" y="19193"/>
                  <a:pt x="329134" y="26453"/>
                  <a:pt x="329134" y="35411"/>
                </a:cubicBezTo>
                <a:lnTo>
                  <a:pt x="329134" y="41435"/>
                </a:lnTo>
                <a:close/>
                <a:moveTo>
                  <a:pt x="366491" y="40984"/>
                </a:moveTo>
                <a:cubicBezTo>
                  <a:pt x="372609" y="54636"/>
                  <a:pt x="390873" y="94296"/>
                  <a:pt x="396315" y="108928"/>
                </a:cubicBezTo>
                <a:cubicBezTo>
                  <a:pt x="391394" y="120396"/>
                  <a:pt x="385121" y="132233"/>
                  <a:pt x="378173" y="143821"/>
                </a:cubicBezTo>
                <a:cubicBezTo>
                  <a:pt x="379712" y="143361"/>
                  <a:pt x="382018" y="143054"/>
                  <a:pt x="383554" y="143054"/>
                </a:cubicBezTo>
                <a:cubicBezTo>
                  <a:pt x="385091" y="143054"/>
                  <a:pt x="389550" y="143361"/>
                  <a:pt x="391086" y="143821"/>
                </a:cubicBezTo>
                <a:cubicBezTo>
                  <a:pt x="396930" y="124607"/>
                  <a:pt x="430595" y="51284"/>
                  <a:pt x="435669" y="40984"/>
                </a:cubicBezTo>
                <a:cubicBezTo>
                  <a:pt x="434130" y="41446"/>
                  <a:pt x="430595" y="41446"/>
                  <a:pt x="429059" y="41446"/>
                </a:cubicBezTo>
                <a:cubicBezTo>
                  <a:pt x="427520" y="41446"/>
                  <a:pt x="424600" y="41446"/>
                  <a:pt x="423063" y="40984"/>
                </a:cubicBezTo>
                <a:cubicBezTo>
                  <a:pt x="417530" y="58357"/>
                  <a:pt x="410333" y="78000"/>
                  <a:pt x="402892" y="93925"/>
                </a:cubicBezTo>
                <a:lnTo>
                  <a:pt x="402585" y="93925"/>
                </a:lnTo>
                <a:cubicBezTo>
                  <a:pt x="395022" y="75633"/>
                  <a:pt x="387767" y="58540"/>
                  <a:pt x="382018" y="40987"/>
                </a:cubicBezTo>
                <a:cubicBezTo>
                  <a:pt x="380019" y="41446"/>
                  <a:pt x="376637" y="41446"/>
                  <a:pt x="374483" y="41446"/>
                </a:cubicBezTo>
                <a:cubicBezTo>
                  <a:pt x="372485" y="41446"/>
                  <a:pt x="368643" y="41446"/>
                  <a:pt x="366491" y="40987"/>
                </a:cubicBezTo>
                <a:lnTo>
                  <a:pt x="366491" y="40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D4610-08CA-4C93-B625-32BF61D0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15" y="2633253"/>
            <a:ext cx="156954" cy="394683"/>
          </a:xfrm>
          <a:custGeom xmlns:a="http://schemas.openxmlformats.org/drawingml/2006/main">
            <a:pathLst>
              <a:path w="156954" h="394683" fill="none">
                <a:moveTo>
                  <a:pt x="156954" y="394683"/>
                </a:moveTo>
                <a:cubicBezTo>
                  <a:pt x="61700" y="248406"/>
                  <a:pt x="24075" y="15077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870" cap="flat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97320-0700-4F5E-ABE7-D55CF5A1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32" y="2622455"/>
            <a:ext cx="134610" cy="63647"/>
          </a:xfrm>
          <a:custGeom xmlns:a="http://schemas.openxmlformats.org/drawingml/2006/main">
            <a:pathLst>
              <a:path w="134610" h="63647" fill="none">
                <a:moveTo>
                  <a:pt x="0" y="63647"/>
                </a:moveTo>
                <a:cubicBezTo>
                  <a:pt x="38841" y="47535"/>
                  <a:pt x="54472" y="22953"/>
                  <a:pt x="58860" y="0"/>
                </a:cubicBezTo>
                <a:cubicBezTo>
                  <a:pt x="70176" y="20446"/>
                  <a:pt x="92684" y="38940"/>
                  <a:pt x="134610" y="4215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869" cap="rnd">
            <a:solidFill>
              <a:srgbClr val="000000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E89B5-A7A2-419D-8F98-DFA764FA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701" y="521900"/>
            <a:ext cx="503265" cy="35200"/>
          </a:xfrm>
          <a:custGeom xmlns:a="http://schemas.openxmlformats.org/drawingml/2006/main">
            <a:pathLst>
              <a:path w="503265" h="35200" fill="none">
                <a:moveTo>
                  <a:pt x="0" y="35200"/>
                </a:moveTo>
                <a:lnTo>
                  <a:pt x="5032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870" cap="flat">
            <a:solidFill>
              <a:srgbClr val="B2B3B2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B8432-9AC8-4B0A-A29B-5827121A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871" y="834725"/>
            <a:ext cx="10" cy="348056"/>
          </a:xfrm>
          <a:custGeom xmlns:a="http://schemas.openxmlformats.org/drawingml/2006/main">
            <a:pathLst>
              <a:path w="1" h="348056" fill="none">
                <a:moveTo>
                  <a:pt x="0" y="0"/>
                </a:moveTo>
                <a:lnTo>
                  <a:pt x="0" y="348056"/>
                </a:lnTo>
              </a:path>
            </a:pathLst>
          </a:custGeom>
          <a:noFill xmlns:a="http://schemas.openxmlformats.org/drawingml/2006/main"/>
          <a:ln xmlns:a="http://schemas.openxmlformats.org/drawingml/2006/main" w="21870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49047-941B-4A6C-AAAB-780A09E7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713" y="1140142"/>
            <a:ext cx="136318" cy="53574"/>
          </a:xfrm>
          <a:custGeom xmlns:a="http://schemas.openxmlformats.org/drawingml/2006/main">
            <a:pathLst>
              <a:path w="136318" h="53574" fill="none">
                <a:moveTo>
                  <a:pt x="136318" y="0"/>
                </a:moveTo>
                <a:cubicBezTo>
                  <a:pt x="95422" y="9788"/>
                  <a:pt x="76111" y="31599"/>
                  <a:pt x="68159" y="53574"/>
                </a:cubicBezTo>
                <a:cubicBezTo>
                  <a:pt x="60207" y="31599"/>
                  <a:pt x="40896" y="978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870" cap="rnd">
            <a:solidFill>
              <a:srgbClr val="000000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CFCB69-1F72-49AA-BDD1-FF403973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871" y="2135124"/>
            <a:ext cx="10" cy="214300"/>
          </a:xfrm>
          <a:custGeom xmlns:a="http://schemas.openxmlformats.org/drawingml/2006/main">
            <a:pathLst>
              <a:path w="1" h="214300" fill="none">
                <a:moveTo>
                  <a:pt x="0" y="0"/>
                </a:moveTo>
                <a:lnTo>
                  <a:pt x="0" y="214300"/>
                </a:lnTo>
              </a:path>
            </a:pathLst>
          </a:custGeom>
          <a:noFill xmlns:a="http://schemas.openxmlformats.org/drawingml/2006/main"/>
          <a:ln xmlns:a="http://schemas.openxmlformats.org/drawingml/2006/main" w="21870" cap="flat">
            <a:solidFill>
              <a:srgbClr val="00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4D567-7CA3-485C-907A-3AF30A27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713" y="2306786"/>
            <a:ext cx="136318" cy="53574"/>
          </a:xfrm>
          <a:custGeom xmlns:a="http://schemas.openxmlformats.org/drawingml/2006/main">
            <a:pathLst>
              <a:path w="136318" h="53574" fill="none">
                <a:moveTo>
                  <a:pt x="136318" y="0"/>
                </a:moveTo>
                <a:cubicBezTo>
                  <a:pt x="95422" y="9788"/>
                  <a:pt x="76111" y="31599"/>
                  <a:pt x="68159" y="53574"/>
                </a:cubicBezTo>
                <a:cubicBezTo>
                  <a:pt x="60207" y="31599"/>
                  <a:pt x="40896" y="978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870" cap="rnd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10653-D464-4A92-A5DD-C6043B83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871" y="2961333"/>
            <a:ext cx="10" cy="244468"/>
          </a:xfrm>
          <a:custGeom xmlns:a="http://schemas.openxmlformats.org/drawingml/2006/main">
            <a:pathLst>
              <a:path w="1" h="244468" fill="none">
                <a:moveTo>
                  <a:pt x="0" y="0"/>
                </a:moveTo>
                <a:lnTo>
                  <a:pt x="0" y="244468"/>
                </a:lnTo>
              </a:path>
            </a:pathLst>
          </a:custGeom>
          <a:noFill xmlns:a="http://schemas.openxmlformats.org/drawingml/2006/main"/>
          <a:ln xmlns:a="http://schemas.openxmlformats.org/drawingml/2006/main" w="21870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B9A86-A2AD-4D36-B525-DD07E104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713" y="3163162"/>
            <a:ext cx="136318" cy="53574"/>
          </a:xfrm>
          <a:custGeom xmlns:a="http://schemas.openxmlformats.org/drawingml/2006/main">
            <a:pathLst>
              <a:path w="136318" h="53574" fill="none">
                <a:moveTo>
                  <a:pt x="136318" y="0"/>
                </a:moveTo>
                <a:cubicBezTo>
                  <a:pt x="95422" y="9788"/>
                  <a:pt x="76111" y="31599"/>
                  <a:pt x="68159" y="53574"/>
                </a:cubicBezTo>
                <a:cubicBezTo>
                  <a:pt x="60207" y="31599"/>
                  <a:pt x="40896" y="978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870" cap="rnd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5EA25-2B86-4631-89D2-12B2B235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302" y="1761187"/>
            <a:ext cx="1083876" cy="303334"/>
          </a:xfrm>
          <a:custGeom xmlns:a="http://schemas.openxmlformats.org/drawingml/2006/main">
            <a:pathLst>
              <a:path w="1083876" h="303334" fill="none">
                <a:moveTo>
                  <a:pt x="0" y="303334"/>
                </a:moveTo>
                <a:cubicBezTo>
                  <a:pt x="398283" y="96860"/>
                  <a:pt x="657876" y="25326"/>
                  <a:pt x="108387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870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D856C-5359-4FB6-87EB-565ECA5E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573" y="1695682"/>
            <a:ext cx="57520" cy="136070"/>
          </a:xfrm>
          <a:custGeom xmlns:a="http://schemas.openxmlformats.org/drawingml/2006/main">
            <a:pathLst>
              <a:path w="57520" h="136070" fill="none">
                <a:moveTo>
                  <a:pt x="0" y="0"/>
                </a:moveTo>
                <a:cubicBezTo>
                  <a:pt x="12196" y="40241"/>
                  <a:pt x="35113" y="58223"/>
                  <a:pt x="57520" y="64857"/>
                </a:cubicBezTo>
                <a:cubicBezTo>
                  <a:pt x="36057" y="74098"/>
                  <a:pt x="15431" y="94668"/>
                  <a:pt x="8088" y="13607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869" cap="rnd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88753-839A-4AE2-A453-FA871F62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265" y="3520409"/>
            <a:ext cx="235743" cy="4386"/>
          </a:xfrm>
          <a:custGeom xmlns:a="http://schemas.openxmlformats.org/drawingml/2006/main">
            <a:pathLst>
              <a:path w="235743" h="4386" fill="none">
                <a:moveTo>
                  <a:pt x="235743" y="43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870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9CC7E-0215-47B6-8B46-90F90C62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33" y="3453056"/>
            <a:ext cx="54829" cy="136291"/>
          </a:xfrm>
          <a:custGeom xmlns:a="http://schemas.openxmlformats.org/drawingml/2006/main">
            <a:pathLst>
              <a:path w="54829" h="136291" fill="none">
                <a:moveTo>
                  <a:pt x="52297" y="136291"/>
                </a:moveTo>
                <a:cubicBezTo>
                  <a:pt x="43271" y="95221"/>
                  <a:pt x="21823" y="75509"/>
                  <a:pt x="0" y="67151"/>
                </a:cubicBezTo>
                <a:cubicBezTo>
                  <a:pt x="22118" y="59609"/>
                  <a:pt x="44283" y="40706"/>
                  <a:pt x="5482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869" cap="rnd">
            <a:solidFill>
              <a:srgbClr val="000000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782426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2026-09-05T14:21:41.8990000Z</dcterms:created>
  <dcterms:modified xsi:type="dcterms:W3CDTF">2026-09-05T14:21:41.8990000Z</dcterms:modified>
</coreProperties>
</file>